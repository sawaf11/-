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ye.wav" ContentType="audio/wav"/>
  <Override PartName="/ppt/media/snd_celebrate.wav" ContentType="audio/wav"/>
  <Override PartName="/ppt/media/snd_chest_open.wav" ContentType="audio/wav"/>
  <Override PartName="/ppt/media/snd_door_locked.wav" ContentType="audio/wav"/>
  <Override PartName="/ppt/media/snd_door_open.wav" ContentType="audio/wav"/>
  <Override PartName="/ppt/media/snd_feed_cake.wav" ContentType="audio/wav"/>
  <Override PartName="/ppt/media/snd_feed_chili.wav" ContentType="audio/wav"/>
  <Override PartName="/ppt/media/snd_feed_munch.wav" ContentType="audio/wav"/>
  <Override PartName="/ppt/media/snd_feed_veg.wav" ContentType="audio/wav"/>
  <Override PartName="/ppt/media/snd_feed_wait.wav" ContentType="audio/wav"/>
  <Override PartName="/ppt/media/snd_flower.wav" ContentType="audio/wav"/>
  <Override PartName="/ppt/media/snd_gem.wav" ContentType="audio/wav"/>
  <Override PartName="/ppt/media/snd_hug_sequence.wav" ContentType="audio/wav"/>
  <Override PartName="/ppt/media/snd_jump.wav" ContentType="audio/wav"/>
  <Override PartName="/ppt/media/snd_key_appear.wav" ContentType="audio/wav"/>
  <Override PartName="/ppt/media/snd_lantern.wav" ContentType="audio/wav"/>
  <Override PartName="/ppt/media/snd_lumi_tap.wav" ContentType="audio/wav"/>
  <Override PartName="/ppt/media/snd_music_loop.wav" ContentType="audio/wav"/>
  <Override PartName="/ppt/media/snd_owl.wav" ContentType="audio/wav"/>
  <Override PartName="/ppt/media/snd_pop_1.wav" ContentType="audio/wav"/>
  <Override PartName="/ppt/media/snd_pop_2.wav" ContentType="audio/wav"/>
  <Override PartName="/ppt/media/snd_pop_3.wav" ContentType="audio/wav"/>
  <Override PartName="/ppt/media/snd_pop_4.wav" ContentType="audio/wav"/>
  <Override PartName="/ppt/media/snd_pop_5.wav" ContentType="audio/wav"/>
  <Override PartName="/ppt/media/snd_pop_6.wav" ContentType="audio/wav"/>
  <Override PartName="/ppt/media/snd_pop_7.wav" ContentType="audio/wav"/>
  <Override PartName="/ppt/media/snd_pop_gold.wav" ContentType="audio/wav"/>
  <Override PartName="/ppt/media/snd_portal_go.wav" ContentType="audio/wav"/>
  <Override PartName="/ppt/media/snd_portal_in.wav" ContentType="audio/wav"/>
  <Override PartName="/ppt/media/snd_recover.wav" ContentType="audio/wav"/>
  <Override PartName="/ppt/media/snd_star_1.wav" ContentType="audio/wav"/>
  <Override PartName="/ppt/media/snd_star_2.wav" ContentType="audio/wav"/>
  <Override PartName="/ppt/media/snd_star_3.wav" ContentType="audio/wav"/>
  <Override PartName="/ppt/media/snd_star_4.wav" ContentType="audio/wav"/>
  <Override PartName="/ppt/media/snd_star_all.wav" ContentType="audio/wav"/>
  <Override PartName="/ppt/media/snd_wake_up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slide" Target="slide2.xml"/><Relationship Id="rId18" Type="http://schemas.openxmlformats.org/officeDocument/2006/relationships/audio" Target="../media/snd_music_loop.wav"/><Relationship Id="rId19" Type="http://schemas.microsoft.com/office/2007/relationships/media" Target="../media/snd_music_loop.wav"/><Relationship Id="rId20" Type="http://schemas.openxmlformats.org/officeDocument/2006/relationships/image" Target="../media/image103.png"/><Relationship Id="rId21" Type="http://schemas.openxmlformats.org/officeDocument/2006/relationships/audio" Target="../media/snd_wake_up.wav"/><Relationship Id="rId22" Type="http://schemas.openxmlformats.org/officeDocument/2006/relationships/audio" Target="../media/snd_portal_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6.xml"/><Relationship Id="rId11" Type="http://schemas.openxmlformats.org/officeDocument/2006/relationships/slide" Target="slide10.xml"/><Relationship Id="rId12" Type="http://schemas.openxmlformats.org/officeDocument/2006/relationships/slide" Target="slide18.xml"/><Relationship Id="rId13" Type="http://schemas.openxmlformats.org/officeDocument/2006/relationships/image" Target="../media/image103.png"/><Relationship Id="rId14" Type="http://schemas.openxmlformats.org/officeDocument/2006/relationships/audio" Target="../media/snd_portal_go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5.xml"/><Relationship Id="rId10" Type="http://schemas.openxmlformats.org/officeDocument/2006/relationships/slide" Target="slide7.xml"/><Relationship Id="rId11" Type="http://schemas.openxmlformats.org/officeDocument/2006/relationships/slide" Target="slide11.xml"/><Relationship Id="rId12" Type="http://schemas.openxmlformats.org/officeDocument/2006/relationships/slide" Target="slide19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5.xml"/><Relationship Id="rId10" Type="http://schemas.openxmlformats.org/officeDocument/2006/relationships/slide" Target="slide8.xml"/><Relationship Id="rId11" Type="http://schemas.openxmlformats.org/officeDocument/2006/relationships/slide" Target="slide12.xml"/><Relationship Id="rId12" Type="http://schemas.openxmlformats.org/officeDocument/2006/relationships/slide" Target="slide20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9.xml"/><Relationship Id="rId10" Type="http://schemas.openxmlformats.org/officeDocument/2006/relationships/slide" Target="slide13.xml"/><Relationship Id="rId11" Type="http://schemas.openxmlformats.org/officeDocument/2006/relationships/slide" Target="slide21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14.xml"/><Relationship Id="rId12" Type="http://schemas.openxmlformats.org/officeDocument/2006/relationships/slide" Target="slide22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9.xml"/><Relationship Id="rId10" Type="http://schemas.openxmlformats.org/officeDocument/2006/relationships/slide" Target="slide15.xml"/><Relationship Id="rId11" Type="http://schemas.openxmlformats.org/officeDocument/2006/relationships/slide" Target="slide23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9.xml"/><Relationship Id="rId10" Type="http://schemas.openxmlformats.org/officeDocument/2006/relationships/slide" Target="slide16.xml"/><Relationship Id="rId11" Type="http://schemas.openxmlformats.org/officeDocument/2006/relationships/slide" Target="slide24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25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6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3.xml"/><Relationship Id="rId10" Type="http://schemas.openxmlformats.org/officeDocument/2006/relationships/slide" Target="slide15.xml"/><Relationship Id="rId11" Type="http://schemas.openxmlformats.org/officeDocument/2006/relationships/slide" Target="slide27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3.xml"/><Relationship Id="rId10" Type="http://schemas.openxmlformats.org/officeDocument/2006/relationships/slide" Target="slide16.xml"/><Relationship Id="rId11" Type="http://schemas.openxmlformats.org/officeDocument/2006/relationships/slide" Target="slide28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29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30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31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" Target="slide22.xml"/><Relationship Id="rId12" Type="http://schemas.openxmlformats.org/officeDocument/2006/relationships/slide" Target="slide26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7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1.xml"/><Relationship Id="rId10" Type="http://schemas.openxmlformats.org/officeDocument/2006/relationships/slide" Target="slide24.xml"/><Relationship Id="rId11" Type="http://schemas.openxmlformats.org/officeDocument/2006/relationships/slide" Target="slide28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5.xml"/><Relationship Id="rId10" Type="http://schemas.openxmlformats.org/officeDocument/2006/relationships/slide" Target="slide29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3.xml"/><Relationship Id="rId10" Type="http://schemas.openxmlformats.org/officeDocument/2006/relationships/slide" Target="slide24.xml"/><Relationship Id="rId11" Type="http://schemas.openxmlformats.org/officeDocument/2006/relationships/slide" Target="slide30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5.xml"/><Relationship Id="rId10" Type="http://schemas.openxmlformats.org/officeDocument/2006/relationships/slide" Target="slide31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5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7.xml"/><Relationship Id="rId10" Type="http://schemas.openxmlformats.org/officeDocument/2006/relationships/slide" Target="slide28.xml"/><Relationship Id="rId11" Type="http://schemas.openxmlformats.org/officeDocument/2006/relationships/slide" Target="slide30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9.xml"/><Relationship Id="rId10" Type="http://schemas.openxmlformats.org/officeDocument/2006/relationships/slide" Target="slide31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9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1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2.png"/><Relationship Id="rId9" Type="http://schemas.openxmlformats.org/officeDocument/2006/relationships/image" Target="../media/image29.png"/><Relationship Id="rId10" Type="http://schemas.openxmlformats.org/officeDocument/2006/relationships/image" Target="../media/image2.png"/><Relationship Id="rId11" Type="http://schemas.openxmlformats.org/officeDocument/2006/relationships/image" Target="../media/image14.png"/><Relationship Id="rId12" Type="http://schemas.openxmlformats.org/officeDocument/2006/relationships/slide" Target="slide34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all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17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slide" Target="slide35.xml"/><Relationship Id="rId30" Type="http://schemas.openxmlformats.org/officeDocument/2006/relationships/image" Target="../media/image103.png"/><Relationship Id="rId31" Type="http://schemas.openxmlformats.org/officeDocument/2006/relationships/audio" Target="../media/snd_portal_go.wav"/><Relationship Id="rId32" Type="http://schemas.openxmlformats.org/officeDocument/2006/relationships/audio" Target="../media/snd_pop_1.wav"/><Relationship Id="rId33" Type="http://schemas.openxmlformats.org/officeDocument/2006/relationships/audio" Target="../media/snd_pop_2.wav"/><Relationship Id="rId34" Type="http://schemas.openxmlformats.org/officeDocument/2006/relationships/audio" Target="../media/snd_pop_3.wav"/><Relationship Id="rId35" Type="http://schemas.openxmlformats.org/officeDocument/2006/relationships/audio" Target="../media/snd_pop_4.wav"/><Relationship Id="rId36" Type="http://schemas.openxmlformats.org/officeDocument/2006/relationships/audio" Target="../media/snd_pop_5.wav"/><Relationship Id="rId37" Type="http://schemas.openxmlformats.org/officeDocument/2006/relationships/audio" Target="../media/snd_pop_6.wav"/><Relationship Id="rId38" Type="http://schemas.openxmlformats.org/officeDocument/2006/relationships/audio" Target="../media/snd_pop_7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8.png"/><Relationship Id="rId10" Type="http://schemas.openxmlformats.org/officeDocument/2006/relationships/image" Target="../media/image59.png"/><Relationship Id="rId11" Type="http://schemas.openxmlformats.org/officeDocument/2006/relationships/slide" Target="slide36.xml"/><Relationship Id="rId12" Type="http://schemas.openxmlformats.org/officeDocument/2006/relationships/slide" Target="slide37.xml"/><Relationship Id="rId13" Type="http://schemas.openxmlformats.org/officeDocument/2006/relationships/slide" Target="slide38.xml"/><Relationship Id="rId14" Type="http://schemas.openxmlformats.org/officeDocument/2006/relationships/slide" Target="slide39.xml"/><Relationship Id="rId15" Type="http://schemas.openxmlformats.org/officeDocument/2006/relationships/slide" Target="slide40.xml"/><Relationship Id="rId16" Type="http://schemas.openxmlformats.org/officeDocument/2006/relationships/slide" Target="slide41.xml"/><Relationship Id="rId17" Type="http://schemas.openxmlformats.org/officeDocument/2006/relationships/image" Target="../media/image103.png"/><Relationship Id="rId18" Type="http://schemas.openxmlformats.org/officeDocument/2006/relationships/audio" Target="../media/snd_pop_gold.wav"/><Relationship Id="rId19" Type="http://schemas.openxmlformats.org/officeDocument/2006/relationships/audio" Target="../media/snd_feed_wait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7.xml"/><Relationship Id="rId17" Type="http://schemas.openxmlformats.org/officeDocument/2006/relationships/slide" Target="slide38.xml"/><Relationship Id="rId18" Type="http://schemas.openxmlformats.org/officeDocument/2006/relationships/slide" Target="slide39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munch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8.xml"/><Relationship Id="rId18" Type="http://schemas.openxmlformats.org/officeDocument/2006/relationships/slide" Target="slide39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cake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39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munch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38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munch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38.xml"/><Relationship Id="rId19" Type="http://schemas.openxmlformats.org/officeDocument/2006/relationships/slide" Target="slide39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ve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63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64.png"/><Relationship Id="rId18" Type="http://schemas.openxmlformats.org/officeDocument/2006/relationships/slide" Target="slide36.xml"/><Relationship Id="rId19" Type="http://schemas.openxmlformats.org/officeDocument/2006/relationships/slide" Target="slide37.xml"/><Relationship Id="rId20" Type="http://schemas.openxmlformats.org/officeDocument/2006/relationships/slide" Target="slide38.xml"/><Relationship Id="rId21" Type="http://schemas.openxmlformats.org/officeDocument/2006/relationships/slide" Target="slide39.xml"/><Relationship Id="rId22" Type="http://schemas.openxmlformats.org/officeDocument/2006/relationships/slide" Target="slide40.xml"/><Relationship Id="rId23" Type="http://schemas.openxmlformats.org/officeDocument/2006/relationships/slide" Target="slide42.xml"/><Relationship Id="rId24" Type="http://schemas.openxmlformats.org/officeDocument/2006/relationships/image" Target="../media/image103.png"/><Relationship Id="rId25" Type="http://schemas.openxmlformats.org/officeDocument/2006/relationships/audio" Target="../media/snd_feed_chili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2.png"/><Relationship Id="rId4" Type="http://schemas.openxmlformats.org/officeDocument/2006/relationships/image" Target="../media/image73.png"/><Relationship Id="rId5" Type="http://schemas.openxmlformats.org/officeDocument/2006/relationships/image" Target="../media/image8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64.png"/><Relationship Id="rId9" Type="http://schemas.openxmlformats.org/officeDocument/2006/relationships/image" Target="../media/image76.png"/><Relationship Id="rId10" Type="http://schemas.openxmlformats.org/officeDocument/2006/relationships/image" Target="../media/image15.png"/><Relationship Id="rId11" Type="http://schemas.openxmlformats.org/officeDocument/2006/relationships/image" Target="../media/image45.png"/><Relationship Id="rId12" Type="http://schemas.openxmlformats.org/officeDocument/2006/relationships/slide" Target="slide43.xml"/><Relationship Id="rId13" Type="http://schemas.openxmlformats.org/officeDocument/2006/relationships/image" Target="../media/image103.png"/><Relationship Id="rId14" Type="http://schemas.openxmlformats.org/officeDocument/2006/relationships/audio" Target="../media/snd_lumi_tap.wav"/><Relationship Id="rId15" Type="http://schemas.openxmlformats.org/officeDocument/2006/relationships/audio" Target="../media/snd_hug_sequence.wav"/><Relationship Id="rId16" Type="http://schemas.openxmlformats.org/officeDocument/2006/relationships/audio" Target="../media/snd_key_appear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.png"/><Relationship Id="rId9" Type="http://schemas.openxmlformats.org/officeDocument/2006/relationships/image" Target="../media/image11.png"/><Relationship Id="rId10" Type="http://schemas.openxmlformats.org/officeDocument/2006/relationships/image" Target="../media/image82.png"/><Relationship Id="rId11" Type="http://schemas.openxmlformats.org/officeDocument/2006/relationships/slide" Target="slide44.xml"/><Relationship Id="rId12" Type="http://schemas.openxmlformats.org/officeDocument/2006/relationships/slide" Target="slide45.xml"/><Relationship Id="rId13" Type="http://schemas.openxmlformats.org/officeDocument/2006/relationships/slide" Target="slide48.xml"/><Relationship Id="rId14" Type="http://schemas.openxmlformats.org/officeDocument/2006/relationships/image" Target="../media/image103.png"/><Relationship Id="rId15" Type="http://schemas.openxmlformats.org/officeDocument/2006/relationships/audio" Target="../media/snd_portal_go.wav"/><Relationship Id="rId16" Type="http://schemas.openxmlformats.org/officeDocument/2006/relationships/audio" Target="../media/snd_door_locked.wav"/><Relationship Id="rId17" Type="http://schemas.openxmlformats.org/officeDocument/2006/relationships/audio" Target="../media/snd_recover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9.png"/><Relationship Id="rId13" Type="http://schemas.openxmlformats.org/officeDocument/2006/relationships/image" Target="../media/image66.png"/><Relationship Id="rId14" Type="http://schemas.openxmlformats.org/officeDocument/2006/relationships/image" Target="../media/image82.png"/><Relationship Id="rId15" Type="http://schemas.openxmlformats.org/officeDocument/2006/relationships/slide" Target="slide44.xml"/><Relationship Id="rId16" Type="http://schemas.openxmlformats.org/officeDocument/2006/relationships/slide" Target="slide47.xml"/><Relationship Id="rId17" Type="http://schemas.openxmlformats.org/officeDocument/2006/relationships/slide" Target="slide50.xml"/><Relationship Id="rId18" Type="http://schemas.openxmlformats.org/officeDocument/2006/relationships/image" Target="../media/image103.png"/><Relationship Id="rId19" Type="http://schemas.openxmlformats.org/officeDocument/2006/relationships/audio" Target="../media/snd_lantern.wav"/><Relationship Id="rId20" Type="http://schemas.openxmlformats.org/officeDocument/2006/relationships/audio" Target="../media/snd_gem.wav"/><Relationship Id="rId21" Type="http://schemas.openxmlformats.org/officeDocument/2006/relationships/audio" Target="../media/snd_jump.wav"/><Relationship Id="rId22" Type="http://schemas.openxmlformats.org/officeDocument/2006/relationships/audio" Target="../media/snd_door_locked.wav"/><Relationship Id="rId23" Type="http://schemas.openxmlformats.org/officeDocument/2006/relationships/audio" Target="../media/snd_recov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7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6.xml"/><Relationship Id="rId17" Type="http://schemas.openxmlformats.org/officeDocument/2006/relationships/slide" Target="slide45.xml"/><Relationship Id="rId18" Type="http://schemas.openxmlformats.org/officeDocument/2006/relationships/slide" Target="slide52.xml"/><Relationship Id="rId19" Type="http://schemas.openxmlformats.org/officeDocument/2006/relationships/image" Target="../media/image103.png"/><Relationship Id="rId20" Type="http://schemas.openxmlformats.org/officeDocument/2006/relationships/audio" Target="../media/snd_owl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7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6.xml"/><Relationship Id="rId17" Type="http://schemas.openxmlformats.org/officeDocument/2006/relationships/slide" Target="slide47.xml"/><Relationship Id="rId18" Type="http://schemas.openxmlformats.org/officeDocument/2006/relationships/slide" Target="slide55.xml"/><Relationship Id="rId19" Type="http://schemas.openxmlformats.org/officeDocument/2006/relationships/image" Target="../media/image103.png"/><Relationship Id="rId20" Type="http://schemas.openxmlformats.org/officeDocument/2006/relationships/audio" Target="../media/snd_lantern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4.png"/><Relationship Id="rId11" Type="http://schemas.openxmlformats.org/officeDocument/2006/relationships/image" Target="../media/image87.png"/><Relationship Id="rId12" Type="http://schemas.openxmlformats.org/officeDocument/2006/relationships/image" Target="../media/image8.png"/><Relationship Id="rId13" Type="http://schemas.openxmlformats.org/officeDocument/2006/relationships/image" Target="../media/image7.png"/><Relationship Id="rId14" Type="http://schemas.openxmlformats.org/officeDocument/2006/relationships/image" Target="../media/image9.png"/><Relationship Id="rId15" Type="http://schemas.openxmlformats.org/officeDocument/2006/relationships/image" Target="../media/image66.png"/><Relationship Id="rId16" Type="http://schemas.openxmlformats.org/officeDocument/2006/relationships/image" Target="../media/image82.png"/><Relationship Id="rId17" Type="http://schemas.openxmlformats.org/officeDocument/2006/relationships/slide" Target="slide46.xml"/><Relationship Id="rId18" Type="http://schemas.openxmlformats.org/officeDocument/2006/relationships/slide" Target="slide47.xml"/><Relationship Id="rId19" Type="http://schemas.openxmlformats.org/officeDocument/2006/relationships/slide" Target="slide55.xml"/><Relationship Id="rId20" Type="http://schemas.openxmlformats.org/officeDocument/2006/relationships/image" Target="../media/image103.png"/><Relationship Id="rId21" Type="http://schemas.openxmlformats.org/officeDocument/2006/relationships/audio" Target="../media/snd_owl.wav"/><Relationship Id="rId22" Type="http://schemas.openxmlformats.org/officeDocument/2006/relationships/audio" Target="../media/snd_gem.wav"/><Relationship Id="rId23" Type="http://schemas.openxmlformats.org/officeDocument/2006/relationships/audio" Target="../media/snd_jump.wav"/><Relationship Id="rId24" Type="http://schemas.openxmlformats.org/officeDocument/2006/relationships/audio" Target="../media/snd_door_locked.wav"/><Relationship Id="rId25" Type="http://schemas.openxmlformats.org/officeDocument/2006/relationships/audio" Target="../media/snd_recover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9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9.png"/><Relationship Id="rId13" Type="http://schemas.openxmlformats.org/officeDocument/2006/relationships/image" Target="../media/image66.png"/><Relationship Id="rId14" Type="http://schemas.openxmlformats.org/officeDocument/2006/relationships/image" Target="../media/image82.png"/><Relationship Id="rId15" Type="http://schemas.openxmlformats.org/officeDocument/2006/relationships/slide" Target="slide49.xml"/><Relationship Id="rId16" Type="http://schemas.openxmlformats.org/officeDocument/2006/relationships/slide" Target="slide51.xml"/><Relationship Id="rId17" Type="http://schemas.openxmlformats.org/officeDocument/2006/relationships/slide" Target="slide48.xml"/><Relationship Id="rId18" Type="http://schemas.openxmlformats.org/officeDocument/2006/relationships/image" Target="../media/image103.png"/><Relationship Id="rId19" Type="http://schemas.openxmlformats.org/officeDocument/2006/relationships/audio" Target="../media/snd_flower.wav"/><Relationship Id="rId20" Type="http://schemas.openxmlformats.org/officeDocument/2006/relationships/audio" Target="../media/snd_gem.wav"/><Relationship Id="rId21" Type="http://schemas.openxmlformats.org/officeDocument/2006/relationships/audio" Target="../media/snd_jump.wav"/><Relationship Id="rId22" Type="http://schemas.openxmlformats.org/officeDocument/2006/relationships/audio" Target="../media/snd_door_locked.wav"/><Relationship Id="rId23" Type="http://schemas.openxmlformats.org/officeDocument/2006/relationships/audio" Target="../media/snd_recover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79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9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9.xml"/><Relationship Id="rId17" Type="http://schemas.openxmlformats.org/officeDocument/2006/relationships/slide" Target="slide54.xml"/><Relationship Id="rId18" Type="http://schemas.openxmlformats.org/officeDocument/2006/relationships/slide" Target="slide50.xml"/><Relationship Id="rId19" Type="http://schemas.openxmlformats.org/officeDocument/2006/relationships/image" Target="../media/image103.png"/><Relationship Id="rId20" Type="http://schemas.openxmlformats.org/officeDocument/2006/relationships/audio" Target="../media/snd_lantern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9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9.xml"/><Relationship Id="rId17" Type="http://schemas.openxmlformats.org/officeDocument/2006/relationships/slide" Target="slide54.xml"/><Relationship Id="rId18" Type="http://schemas.openxmlformats.org/officeDocument/2006/relationships/slide" Target="slide50.xml"/><Relationship Id="rId19" Type="http://schemas.openxmlformats.org/officeDocument/2006/relationships/image" Target="../media/image103.png"/><Relationship Id="rId20" Type="http://schemas.openxmlformats.org/officeDocument/2006/relationships/audio" Target="../media/snd_flower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8.png"/><Relationship Id="rId9" Type="http://schemas.openxmlformats.org/officeDocument/2006/relationships/image" Target="../media/image81.png"/><Relationship Id="rId10" Type="http://schemas.openxmlformats.org/officeDocument/2006/relationships/image" Target="../media/image87.png"/><Relationship Id="rId11" Type="http://schemas.openxmlformats.org/officeDocument/2006/relationships/image" Target="../media/image89.png"/><Relationship Id="rId12" Type="http://schemas.openxmlformats.org/officeDocument/2006/relationships/image" Target="../media/image8.png"/><Relationship Id="rId13" Type="http://schemas.openxmlformats.org/officeDocument/2006/relationships/image" Target="../media/image7.png"/><Relationship Id="rId14" Type="http://schemas.openxmlformats.org/officeDocument/2006/relationships/image" Target="../media/image9.png"/><Relationship Id="rId15" Type="http://schemas.openxmlformats.org/officeDocument/2006/relationships/image" Target="../media/image66.png"/><Relationship Id="rId16" Type="http://schemas.openxmlformats.org/officeDocument/2006/relationships/image" Target="../media/image82.png"/><Relationship Id="rId17" Type="http://schemas.openxmlformats.org/officeDocument/2006/relationships/slide" Target="slide53.xml"/><Relationship Id="rId18" Type="http://schemas.openxmlformats.org/officeDocument/2006/relationships/slide" Target="slide51.xml"/><Relationship Id="rId19" Type="http://schemas.openxmlformats.org/officeDocument/2006/relationships/slide" Target="slide52.xml"/><Relationship Id="rId20" Type="http://schemas.openxmlformats.org/officeDocument/2006/relationships/image" Target="../media/image103.png"/><Relationship Id="rId21" Type="http://schemas.openxmlformats.org/officeDocument/2006/relationships/audio" Target="../media/snd_owl.wav"/><Relationship Id="rId22" Type="http://schemas.openxmlformats.org/officeDocument/2006/relationships/audio" Target="../media/snd_gem.wav"/><Relationship Id="rId23" Type="http://schemas.openxmlformats.org/officeDocument/2006/relationships/audio" Target="../media/snd_jump.wav"/><Relationship Id="rId24" Type="http://schemas.openxmlformats.org/officeDocument/2006/relationships/audio" Target="../media/snd_door_locked.wav"/><Relationship Id="rId25" Type="http://schemas.openxmlformats.org/officeDocument/2006/relationships/audio" Target="../media/snd_recover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5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7.png"/><Relationship Id="rId10" Type="http://schemas.openxmlformats.org/officeDocument/2006/relationships/image" Target="../media/image89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53.xml"/><Relationship Id="rId17" Type="http://schemas.openxmlformats.org/officeDocument/2006/relationships/slide" Target="slide51.xml"/><Relationship Id="rId18" Type="http://schemas.openxmlformats.org/officeDocument/2006/relationships/slide" Target="slide52.xml"/><Relationship Id="rId19" Type="http://schemas.openxmlformats.org/officeDocument/2006/relationships/image" Target="../media/image103.png"/><Relationship Id="rId20" Type="http://schemas.openxmlformats.org/officeDocument/2006/relationships/audio" Target="../media/snd_flower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Relationship Id="rId7" Type="http://schemas.openxmlformats.org/officeDocument/2006/relationships/image" Target="../media/image88.png"/><Relationship Id="rId8" Type="http://schemas.openxmlformats.org/officeDocument/2006/relationships/image" Target="../media/image90.png"/><Relationship Id="rId9" Type="http://schemas.openxmlformats.org/officeDocument/2006/relationships/image" Target="../media/image81.png"/><Relationship Id="rId10" Type="http://schemas.openxmlformats.org/officeDocument/2006/relationships/image" Target="../media/image84.png"/><Relationship Id="rId11" Type="http://schemas.openxmlformats.org/officeDocument/2006/relationships/image" Target="../media/image87.png"/><Relationship Id="rId12" Type="http://schemas.openxmlformats.org/officeDocument/2006/relationships/image" Target="../media/image89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9.png"/><Relationship Id="rId16" Type="http://schemas.openxmlformats.org/officeDocument/2006/relationships/image" Target="../media/image66.png"/><Relationship Id="rId17" Type="http://schemas.openxmlformats.org/officeDocument/2006/relationships/image" Target="../media/image21.png"/><Relationship Id="rId18" Type="http://schemas.openxmlformats.org/officeDocument/2006/relationships/image" Target="../media/image91.png"/><Relationship Id="rId19" Type="http://schemas.openxmlformats.org/officeDocument/2006/relationships/image" Target="../media/image22.png"/><Relationship Id="rId20" Type="http://schemas.openxmlformats.org/officeDocument/2006/relationships/image" Target="../media/image2.png"/><Relationship Id="rId21" Type="http://schemas.openxmlformats.org/officeDocument/2006/relationships/image" Target="../media/image92.png"/><Relationship Id="rId22" Type="http://schemas.openxmlformats.org/officeDocument/2006/relationships/slide" Target="slide53.xml"/><Relationship Id="rId23" Type="http://schemas.openxmlformats.org/officeDocument/2006/relationships/slide" Target="slide54.xml"/><Relationship Id="rId24" Type="http://schemas.openxmlformats.org/officeDocument/2006/relationships/slide" Target="slide55.xml"/><Relationship Id="rId25" Type="http://schemas.openxmlformats.org/officeDocument/2006/relationships/slide" Target="slide56.xml"/><Relationship Id="rId26" Type="http://schemas.openxmlformats.org/officeDocument/2006/relationships/image" Target="../media/image103.png"/><Relationship Id="rId27" Type="http://schemas.openxmlformats.org/officeDocument/2006/relationships/audio" Target="../media/snd_lantern.wav"/><Relationship Id="rId28" Type="http://schemas.openxmlformats.org/officeDocument/2006/relationships/audio" Target="../media/snd_gem.wav"/><Relationship Id="rId29" Type="http://schemas.openxmlformats.org/officeDocument/2006/relationships/audio" Target="../media/snd_jump.wav"/><Relationship Id="rId30" Type="http://schemas.openxmlformats.org/officeDocument/2006/relationships/audio" Target="../media/snd_door_open.wav"/><Relationship Id="rId31" Type="http://schemas.openxmlformats.org/officeDocument/2006/relationships/audio" Target="../media/snd_key_appear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8.png"/><Relationship Id="rId9" Type="http://schemas.openxmlformats.org/officeDocument/2006/relationships/image" Target="../media/image90.png"/><Relationship Id="rId10" Type="http://schemas.openxmlformats.org/officeDocument/2006/relationships/image" Target="../media/image81.png"/><Relationship Id="rId11" Type="http://schemas.openxmlformats.org/officeDocument/2006/relationships/image" Target="../media/image84.png"/><Relationship Id="rId12" Type="http://schemas.openxmlformats.org/officeDocument/2006/relationships/image" Target="../media/image87.png"/><Relationship Id="rId13" Type="http://schemas.openxmlformats.org/officeDocument/2006/relationships/image" Target="../media/image89.png"/><Relationship Id="rId14" Type="http://schemas.openxmlformats.org/officeDocument/2006/relationships/image" Target="../media/image8.png"/><Relationship Id="rId15" Type="http://schemas.openxmlformats.org/officeDocument/2006/relationships/image" Target="../media/image7.png"/><Relationship Id="rId16" Type="http://schemas.openxmlformats.org/officeDocument/2006/relationships/image" Target="../media/image9.png"/><Relationship Id="rId17" Type="http://schemas.openxmlformats.org/officeDocument/2006/relationships/image" Target="../media/image66.png"/><Relationship Id="rId18" Type="http://schemas.openxmlformats.org/officeDocument/2006/relationships/image" Target="../media/image21.png"/><Relationship Id="rId19" Type="http://schemas.openxmlformats.org/officeDocument/2006/relationships/image" Target="../media/image91.png"/><Relationship Id="rId20" Type="http://schemas.openxmlformats.org/officeDocument/2006/relationships/image" Target="../media/image22.png"/><Relationship Id="rId21" Type="http://schemas.openxmlformats.org/officeDocument/2006/relationships/image" Target="../media/image2.png"/><Relationship Id="rId22" Type="http://schemas.openxmlformats.org/officeDocument/2006/relationships/image" Target="../media/image92.png"/><Relationship Id="rId23" Type="http://schemas.openxmlformats.org/officeDocument/2006/relationships/slide" Target="slide53.xml"/><Relationship Id="rId24" Type="http://schemas.openxmlformats.org/officeDocument/2006/relationships/slide" Target="slide54.xml"/><Relationship Id="rId25" Type="http://schemas.openxmlformats.org/officeDocument/2006/relationships/slide" Target="slide55.xml"/><Relationship Id="rId26" Type="http://schemas.openxmlformats.org/officeDocument/2006/relationships/slide" Target="slide56.xml"/><Relationship Id="rId27" Type="http://schemas.openxmlformats.org/officeDocument/2006/relationships/image" Target="../media/image103.png"/><Relationship Id="rId28" Type="http://schemas.openxmlformats.org/officeDocument/2006/relationships/audio" Target="../media/snd_owl.wav"/><Relationship Id="rId29" Type="http://schemas.openxmlformats.org/officeDocument/2006/relationships/audio" Target="../media/snd_gem.wav"/><Relationship Id="rId30" Type="http://schemas.openxmlformats.org/officeDocument/2006/relationships/audio" Target="../media/snd_jump.wav"/><Relationship Id="rId31" Type="http://schemas.openxmlformats.org/officeDocument/2006/relationships/audio" Target="../media/snd_door_open.wav"/><Relationship Id="rId32" Type="http://schemas.openxmlformats.org/officeDocument/2006/relationships/audio" Target="../media/snd_key_appear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85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90.png"/><Relationship Id="rId9" Type="http://schemas.openxmlformats.org/officeDocument/2006/relationships/image" Target="../media/image81.png"/><Relationship Id="rId10" Type="http://schemas.openxmlformats.org/officeDocument/2006/relationships/image" Target="../media/image84.png"/><Relationship Id="rId11" Type="http://schemas.openxmlformats.org/officeDocument/2006/relationships/image" Target="../media/image87.png"/><Relationship Id="rId12" Type="http://schemas.openxmlformats.org/officeDocument/2006/relationships/image" Target="../media/image89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9.png"/><Relationship Id="rId16" Type="http://schemas.openxmlformats.org/officeDocument/2006/relationships/image" Target="../media/image66.png"/><Relationship Id="rId17" Type="http://schemas.openxmlformats.org/officeDocument/2006/relationships/image" Target="../media/image21.png"/><Relationship Id="rId18" Type="http://schemas.openxmlformats.org/officeDocument/2006/relationships/image" Target="../media/image91.png"/><Relationship Id="rId19" Type="http://schemas.openxmlformats.org/officeDocument/2006/relationships/image" Target="../media/image22.png"/><Relationship Id="rId20" Type="http://schemas.openxmlformats.org/officeDocument/2006/relationships/image" Target="../media/image2.png"/><Relationship Id="rId21" Type="http://schemas.openxmlformats.org/officeDocument/2006/relationships/image" Target="../media/image92.png"/><Relationship Id="rId22" Type="http://schemas.openxmlformats.org/officeDocument/2006/relationships/slide" Target="slide53.xml"/><Relationship Id="rId23" Type="http://schemas.openxmlformats.org/officeDocument/2006/relationships/slide" Target="slide54.xml"/><Relationship Id="rId24" Type="http://schemas.openxmlformats.org/officeDocument/2006/relationships/slide" Target="slide55.xml"/><Relationship Id="rId25" Type="http://schemas.openxmlformats.org/officeDocument/2006/relationships/slide" Target="slide56.xml"/><Relationship Id="rId26" Type="http://schemas.openxmlformats.org/officeDocument/2006/relationships/image" Target="../media/image103.png"/><Relationship Id="rId27" Type="http://schemas.openxmlformats.org/officeDocument/2006/relationships/audio" Target="../media/snd_flower.wav"/><Relationship Id="rId28" Type="http://schemas.openxmlformats.org/officeDocument/2006/relationships/audio" Target="../media/snd_gem.wav"/><Relationship Id="rId29" Type="http://schemas.openxmlformats.org/officeDocument/2006/relationships/audio" Target="../media/snd_jump.wav"/><Relationship Id="rId30" Type="http://schemas.openxmlformats.org/officeDocument/2006/relationships/audio" Target="../media/snd_door_open.wav"/><Relationship Id="rId31" Type="http://schemas.openxmlformats.org/officeDocument/2006/relationships/audio" Target="../media/snd_key_appear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2.png"/><Relationship Id="rId4" Type="http://schemas.openxmlformats.org/officeDocument/2006/relationships/image" Target="../media/image92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7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.png"/><Relationship Id="rId11" Type="http://schemas.openxmlformats.org/officeDocument/2006/relationships/image" Target="../media/image21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22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102.png"/><Relationship Id="rId18" Type="http://schemas.openxmlformats.org/officeDocument/2006/relationships/image" Target="../media/image29.png"/><Relationship Id="rId19" Type="http://schemas.openxmlformats.org/officeDocument/2006/relationships/image" Target="../media/image14.png"/><Relationship Id="rId20" Type="http://schemas.openxmlformats.org/officeDocument/2006/relationships/slide" Target="slide1.xml"/><Relationship Id="rId21" Type="http://schemas.openxmlformats.org/officeDocument/2006/relationships/image" Target="../media/image103.png"/><Relationship Id="rId22" Type="http://schemas.openxmlformats.org/officeDocument/2006/relationships/audio" Target="../media/snd_chest_open.wav"/><Relationship Id="rId23" Type="http://schemas.openxmlformats.org/officeDocument/2006/relationships/audio" Target="../media/snd_jump.wav"/><Relationship Id="rId24" Type="http://schemas.openxmlformats.org/officeDocument/2006/relationships/audio" Target="../media/snd_celebrate.wav"/><Relationship Id="rId25" Type="http://schemas.openxmlformats.org/officeDocument/2006/relationships/audio" Target="../media/snd_bye.wav"/><Relationship Id="rId26" Type="http://schemas.openxmlformats.org/officeDocument/2006/relationships/audio" Target="../media/snd_portal_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night" descr="Moonlit meadow with a cosy n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-me glow" descr="gentle glow around sleeping Lu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841500"/>
            <a:ext cx="4191000" cy="4191000"/>
          </a:xfrm>
          <a:prstGeom prst="rect">
            <a:avLst/>
          </a:prstGeom>
        </p:spPr>
      </p:pic>
      <p:pic>
        <p:nvPicPr>
          <p:cNvPr id="4" name="zzz" descr="snoring Z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1587500"/>
            <a:ext cx="1270000" cy="1460500"/>
          </a:xfrm>
          <a:prstGeom prst="rect">
            <a:avLst/>
          </a:prstGeom>
        </p:spPr>
      </p:pic>
      <p:pic>
        <p:nvPicPr>
          <p:cNvPr id="5" name="Lumi (sleep)" descr="Lumi the baby dragon, sleep po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6" name="Lumi (stir)" descr="Lumi the baby dragon, sti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7" name="Lumi (yawn)" descr="Lumi the baby dragon, yawn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8" name="Lumi (jump)" descr="Lumi the baby dragon, jump po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9" name="Lumi (surprised)" descr="Lumi the baby dragon, surprised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0" name="Lumi (laughA)" descr="Lumi the baby dragon, laugh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1" name="Lumi (laughB)" descr="Lumi the baby dragon, laugh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2" name="Lumi (welcome)" descr="Lumi the baby dragon, welcome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3" name="Lumi (waveA)" descr="Lumi the baby dragon, wave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4" name="Lumi (waveB)" descr="Lumi the baby dragon, waveB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5" name="Magic portal to the forest" descr="glowing magic porta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0" y="3556000"/>
            <a:ext cx="2667000" cy="2667000"/>
          </a:xfrm>
          <a:prstGeom prst="rect">
            <a:avLst/>
          </a:prstGeom>
        </p:spPr>
      </p:pic>
      <p:sp>
        <p:nvSpPr>
          <p:cNvPr id="16" name="Tap Lumi to wake him"/>
          <p:cNvSpPr/>
          <p:nvPr/>
        </p:nvSpPr>
        <p:spPr>
          <a:xfrm>
            <a:off x="4381500" y="2159000"/>
            <a:ext cx="342900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00766" y="3334208"/>
            <a:ext cx="355600" cy="355600"/>
          </a:xfrm>
          <a:prstGeom prst="rect">
            <a:avLst/>
          </a:prstGeom>
        </p:spPr>
      </p:pic>
      <p:pic>
        <p:nvPicPr>
          <p:cNvPr id="18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2530" y="2282022"/>
            <a:ext cx="355600" cy="355600"/>
          </a:xfrm>
          <a:prstGeom prst="rect">
            <a:avLst/>
          </a:prstGeom>
        </p:spPr>
      </p:pic>
      <p:pic>
        <p:nvPicPr>
          <p:cNvPr id="19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4944" y="2295153"/>
            <a:ext cx="355600" cy="355600"/>
          </a:xfrm>
          <a:prstGeom prst="rect">
            <a:avLst/>
          </a:prstGeom>
        </p:spPr>
      </p:pic>
      <p:pic>
        <p:nvPicPr>
          <p:cNvPr id="20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1148" y="557965"/>
            <a:ext cx="355600" cy="355600"/>
          </a:xfrm>
          <a:prstGeom prst="rect">
            <a:avLst/>
          </a:prstGeom>
        </p:spPr>
      </p:pic>
      <p:pic>
        <p:nvPicPr>
          <p:cNvPr id="21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54828" y="3425414"/>
            <a:ext cx="355600" cy="355600"/>
          </a:xfrm>
          <a:prstGeom prst="rect">
            <a:avLst/>
          </a:prstGeom>
        </p:spPr>
      </p:pic>
      <p:pic>
        <p:nvPicPr>
          <p:cNvPr id="22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3896" y="2202824"/>
            <a:ext cx="355600" cy="355600"/>
          </a:xfrm>
          <a:prstGeom prst="rect">
            <a:avLst/>
          </a:prstGeom>
        </p:spPr>
      </p:pic>
      <p:pic>
        <p:nvPicPr>
          <p:cNvPr id="23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3176" y="4166084"/>
            <a:ext cx="355600" cy="355600"/>
          </a:xfrm>
          <a:prstGeom prst="rect">
            <a:avLst/>
          </a:prstGeom>
        </p:spPr>
      </p:pic>
      <p:pic>
        <p:nvPicPr>
          <p:cNvPr id="24" name="Background music (Lumi lullaby)" descr="background music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0800" y="50800"/>
            <a:ext cx="254000" cy="254000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3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6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7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2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860" fill="hold" repeatCount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42"/>
                                  </p:stCondLst>
                                  <p:childTnLst>
                                    <p:animScale>
                                      <p:cBhvr>
                                        <p:cTn id="14" dur="1367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658" fill="hold" repeatCount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Scale>
                                      <p:cBhvr>
                                        <p:cTn id="18" dur="753" fill="hold" repeatCount="indefinite" autoRev="1"/>
                                        <p:tgtEl>
                                          <p:spTgt spid="1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5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559" fill="hold" repeatCount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04"/>
                                  </p:stCondLst>
                                  <p:childTnLst>
                                    <p:animScale>
                                      <p:cBhvr>
                                        <p:cTn id="22" dur="1256" fill="hold" repeatCount="indefinite" autoRev="1"/>
                                        <p:tgtEl>
                                          <p:spTgt spid="1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4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4" dur="7671" fill="hold" repeatCount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186"/>
                                  </p:stCondLst>
                                  <p:childTnLst>
                                    <p:animScale>
                                      <p:cBhvr>
                                        <p:cTn id="26" dur="986" fill="hold" repeatCount="indefinite" autoRev="1"/>
                                        <p:tgtEl>
                                          <p:spTgt spid="2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32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8" dur="9120" fill="hold" repeatCount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42"/>
                                  </p:stCondLst>
                                  <p:childTnLst>
                                    <p:animScale>
                                      <p:cBhvr>
                                        <p:cTn id="30" dur="773" fill="hold" repeatCount="indefinite" autoRev="1"/>
                                        <p:tgtEl>
                                          <p:spTgt spid="2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32" dur="6007" fill="hold" repeatCount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14"/>
                                  </p:stCondLst>
                                  <p:childTnLst>
                                    <p:animScale>
                                      <p:cBhvr>
                                        <p:cTn id="34" dur="705" fill="hold" repeatCount="indefinite" autoRev="1"/>
                                        <p:tgtEl>
                                          <p:spTgt spid="2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3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36" dur="9573" fill="hold" repeatCount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nodeType="withEffect">
                                  <p:stCondLst>
                                    <p:cond delay="296"/>
                                  </p:stCondLst>
                                  <p:childTnLst>
                                    <p:animScale>
                                      <p:cBhvr>
                                        <p:cTn id="38" dur="870" fill="hold" repeatCount="indefinite" autoRev="1"/>
                                        <p:tgtEl>
                                          <p:spTgt spid="2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9" restart="never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wake_u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0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63" dur="30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9" dur="200" fill="hold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portal_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8" presetClass="emph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animRot by="21600000">
                                      <p:cBhvr>
                                        <p:cTn id="105" dur="8000" fill="hold" repeatCount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audio>
              <p:cMediaNode vol="55000" numSld="999" showWhenStopped="0">
                <p:cTn id="122" repeatCount="indefinite" fill="hold" display="0">
                  <p:stCondLst>
                    <p:cond delay="indefinite"/>
                    <p:cond evt="onBegin" delay="0">
                      <p:tn val="2"/>
                    </p:cond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867" y="183656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836" y="4022403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918" y="511209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836" y="3557898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96" y="4590813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8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3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5" name="Star letter 4" descr="Arabic letter ثَ">
            <a:hlinkClick action="ppaction://hlinksldjump" r:id="rId11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6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7" name="Star letter 5" descr="Arabic letter جَ">
            <a:hlinkClick action="ppaction://hlinksldjump" r:id="rId12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8" name="Star counter 0 of 5" descr="0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9" name="Lumi (surprised)" descr="Lumi the baby dragon, surprised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20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3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56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86"/>
                                  </p:stCondLst>
                                  <p:childTnLst>
                                    <p:animScale>
                                      <p:cBhvr>
                                        <p:cTn id="6" dur="909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7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22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69"/>
                                  </p:stCondLst>
                                  <p:childTnLst>
                                    <p:animScale>
                                      <p:cBhvr>
                                        <p:cTn id="10" dur="722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26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08"/>
                                  </p:stCondLst>
                                  <p:childTnLst>
                                    <p:animScale>
                                      <p:cBhvr>
                                        <p:cTn id="14" dur="103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776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7"/>
                                  </p:stCondLst>
                                  <p:childTnLst>
                                    <p:animScale>
                                      <p:cBhvr>
                                        <p:cTn id="18" dur="104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85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89"/>
                                  </p:stCondLst>
                                  <p:childTnLst>
                                    <p:animScale>
                                      <p:cBhvr>
                                        <p:cTn id="22" dur="1023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6" dur="106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0" dur="106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2" dur="119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44" dur="24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6" dur="119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8" dur="1320" fill="hold" repeatCount="indefinite" autoRev="1"/>
                                        <p:tgtEl>
                                          <p:spTgt spid="16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50" dur="26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52" dur="1320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portal_go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752" y="408475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768" y="2749587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865" y="469178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167" y="182603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394" y="4920601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3" name="Star letter 4" descr="Arabic letter ثَ">
            <a:hlinkClick action="ppaction://hlinksldjump" r:id="rId11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5" name="Star letter 5" descr="Arabic letter جَ">
            <a:hlinkClick action="ppaction://hlinksldjump" r:id="rId12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7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8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20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049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67"/>
                                  </p:stCondLst>
                                  <p:childTnLst>
                                    <p:animScale>
                                      <p:cBhvr>
                                        <p:cTn id="6" dur="72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1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22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74"/>
                                  </p:stCondLst>
                                  <p:childTnLst>
                                    <p:animScale>
                                      <p:cBhvr>
                                        <p:cTn id="10" dur="1128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19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38"/>
                                  </p:stCondLst>
                                  <p:childTnLst>
                                    <p:animScale>
                                      <p:cBhvr>
                                        <p:cTn id="14" dur="88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0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807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52"/>
                                  </p:stCondLst>
                                  <p:childTnLst>
                                    <p:animScale>
                                      <p:cBhvr>
                                        <p:cTn id="18" dur="11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51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176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Scale>
                                      <p:cBhvr>
                                        <p:cTn id="22" dur="1173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0" dur="119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2" dur="132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44" dur="26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6" dur="132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2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4" dur="28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496" y="4423988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983" y="530122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542" y="161123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902" y="236067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31" y="4015881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3" name="Star letter 4" descr="Arabic letter ثَ">
            <a:hlinkClick action="ppaction://hlinksldjump" r:id="rId11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5" name="Star letter 5" descr="Arabic letter جَ">
            <a:hlinkClick action="ppaction://hlinksldjump" r:id="rId12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7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8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20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5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21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37"/>
                                  </p:stCondLst>
                                  <p:childTnLst>
                                    <p:animScale>
                                      <p:cBhvr>
                                        <p:cTn id="6" dur="100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2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39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25"/>
                                  </p:stCondLst>
                                  <p:childTnLst>
                                    <p:animScale>
                                      <p:cBhvr>
                                        <p:cTn id="10" dur="122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6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785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94"/>
                                  </p:stCondLst>
                                  <p:childTnLst>
                                    <p:animScale>
                                      <p:cBhvr>
                                        <p:cTn id="14" dur="125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6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271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41"/>
                                  </p:stCondLst>
                                  <p:childTnLst>
                                    <p:animScale>
                                      <p:cBhvr>
                                        <p:cTn id="18" dur="78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66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82"/>
                                  </p:stCondLst>
                                  <p:childTnLst>
                                    <p:animScale>
                                      <p:cBhvr>
                                        <p:cTn id="22" dur="74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0" dur="119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2" dur="132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44" dur="26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6" dur="132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2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4" dur="28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17" y="332404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01" y="462538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60" y="502442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844" y="1532892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675" y="279194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9" name="Star letter 3" descr="Arabic letter تَ">
            <a:hlinkClick action="ppaction://hlinksldjump" r:id="rId9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1" name="Star letter 4" descr="Arabic letter ثَ">
            <a:hlinkClick action="ppaction://hlinksldjump" r:id="rId10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3" name="Star letter 5" descr="Arabic letter جَ">
            <a:hlinkClick action="ppaction://hlinksldjump" r:id="rId11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3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13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58"/>
                                  </p:stCondLst>
                                  <p:childTnLst>
                                    <p:animScale>
                                      <p:cBhvr>
                                        <p:cTn id="6" dur="94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3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66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49"/>
                                  </p:stCondLst>
                                  <p:childTnLst>
                                    <p:animScale>
                                      <p:cBhvr>
                                        <p:cTn id="10" dur="113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28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42"/>
                                  </p:stCondLst>
                                  <p:childTnLst>
                                    <p:animScale>
                                      <p:cBhvr>
                                        <p:cTn id="14" dur="120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9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31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45"/>
                                  </p:stCondLst>
                                  <p:childTnLst>
                                    <p:animScale>
                                      <p:cBhvr>
                                        <p:cTn id="18" dur="83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77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52"/>
                                  </p:stCondLst>
                                  <p:childTnLst>
                                    <p:animScale>
                                      <p:cBhvr>
                                        <p:cTn id="22" dur="1081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0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4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0" dur="132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429" y="282227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002" y="296848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214" y="304200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212" y="373935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38" y="2162919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10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3" name="Star letter 4" descr="Arabic letter ثَ">
            <a:hlinkClick action="ppaction://hlinksldjump" r:id="rId11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5" name="Star letter 5" descr="Arabic letter جَ">
            <a:hlinkClick action="ppaction://hlinksldjump" r:id="rId12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7" name="Collected letter 3" descr="Arabic letter ت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8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20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85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73"/>
                                  </p:stCondLst>
                                  <p:childTnLst>
                                    <p:animScale>
                                      <p:cBhvr>
                                        <p:cTn id="6" dur="1335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9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82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animScale>
                                      <p:cBhvr>
                                        <p:cTn id="10" dur="102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6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44"/>
                                  </p:stCondLst>
                                  <p:childTnLst>
                                    <p:animScale>
                                      <p:cBhvr>
                                        <p:cTn id="14" dur="1086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55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84"/>
                                  </p:stCondLst>
                                  <p:childTnLst>
                                    <p:animScale>
                                      <p:cBhvr>
                                        <p:cTn id="18" dur="104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55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69"/>
                                  </p:stCondLst>
                                  <p:childTnLst>
                                    <p:animScale>
                                      <p:cBhvr>
                                        <p:cTn id="22" dur="121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0" dur="119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2" dur="132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44" dur="26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6" dur="132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2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4" dur="28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59" y="448695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469" y="2311332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335" y="212979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427" y="353353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23" y="3937953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1" name="Star letter 4" descr="Arabic letter ثَ">
            <a:hlinkClick action="ppaction://hlinksldjump" r:id="rId10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3" name="Star letter 5" descr="Arabic letter جَ">
            <a:hlinkClick action="ppaction://hlinksldjump" r:id="rId11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2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84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79"/>
                                  </p:stCondLst>
                                  <p:childTnLst>
                                    <p:animScale>
                                      <p:cBhvr>
                                        <p:cTn id="6" dur="1301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1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88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287"/>
                                  </p:stCondLst>
                                  <p:childTnLst>
                                    <p:animScale>
                                      <p:cBhvr>
                                        <p:cTn id="10" dur="138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93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48"/>
                                  </p:stCondLst>
                                  <p:childTnLst>
                                    <p:animScale>
                                      <p:cBhvr>
                                        <p:cTn id="14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2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94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92"/>
                                  </p:stCondLst>
                                  <p:childTnLst>
                                    <p:animScale>
                                      <p:cBhvr>
                                        <p:cTn id="18" dur="126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4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1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62"/>
                                  </p:stCondLst>
                                  <p:childTnLst>
                                    <p:animScale>
                                      <p:cBhvr>
                                        <p:cTn id="22" dur="1212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0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4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0" dur="132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924" y="253745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476" y="276814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595" y="325563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35" y="307382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557" y="3694089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1" name="Star letter 4" descr="Arabic letter ثَ">
            <a:hlinkClick action="ppaction://hlinksldjump" r:id="rId10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3" name="Star letter 5" descr="Arabic letter جَ">
            <a:hlinkClick action="ppaction://hlinksldjump" r:id="rId11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63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55"/>
                                  </p:stCondLst>
                                  <p:childTnLst>
                                    <p:animScale>
                                      <p:cBhvr>
                                        <p:cTn id="6" dur="105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5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56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73"/>
                                  </p:stCondLst>
                                  <p:childTnLst>
                                    <p:animScale>
                                      <p:cBhvr>
                                        <p:cTn id="10" dur="116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0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68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70"/>
                                  </p:stCondLst>
                                  <p:childTnLst>
                                    <p:animScale>
                                      <p:cBhvr>
                                        <p:cTn id="14" dur="90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32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47"/>
                                  </p:stCondLst>
                                  <p:childTnLst>
                                    <p:animScale>
                                      <p:cBhvr>
                                        <p:cTn id="18" dur="138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11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30"/>
                                  </p:stCondLst>
                                  <p:childTnLst>
                                    <p:animScale>
                                      <p:cBhvr>
                                        <p:cTn id="22" dur="1381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0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4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0" dur="132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280" y="3411509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449" y="291304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908" y="375669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474" y="154602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322" y="1110998"/>
            <a:ext cx="355600" cy="355600"/>
          </a:xfrm>
          <a:prstGeom prst="rect">
            <a:avLst/>
          </a:prstGeom>
        </p:spPr>
      </p:pic>
      <p:pic>
        <p:nvPicPr>
          <p:cNvPr id="8" name="Hidden star 4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9" name="Star letter 4" descr="Arabic letter ثَ">
            <a:hlinkClick action="ppaction://hlinksldjump" r:id="rId9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1" name="Star letter 5" descr="Arabic letter جَ">
            <a:hlinkClick action="ppaction://hlinksldjump" r:id="rId10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Collected letter 3" descr="Arabic letter ت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3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10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6" dur="72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33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74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77"/>
                                  </p:stCondLst>
                                  <p:childTnLst>
                                    <p:animScale>
                                      <p:cBhvr>
                                        <p:cTn id="10" dur="92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93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69"/>
                                  </p:stCondLst>
                                  <p:childTnLst>
                                    <p:animScale>
                                      <p:cBhvr>
                                        <p:cTn id="14" dur="93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4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96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94"/>
                                  </p:stCondLst>
                                  <p:childTnLst>
                                    <p:animScale>
                                      <p:cBhvr>
                                        <p:cTn id="18" dur="88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5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438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78"/>
                                  </p:stCondLst>
                                  <p:childTnLst>
                                    <p:animScale>
                                      <p:cBhvr>
                                        <p:cTn id="22" dur="108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4" dur="119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4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0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4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16" y="357578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868" y="518461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0" y="2614395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00" y="337600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54" y="4590830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10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Hidden star 3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3" name="Star letter 3" descr="Arabic letter تَ">
            <a:hlinkClick action="ppaction://hlinksldjump" r:id="rId11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5" name="Star letter 5" descr="Arabic letter جَ">
            <a:hlinkClick action="ppaction://hlinksldjump" r:id="rId12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7" name="Collected letter 4" descr="Arabic letter ث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8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20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8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9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8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8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54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05"/>
                                  </p:stCondLst>
                                  <p:childTnLst>
                                    <p:animScale>
                                      <p:cBhvr>
                                        <p:cTn id="10" dur="817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25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08"/>
                                  </p:stCondLst>
                                  <p:childTnLst>
                                    <p:animScale>
                                      <p:cBhvr>
                                        <p:cTn id="14" dur="132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89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8" dur="129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676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57"/>
                                  </p:stCondLst>
                                  <p:childTnLst>
                                    <p:animScale>
                                      <p:cBhvr>
                                        <p:cTn id="22" dur="1277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6" dur="106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0" dur="106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2" dur="132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44" dur="26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6" dur="132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2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4" dur="28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873" y="303041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553" y="183775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224" y="389357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360" y="3350238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224" y="5293845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3" name="Star letter 5" descr="Arabic letter جَ">
            <a:hlinkClick action="ppaction://hlinksldjump" r:id="rId11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Collected letter 4" descr="Arabic letter ث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4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77"/>
                                  </p:stCondLst>
                                  <p:childTnLst>
                                    <p:animScale>
                                      <p:cBhvr>
                                        <p:cTn id="6" dur="1091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7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492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59"/>
                                  </p:stCondLst>
                                  <p:childTnLst>
                                    <p:animScale>
                                      <p:cBhvr>
                                        <p:cTn id="10" dur="79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8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4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79"/>
                                  </p:stCondLst>
                                  <p:childTnLst>
                                    <p:animScale>
                                      <p:cBhvr>
                                        <p:cTn id="14" dur="103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6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57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84"/>
                                  </p:stCondLst>
                                  <p:childTnLst>
                                    <p:animScale>
                                      <p:cBhvr>
                                        <p:cTn id="18" dur="127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01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19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25"/>
                                  </p:stCondLst>
                                  <p:childTnLst>
                                    <p:animScale>
                                      <p:cBhvr>
                                        <p:cTn id="22" dur="1191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0" dur="132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31" y="522476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378" y="22895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176" y="231928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60" y="371589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519" y="4627650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3" name="Star letter 5" descr="Arabic letter جَ">
            <a:hlinkClick action="ppaction://hlinksldjump" r:id="rId11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Collected letter 4" descr="Arabic letter ث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2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4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66"/>
                                  </p:stCondLst>
                                  <p:childTnLst>
                                    <p:animScale>
                                      <p:cBhvr>
                                        <p:cTn id="6" dur="130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70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26"/>
                                  </p:stCondLst>
                                  <p:childTnLst>
                                    <p:animScale>
                                      <p:cBhvr>
                                        <p:cTn id="10" dur="72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58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24"/>
                                  </p:stCondLst>
                                  <p:childTnLst>
                                    <p:animScale>
                                      <p:cBhvr>
                                        <p:cTn id="14" dur="118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0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00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0"/>
                                  </p:stCondLst>
                                  <p:childTnLst>
                                    <p:animScale>
                                      <p:cBhvr>
                                        <p:cTn id="18" dur="10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967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73"/>
                                  </p:stCondLst>
                                  <p:childTnLst>
                                    <p:animScale>
                                      <p:cBhvr>
                                        <p:cTn id="22" dur="1245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0" dur="132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537" y="510970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051" y="4159373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857" y="325598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504" y="228906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195" y="330776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9" name="Star letter 3" descr="Arabic letter تَ">
            <a:hlinkClick action="ppaction://hlinksldjump" r:id="rId9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1" name="Star letter 5" descr="Arabic letter جَ">
            <a:hlinkClick action="ppaction://hlinksldjump" r:id="rId10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Collected letter 4" descr="Arabic letter ث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00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74"/>
                                  </p:stCondLst>
                                  <p:childTnLst>
                                    <p:animScale>
                                      <p:cBhvr>
                                        <p:cTn id="6" dur="1201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20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22"/>
                                  </p:stCondLst>
                                  <p:childTnLst>
                                    <p:animScale>
                                      <p:cBhvr>
                                        <p:cTn id="10" dur="120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3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60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6"/>
                                  </p:stCondLst>
                                  <p:childTnLst>
                                    <p:animScale>
                                      <p:cBhvr>
                                        <p:cTn id="14" dur="82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9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0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28"/>
                                  </p:stCondLst>
                                  <p:childTnLst>
                                    <p:animScale>
                                      <p:cBhvr>
                                        <p:cTn id="18" dur="104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43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98"/>
                                  </p:stCondLst>
                                  <p:childTnLst>
                                    <p:animScale>
                                      <p:cBhvr>
                                        <p:cTn id="22" dur="106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0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4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461" y="3578627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50" y="50266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293" y="454197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884" y="5005075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275" y="1825801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10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3" name="Star letter 5" descr="Arabic letter جَ">
            <a:hlinkClick action="ppaction://hlinksldjump" r:id="rId11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3" descr="Arabic letter ت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Collected letter 4" descr="Arabic letter ث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011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66"/>
                                  </p:stCondLst>
                                  <p:childTnLst>
                                    <p:animScale>
                                      <p:cBhvr>
                                        <p:cTn id="6" dur="95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0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23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4"/>
                                  </p:stCondLst>
                                  <p:childTnLst>
                                    <p:animScale>
                                      <p:cBhvr>
                                        <p:cTn id="10" dur="89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35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64"/>
                                  </p:stCondLst>
                                  <p:childTnLst>
                                    <p:animScale>
                                      <p:cBhvr>
                                        <p:cTn id="14" dur="134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7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94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98"/>
                                  </p:stCondLst>
                                  <p:childTnLst>
                                    <p:animScale>
                                      <p:cBhvr>
                                        <p:cTn id="18" dur="110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90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animScale>
                                      <p:cBhvr>
                                        <p:cTn id="22" dur="767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0" dur="132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628" y="404009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971" y="5000453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84" y="316469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275" y="456105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514" y="4471831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1" name="Star letter 5" descr="Arabic letter جَ">
            <a:hlinkClick action="ppaction://hlinksldjump" r:id="rId10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Collected letter 4" descr="Arabic letter ث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38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63"/>
                                  </p:stCondLst>
                                  <p:childTnLst>
                                    <p:animScale>
                                      <p:cBhvr>
                                        <p:cTn id="6" dur="99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9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677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11"/>
                                  </p:stCondLst>
                                  <p:childTnLst>
                                    <p:animScale>
                                      <p:cBhvr>
                                        <p:cTn id="10" dur="118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7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20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35"/>
                                  </p:stCondLst>
                                  <p:childTnLst>
                                    <p:animScale>
                                      <p:cBhvr>
                                        <p:cTn id="14" dur="85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00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73"/>
                                  </p:stCondLst>
                                  <p:childTnLst>
                                    <p:animScale>
                                      <p:cBhvr>
                                        <p:cTn id="18" dur="93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35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85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41"/>
                                  </p:stCondLst>
                                  <p:childTnLst>
                                    <p:animScale>
                                      <p:cBhvr>
                                        <p:cTn id="22" dur="72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0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4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52" y="5302759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833" y="149637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868" y="537106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412" y="177609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61" y="1433514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11" name="Star letter 5" descr="Arabic letter جَ">
            <a:hlinkClick action="ppaction://hlinksldjump" r:id="rId10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Collected letter 4" descr="Arabic letter ث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87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Scale>
                                      <p:cBhvr>
                                        <p:cTn id="6" dur="119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64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29"/>
                                  </p:stCondLst>
                                  <p:childTnLst>
                                    <p:animScale>
                                      <p:cBhvr>
                                        <p:cTn id="10" dur="81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76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53"/>
                                  </p:stCondLst>
                                  <p:childTnLst>
                                    <p:animScale>
                                      <p:cBhvr>
                                        <p:cTn id="14" dur="114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27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18"/>
                                  </p:stCondLst>
                                  <p:childTnLst>
                                    <p:animScale>
                                      <p:cBhvr>
                                        <p:cTn id="18" dur="133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7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05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86"/>
                                  </p:stCondLst>
                                  <p:childTnLst>
                                    <p:animScale>
                                      <p:cBhvr>
                                        <p:cTn id="22" dur="773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0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4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74" y="3509512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14" y="1358941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84" y="386910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557" y="3965975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376" y="2122632"/>
            <a:ext cx="355600" cy="355600"/>
          </a:xfrm>
          <a:prstGeom prst="rect">
            <a:avLst/>
          </a:prstGeom>
        </p:spPr>
      </p:pic>
      <p:pic>
        <p:nvPicPr>
          <p:cNvPr id="8" name="Hidden star 5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sp>
        <p:nvSpPr>
          <p:cNvPr id="9" name="Star letter 5" descr="Arabic letter جَ">
            <a:hlinkClick action="ppaction://hlinksldjump" r:id="rId9"/>
          </p:cNvPr>
          <p:cNvSpPr/>
          <p:nvPr/>
        </p:nvSpPr>
        <p:spPr>
          <a:xfrm>
            <a:off x="10750550" y="417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0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1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Collected letter 3" descr="Arabic letter ت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4" name="Collected letter 4" descr="Arabic letter ثَ"/>
          <p:cNvSpPr/>
          <p:nvPr/>
        </p:nvSpPr>
        <p:spPr>
          <a:xfrm>
            <a:off x="6667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5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6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9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37"/>
                                  </p:stCondLst>
                                  <p:childTnLst>
                                    <p:animScale>
                                      <p:cBhvr>
                                        <p:cTn id="6" dur="133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0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45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01"/>
                                  </p:stCondLst>
                                  <p:childTnLst>
                                    <p:animScale>
                                      <p:cBhvr>
                                        <p:cTn id="10" dur="120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56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54"/>
                                  </p:stCondLst>
                                  <p:childTnLst>
                                    <p:animScale>
                                      <p:cBhvr>
                                        <p:cTn id="14" dur="100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9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729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563"/>
                                  </p:stCondLst>
                                  <p:childTnLst>
                                    <p:animScale>
                                      <p:cBhvr>
                                        <p:cTn id="18" dur="126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96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68"/>
                                  </p:stCondLst>
                                  <p:childTnLst>
                                    <p:animScale>
                                      <p:cBhvr>
                                        <p:cTn id="22" dur="96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4" dur="132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132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759" y="528683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247" y="174957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202" y="392155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52" y="2013011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824" y="1083454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10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Hidden star 3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3" name="Star letter 3" descr="Arabic letter تَ">
            <a:hlinkClick action="ppaction://hlinksldjump" r:id="rId11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Hidden star 4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5" name="Star letter 4" descr="Arabic letter ثَ">
            <a:hlinkClick action="ppaction://hlinksldjump" r:id="rId12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6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7" name="Collected letter 5" descr="Arabic letter ج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8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20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3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464"/>
                                  </p:stCondLst>
                                  <p:childTnLst>
                                    <p:animScale>
                                      <p:cBhvr>
                                        <p:cTn id="6" dur="108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07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49"/>
                                  </p:stCondLst>
                                  <p:childTnLst>
                                    <p:animScale>
                                      <p:cBhvr>
                                        <p:cTn id="10" dur="137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53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18"/>
                                  </p:stCondLst>
                                  <p:childTnLst>
                                    <p:animScale>
                                      <p:cBhvr>
                                        <p:cTn id="14" dur="82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967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Scale>
                                      <p:cBhvr>
                                        <p:cTn id="18" dur="103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57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54"/>
                                  </p:stCondLst>
                                  <p:childTnLst>
                                    <p:animScale>
                                      <p:cBhvr>
                                        <p:cTn id="22" dur="75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6" dur="106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0" dur="106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2" dur="119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44" dur="24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6" dur="119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2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4" dur="28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168" y="286089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269" y="390870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650" y="199715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911" y="2667150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377" y="3758810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3" name="Star letter 4" descr="Arabic letter ثَ">
            <a:hlinkClick action="ppaction://hlinksldjump" r:id="rId11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6" name="Collected letter 5" descr="Arabic letter ج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5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07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85"/>
                                  </p:stCondLst>
                                  <p:childTnLst>
                                    <p:animScale>
                                      <p:cBhvr>
                                        <p:cTn id="6" dur="81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3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572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84"/>
                                  </p:stCondLst>
                                  <p:childTnLst>
                                    <p:animScale>
                                      <p:cBhvr>
                                        <p:cTn id="10" dur="133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8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81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22"/>
                                  </p:stCondLst>
                                  <p:childTnLst>
                                    <p:animScale>
                                      <p:cBhvr>
                                        <p:cTn id="14" dur="132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27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6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63"/>
                                  </p:stCondLst>
                                  <p:childTnLst>
                                    <p:animScale>
                                      <p:cBhvr>
                                        <p:cTn id="18" dur="106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4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11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6"/>
                                  </p:stCondLst>
                                  <p:childTnLst>
                                    <p:animScale>
                                      <p:cBhvr>
                                        <p:cTn id="22" dur="737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0" dur="119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203" y="190764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18" y="178078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165" y="250166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900" y="2389384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040" y="1268942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3" name="Star letter 4" descr="Arabic letter ثَ">
            <a:hlinkClick action="ppaction://hlinksldjump" r:id="rId11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Collected letter 5" descr="Arabic letter ج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6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62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99"/>
                                  </p:stCondLst>
                                  <p:childTnLst>
                                    <p:animScale>
                                      <p:cBhvr>
                                        <p:cTn id="6" dur="76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16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92"/>
                                  </p:stCondLst>
                                  <p:childTnLst>
                                    <p:animScale>
                                      <p:cBhvr>
                                        <p:cTn id="10" dur="120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7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925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34"/>
                                  </p:stCondLst>
                                  <p:childTnLst>
                                    <p:animScale>
                                      <p:cBhvr>
                                        <p:cTn id="14" dur="100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40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58"/>
                                  </p:stCondLst>
                                  <p:childTnLst>
                                    <p:animScale>
                                      <p:cBhvr>
                                        <p:cTn id="18" dur="89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55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55"/>
                                  </p:stCondLst>
                                  <p:childTnLst>
                                    <p:animScale>
                                      <p:cBhvr>
                                        <p:cTn id="22" dur="118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0" dur="119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521" y="144250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636" y="309515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084" y="400939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874" y="3924274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72" y="167805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9" name="Star letter 3" descr="Arabic letter تَ">
            <a:hlinkClick action="ppaction://hlinksldjump" r:id="rId9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1" name="Star letter 4" descr="Arabic letter ثَ">
            <a:hlinkClick action="ppaction://hlinksldjump" r:id="rId10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Collected letter 5" descr="Arabic letter ج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073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88"/>
                                  </p:stCondLst>
                                  <p:childTnLst>
                                    <p:animScale>
                                      <p:cBhvr>
                                        <p:cTn id="6" dur="99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41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23"/>
                                  </p:stCondLst>
                                  <p:childTnLst>
                                    <p:animScale>
                                      <p:cBhvr>
                                        <p:cTn id="10" dur="1077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37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87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59"/>
                                  </p:stCondLst>
                                  <p:childTnLst>
                                    <p:animScale>
                                      <p:cBhvr>
                                        <p:cTn id="14" dur="118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9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859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45"/>
                                  </p:stCondLst>
                                  <p:childTnLst>
                                    <p:animScale>
                                      <p:cBhvr>
                                        <p:cTn id="18" dur="139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41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927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88"/>
                                  </p:stCondLst>
                                  <p:childTnLst>
                                    <p:animScale>
                                      <p:cBhvr>
                                        <p:cTn id="22" dur="725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0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4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950" y="130011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305" y="303292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214" y="173324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709" y="418144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501" y="3981000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10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3" name="Star letter 4" descr="Arabic letter ثَ">
            <a:hlinkClick action="ppaction://hlinksldjump" r:id="rId11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3" descr="Arabic letter ت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Collected letter 5" descr="Arabic letter ج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73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96"/>
                                  </p:stCondLst>
                                  <p:childTnLst>
                                    <p:animScale>
                                      <p:cBhvr>
                                        <p:cTn id="6" dur="107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7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27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67"/>
                                  </p:stCondLst>
                                  <p:childTnLst>
                                    <p:animScale>
                                      <p:cBhvr>
                                        <p:cTn id="10" dur="117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85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61"/>
                                  </p:stCondLst>
                                  <p:childTnLst>
                                    <p:animScale>
                                      <p:cBhvr>
                                        <p:cTn id="14" dur="74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5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02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2"/>
                                  </p:stCondLst>
                                  <p:childTnLst>
                                    <p:animScale>
                                      <p:cBhvr>
                                        <p:cTn id="18" dur="11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18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61"/>
                                  </p:stCondLst>
                                  <p:childTnLst>
                                    <p:animScale>
                                      <p:cBhvr>
                                        <p:cTn id="22" dur="73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0" dur="119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636" y="4674152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802" y="494763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727" y="381617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367" y="276371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715" y="1817040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1" name="Star letter 4" descr="Arabic letter ثَ">
            <a:hlinkClick action="ppaction://hlinksldjump" r:id="rId10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Collected letter 5" descr="Arabic letter ج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5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433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33"/>
                                  </p:stCondLst>
                                  <p:childTnLst>
                                    <p:animScale>
                                      <p:cBhvr>
                                        <p:cTn id="6" dur="796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0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37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Scale>
                                      <p:cBhvr>
                                        <p:cTn id="10" dur="1182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0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62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9"/>
                                  </p:stCondLst>
                                  <p:childTnLst>
                                    <p:animScale>
                                      <p:cBhvr>
                                        <p:cTn id="14" dur="76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2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623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8"/>
                                  </p:stCondLst>
                                  <p:childTnLst>
                                    <p:animScale>
                                      <p:cBhvr>
                                        <p:cTn id="18" dur="752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0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12"/>
                                  </p:stCondLst>
                                  <p:childTnLst>
                                    <p:animScale>
                                      <p:cBhvr>
                                        <p:cTn id="22" dur="1355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0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4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095" y="199140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211" y="504769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22" y="335116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706" y="373106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408" y="4625918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11" name="Star letter 4" descr="Arabic letter ثَ">
            <a:hlinkClick action="ppaction://hlinksldjump" r:id="rId10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Collected letter 5" descr="Arabic letter ج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64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239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88"/>
                                  </p:stCondLst>
                                  <p:childTnLst>
                                    <p:animScale>
                                      <p:cBhvr>
                                        <p:cTn id="6" dur="81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30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39"/>
                                  </p:stCondLst>
                                  <p:childTnLst>
                                    <p:animScale>
                                      <p:cBhvr>
                                        <p:cTn id="10" dur="91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9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73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86"/>
                                  </p:stCondLst>
                                  <p:childTnLst>
                                    <p:animScale>
                                      <p:cBhvr>
                                        <p:cTn id="14" dur="128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05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05"/>
                                  </p:stCondLst>
                                  <p:childTnLst>
                                    <p:animScale>
                                      <p:cBhvr>
                                        <p:cTn id="18" dur="101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4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27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42"/>
                                  </p:stCondLst>
                                  <p:childTnLst>
                                    <p:animScale>
                                      <p:cBhvr>
                                        <p:cTn id="22" dur="81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0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4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991" y="134203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150" y="333839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073" y="391419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543" y="4080012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893" y="4372736"/>
            <a:ext cx="355600" cy="355600"/>
          </a:xfrm>
          <a:prstGeom prst="rect">
            <a:avLst/>
          </a:prstGeom>
        </p:spPr>
      </p:pic>
      <p:pic>
        <p:nvPicPr>
          <p:cNvPr id="8" name="Hidden star 4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sp>
        <p:nvSpPr>
          <p:cNvPr id="9" name="Star letter 4" descr="Arabic letter ثَ">
            <a:hlinkClick action="ppaction://hlinksldjump" r:id="rId9"/>
          </p:cNvPr>
          <p:cNvSpPr/>
          <p:nvPr/>
        </p:nvSpPr>
        <p:spPr>
          <a:xfrm>
            <a:off x="7575550" y="5384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0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1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Collected letter 3" descr="Arabic letter ت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4" name="Collected letter 5" descr="Arabic letter جَ"/>
          <p:cNvSpPr/>
          <p:nvPr/>
        </p:nvSpPr>
        <p:spPr>
          <a:xfrm>
            <a:off x="6667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5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6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35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Scale>
                                      <p:cBhvr>
                                        <p:cTn id="6" dur="111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6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002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38"/>
                                  </p:stCondLst>
                                  <p:childTnLst>
                                    <p:animScale>
                                      <p:cBhvr>
                                        <p:cTn id="10" dur="786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6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25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17"/>
                                  </p:stCondLst>
                                  <p:childTnLst>
                                    <p:animScale>
                                      <p:cBhvr>
                                        <p:cTn id="14" dur="120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61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8" dur="1082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7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08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26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4" dur="119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4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291" y="385996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775" y="400877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891" y="142605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702" y="170531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201" y="1234862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10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Hidden star 3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3" name="Star letter 3" descr="Arabic letter تَ">
            <a:hlinkClick action="ppaction://hlinksldjump" r:id="rId11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4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5" name="Collected letter 4" descr="Arabic letter ث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Collected letter 5" descr="Arabic letter ج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7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9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6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35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452"/>
                                  </p:stCondLst>
                                  <p:childTnLst>
                                    <p:animScale>
                                      <p:cBhvr>
                                        <p:cTn id="6" dur="72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98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18"/>
                                  </p:stCondLst>
                                  <p:childTnLst>
                                    <p:animScale>
                                      <p:cBhvr>
                                        <p:cTn id="10" dur="748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8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30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28"/>
                                  </p:stCondLst>
                                  <p:childTnLst>
                                    <p:animScale>
                                      <p:cBhvr>
                                        <p:cTn id="14" dur="83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3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03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Scale>
                                      <p:cBhvr>
                                        <p:cTn id="18" dur="1392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4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11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24"/>
                                  </p:stCondLst>
                                  <p:childTnLst>
                                    <p:animScale>
                                      <p:cBhvr>
                                        <p:cTn id="22" dur="72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6" dur="106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0" dur="106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8" dur="28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57" y="153087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51" y="329696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238" y="1678347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5801" y="2144471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837" y="4351519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4" name="Collected letter 4" descr="Arabic letter ث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Collected letter 5" descr="Arabic letter ج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3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78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26"/>
                                  </p:stCondLst>
                                  <p:childTnLst>
                                    <p:animScale>
                                      <p:cBhvr>
                                        <p:cTn id="6" dur="96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5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48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10" dur="906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6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38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44"/>
                                  </p:stCondLst>
                                  <p:childTnLst>
                                    <p:animScale>
                                      <p:cBhvr>
                                        <p:cTn id="14" dur="86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701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26"/>
                                  </p:stCondLst>
                                  <p:childTnLst>
                                    <p:animScale>
                                      <p:cBhvr>
                                        <p:cTn id="18" dur="134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25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animScale>
                                      <p:cBhvr>
                                        <p:cTn id="22" dur="113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968" y="293421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631" y="11677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73" y="3136877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953" y="1875092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128" y="4872053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11" name="Star letter 3" descr="Arabic letter تَ">
            <a:hlinkClick action="ppaction://hlinksldjump" r:id="rId10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ollected letter 4" descr="Arabic letter ث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Collected letter 5" descr="Arabic letter ج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6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88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444"/>
                                  </p:stCondLst>
                                  <p:childTnLst>
                                    <p:animScale>
                                      <p:cBhvr>
                                        <p:cTn id="6" dur="131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36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3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45"/>
                                  </p:stCondLst>
                                  <p:childTnLst>
                                    <p:animScale>
                                      <p:cBhvr>
                                        <p:cTn id="10" dur="86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2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29"/>
                                  </p:stCondLst>
                                  <p:childTnLst>
                                    <p:animScale>
                                      <p:cBhvr>
                                        <p:cTn id="14" dur="82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13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41"/>
                                  </p:stCondLst>
                                  <p:childTnLst>
                                    <p:animScale>
                                      <p:cBhvr>
                                        <p:cTn id="18" dur="129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90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06"/>
                                  </p:stCondLst>
                                  <p:childTnLst>
                                    <p:animScale>
                                      <p:cBhvr>
                                        <p:cTn id="22" dur="92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0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4" dur="106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698" y="184664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910" y="202622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066" y="4730013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270" y="464931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358" y="139131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sp>
        <p:nvSpPr>
          <p:cNvPr id="9" name="Star letter 3" descr="Arabic letter تَ">
            <a:hlinkClick action="ppaction://hlinksldjump" r:id="rId9"/>
          </p:cNvPr>
          <p:cNvSpPr/>
          <p:nvPr/>
        </p:nvSpPr>
        <p:spPr>
          <a:xfrm>
            <a:off x="5861050" y="29083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10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1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Collected letter 4" descr="Arabic letter ث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4" name="Collected letter 5" descr="Arabic letter جَ"/>
          <p:cNvSpPr/>
          <p:nvPr/>
        </p:nvSpPr>
        <p:spPr>
          <a:xfrm>
            <a:off x="6667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5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6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5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11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82"/>
                                  </p:stCondLst>
                                  <p:childTnLst>
                                    <p:animScale>
                                      <p:cBhvr>
                                        <p:cTn id="6" dur="1065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31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79"/>
                                  </p:stCondLst>
                                  <p:childTnLst>
                                    <p:animScale>
                                      <p:cBhvr>
                                        <p:cTn id="10" dur="95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6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02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57"/>
                                  </p:stCondLst>
                                  <p:childTnLst>
                                    <p:animScale>
                                      <p:cBhvr>
                                        <p:cTn id="14" dur="111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0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56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96"/>
                                  </p:stCondLst>
                                  <p:childTnLst>
                                    <p:animScale>
                                      <p:cBhvr>
                                        <p:cTn id="18" dur="73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6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15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73"/>
                                  </p:stCondLst>
                                  <p:childTnLst>
                                    <p:animScale>
                                      <p:cBhvr>
                                        <p:cTn id="22" dur="90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233" y="398800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620" y="99731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264" y="268202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875" y="265420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872" y="4577523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11" name="Star letter 2" descr="Arabic letter بَ">
            <a:hlinkClick action="ppaction://hlinksldjump" r:id="rId10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2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3" name="Collected letter 3" descr="Arabic letter ت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4" name="Collected letter 4" descr="Arabic letter ث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Collected letter 5" descr="Arabic letter ج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6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8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09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55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3"/>
                                  </p:stCondLst>
                                  <p:childTnLst>
                                    <p:animScale>
                                      <p:cBhvr>
                                        <p:cTn id="6" dur="79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4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479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35"/>
                                  </p:stCondLst>
                                  <p:childTnLst>
                                    <p:animScale>
                                      <p:cBhvr>
                                        <p:cTn id="10" dur="13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4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77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24"/>
                                  </p:stCondLst>
                                  <p:childTnLst>
                                    <p:animScale>
                                      <p:cBhvr>
                                        <p:cTn id="14" dur="72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7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23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Scale>
                                      <p:cBhvr>
                                        <p:cTn id="18" dur="110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2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2"/>
                                  </p:stCondLst>
                                  <p:childTnLst>
                                    <p:animScale>
                                      <p:cBhvr>
                                        <p:cTn id="22" dur="138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0" dur="93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2" dur="20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93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876" y="450264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789" y="327371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68" y="253432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309" y="1016775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883" y="3930388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sp>
        <p:nvSpPr>
          <p:cNvPr id="9" name="Star letter 2" descr="Arabic letter بَ">
            <a:hlinkClick action="ppaction://hlinksldjump" r:id="rId9"/>
          </p:cNvPr>
          <p:cNvSpPr/>
          <p:nvPr/>
        </p:nvSpPr>
        <p:spPr>
          <a:xfrm>
            <a:off x="10052050" y="812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0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1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Collected letter 4" descr="Arabic letter ث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4" name="Collected letter 5" descr="Arabic letter جَ"/>
          <p:cNvSpPr/>
          <p:nvPr/>
        </p:nvSpPr>
        <p:spPr>
          <a:xfrm>
            <a:off x="6667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5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6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92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6" dur="130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8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17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27"/>
                                  </p:stCondLst>
                                  <p:childTnLst>
                                    <p:animScale>
                                      <p:cBhvr>
                                        <p:cTn id="10" dur="77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1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53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14"/>
                                  </p:stCondLst>
                                  <p:childTnLst>
                                    <p:animScale>
                                      <p:cBhvr>
                                        <p:cTn id="14" dur="112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6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96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8"/>
                                  </p:stCondLst>
                                  <p:childTnLst>
                                    <p:animScale>
                                      <p:cBhvr>
                                        <p:cTn id="18" dur="7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1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67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04"/>
                                  </p:stCondLst>
                                  <p:childTnLst>
                                    <p:animScale>
                                      <p:cBhvr>
                                        <p:cTn id="22" dur="105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760" y="509607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926" y="13611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56" y="5260003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901" y="330094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610" y="2393644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sp>
        <p:nvSpPr>
          <p:cNvPr id="9" name="Star letter 1" descr="Arabic letter أَ">
            <a:hlinkClick action="ppaction://hlinksldjump" r:id="rId9"/>
          </p:cNvPr>
          <p:cNvSpPr/>
          <p:nvPr/>
        </p:nvSpPr>
        <p:spPr>
          <a:xfrm>
            <a:off x="1479550" y="132080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0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11" name="Collected letter 2" descr="Arabic letter ب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ollected letter 3" descr="Arabic letter ت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Collected letter 4" descr="Arabic letter ث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4" name="Collected letter 5" descr="Arabic letter جَ"/>
          <p:cNvSpPr/>
          <p:nvPr/>
        </p:nvSpPr>
        <p:spPr>
          <a:xfrm>
            <a:off x="6667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5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6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50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13"/>
                                  </p:stCondLst>
                                  <p:childTnLst>
                                    <p:animScale>
                                      <p:cBhvr>
                                        <p:cTn id="6" dur="1275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979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57"/>
                                  </p:stCondLst>
                                  <p:childTnLst>
                                    <p:animScale>
                                      <p:cBhvr>
                                        <p:cTn id="10" dur="105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37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598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82"/>
                                  </p:stCondLst>
                                  <p:childTnLst>
                                    <p:animScale>
                                      <p:cBhvr>
                                        <p:cTn id="14" dur="108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72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28"/>
                                  </p:stCondLst>
                                  <p:childTnLst>
                                    <p:animScale>
                                      <p:cBhvr>
                                        <p:cTn id="18" dur="139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1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64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04"/>
                                  </p:stCondLst>
                                  <p:childTnLst>
                                    <p:animScale>
                                      <p:cBhvr>
                                        <p:cTn id="22" dur="126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247" y="2615008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24" y="449593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157" y="435953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811" y="4643050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082" y="3100480"/>
            <a:ext cx="355600" cy="355600"/>
          </a:xfrm>
          <a:prstGeom prst="rect">
            <a:avLst/>
          </a:prstGeom>
        </p:spPr>
      </p:pic>
      <p:pic>
        <p:nvPicPr>
          <p:cNvPr id="8" name="Star counter 5 of 5" descr="5 of 5 stars collec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sp>
        <p:nvSpPr>
          <p:cNvPr id="9" name="Collected letter 1" descr="Arabic letter أَ"/>
          <p:cNvSpPr/>
          <p:nvPr/>
        </p:nvSpPr>
        <p:spPr>
          <a:xfrm>
            <a:off x="4191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0" name="Collected letter 2" descr="Arabic letter بَ"/>
          <p:cNvSpPr/>
          <p:nvPr/>
        </p:nvSpPr>
        <p:spPr>
          <a:xfrm>
            <a:off x="5016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Collected letter 3" descr="Arabic letter تَ"/>
          <p:cNvSpPr/>
          <p:nvPr/>
        </p:nvSpPr>
        <p:spPr>
          <a:xfrm>
            <a:off x="5842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Collected letter 4" descr="Arabic letter ثَ"/>
          <p:cNvSpPr/>
          <p:nvPr/>
        </p:nvSpPr>
        <p:spPr>
          <a:xfrm>
            <a:off x="66675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Collected letter 5" descr="Arabic letter جَ"/>
          <p:cNvSpPr/>
          <p:nvPr/>
        </p:nvSpPr>
        <p:spPr>
          <a:xfrm>
            <a:off x="7493000" y="342900"/>
            <a:ext cx="508000" cy="508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000" b="1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4" name="Lumi (cheer)" descr="Lumi the baby dragon, cheer po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5" name="Lumi (flyUp)" descr="Lumi the baby dragon, flyUp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6" name="Lumi (fly)" descr="Lumi the baby dragon, fly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7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500" y="-387350"/>
            <a:ext cx="1905000" cy="1905000"/>
          </a:xfrm>
          <a:prstGeom prst="rect">
            <a:avLst/>
          </a:prstGeom>
        </p:spPr>
      </p:pic>
      <p:pic>
        <p:nvPicPr>
          <p:cNvPr id="18" name="confetti" descr="falling confett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pic>
        <p:nvPicPr>
          <p:cNvPr id="19" name="portal glow" descr="portal glow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0" y="1270000"/>
            <a:ext cx="4826000" cy="4826000"/>
          </a:xfrm>
          <a:prstGeom prst="rect">
            <a:avLst/>
          </a:prstGeom>
        </p:spPr>
      </p:pic>
      <p:pic>
        <p:nvPicPr>
          <p:cNvPr id="20" name="Magic portal to the balloon sky" descr="glowing portal to the sky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000" y="2032000"/>
            <a:ext cx="3302000" cy="3302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871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312"/>
                                  </p:stCondLst>
                                  <p:childTnLst>
                                    <p:animScale>
                                      <p:cBhvr>
                                        <p:cTn id="6" dur="10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67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8"/>
                                  </p:stCondLst>
                                  <p:childTnLst>
                                    <p:animScale>
                                      <p:cBhvr>
                                        <p:cTn id="10" dur="87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68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83"/>
                                  </p:stCondLst>
                                  <p:childTnLst>
                                    <p:animScale>
                                      <p:cBhvr>
                                        <p:cTn id="14" dur="76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1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8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26"/>
                                  </p:stCondLst>
                                  <p:childTnLst>
                                    <p:animScale>
                                      <p:cBhvr>
                                        <p:cTn id="18" dur="111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2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70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09"/>
                                  </p:stCondLst>
                                  <p:childTnLst>
                                    <p:animScale>
                                      <p:cBhvr>
                                        <p:cTn id="22" dur="95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6" dur="28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8" dur="28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60" dur="28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al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1.6000 E" pathEditMode="relative" ptsTypes="AA">
                                      <p:cBhvr>
                                        <p:cTn id="76" dur="3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21600000">
                                      <p:cBhvr>
                                        <p:cTn id="86" dur="8000" fill="hold" repeatCount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88" dur="1100" fill="hold" repeatCount="indefinite" autoRev="1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sky" descr="Sunny sky with a rainb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umi (fly)" descr="Lumi the baby dragon, fly po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3823970"/>
            <a:ext cx="2921000" cy="2921000"/>
          </a:xfrm>
          <a:prstGeom prst="rect">
            <a:avLst/>
          </a:prstGeom>
        </p:spPr>
      </p:pic>
      <p:pic>
        <p:nvPicPr>
          <p:cNvPr id="4" name="Lumi (flyUp)" descr="Lumi the baby dragon, flyUp po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23970"/>
            <a:ext cx="2921000" cy="2921000"/>
          </a:xfrm>
          <a:prstGeom prst="rect">
            <a:avLst/>
          </a:prstGeom>
        </p:spPr>
      </p:pic>
      <p:pic>
        <p:nvPicPr>
          <p:cNvPr id="5" name="Lumi (welcome)" descr="Lumi the baby dragon, welcome po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23970"/>
            <a:ext cx="2921000" cy="2921000"/>
          </a:xfrm>
          <a:prstGeom prst="rect">
            <a:avLst/>
          </a:prstGeom>
        </p:spPr>
      </p:pic>
      <p:pic>
        <p:nvPicPr>
          <p:cNvPr id="6" name="golden balloon glow" descr="golden balloon gl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-127000"/>
            <a:ext cx="2921000" cy="2921000"/>
          </a:xfrm>
          <a:prstGeom prst="rect">
            <a:avLst/>
          </a:prstGeom>
        </p:spPr>
      </p:pic>
      <p:pic>
        <p:nvPicPr>
          <p:cNvPr id="7" name="Golden balloon with food basket" descr="golden balloon carrying a basket of treats">
            <a:hlinkClick action="ppaction://hlinksldjump" r:id="rId2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254000"/>
            <a:ext cx="1905000" cy="3175000"/>
          </a:xfrm>
          <a:prstGeom prst="rect">
            <a:avLst/>
          </a:prstGeom>
        </p:spPr>
      </p:pic>
      <p:pic>
        <p:nvPicPr>
          <p:cNvPr id="8" name="red balloon" descr="red ballo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81000"/>
            <a:ext cx="1143000" cy="2286000"/>
          </a:xfrm>
          <a:prstGeom prst="rect">
            <a:avLst/>
          </a:prstGeom>
        </p:spPr>
      </p:pic>
      <p:sp>
        <p:nvSpPr>
          <p:cNvPr id="9" name="Balloon letter 1" descr="Arabic letter حَ"/>
          <p:cNvSpPr/>
          <p:nvPr/>
        </p:nvSpPr>
        <p:spPr>
          <a:xfrm>
            <a:off x="838200" y="838200"/>
            <a:ext cx="609600" cy="609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56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big letter" descr="Arabic letter حَ"/>
          <p:cNvSpPr/>
          <p:nvPr/>
        </p:nvSpPr>
        <p:spPr>
          <a:xfrm>
            <a:off x="349250" y="-95250"/>
            <a:ext cx="1587500" cy="1587500"/>
          </a:xfrm>
          <a:prstGeom prst="ellipse">
            <a:avLst/>
          </a:prstGeom>
          <a:solidFill>
            <a:srgbClr val="FFFFFF"/>
          </a:solidFill>
          <a:ln w="132291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1" name="pop burst" descr="pop burs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54000"/>
            <a:ext cx="1905000" cy="1905000"/>
          </a:xfrm>
          <a:prstGeom prst="rect">
            <a:avLst/>
          </a:prstGeom>
        </p:spPr>
      </p:pic>
      <p:pic>
        <p:nvPicPr>
          <p:cNvPr id="12" name="surprise reward" descr="surprise rewar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641350"/>
            <a:ext cx="1333500" cy="1130300"/>
          </a:xfrm>
          <a:prstGeom prst="rect">
            <a:avLst/>
          </a:prstGeom>
        </p:spPr>
      </p:pic>
      <p:sp>
        <p:nvSpPr>
          <p:cNvPr id="13" name="pop red balloon"/>
          <p:cNvSpPr/>
          <p:nvPr/>
        </p:nvSpPr>
        <p:spPr>
          <a:xfrm>
            <a:off x="571500" y="381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lue balloon" descr="blue ballo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0" y="1587500"/>
            <a:ext cx="1143000" cy="2286000"/>
          </a:xfrm>
          <a:prstGeom prst="rect">
            <a:avLst/>
          </a:prstGeom>
        </p:spPr>
      </p:pic>
      <p:sp>
        <p:nvSpPr>
          <p:cNvPr id="15" name="Balloon letter 2" descr="Arabic letter خَ"/>
          <p:cNvSpPr/>
          <p:nvPr/>
        </p:nvSpPr>
        <p:spPr>
          <a:xfrm>
            <a:off x="2298700" y="2044700"/>
            <a:ext cx="609600" cy="609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56" b="1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6" name="big letter" descr="Arabic letter خَ"/>
          <p:cNvSpPr/>
          <p:nvPr/>
        </p:nvSpPr>
        <p:spPr>
          <a:xfrm>
            <a:off x="1809750" y="1111250"/>
            <a:ext cx="1587500" cy="1587500"/>
          </a:xfrm>
          <a:prstGeom prst="ellipse">
            <a:avLst/>
          </a:prstGeom>
          <a:solidFill>
            <a:srgbClr val="FFFFFF"/>
          </a:solidFill>
          <a:ln w="132291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7" name="pop burst" descr="pop burs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1000" y="1460500"/>
            <a:ext cx="1905000" cy="1905000"/>
          </a:xfrm>
          <a:prstGeom prst="rect">
            <a:avLst/>
          </a:prstGeom>
        </p:spPr>
      </p:pic>
      <p:pic>
        <p:nvPicPr>
          <p:cNvPr id="18" name="surprise reward" descr="surprise rewar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3250" y="1828800"/>
            <a:ext cx="1460500" cy="1168400"/>
          </a:xfrm>
          <a:prstGeom prst="rect">
            <a:avLst/>
          </a:prstGeom>
        </p:spPr>
      </p:pic>
      <p:sp>
        <p:nvSpPr>
          <p:cNvPr id="19" name="pop blue balloon"/>
          <p:cNvSpPr/>
          <p:nvPr/>
        </p:nvSpPr>
        <p:spPr>
          <a:xfrm>
            <a:off x="2032000" y="15875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green balloon" descr="green ballo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6000" y="444500"/>
            <a:ext cx="1143000" cy="2286000"/>
          </a:xfrm>
          <a:prstGeom prst="rect">
            <a:avLst/>
          </a:prstGeom>
        </p:spPr>
      </p:pic>
      <p:sp>
        <p:nvSpPr>
          <p:cNvPr id="21" name="Balloon letter 3" descr="Arabic letter دَ"/>
          <p:cNvSpPr/>
          <p:nvPr/>
        </p:nvSpPr>
        <p:spPr>
          <a:xfrm>
            <a:off x="3822700" y="901700"/>
            <a:ext cx="609600" cy="609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56" b="1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22" name="big letter" descr="Arabic letter دَ"/>
          <p:cNvSpPr/>
          <p:nvPr/>
        </p:nvSpPr>
        <p:spPr>
          <a:xfrm>
            <a:off x="3333750" y="-31750"/>
            <a:ext cx="1587500" cy="1587500"/>
          </a:xfrm>
          <a:prstGeom prst="ellipse">
            <a:avLst/>
          </a:prstGeom>
          <a:solidFill>
            <a:srgbClr val="FFFFFF"/>
          </a:solidFill>
          <a:ln w="132291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23" name="pop burst" descr="pop burst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5000" y="317500"/>
            <a:ext cx="1905000" cy="1905000"/>
          </a:xfrm>
          <a:prstGeom prst="rect">
            <a:avLst/>
          </a:prstGeom>
        </p:spPr>
      </p:pic>
      <p:pic>
        <p:nvPicPr>
          <p:cNvPr id="24" name="surprise reward" descr="surprise rewar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79750" y="673100"/>
            <a:ext cx="2095500" cy="1193800"/>
          </a:xfrm>
          <a:prstGeom prst="rect">
            <a:avLst/>
          </a:prstGeom>
        </p:spPr>
      </p:pic>
      <p:sp>
        <p:nvSpPr>
          <p:cNvPr id="25" name="pop green balloon"/>
          <p:cNvSpPr/>
          <p:nvPr/>
        </p:nvSpPr>
        <p:spPr>
          <a:xfrm>
            <a:off x="3556000" y="4445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yellow balloon" descr="yellow ballo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2794000"/>
            <a:ext cx="1143000" cy="2286000"/>
          </a:xfrm>
          <a:prstGeom prst="rect">
            <a:avLst/>
          </a:prstGeom>
        </p:spPr>
      </p:pic>
      <p:sp>
        <p:nvSpPr>
          <p:cNvPr id="27" name="Balloon letter 4" descr="Arabic letter ذَ"/>
          <p:cNvSpPr/>
          <p:nvPr/>
        </p:nvSpPr>
        <p:spPr>
          <a:xfrm>
            <a:off x="647700" y="3251200"/>
            <a:ext cx="609600" cy="609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56" b="1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28" name="big letter" descr="Arabic letter ذَ"/>
          <p:cNvSpPr/>
          <p:nvPr/>
        </p:nvSpPr>
        <p:spPr>
          <a:xfrm>
            <a:off x="158750" y="2317750"/>
            <a:ext cx="1587500" cy="1587500"/>
          </a:xfrm>
          <a:prstGeom prst="ellipse">
            <a:avLst/>
          </a:prstGeom>
          <a:solidFill>
            <a:srgbClr val="FFFFFF"/>
          </a:solidFill>
          <a:ln w="132291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29" name="pop burst" descr="pop burst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2667000"/>
            <a:ext cx="1905000" cy="1905000"/>
          </a:xfrm>
          <a:prstGeom prst="rect">
            <a:avLst/>
          </a:prstGeom>
        </p:spPr>
      </p:pic>
      <p:pic>
        <p:nvPicPr>
          <p:cNvPr id="30" name="surprise reward" descr="surprise reward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3048000"/>
            <a:ext cx="1143000" cy="1143000"/>
          </a:xfrm>
          <a:prstGeom prst="rect">
            <a:avLst/>
          </a:prstGeom>
        </p:spPr>
      </p:pic>
      <p:sp>
        <p:nvSpPr>
          <p:cNvPr id="31" name="pop yellow balloon"/>
          <p:cNvSpPr/>
          <p:nvPr/>
        </p:nvSpPr>
        <p:spPr>
          <a:xfrm>
            <a:off x="381000" y="2794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nk balloon" descr="pink ballo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93000" y="444500"/>
            <a:ext cx="1143000" cy="2286000"/>
          </a:xfrm>
          <a:prstGeom prst="rect">
            <a:avLst/>
          </a:prstGeom>
        </p:spPr>
      </p:pic>
      <p:sp>
        <p:nvSpPr>
          <p:cNvPr id="33" name="Balloon letter 5" descr="Arabic letter رَ"/>
          <p:cNvSpPr/>
          <p:nvPr/>
        </p:nvSpPr>
        <p:spPr>
          <a:xfrm>
            <a:off x="7759700" y="901700"/>
            <a:ext cx="609600" cy="609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56" b="1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34" name="big letter" descr="Arabic letter رَ"/>
          <p:cNvSpPr/>
          <p:nvPr/>
        </p:nvSpPr>
        <p:spPr>
          <a:xfrm>
            <a:off x="7270750" y="-31750"/>
            <a:ext cx="1587500" cy="1587500"/>
          </a:xfrm>
          <a:prstGeom prst="ellipse">
            <a:avLst/>
          </a:prstGeom>
          <a:solidFill>
            <a:srgbClr val="FFFFFF"/>
          </a:solidFill>
          <a:ln w="132291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pic>
        <p:nvPicPr>
          <p:cNvPr id="35" name="pop burst" descr="pop burs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12000" y="317500"/>
            <a:ext cx="1905000" cy="1905000"/>
          </a:xfrm>
          <a:prstGeom prst="rect">
            <a:avLst/>
          </a:prstGeom>
        </p:spPr>
      </p:pic>
      <p:pic>
        <p:nvPicPr>
          <p:cNvPr id="36" name="surprise reward" descr="surprise reward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24750" y="730250"/>
            <a:ext cx="1079500" cy="1079500"/>
          </a:xfrm>
          <a:prstGeom prst="rect">
            <a:avLst/>
          </a:prstGeom>
        </p:spPr>
      </p:pic>
      <p:sp>
        <p:nvSpPr>
          <p:cNvPr id="37" name="pop pink balloon"/>
          <p:cNvSpPr/>
          <p:nvPr/>
        </p:nvSpPr>
        <p:spPr>
          <a:xfrm>
            <a:off x="7493000" y="4445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urple balloon" descr="purple ballo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17000" y="1651000"/>
            <a:ext cx="1143000" cy="2286000"/>
          </a:xfrm>
          <a:prstGeom prst="rect">
            <a:avLst/>
          </a:prstGeom>
        </p:spPr>
      </p:pic>
      <p:sp>
        <p:nvSpPr>
          <p:cNvPr id="39" name="Balloon letter 6" descr="Arabic letter زَ"/>
          <p:cNvSpPr/>
          <p:nvPr/>
        </p:nvSpPr>
        <p:spPr>
          <a:xfrm>
            <a:off x="9283700" y="2108200"/>
            <a:ext cx="609600" cy="609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56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40" name="big letter" descr="Arabic letter زَ"/>
          <p:cNvSpPr/>
          <p:nvPr/>
        </p:nvSpPr>
        <p:spPr>
          <a:xfrm>
            <a:off x="8794750" y="1174750"/>
            <a:ext cx="1587500" cy="1587500"/>
          </a:xfrm>
          <a:prstGeom prst="ellipse">
            <a:avLst/>
          </a:prstGeom>
          <a:solidFill>
            <a:srgbClr val="FFFFFF"/>
          </a:solidFill>
          <a:ln w="132291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41" name="pop burst" descr="pop burst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36000" y="1524000"/>
            <a:ext cx="1905000" cy="1905000"/>
          </a:xfrm>
          <a:prstGeom prst="rect">
            <a:avLst/>
          </a:prstGeom>
        </p:spPr>
      </p:pic>
      <p:pic>
        <p:nvPicPr>
          <p:cNvPr id="42" name="surprise reward" descr="surprise reward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48750" y="1803400"/>
            <a:ext cx="1079500" cy="1346200"/>
          </a:xfrm>
          <a:prstGeom prst="rect">
            <a:avLst/>
          </a:prstGeom>
        </p:spPr>
      </p:pic>
      <p:sp>
        <p:nvSpPr>
          <p:cNvPr id="43" name="pop purple balloon"/>
          <p:cNvSpPr/>
          <p:nvPr/>
        </p:nvSpPr>
        <p:spPr>
          <a:xfrm>
            <a:off x="9017000" y="1651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orange balloon" descr="orange ballo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7500" y="381000"/>
            <a:ext cx="1143000" cy="2286000"/>
          </a:xfrm>
          <a:prstGeom prst="rect">
            <a:avLst/>
          </a:prstGeom>
        </p:spPr>
      </p:pic>
      <p:sp>
        <p:nvSpPr>
          <p:cNvPr id="45" name="Balloon letter 7" descr="Arabic letter سَ"/>
          <p:cNvSpPr/>
          <p:nvPr/>
        </p:nvSpPr>
        <p:spPr>
          <a:xfrm>
            <a:off x="10744200" y="838200"/>
            <a:ext cx="609600" cy="6096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456" b="1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46" name="big letter" descr="Arabic letter سَ"/>
          <p:cNvSpPr/>
          <p:nvPr/>
        </p:nvSpPr>
        <p:spPr>
          <a:xfrm>
            <a:off x="10255250" y="-95250"/>
            <a:ext cx="1587500" cy="1587500"/>
          </a:xfrm>
          <a:prstGeom prst="ellipse">
            <a:avLst/>
          </a:prstGeom>
          <a:solidFill>
            <a:srgbClr val="FFFFFF"/>
          </a:solidFill>
          <a:ln w="132291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9000" b="1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pic>
        <p:nvPicPr>
          <p:cNvPr id="47" name="pop burst" descr="pop burst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96500" y="254000"/>
            <a:ext cx="1905000" cy="1905000"/>
          </a:xfrm>
          <a:prstGeom prst="rect">
            <a:avLst/>
          </a:prstGeom>
        </p:spPr>
      </p:pic>
      <p:pic>
        <p:nvPicPr>
          <p:cNvPr id="48" name="surprise reward" descr="surprise reward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72750" y="809625"/>
            <a:ext cx="952500" cy="793750"/>
          </a:xfrm>
          <a:prstGeom prst="rect">
            <a:avLst/>
          </a:prstGeom>
        </p:spPr>
      </p:pic>
      <p:sp>
        <p:nvSpPr>
          <p:cNvPr id="49" name="pop orange balloon"/>
          <p:cNvSpPr/>
          <p:nvPr/>
        </p:nvSpPr>
        <p:spPr>
          <a:xfrm>
            <a:off x="10477500" y="381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sound anchor" descr="sound anchor (invisible)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portal_go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2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0 -0.0150 E" pathEditMode="relative" ptsTypes="AA">
                                      <p:cBhvr>
                                        <p:cTn id="21" dur="26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23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50 -0.0200 E" pathEditMode="relative" ptsTypes="AA">
                                      <p:cBhvr>
                                        <p:cTn id="25" dur="2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27" dur="280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50 -0.0200 E" pathEditMode="relative" ptsTypes="AA">
                                      <p:cBhvr>
                                        <p:cTn id="29" dur="3100" fill="hold" repeatCount="indefinite" autoRev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31" dur="3400" fill="hold" repeatCount="indefinite" autoRev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50 -0.0200 E" pathEditMode="relative" ptsTypes="AA">
                                      <p:cBhvr>
                                        <p:cTn id="33" dur="3700" fill="hold" repeatCount="indefinite" autoRev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35" dur="4000" fill="hold" repeatCount="indefinite" autoRev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2" name="pop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56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58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60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2" dur="220" fill="hold"/>
                                        <p:tgtEl>
                                          <p:spTgt spid="1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5000 -0.2500 E" pathEditMode="relative" ptsTypes="AA">
                                      <p:cBhvr>
                                        <p:cTn id="72" dur="2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74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3" name="pop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02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04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06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08" dur="2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500 -0.1000 L -0.0300 -0.2000 L 0.0700 -0.3000 L 0.0000 -0.4200 E" pathEditMode="relative" ptsTypes="AAAAA">
                                      <p:cBhvr>
                                        <p:cTn id="118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2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4" name="pop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48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50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52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54" dur="220" fill="hold"/>
                                        <p:tgtEl>
                                          <p:spTgt spid="2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0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6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164" dur="14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16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pop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1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94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96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98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200" dur="220" fill="hold"/>
                                        <p:tgtEl>
                                          <p:spTgt spid="2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06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3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8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Rot by="43200000">
                                      <p:cBhvr>
                                        <p:cTn id="210" dur="1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500 -0.3500 E" pathEditMode="relative" ptsTypes="AA">
                                      <p:cBhvr>
                                        <p:cTn id="212" dur="1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14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2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6" name="pop_5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1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3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42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44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46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248" dur="220" fill="hold"/>
                                        <p:tgtEl>
                                          <p:spTgt spid="3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4000 E" pathEditMode="relative" ptsTypes="AA">
                                      <p:cBhvr>
                                        <p:cTn id="25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6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260" dur="2000" fill="hold"/>
                                        <p:tgtEl>
                                          <p:spTgt spid="36"/>
                                        </p:tgtEl>
                                      </p:cBhvr>
                                      <p:by x="160000" y="160000"/>
                                    </p:animScale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262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7" name="pop_6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1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3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8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90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92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94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296" dur="220" fill="hold"/>
                                        <p:tgtEl>
                                          <p:spTgt spid="4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0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6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306" dur="700" fill="hold" repeatCount="2000" autoRev="1"/>
                                        <p:tgtEl>
                                          <p:spTgt spid="42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30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08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8" name="pop_7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5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7" dur="1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3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3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4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336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338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340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342" dur="220" fill="hold"/>
                                        <p:tgtEl>
                                          <p:spTgt spid="4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4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5" dur="3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3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7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600 0.0400 L 0.1200 -0.0200 L 0.2000 0.0500 E" pathEditMode="relative" ptsTypes="AAAA">
                                      <p:cBhvr>
                                        <p:cTn id="352" dur="2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1200 E" pathEditMode="relative" ptsTypes="AA">
                                      <p:cBhvr>
                                        <p:cTn id="354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sp>
        <p:nvSpPr>
          <p:cNvPr id="4" name="food letter apple" descr="Arabic letter تَ">
            <a:hlinkClick action="ppaction://hlinksldjump" r:id="rId11"/>
          </p:cNvPr>
          <p:cNvSpPr/>
          <p:nvPr/>
        </p:nvSpPr>
        <p:spPr>
          <a:xfrm>
            <a:off x="1892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5" name="Feed cupcake" descr="cupcake to feed Lumi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sp>
        <p:nvSpPr>
          <p:cNvPr id="6" name="food letter cupcake" descr="Arabic letter كَ">
            <a:hlinkClick action="ppaction://hlinksldjump" r:id="rId12"/>
          </p:cNvPr>
          <p:cNvSpPr/>
          <p:nvPr/>
        </p:nvSpPr>
        <p:spPr>
          <a:xfrm>
            <a:off x="3733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7" name="Feed banana" descr="banana to feed Lumi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sp>
        <p:nvSpPr>
          <p:cNvPr id="8" name="food letter banana" descr="Arabic letter مَ">
            <a:hlinkClick action="ppaction://hlinksldjump" r:id="rId13"/>
          </p:cNvPr>
          <p:cNvSpPr/>
          <p:nvPr/>
        </p:nvSpPr>
        <p:spPr>
          <a:xfrm>
            <a:off x="5575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eed melon" descr="melon to feed Lumi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sp>
        <p:nvSpPr>
          <p:cNvPr id="10" name="food letter melon" descr="Arabic letter بَ">
            <a:hlinkClick action="ppaction://hlinksldjump" r:id="rId14"/>
          </p:cNvPr>
          <p:cNvSpPr/>
          <p:nvPr/>
        </p:nvSpPr>
        <p:spPr>
          <a:xfrm>
            <a:off x="7416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eed lemon" descr="lemon to feed Lumi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sp>
        <p:nvSpPr>
          <p:cNvPr id="12" name="food letter lemon" descr="Arabic letter لَ">
            <a:hlinkClick action="ppaction://hlinksldjump" r:id="rId15"/>
          </p:cNvPr>
          <p:cNvSpPr/>
          <p:nvPr/>
        </p:nvSpPr>
        <p:spPr>
          <a:xfrm>
            <a:off x="9258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3" name="Feed chili" descr="chili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sp>
        <p:nvSpPr>
          <p:cNvPr id="14" name="food letter chili" descr="Arabic letter فَ">
            <a:hlinkClick action="ppaction://hlinksldjump" r:id="rId16"/>
          </p:cNvPr>
          <p:cNvSpPr/>
          <p:nvPr/>
        </p:nvSpPr>
        <p:spPr>
          <a:xfrm>
            <a:off x="11099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5" name="Lumi (surprised)" descr="Lumi the baby dragon, surprised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6" name="Lumi (wait)" descr="Lumi the baby dragon, wait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3" dur="9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5" dur="9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22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24" dur="10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31" dur="11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33" dur="11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40" dur="12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42" dur="12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49" dur="13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51" dur="13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8" name="pop_gol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feed_wa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(flying to Lumi)" descr="ap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sp>
        <p:nvSpPr>
          <p:cNvPr id="4" name="food letter" descr="Arabic letter تَ"/>
          <p:cNvSpPr/>
          <p:nvPr/>
        </p:nvSpPr>
        <p:spPr>
          <a:xfrm>
            <a:off x="1892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5" name="Feed cupcake" descr="cupcak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sp>
        <p:nvSpPr>
          <p:cNvPr id="6" name="food letter cupcake" descr="Arabic letter كَ">
            <a:hlinkClick action="ppaction://hlinksldjump" r:id="rId16"/>
          </p:cNvPr>
          <p:cNvSpPr/>
          <p:nvPr/>
        </p:nvSpPr>
        <p:spPr>
          <a:xfrm>
            <a:off x="3733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7" name="Feed banana" descr="banana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sp>
        <p:nvSpPr>
          <p:cNvPr id="8" name="food letter banana" descr="Arabic letter مَ">
            <a:hlinkClick action="ppaction://hlinksldjump" r:id="rId17"/>
          </p:cNvPr>
          <p:cNvSpPr/>
          <p:nvPr/>
        </p:nvSpPr>
        <p:spPr>
          <a:xfrm>
            <a:off x="5575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eed melon" descr="melon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sp>
        <p:nvSpPr>
          <p:cNvPr id="10" name="food letter melon" descr="Arabic letter بَ">
            <a:hlinkClick action="ppaction://hlinksldjump" r:id="rId18"/>
          </p:cNvPr>
          <p:cNvSpPr/>
          <p:nvPr/>
        </p:nvSpPr>
        <p:spPr>
          <a:xfrm>
            <a:off x="7416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eed lemon" descr="lemon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sp>
        <p:nvSpPr>
          <p:cNvPr id="12" name="food letter lemon" descr="Arabic letter لَ">
            <a:hlinkClick action="ppaction://hlinksldjump" r:id="rId19"/>
          </p:cNvPr>
          <p:cNvSpPr/>
          <p:nvPr/>
        </p:nvSpPr>
        <p:spPr>
          <a:xfrm>
            <a:off x="9258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3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sp>
        <p:nvSpPr>
          <p:cNvPr id="14" name="food letter chili" descr="Arabic letter فَ">
            <a:hlinkClick action="ppaction://hlinksldjump" r:id="rId20"/>
          </p:cNvPr>
          <p:cNvSpPr/>
          <p:nvPr/>
        </p:nvSpPr>
        <p:spPr>
          <a:xfrm>
            <a:off x="11099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5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6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7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8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9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sp>
        <p:nvSpPr>
          <p:cNvPr id="20" name="big letter" descr="Arabic letter تَ"/>
          <p:cNvSpPr/>
          <p:nvPr/>
        </p:nvSpPr>
        <p:spPr>
          <a:xfrm>
            <a:off x="7937500" y="1143000"/>
            <a:ext cx="1905000" cy="1905000"/>
          </a:xfrm>
          <a:prstGeom prst="ellipse">
            <a:avLst/>
          </a:prstGeom>
          <a:solidFill>
            <a:srgbClr val="FFFFFF"/>
          </a:solidFill>
          <a:ln w="1587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800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21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22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sp>
        <p:nvSpPr>
          <p:cNvPr id="23" name="Heart letter" descr="Arabic letter حَ">
            <a:hlinkClick action="ppaction://hlinksldjump" r:id="rId21"/>
          </p:cNvPr>
          <p:cNvSpPr/>
          <p:nvPr/>
        </p:nvSpPr>
        <p:spPr>
          <a:xfrm>
            <a:off x="10477500" y="79375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4" dur="9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" dur="9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8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0" dur="10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6" dur="12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8" dur="12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0" dur="13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2" dur="13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20 -0.3648 E" pathEditMode="relative" ptsTypes="AA">
                                      <p:cBhvr>
                                        <p:cTn id="2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4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35" dur="500" fill="hold" repeatCount="2000" autoRev="1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20 -0.3648 E" pathEditMode="relative" ptsTypes="AA">
                                      <p:cBhvr>
                                        <p:cTn id="71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450" fill="hold"/>
                                        <p:tgtEl>
                                          <p:spTgt spid="3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92" dur="700" fill="hold" repeatCount="indefinite" autoRev="1"/>
                                        <p:tgtEl>
                                          <p:spTgt spid="22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99" dur="700" fill="hold" repeatCount="indefinite" autoRev="1"/>
                                        <p:tgtEl>
                                          <p:spTgt spid="2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sp>
        <p:nvSpPr>
          <p:cNvPr id="4" name="food letter apple" descr="Arabic letter تَ">
            <a:hlinkClick action="ppaction://hlinksldjump" r:id="rId16"/>
          </p:cNvPr>
          <p:cNvSpPr/>
          <p:nvPr/>
        </p:nvSpPr>
        <p:spPr>
          <a:xfrm>
            <a:off x="1892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5" name="cupcake (flying to Lumi)" descr="cupcak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sp>
        <p:nvSpPr>
          <p:cNvPr id="6" name="food letter" descr="Arabic letter كَ"/>
          <p:cNvSpPr/>
          <p:nvPr/>
        </p:nvSpPr>
        <p:spPr>
          <a:xfrm>
            <a:off x="3733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7" name="Feed banana" descr="banana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sp>
        <p:nvSpPr>
          <p:cNvPr id="8" name="food letter banana" descr="Arabic letter مَ">
            <a:hlinkClick action="ppaction://hlinksldjump" r:id="rId17"/>
          </p:cNvPr>
          <p:cNvSpPr/>
          <p:nvPr/>
        </p:nvSpPr>
        <p:spPr>
          <a:xfrm>
            <a:off x="5575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eed melon" descr="melon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sp>
        <p:nvSpPr>
          <p:cNvPr id="10" name="food letter melon" descr="Arabic letter بَ">
            <a:hlinkClick action="ppaction://hlinksldjump" r:id="rId18"/>
          </p:cNvPr>
          <p:cNvSpPr/>
          <p:nvPr/>
        </p:nvSpPr>
        <p:spPr>
          <a:xfrm>
            <a:off x="7416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eed lemon" descr="lemon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sp>
        <p:nvSpPr>
          <p:cNvPr id="12" name="food letter lemon" descr="Arabic letter لَ">
            <a:hlinkClick action="ppaction://hlinksldjump" r:id="rId19"/>
          </p:cNvPr>
          <p:cNvSpPr/>
          <p:nvPr/>
        </p:nvSpPr>
        <p:spPr>
          <a:xfrm>
            <a:off x="9258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3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sp>
        <p:nvSpPr>
          <p:cNvPr id="14" name="food letter chili" descr="Arabic letter فَ">
            <a:hlinkClick action="ppaction://hlinksldjump" r:id="rId20"/>
          </p:cNvPr>
          <p:cNvSpPr/>
          <p:nvPr/>
        </p:nvSpPr>
        <p:spPr>
          <a:xfrm>
            <a:off x="11099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5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6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7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8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9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sp>
        <p:nvSpPr>
          <p:cNvPr id="20" name="big letter" descr="Arabic letter كَ"/>
          <p:cNvSpPr/>
          <p:nvPr/>
        </p:nvSpPr>
        <p:spPr>
          <a:xfrm>
            <a:off x="7937500" y="1143000"/>
            <a:ext cx="1905000" cy="1905000"/>
          </a:xfrm>
          <a:prstGeom prst="ellipse">
            <a:avLst/>
          </a:prstGeom>
          <a:solidFill>
            <a:srgbClr val="FFFFFF"/>
          </a:solidFill>
          <a:ln w="1587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800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21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22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sp>
        <p:nvSpPr>
          <p:cNvPr id="23" name="Heart letter" descr="Arabic letter حَ">
            <a:hlinkClick action="ppaction://hlinksldjump" r:id="rId21"/>
          </p:cNvPr>
          <p:cNvSpPr/>
          <p:nvPr/>
        </p:nvSpPr>
        <p:spPr>
          <a:xfrm>
            <a:off x="10477500" y="79375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8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0" dur="10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6" dur="12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8" dur="12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0" dur="13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2" dur="13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109 -0.3648 E" pathEditMode="relative" ptsTypes="AA">
                                      <p:cBhvr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6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35" dur="500" fill="hold" repeatCount="2000" autoRev="1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cak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109 -0.3648 E" pathEditMode="relative" ptsTypes="AA">
                                      <p:cBhvr>
                                        <p:cTn id="63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5" dur="450" fill="hold"/>
                                        <p:tgtEl>
                                          <p:spTgt spid="5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mp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84" dur="700" fill="hold" repeatCount="indefinite" autoRev="1"/>
                                        <p:tgtEl>
                                          <p:spTgt spid="22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mp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91" dur="700" fill="hold" repeatCount="indefinite" autoRev="1"/>
                                        <p:tgtEl>
                                          <p:spTgt spid="2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sp>
        <p:nvSpPr>
          <p:cNvPr id="4" name="food letter apple" descr="Arabic letter تَ">
            <a:hlinkClick action="ppaction://hlinksldjump" r:id="rId16"/>
          </p:cNvPr>
          <p:cNvSpPr/>
          <p:nvPr/>
        </p:nvSpPr>
        <p:spPr>
          <a:xfrm>
            <a:off x="1892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5" name="Feed cupcake" descr="cupcake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sp>
        <p:nvSpPr>
          <p:cNvPr id="6" name="food letter cupcake" descr="Arabic letter كَ">
            <a:hlinkClick action="ppaction://hlinksldjump" r:id="rId17"/>
          </p:cNvPr>
          <p:cNvSpPr/>
          <p:nvPr/>
        </p:nvSpPr>
        <p:spPr>
          <a:xfrm>
            <a:off x="3733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7" name="banana (flying to Lumi)" descr="banan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sp>
        <p:nvSpPr>
          <p:cNvPr id="8" name="food letter" descr="Arabic letter مَ"/>
          <p:cNvSpPr/>
          <p:nvPr/>
        </p:nvSpPr>
        <p:spPr>
          <a:xfrm>
            <a:off x="5575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eed melon" descr="melon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sp>
        <p:nvSpPr>
          <p:cNvPr id="10" name="food letter melon" descr="Arabic letter بَ">
            <a:hlinkClick action="ppaction://hlinksldjump" r:id="rId18"/>
          </p:cNvPr>
          <p:cNvSpPr/>
          <p:nvPr/>
        </p:nvSpPr>
        <p:spPr>
          <a:xfrm>
            <a:off x="7416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eed lemon" descr="lemon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sp>
        <p:nvSpPr>
          <p:cNvPr id="12" name="food letter lemon" descr="Arabic letter لَ">
            <a:hlinkClick action="ppaction://hlinksldjump" r:id="rId19"/>
          </p:cNvPr>
          <p:cNvSpPr/>
          <p:nvPr/>
        </p:nvSpPr>
        <p:spPr>
          <a:xfrm>
            <a:off x="9258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3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sp>
        <p:nvSpPr>
          <p:cNvPr id="14" name="food letter chili" descr="Arabic letter فَ">
            <a:hlinkClick action="ppaction://hlinksldjump" r:id="rId20"/>
          </p:cNvPr>
          <p:cNvSpPr/>
          <p:nvPr/>
        </p:nvSpPr>
        <p:spPr>
          <a:xfrm>
            <a:off x="11099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5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6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7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8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9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sp>
        <p:nvSpPr>
          <p:cNvPr id="20" name="big letter" descr="Arabic letter مَ"/>
          <p:cNvSpPr/>
          <p:nvPr/>
        </p:nvSpPr>
        <p:spPr>
          <a:xfrm>
            <a:off x="7937500" y="1143000"/>
            <a:ext cx="1905000" cy="1905000"/>
          </a:xfrm>
          <a:prstGeom prst="ellipse">
            <a:avLst/>
          </a:prstGeom>
          <a:solidFill>
            <a:srgbClr val="FFFFFF"/>
          </a:solidFill>
          <a:ln w="1587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800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21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22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sp>
        <p:nvSpPr>
          <p:cNvPr id="23" name="Heart letter" descr="Arabic letter حَ">
            <a:hlinkClick action="ppaction://hlinksldjump" r:id="rId21"/>
          </p:cNvPr>
          <p:cNvSpPr/>
          <p:nvPr/>
        </p:nvSpPr>
        <p:spPr>
          <a:xfrm>
            <a:off x="10477500" y="79375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8" dur="9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0" dur="9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2" dur="11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4" dur="11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6" dur="12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8" dur="12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0" dur="13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2" dur="13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99 -0.3648 E" pathEditMode="relative" ptsTypes="AA">
                                      <p:cBhvr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8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35" dur="500" fill="hold" repeatCount="2000" autoRev="1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99 -0.3648 E" pathEditMode="relative" ptsTypes="AA">
                                      <p:cBhvr>
                                        <p:cTn id="7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450" fill="hold"/>
                                        <p:tgtEl>
                                          <p:spTgt spid="7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92" dur="700" fill="hold" repeatCount="indefinite" autoRev="1"/>
                                        <p:tgtEl>
                                          <p:spTgt spid="22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99" dur="700" fill="hold" repeatCount="indefinite" autoRev="1"/>
                                        <p:tgtEl>
                                          <p:spTgt spid="2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sp>
        <p:nvSpPr>
          <p:cNvPr id="4" name="food letter apple" descr="Arabic letter تَ">
            <a:hlinkClick action="ppaction://hlinksldjump" r:id="rId16"/>
          </p:cNvPr>
          <p:cNvSpPr/>
          <p:nvPr/>
        </p:nvSpPr>
        <p:spPr>
          <a:xfrm>
            <a:off x="1892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5" name="Feed cupcake" descr="cupcake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sp>
        <p:nvSpPr>
          <p:cNvPr id="6" name="food letter cupcake" descr="Arabic letter كَ">
            <a:hlinkClick action="ppaction://hlinksldjump" r:id="rId17"/>
          </p:cNvPr>
          <p:cNvSpPr/>
          <p:nvPr/>
        </p:nvSpPr>
        <p:spPr>
          <a:xfrm>
            <a:off x="3733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7" name="Feed banana" descr="banana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sp>
        <p:nvSpPr>
          <p:cNvPr id="8" name="food letter banana" descr="Arabic letter مَ">
            <a:hlinkClick action="ppaction://hlinksldjump" r:id="rId18"/>
          </p:cNvPr>
          <p:cNvSpPr/>
          <p:nvPr/>
        </p:nvSpPr>
        <p:spPr>
          <a:xfrm>
            <a:off x="5575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melon (flying to Lumi)" descr="mel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sp>
        <p:nvSpPr>
          <p:cNvPr id="10" name="food letter" descr="Arabic letter بَ"/>
          <p:cNvSpPr/>
          <p:nvPr/>
        </p:nvSpPr>
        <p:spPr>
          <a:xfrm>
            <a:off x="7416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eed lemon" descr="lemon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sp>
        <p:nvSpPr>
          <p:cNvPr id="12" name="food letter lemon" descr="Arabic letter لَ">
            <a:hlinkClick action="ppaction://hlinksldjump" r:id="rId19"/>
          </p:cNvPr>
          <p:cNvSpPr/>
          <p:nvPr/>
        </p:nvSpPr>
        <p:spPr>
          <a:xfrm>
            <a:off x="9258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3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sp>
        <p:nvSpPr>
          <p:cNvPr id="14" name="food letter chili" descr="Arabic letter فَ">
            <a:hlinkClick action="ppaction://hlinksldjump" r:id="rId20"/>
          </p:cNvPr>
          <p:cNvSpPr/>
          <p:nvPr/>
        </p:nvSpPr>
        <p:spPr>
          <a:xfrm>
            <a:off x="11099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5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6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7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8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9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sp>
        <p:nvSpPr>
          <p:cNvPr id="20" name="big letter" descr="Arabic letter بَ"/>
          <p:cNvSpPr/>
          <p:nvPr/>
        </p:nvSpPr>
        <p:spPr>
          <a:xfrm>
            <a:off x="7937500" y="1143000"/>
            <a:ext cx="1905000" cy="1905000"/>
          </a:xfrm>
          <a:prstGeom prst="ellipse">
            <a:avLst/>
          </a:prstGeom>
          <a:solidFill>
            <a:srgbClr val="FFFFFF"/>
          </a:solidFill>
          <a:ln w="1587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8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21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22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sp>
        <p:nvSpPr>
          <p:cNvPr id="23" name="Heart letter" descr="Arabic letter حَ">
            <a:hlinkClick action="ppaction://hlinksldjump" r:id="rId21"/>
          </p:cNvPr>
          <p:cNvSpPr/>
          <p:nvPr/>
        </p:nvSpPr>
        <p:spPr>
          <a:xfrm>
            <a:off x="10477500" y="79375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8" dur="9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0" dur="9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2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4" dur="10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6" dur="12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8" dur="12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0" dur="13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2" dur="13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11 -0.3648 E" pathEditMode="relative" ptsTypes="AA">
                                      <p:cBhvr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35" dur="500" fill="hold" repeatCount="2000" autoRev="1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11 -0.3648 E" pathEditMode="relative" ptsTypes="AA">
                                      <p:cBhvr>
                                        <p:cTn id="71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450" fill="hold"/>
                                        <p:tgtEl>
                                          <p:spTgt spid="9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92" dur="700" fill="hold" repeatCount="indefinite" autoRev="1"/>
                                        <p:tgtEl>
                                          <p:spTgt spid="22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99" dur="700" fill="hold" repeatCount="indefinite" autoRev="1"/>
                                        <p:tgtEl>
                                          <p:spTgt spid="2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sp>
        <p:nvSpPr>
          <p:cNvPr id="4" name="food letter apple" descr="Arabic letter تَ">
            <a:hlinkClick action="ppaction://hlinksldjump" r:id="rId16"/>
          </p:cNvPr>
          <p:cNvSpPr/>
          <p:nvPr/>
        </p:nvSpPr>
        <p:spPr>
          <a:xfrm>
            <a:off x="1892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5" name="Feed cupcake" descr="cupcake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sp>
        <p:nvSpPr>
          <p:cNvPr id="6" name="food letter cupcake" descr="Arabic letter كَ">
            <a:hlinkClick action="ppaction://hlinksldjump" r:id="rId17"/>
          </p:cNvPr>
          <p:cNvSpPr/>
          <p:nvPr/>
        </p:nvSpPr>
        <p:spPr>
          <a:xfrm>
            <a:off x="3733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7" name="Feed banana" descr="banana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sp>
        <p:nvSpPr>
          <p:cNvPr id="8" name="food letter banana" descr="Arabic letter مَ">
            <a:hlinkClick action="ppaction://hlinksldjump" r:id="rId18"/>
          </p:cNvPr>
          <p:cNvSpPr/>
          <p:nvPr/>
        </p:nvSpPr>
        <p:spPr>
          <a:xfrm>
            <a:off x="5575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eed melon" descr="melon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sp>
        <p:nvSpPr>
          <p:cNvPr id="10" name="food letter melon" descr="Arabic letter بَ">
            <a:hlinkClick action="ppaction://hlinksldjump" r:id="rId19"/>
          </p:cNvPr>
          <p:cNvSpPr/>
          <p:nvPr/>
        </p:nvSpPr>
        <p:spPr>
          <a:xfrm>
            <a:off x="7416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lemon (flying to Lumi)" descr="lem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sp>
        <p:nvSpPr>
          <p:cNvPr id="12" name="food letter" descr="Arabic letter لَ"/>
          <p:cNvSpPr/>
          <p:nvPr/>
        </p:nvSpPr>
        <p:spPr>
          <a:xfrm>
            <a:off x="9258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3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sp>
        <p:nvSpPr>
          <p:cNvPr id="14" name="food letter chili" descr="Arabic letter فَ">
            <a:hlinkClick action="ppaction://hlinksldjump" r:id="rId20"/>
          </p:cNvPr>
          <p:cNvSpPr/>
          <p:nvPr/>
        </p:nvSpPr>
        <p:spPr>
          <a:xfrm>
            <a:off x="11099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5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6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7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8" name="Lumi (yuck)" descr="Lumi the baby dragon, yuck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9" name="Lumi (happyAgain)" descr="Lumi the baby dragon, happyAgain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sp>
        <p:nvSpPr>
          <p:cNvPr id="20" name="big letter" descr="Arabic letter لَ"/>
          <p:cNvSpPr/>
          <p:nvPr/>
        </p:nvSpPr>
        <p:spPr>
          <a:xfrm>
            <a:off x="7937500" y="1143000"/>
            <a:ext cx="1905000" cy="1905000"/>
          </a:xfrm>
          <a:prstGeom prst="ellipse">
            <a:avLst/>
          </a:prstGeom>
          <a:solidFill>
            <a:srgbClr val="FFFFFF"/>
          </a:solidFill>
          <a:ln w="1587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800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21" name="sweat drop" descr="sweat drop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5500" y="1714500"/>
            <a:ext cx="381000" cy="533400"/>
          </a:xfrm>
          <a:prstGeom prst="rect">
            <a:avLst/>
          </a:prstGeom>
        </p:spPr>
      </p:pic>
      <p:pic>
        <p:nvPicPr>
          <p:cNvPr id="22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sp>
        <p:nvSpPr>
          <p:cNvPr id="23" name="Heart letter" descr="Arabic letter حَ">
            <a:hlinkClick action="ppaction://hlinksldjump" r:id="rId21"/>
          </p:cNvPr>
          <p:cNvSpPr/>
          <p:nvPr/>
        </p:nvSpPr>
        <p:spPr>
          <a:xfrm>
            <a:off x="10477500" y="79375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8" dur="9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0" dur="9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2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4" dur="10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6" dur="11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8" dur="11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0" dur="13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2" dur="13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22 -0.3648 E" pathEditMode="relative" ptsTypes="AA">
                                      <p:cBhvr>
                                        <p:cTn id="2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35" dur="500" fill="hold" repeatCount="2000" autoRev="1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ve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22 -0.3648 E" pathEditMode="relative" ptsTypes="AA">
                                      <p:cBhvr>
                                        <p:cTn id="6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450" fill="hold"/>
                                        <p:tgtEl>
                                          <p:spTgt spid="11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75" dur="200" fill="hold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77" dur="200" fill="hold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79" dur="200" fill="hold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1" dur="200" fill="hold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3" dur="200" fill="hold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53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1000 E" pathEditMode="relative" ptsTypes="AA">
                                      <p:cBhvr>
                                        <p:cTn id="90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100" dur="700" fill="hold" repeatCount="indefinite" autoRev="1"/>
                                        <p:tgtEl>
                                          <p:spTgt spid="22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mph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107" dur="700" fill="hold" repeatCount="indefinite" autoRev="1"/>
                                        <p:tgtEl>
                                          <p:spTgt spid="2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sp>
        <p:nvSpPr>
          <p:cNvPr id="4" name="food letter apple" descr="Arabic letter تَ">
            <a:hlinkClick action="ppaction://hlinksldjump" r:id="rId18"/>
          </p:cNvPr>
          <p:cNvSpPr/>
          <p:nvPr/>
        </p:nvSpPr>
        <p:spPr>
          <a:xfrm>
            <a:off x="1892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pic>
        <p:nvPicPr>
          <p:cNvPr id="5" name="Feed cupcake" descr="cupcake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sp>
        <p:nvSpPr>
          <p:cNvPr id="6" name="food letter cupcake" descr="Arabic letter كَ">
            <a:hlinkClick action="ppaction://hlinksldjump" r:id="rId19"/>
          </p:cNvPr>
          <p:cNvSpPr/>
          <p:nvPr/>
        </p:nvSpPr>
        <p:spPr>
          <a:xfrm>
            <a:off x="3733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pic>
        <p:nvPicPr>
          <p:cNvPr id="7" name="Feed banana" descr="banana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sp>
        <p:nvSpPr>
          <p:cNvPr id="8" name="food letter banana" descr="Arabic letter مَ">
            <a:hlinkClick action="ppaction://hlinksldjump" r:id="rId20"/>
          </p:cNvPr>
          <p:cNvSpPr/>
          <p:nvPr/>
        </p:nvSpPr>
        <p:spPr>
          <a:xfrm>
            <a:off x="5575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9" name="Feed melon" descr="melon to feed Lumi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sp>
        <p:nvSpPr>
          <p:cNvPr id="10" name="food letter melon" descr="Arabic letter بَ">
            <a:hlinkClick action="ppaction://hlinksldjump" r:id="rId21"/>
          </p:cNvPr>
          <p:cNvSpPr/>
          <p:nvPr/>
        </p:nvSpPr>
        <p:spPr>
          <a:xfrm>
            <a:off x="7416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pic>
        <p:nvPicPr>
          <p:cNvPr id="11" name="Feed lemon" descr="lemon to feed Lumi">
            <a:hlinkClick action="ppaction://hlinksldjump" r:id="rId22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sp>
        <p:nvSpPr>
          <p:cNvPr id="12" name="food letter lemon" descr="Arabic letter لَ">
            <a:hlinkClick action="ppaction://hlinksldjump" r:id="rId22"/>
          </p:cNvPr>
          <p:cNvSpPr/>
          <p:nvPr/>
        </p:nvSpPr>
        <p:spPr>
          <a:xfrm>
            <a:off x="92583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13" name="chili (flying to Lumi)" descr="chil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sp>
        <p:nvSpPr>
          <p:cNvPr id="14" name="food letter" descr="Arabic letter فَ"/>
          <p:cNvSpPr/>
          <p:nvPr/>
        </p:nvSpPr>
        <p:spPr>
          <a:xfrm>
            <a:off x="11099800" y="4972050"/>
            <a:ext cx="533400" cy="5334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024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15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6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7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8" name="Lumi (hot)" descr="Lumi the baby dragon, hot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9" name="Lumi (fire)" descr="Lumi the baby dragon, fire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20" name="Lumi (yummy)" descr="Lumi the baby dragon, yummy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sp>
        <p:nvSpPr>
          <p:cNvPr id="21" name="big letter" descr="Arabic letter فَ"/>
          <p:cNvSpPr/>
          <p:nvPr/>
        </p:nvSpPr>
        <p:spPr>
          <a:xfrm>
            <a:off x="7937500" y="1143000"/>
            <a:ext cx="1905000" cy="1905000"/>
          </a:xfrm>
          <a:prstGeom prst="ellipse">
            <a:avLst/>
          </a:prstGeom>
          <a:solidFill>
            <a:srgbClr val="FFFFFF"/>
          </a:solidFill>
          <a:ln w="15875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8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22" name="Lumi breathes fire" descr="funny flam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0" y="2101850"/>
            <a:ext cx="3937000" cy="2286000"/>
          </a:xfrm>
          <a:prstGeom prst="rect">
            <a:avLst/>
          </a:prstGeom>
        </p:spPr>
      </p:pic>
      <p:pic>
        <p:nvPicPr>
          <p:cNvPr id="23" name="smoke puff" descr="smoke puf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00" y="1587500"/>
            <a:ext cx="1143000" cy="914400"/>
          </a:xfrm>
          <a:prstGeom prst="rect">
            <a:avLst/>
          </a:prstGeom>
        </p:spPr>
      </p:pic>
      <p:pic>
        <p:nvPicPr>
          <p:cNvPr id="24" name="smoke puff" descr="smoke puf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1206500"/>
            <a:ext cx="952500" cy="762000"/>
          </a:xfrm>
          <a:prstGeom prst="rect">
            <a:avLst/>
          </a:prstGeom>
        </p:spPr>
      </p:pic>
      <p:pic>
        <p:nvPicPr>
          <p:cNvPr id="25" name="Magic heart: tap for a hug" descr="glowing magic heart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sp>
        <p:nvSpPr>
          <p:cNvPr id="26" name="Heart letter" descr="Arabic letter حَ">
            <a:hlinkClick action="ppaction://hlinksldjump" r:id="rId23"/>
          </p:cNvPr>
          <p:cNvSpPr/>
          <p:nvPr/>
        </p:nvSpPr>
        <p:spPr>
          <a:xfrm>
            <a:off x="10477500" y="79375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8" dur="9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0" dur="9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2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14" dur="10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6" dur="11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8" dur="11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20" dur="12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22" dur="12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32 -0.3648 E" pathEditMode="relative" ptsTypes="AA">
                                      <p:cBhvr>
                                        <p:cTn id="2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450" fill="hold"/>
                                        <p:tgtEl>
                                          <p:spTgt spid="14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animScale>
                                      <p:cBhvr>
                                        <p:cTn id="35" dur="500" fill="hold" repeatCount="2000" autoRev="1"/>
                                        <p:tgtEl>
                                          <p:spTgt spid="2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feed_chili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32 -0.3648 E" pathEditMode="relative" ptsTypes="AA">
                                      <p:cBhvr>
                                        <p:cTn id="6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80" dur="250" fill="hold" repeatCount="3000" autoRev="1"/>
                                        <p:tgtEl>
                                          <p:spTgt spid="2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ntr" presetSubtype="0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animMotion origin="layout" path="M 0 0 L 0.0500 -0.1500 E" pathEditMode="relative" ptsTypes="AA">
                                      <p:cBhvr>
                                        <p:cTn id="90" dur="1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 0 L 0.0700 -0.1200 E" pathEditMode="relative" ptsTypes="AA">
                                      <p:cBhvr>
                                        <p:cTn id="100" dur="1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105" dur="15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107" dur="15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109" dur="150" fill="hold" repeatCount="3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111" dur="150" fill="hold" repeatCount="3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113" dur="150" fill="hold" repeatCount="3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115" dur="150" fill="hold" repeatCount="3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53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" presetClass="emph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Scale>
                                      <p:cBhvr>
                                        <p:cTn id="122" dur="700" fill="hold" repeatCount="indefinite" autoRev="1"/>
                                        <p:tgtEl>
                                          <p:spTgt spid="2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28" presetID="53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6" presetClass="emph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Scale>
                                      <p:cBhvr>
                                        <p:cTn id="129" dur="700" fill="hold" repeatCount="indefinite" autoRev="1"/>
                                        <p:tgtEl>
                                          <p:spTgt spid="26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hug" descr="Sunset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warm hug glow" descr="warm hug g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825500"/>
            <a:ext cx="6985000" cy="6985000"/>
          </a:xfrm>
          <a:prstGeom prst="rect">
            <a:avLst/>
          </a:prstGeom>
        </p:spPr>
      </p:pic>
      <p:pic>
        <p:nvPicPr>
          <p:cNvPr id="4" name="Lumi (far away)" descr="Lumi wai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2954020"/>
            <a:ext cx="2286000" cy="2286000"/>
          </a:xfrm>
          <a:prstGeom prst="rect">
            <a:avLst/>
          </a:prstGeom>
        </p:spPr>
      </p:pic>
      <p:pic>
        <p:nvPicPr>
          <p:cNvPr id="5" name="Lumi surprised" descr="Lumi surpris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0" y="2954020"/>
            <a:ext cx="2286000" cy="2286000"/>
          </a:xfrm>
          <a:prstGeom prst="rect">
            <a:avLst/>
          </a:prstGeom>
        </p:spPr>
      </p:pic>
      <p:pic>
        <p:nvPicPr>
          <p:cNvPr id="6" name="Lumi running with open arms" descr="Lumi running with open arm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0" y="2954020"/>
            <a:ext cx="2286000" cy="2286000"/>
          </a:xfrm>
          <a:prstGeom prst="rect">
            <a:avLst/>
          </a:prstGeom>
        </p:spPr>
      </p:pic>
      <p:pic>
        <p:nvPicPr>
          <p:cNvPr id="7" name="Lumi hugging (close-up)" descr="Lumi hugging (close-up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1352550"/>
            <a:ext cx="5715000" cy="5715000"/>
          </a:xfrm>
          <a:prstGeom prst="rect">
            <a:avLst/>
          </a:prstGeom>
        </p:spPr>
      </p:pic>
      <p:pic>
        <p:nvPicPr>
          <p:cNvPr id="8" name="Big glowing heart" descr="big glowing heart: tap i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0" y="2984500"/>
            <a:ext cx="3302000" cy="3302000"/>
          </a:xfrm>
          <a:prstGeom prst="rect">
            <a:avLst/>
          </a:prstGeom>
        </p:spPr>
      </p:pic>
      <p:sp>
        <p:nvSpPr>
          <p:cNvPr id="9" name="Heart letter" descr="Arabic letter حَ"/>
          <p:cNvSpPr/>
          <p:nvPr/>
        </p:nvSpPr>
        <p:spPr>
          <a:xfrm>
            <a:off x="8477250" y="4159250"/>
            <a:ext cx="1206500" cy="1206500"/>
          </a:xfrm>
          <a:prstGeom prst="ellipse">
            <a:avLst/>
          </a:prstGeom>
          <a:solidFill>
            <a:srgbClr val="FFFFFF"/>
          </a:solidFill>
          <a:ln w="100541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839" b="1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0" name="Tap the heart"/>
          <p:cNvSpPr/>
          <p:nvPr/>
        </p:nvSpPr>
        <p:spPr>
          <a:xfrm>
            <a:off x="7810500" y="3429000"/>
            <a:ext cx="2540000" cy="254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Heart key to the secret door" descr="golden heart key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5500" y="762000"/>
            <a:ext cx="2032000" cy="1270000"/>
          </a:xfrm>
          <a:prstGeom prst="rect">
            <a:avLst/>
          </a:prstGeom>
        </p:spPr>
      </p:pic>
      <p:pic>
        <p:nvPicPr>
          <p:cNvPr id="12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1874" y="956658"/>
            <a:ext cx="355600" cy="355600"/>
          </a:xfrm>
          <a:prstGeom prst="rect">
            <a:avLst/>
          </a:prstGeom>
        </p:spPr>
      </p:pic>
      <p:pic>
        <p:nvPicPr>
          <p:cNvPr id="13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6019" y="1761449"/>
            <a:ext cx="355600" cy="355600"/>
          </a:xfrm>
          <a:prstGeom prst="rect">
            <a:avLst/>
          </a:prstGeom>
        </p:spPr>
      </p:pic>
      <p:pic>
        <p:nvPicPr>
          <p:cNvPr id="14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9666" y="1877275"/>
            <a:ext cx="355600" cy="355600"/>
          </a:xfrm>
          <a:prstGeom prst="rect">
            <a:avLst/>
          </a:prstGeom>
        </p:spPr>
      </p:pic>
      <p:pic>
        <p:nvPicPr>
          <p:cNvPr id="15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2057" y="4263271"/>
            <a:ext cx="355600" cy="355600"/>
          </a:xfrm>
          <a:prstGeom prst="rect">
            <a:avLst/>
          </a:prstGeom>
        </p:spPr>
      </p:pic>
      <p:pic>
        <p:nvPicPr>
          <p:cNvPr id="16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0841" y="3874786"/>
            <a:ext cx="355600" cy="355600"/>
          </a:xfrm>
          <a:prstGeom prst="rect">
            <a:avLst/>
          </a:prstGeom>
        </p:spPr>
      </p:pic>
      <p:pic>
        <p:nvPicPr>
          <p:cNvPr id="17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3727" y="3674697"/>
            <a:ext cx="355600" cy="355600"/>
          </a:xfrm>
          <a:prstGeom prst="rect">
            <a:avLst/>
          </a:prstGeom>
        </p:spPr>
      </p:pic>
      <p:pic>
        <p:nvPicPr>
          <p:cNvPr id="18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0" y="2730500"/>
            <a:ext cx="698500" cy="698500"/>
          </a:xfrm>
          <a:prstGeom prst="rect">
            <a:avLst/>
          </a:prstGeom>
        </p:spPr>
      </p:pic>
      <p:pic>
        <p:nvPicPr>
          <p:cNvPr id="19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3950" y="3181350"/>
            <a:ext cx="952500" cy="952500"/>
          </a:xfrm>
          <a:prstGeom prst="rect">
            <a:avLst/>
          </a:prstGeom>
        </p:spPr>
      </p:pic>
      <p:pic>
        <p:nvPicPr>
          <p:cNvPr id="20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3900" y="3632200"/>
            <a:ext cx="1206500" cy="1206500"/>
          </a:xfrm>
          <a:prstGeom prst="rect">
            <a:avLst/>
          </a:prstGeom>
        </p:spPr>
      </p:pic>
      <p:pic>
        <p:nvPicPr>
          <p:cNvPr id="21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3850" y="2813050"/>
            <a:ext cx="698500" cy="698500"/>
          </a:xfrm>
          <a:prstGeom prst="rect">
            <a:avLst/>
          </a:prstGeom>
        </p:spPr>
      </p:pic>
      <p:pic>
        <p:nvPicPr>
          <p:cNvPr id="22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263900"/>
            <a:ext cx="952500" cy="952500"/>
          </a:xfrm>
          <a:prstGeom prst="rect">
            <a:avLst/>
          </a:prstGeom>
        </p:spPr>
      </p:pic>
      <p:pic>
        <p:nvPicPr>
          <p:cNvPr id="23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50" y="3714750"/>
            <a:ext cx="1206500" cy="1206500"/>
          </a:xfrm>
          <a:prstGeom prst="rect">
            <a:avLst/>
          </a:prstGeom>
        </p:spPr>
      </p:pic>
      <p:pic>
        <p:nvPicPr>
          <p:cNvPr id="24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3700" y="2895600"/>
            <a:ext cx="698500" cy="698500"/>
          </a:xfrm>
          <a:prstGeom prst="rect">
            <a:avLst/>
          </a:prstGeom>
        </p:spPr>
      </p:pic>
      <p:pic>
        <p:nvPicPr>
          <p:cNvPr id="25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650" y="3346450"/>
            <a:ext cx="952500" cy="952500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5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lumi_ta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7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3" dur="6766" fill="hold" repeatCount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31"/>
                                  </p:stCondLst>
                                  <p:childTnLst>
                                    <p:animScale>
                                      <p:cBhvr>
                                        <p:cTn id="15" dur="1131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113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7" dur="8471" fill="hold" repeatCount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188"/>
                                  </p:stCondLst>
                                  <p:childTnLst>
                                    <p:animScale>
                                      <p:cBhvr>
                                        <p:cTn id="19" dur="1276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20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1" dur="8647" fill="hold" repeatCount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fill="hold" nodeType="withEffect">
                                  <p:stCondLst>
                                    <p:cond delay="746"/>
                                  </p:stCondLst>
                                  <p:childTnLst>
                                    <p:animScale>
                                      <p:cBhvr>
                                        <p:cTn id="23" dur="1038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28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5" dur="9418" fill="hold" repeatCount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" presetClass="emph" presetSubtype="0" fill="hold" nodeType="withEffect">
                                  <p:stCondLst>
                                    <p:cond delay="74"/>
                                  </p:stCondLst>
                                  <p:childTnLst>
                                    <p:animScale>
                                      <p:cBhvr>
                                        <p:cTn id="27" dur="1231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0" presetClass="path" presetSubtype="0" fill="hold" nodeType="withEffect">
                                  <p:stCondLst>
                                    <p:cond delay="13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9" dur="7573" fill="hold" repeatCount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713"/>
                                  </p:stCondLst>
                                  <p:childTnLst>
                                    <p:animScale>
                                      <p:cBhvr>
                                        <p:cTn id="31" dur="934" fill="hold" repeatCount="indefinite" autoRev="1"/>
                                        <p:tgtEl>
                                          <p:spTgt spid="1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0" presetClass="path" presetSubtype="0" fill="hold" nodeType="withEffect">
                                  <p:stCondLst>
                                    <p:cond delay="20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33" dur="6006" fill="hold" repeatCount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688"/>
                                  </p:stCondLst>
                                  <p:childTnLst>
                                    <p:animScale>
                                      <p:cBhvr>
                                        <p:cTn id="35" dur="898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3" restart="never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hug_sequenc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3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 autoRev="1"/>
                                        <p:tgtEl>
                                          <p:spTgt spid="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0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2083 0.0165 E" pathEditMode="relative" ptsTypes="AA">
                                      <p:cBhvr>
                                        <p:cTn id="56" dur="1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58" dur="1300" fill="hold"/>
                                        <p:tgtEl>
                                          <p:spTgt spid="6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0400 -0.5000 E" pathEditMode="relative" ptsTypes="AA">
                                      <p:cBhvr>
                                        <p:cTn id="72" dur="2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53" presetClass="entr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path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animMotion origin="layout" path="M 0 0 L -0.0600 -0.5000 E" pathEditMode="relative" ptsTypes="AA">
                                      <p:cBhvr>
                                        <p:cTn id="79" dur="2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0" presetClass="path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animMotion origin="layout" path="M 0 0 L 0.0800 -0.5000 E" pathEditMode="relative" ptsTypes="AA">
                                      <p:cBhvr>
                                        <p:cTn id="86" dur="2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88" dur="12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0" presetClass="path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animMotion origin="layout" path="M 0 0 L -0.1000 -0.5000 E" pathEditMode="relative" ptsTypes="AA">
                                      <p:cBhvr>
                                        <p:cTn id="95" dur="2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97" dur="500" fill="hold" repeatCount="3000" autoRev="1"/>
                                        <p:tgtEl>
                                          <p:spTgt spid="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53" presetClass="entr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 0 L 0.1200 -0.5000 E" pathEditMode="relative" ptsTypes="AA">
                                      <p:cBhvr>
                                        <p:cTn id="104" dur="2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53" presetClass="entr" presetSubtype="0" fill="hold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nodeType="withEffect">
                                  <p:stCondLst>
                                    <p:cond delay="3350"/>
                                  </p:stCondLst>
                                  <p:childTnLst>
                                    <p:animMotion origin="layout" path="M 0 0 L -0.1400 -0.5000 E" pathEditMode="relative" ptsTypes="AA">
                                      <p:cBhvr>
                                        <p:cTn id="111" dur="2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53" presetClass="entr" presetSubtype="0" fill="hold" nodeType="withEffect">
                                  <p:stCondLst>
                                    <p:cond delay="35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nodeType="withEffect">
                                  <p:stCondLst>
                                    <p:cond delay="3580"/>
                                  </p:stCondLst>
                                  <p:childTnLst>
                                    <p:animMotion origin="layout" path="M 0 0 L 0.1600 -0.5000 E" pathEditMode="relative" ptsTypes="AA">
                                      <p:cBhvr>
                                        <p:cTn id="118" dur="2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38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0" presetClass="path" presetSubtype="0" fill="hold" nodeType="withEffect">
                                  <p:stCondLst>
                                    <p:cond delay="3810"/>
                                  </p:stCondLst>
                                  <p:childTnLst>
                                    <p:animMotion origin="layout" path="M 0 0 L -0.1800 -0.5000 E" pathEditMode="relative" ptsTypes="AA">
                                      <p:cBhvr>
                                        <p:cTn id="125" dur="2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53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4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1" dur="1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animScale>
                                      <p:cBhvr>
                                        <p:cTn id="143" dur="9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4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46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49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nodeType="withEffect">
                                  <p:stCondLst>
                                    <p:cond delay="5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nodeType="withEffect">
                                  <p:stCondLst>
                                    <p:cond delay="56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65" y="988682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019" y="352323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5507" y="272700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43" y="88058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642" y="3227706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: tap i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: tap it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1" name="Clue letter ف" descr="Arabic letter فَ">
            <a:hlinkClick action="ppaction://hlinksldjump" r:id="rId11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Clue letter ب" descr="Arabic letter بَ">
            <a:hlinkClick action="ppaction://hlinksldjump" r:id="rId12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Clue letter ز" descr="Arabic letter زَ">
            <a:hlinkClick action="ppaction://hlinksldjump" r:id="rId13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4" name="Magic door" descr="locked magic do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5" name="Lumi (surprised)" descr="Lumi the baby dragon, surprised po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welcome)" descr="Lumi the baby dragon, welcome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7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Lumi sad" descr="Lumi looks sa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1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50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78"/>
                                  </p:stCondLst>
                                  <p:childTnLst>
                                    <p:animScale>
                                      <p:cBhvr>
                                        <p:cTn id="6" dur="133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6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34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30"/>
                                  </p:stCondLst>
                                  <p:childTnLst>
                                    <p:animScale>
                                      <p:cBhvr>
                                        <p:cTn id="10" dur="887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1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56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74"/>
                                  </p:stCondLst>
                                  <p:childTnLst>
                                    <p:animScale>
                                      <p:cBhvr>
                                        <p:cTn id="14" dur="80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327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77"/>
                                  </p:stCondLst>
                                  <p:childTnLst>
                                    <p:animScale>
                                      <p:cBhvr>
                                        <p:cTn id="18" dur="108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7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007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56"/>
                                  </p:stCondLst>
                                  <p:childTnLst>
                                    <p:animScale>
                                      <p:cBhvr>
                                        <p:cTn id="22" dur="1112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0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portal_go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37" dur="24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39" dur="24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6" dur="9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59" dur="22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365" y="65641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963" y="252289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431" y="338297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240" y="349606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715" y="4085837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sleepy)" descr="sleepy owl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bud)" descr="flower bud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15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16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17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7" name="Lumi (surprised)" descr="Lumi the baby dragon, surprised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jump)" descr="Lumi the baby dragon, jump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laughA)" descr="Lumi the baby dragon, laughA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happyAgain)" descr="Lumi the baby dragon, happyAgain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1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Lumi sad" descr="Lumi looks sa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2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9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35"/>
                                  </p:stCondLst>
                                  <p:childTnLst>
                                    <p:animScale>
                                      <p:cBhvr>
                                        <p:cTn id="6" dur="108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70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7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02"/>
                                  </p:stCondLst>
                                  <p:childTnLst>
                                    <p:animScale>
                                      <p:cBhvr>
                                        <p:cTn id="10" dur="77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06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animScale>
                                      <p:cBhvr>
                                        <p:cTn id="14" dur="81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761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91"/>
                                  </p:stCondLst>
                                  <p:childTnLst>
                                    <p:animScale>
                                      <p:cBhvr>
                                        <p:cTn id="18" dur="105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31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85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89"/>
                                  </p:stCondLst>
                                  <p:childTnLst>
                                    <p:animScale>
                                      <p:cBhvr>
                                        <p:cTn id="22" dur="79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8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10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6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0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89" dur="22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044" y="218987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498" y="4391501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990" y="100083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068" y="389439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658" y="953611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bud)" descr="flower bud: tap it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3" name="Clue letter ف" descr="Arabic letter فَ">
            <a:hlinkClick action="ppaction://hlinksldjump" r:id="rId16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Clue letter ب" descr="Arabic letter بَ">
            <a:hlinkClick action="ppaction://hlinksldjump" r:id="rId17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Clue letter ز" descr="Arabic letter زَ">
            <a:hlinkClick action="ppaction://hlinksldjump" r:id="rId18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6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7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18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2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12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1"/>
                                  </p:stCondLst>
                                  <p:childTnLst>
                                    <p:animScale>
                                      <p:cBhvr>
                                        <p:cTn id="6" dur="114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5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72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49"/>
                                  </p:stCondLst>
                                  <p:childTnLst>
                                    <p:animScale>
                                      <p:cBhvr>
                                        <p:cTn id="10" dur="77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7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77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54"/>
                                  </p:stCondLst>
                                  <p:childTnLst>
                                    <p:animScale>
                                      <p:cBhvr>
                                        <p:cTn id="14" dur="88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0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376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64"/>
                                  </p:stCondLst>
                                  <p:childTnLst>
                                    <p:animScale>
                                      <p:cBhvr>
                                        <p:cTn id="18" dur="116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2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478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1"/>
                                  </p:stCondLst>
                                  <p:childTnLst>
                                    <p:animScale>
                                      <p:cBhvr>
                                        <p:cTn id="22" dur="71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30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7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0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5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9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1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3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5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85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8" dur="22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258" y="238086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38" y="146781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531" y="169860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38" y="213124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877" y="3057589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bud)" descr="flower bud: tap it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16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17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18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7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8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2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5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Scale>
                                      <p:cBhvr>
                                        <p:cTn id="6" dur="1229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0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049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31"/>
                                  </p:stCondLst>
                                  <p:childTnLst>
                                    <p:animScale>
                                      <p:cBhvr>
                                        <p:cTn id="10" dur="118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0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92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23"/>
                                  </p:stCondLst>
                                  <p:childTnLst>
                                    <p:animScale>
                                      <p:cBhvr>
                                        <p:cTn id="14" dur="122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78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76"/>
                                  </p:stCondLst>
                                  <p:childTnLst>
                                    <p:animScale>
                                      <p:cBhvr>
                                        <p:cTn id="18" dur="130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8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31"/>
                                  </p:stCondLst>
                                  <p:childTnLst>
                                    <p:animScale>
                                      <p:cBhvr>
                                        <p:cTn id="22" dur="72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0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4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6" dur="1100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0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89" dur="22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068" y="220950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145" y="351629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163" y="381333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776" y="1667148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0" y="1104909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bud)" descr="flower bud: tap it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3" name="Clue letter ف" descr="Arabic letter فَ">
            <a:hlinkClick action="ppaction://hlinksldjump" r:id="rId17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Clue letter ب" descr="Arabic letter بَ">
            <a:hlinkClick action="ppaction://hlinksldjump" r:id="rId18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Clue letter ز" descr="Arabic letter زَ">
            <a:hlinkClick action="ppaction://hlinksldjump" r:id="rId19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6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7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8" name="gem flying to the door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19" name="Lumi (surprised)" descr="Lumi the baby dragon, surprised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jump)" descr="Lumi the baby dragon, jump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laughA)" descr="Lumi the baby dragon, laughA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happyAgain)" descr="Lumi the baby dragon, happyAgain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3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Lumi sad" descr="Lumi looks sa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749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5"/>
                                  </p:stCondLst>
                                  <p:childTnLst>
                                    <p:animScale>
                                      <p:cBhvr>
                                        <p:cTn id="6" dur="108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9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607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99"/>
                                  </p:stCondLst>
                                  <p:childTnLst>
                                    <p:animScale>
                                      <p:cBhvr>
                                        <p:cTn id="10" dur="101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5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51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03"/>
                                  </p:stCondLst>
                                  <p:childTnLst>
                                    <p:animScale>
                                      <p:cBhvr>
                                        <p:cTn id="14" dur="92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6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48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"/>
                                  </p:stCondLst>
                                  <p:childTnLst>
                                    <p:animScale>
                                      <p:cBhvr>
                                        <p:cTn id="18" dur="99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10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8"/>
                                  </p:stCondLst>
                                  <p:childTnLst>
                                    <p:animScale>
                                      <p:cBhvr>
                                        <p:cTn id="22" dur="116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28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10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" dur="1100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5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9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1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3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5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85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8" dur="22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56" y="2087277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572" y="348241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259" y="2418677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73" y="133909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822" y="2055910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15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16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17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17" name="Lumi (surprised)" descr="Lumi the baby dragon, surprised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jump)" descr="Lumi the baby dragon, jump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laughA)" descr="Lumi the baby dragon, laughA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happyAgain)" descr="Lumi the baby dragon, happyAgain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1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Lumi sad" descr="Lumi looks sa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3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62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1"/>
                                  </p:stCondLst>
                                  <p:childTnLst>
                                    <p:animScale>
                                      <p:cBhvr>
                                        <p:cTn id="6" dur="85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1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93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13"/>
                                  </p:stCondLst>
                                  <p:childTnLst>
                                    <p:animScale>
                                      <p:cBhvr>
                                        <p:cTn id="10" dur="102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769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33"/>
                                  </p:stCondLst>
                                  <p:childTnLst>
                                    <p:animScale>
                                      <p:cBhvr>
                                        <p:cTn id="14" dur="107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87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35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34"/>
                                  </p:stCondLst>
                                  <p:childTnLst>
                                    <p:animScale>
                                      <p:cBhvr>
                                        <p:cTn id="18" dur="9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4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62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30"/>
                                  </p:stCondLst>
                                  <p:childTnLst>
                                    <p:animScale>
                                      <p:cBhvr>
                                        <p:cTn id="22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5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1" dur="22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589" y="403503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774" y="215681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52" y="431490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794" y="271280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77" y="3323941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sleepy)" descr="sleepy owl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16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17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18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7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18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2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4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36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13"/>
                                  </p:stCondLst>
                                  <p:childTnLst>
                                    <p:animScale>
                                      <p:cBhvr>
                                        <p:cTn id="6" dur="99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51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Scale>
                                      <p:cBhvr>
                                        <p:cTn id="10" dur="118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9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95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43"/>
                                  </p:stCondLst>
                                  <p:childTnLst>
                                    <p:animScale>
                                      <p:cBhvr>
                                        <p:cTn id="14" dur="1282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9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57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43"/>
                                  </p:stCondLst>
                                  <p:childTnLst>
                                    <p:animScale>
                                      <p:cBhvr>
                                        <p:cTn id="18" dur="83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06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28"/>
                                  </p:stCondLst>
                                  <p:childTnLst>
                                    <p:animScale>
                                      <p:cBhvr>
                                        <p:cTn id="22" dur="91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8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4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46" dur="1100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0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6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89" dur="22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92" y="336373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198" y="1543767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79" y="176940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1377" y="2046424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5547" y="4399380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sleepy)" descr="sleepy owl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16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17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18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gem in its socket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7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18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2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8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247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7"/>
                                  </p:stCondLst>
                                  <p:childTnLst>
                                    <p:animScale>
                                      <p:cBhvr>
                                        <p:cTn id="6" dur="101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1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57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95"/>
                                  </p:stCondLst>
                                  <p:childTnLst>
                                    <p:animScale>
                                      <p:cBhvr>
                                        <p:cTn id="10" dur="105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2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26"/>
                                  </p:stCondLst>
                                  <p:childTnLst>
                                    <p:animScale>
                                      <p:cBhvr>
                                        <p:cTn id="14" dur="137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129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08"/>
                                  </p:stCondLst>
                                  <p:childTnLst>
                                    <p:animScale>
                                      <p:cBhvr>
                                        <p:cTn id="18" dur="129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468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5"/>
                                  </p:stCondLst>
                                  <p:childTnLst>
                                    <p:animScale>
                                      <p:cBhvr>
                                        <p:cTn id="22" dur="87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3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35" dur="1100" fill="hold" repeatCount="indefinite" autoRev="1"/>
                                        <p:tgtEl>
                                          <p:spTgt spid="1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1" dur="22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512" y="92982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22" y="101013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124" y="116079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445" y="142505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978" y="1938410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open)" descr="magic flower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3" name="Clue letter ف" descr="Arabic letter فَ">
            <a:hlinkClick action="ppaction://hlinksldjump" r:id="rId17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Clue letter ب" descr="Arabic letter بَ">
            <a:hlinkClick action="ppaction://hlinksldjump" r:id="rId18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Clue letter ز" descr="Arabic letter زَ">
            <a:hlinkClick action="ppaction://hlinksldjump" r:id="rId19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6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7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18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19" name="Lumi (surprised)" descr="Lumi the baby dragon, surprised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jump)" descr="Lumi the baby dragon, jump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laughA)" descr="Lumi the baby dragon, laughA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happyAgain)" descr="Lumi the baby dragon, happyAgain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3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Lumi sad" descr="Lumi looks sa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9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22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41"/>
                                  </p:stCondLst>
                                  <p:childTnLst>
                                    <p:animScale>
                                      <p:cBhvr>
                                        <p:cTn id="6" dur="91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5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22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82"/>
                                  </p:stCondLst>
                                  <p:childTnLst>
                                    <p:animScale>
                                      <p:cBhvr>
                                        <p:cTn id="10" dur="126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258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"/>
                                  </p:stCondLst>
                                  <p:childTnLst>
                                    <p:animScale>
                                      <p:cBhvr>
                                        <p:cTn id="14" dur="1206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17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59"/>
                                  </p:stCondLst>
                                  <p:childTnLst>
                                    <p:animScale>
                                      <p:cBhvr>
                                        <p:cTn id="18" dur="76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53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69"/>
                                  </p:stCondLst>
                                  <p:childTnLst>
                                    <p:animScale>
                                      <p:cBhvr>
                                        <p:cTn id="22" dur="104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30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7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3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55" dur="1100" fill="hold" repeatCount="indefinite" autoRev="1"/>
                                        <p:tgtEl>
                                          <p:spTgt spid="1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9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1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3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5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85" dur="90" fill="hold" repeatCount="3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8" dur="22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969" y="247886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826" y="72954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512" y="330966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009" y="279003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63" y="3278143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awake)" descr="ow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16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17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18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gem in its socket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7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18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2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03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68"/>
                                  </p:stCondLst>
                                  <p:childTnLst>
                                    <p:animScale>
                                      <p:cBhvr>
                                        <p:cTn id="6" dur="82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59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43"/>
                                  </p:stCondLst>
                                  <p:childTnLst>
                                    <p:animScale>
                                      <p:cBhvr>
                                        <p:cTn id="10" dur="87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1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59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81"/>
                                  </p:stCondLst>
                                  <p:childTnLst>
                                    <p:animScale>
                                      <p:cBhvr>
                                        <p:cTn id="14" dur="114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7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29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9"/>
                                  </p:stCondLst>
                                  <p:childTnLst>
                                    <p:animScale>
                                      <p:cBhvr>
                                        <p:cTn id="18" dur="82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25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02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animScale>
                                      <p:cBhvr>
                                        <p:cTn id="22" dur="139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3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35" dur="1100" fill="hold" repeatCount="indefinite" autoRev="1"/>
                                        <p:tgtEl>
                                          <p:spTgt spid="1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" dur="90" fill="hold" repeatCount="3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1" dur="22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45" y="2878538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188" y="283355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88" y="3241225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147" y="310720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978" y="1676490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2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24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22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23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24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Treasure room behind the door" descr="golden light behind the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7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8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9" name="gem in its socket" descr="magic g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20" name="Lumi (surprised)" descr="Lumi the baby dragon, surprised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jump)" descr="Lumi the baby dragon, jump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laughA)" descr="Lumi the baby dragon, laughA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Lumi (happyAgain)" descr="Lumi the baby dragon, happyAgain pos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Lumi (cheer)" descr="Lumi the baby dragon, cheer pos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5" name="Lumi (proud)" descr="Lumi the baby dragon, proud pos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6" name="door sparkle" descr="door sparkl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3500" y="1206500"/>
            <a:ext cx="4445000" cy="4445000"/>
          </a:xfrm>
          <a:prstGeom prst="rect">
            <a:avLst/>
          </a:prstGeom>
        </p:spPr>
      </p:pic>
      <p:pic>
        <p:nvPicPr>
          <p:cNvPr id="27" name="chest glow" descr="chest glow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99000" y="3810000"/>
            <a:ext cx="2794000" cy="2794000"/>
          </a:xfrm>
          <a:prstGeom prst="rect">
            <a:avLst/>
          </a:prstGeom>
        </p:spPr>
      </p:pic>
      <p:pic>
        <p:nvPicPr>
          <p:cNvPr id="28" name="Secret treasure chest: tap it" descr="treasure chest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80000" y="4381500"/>
            <a:ext cx="2032000" cy="1657350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69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25"/>
                                  </p:stCondLst>
                                  <p:childTnLst>
                                    <p:animScale>
                                      <p:cBhvr>
                                        <p:cTn id="6" dur="124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9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87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22"/>
                                  </p:stCondLst>
                                  <p:childTnLst>
                                    <p:animScale>
                                      <p:cBhvr>
                                        <p:cTn id="10" dur="81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9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17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32"/>
                                  </p:stCondLst>
                                  <p:childTnLst>
                                    <p:animScale>
                                      <p:cBhvr>
                                        <p:cTn id="14" dur="76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10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5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58"/>
                                  </p:stCondLst>
                                  <p:childTnLst>
                                    <p:animScale>
                                      <p:cBhvr>
                                        <p:cTn id="18" dur="77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090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64"/>
                                  </p:stCondLst>
                                  <p:childTnLst>
                                    <p:animScale>
                                      <p:cBhvr>
                                        <p:cTn id="22" dur="1012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7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2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4" dur="1100" fill="hold" repeatCount="indefinite" autoRev="1"/>
                                        <p:tgtEl>
                                          <p:spTgt spid="1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46" dur="1100" fill="hold" repeatCount="indefinite" autoRev="1"/>
                                        <p:tgtEl>
                                          <p:spTgt spid="1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0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2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4" dur="260" fill="hold" repeatCount="2000" autoRev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6" dur="260" fill="hold" repeatCount="2000" autoRev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8" dur="260" fill="hold" repeatCount="2000" autoRev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0" name="door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0" presetClass="pat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-0.1250 0.0000 E" pathEditMode="relative" ptsTypes="AA">
                                      <p:cBhvr>
                                        <p:cTn id="94" dur="1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96" dur="1800" fill="hold"/>
                                        <p:tgtEl>
                                          <p:spTgt spid="16"/>
                                        </p:tgtEl>
                                      </p:cBhvr>
                                      <p:by x="8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" presetClass="emph" presetSubtype="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12" dur="1000" fill="hold" repeatCount="indefinite" autoRev="1"/>
                                        <p:tgtEl>
                                          <p:spTgt spid="2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53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Rot by="240000">
                                      <p:cBhvr>
                                        <p:cTn id="122" dur="250" fill="hold" repeatCount="indefinite" autoRev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705" y="177440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024" y="122715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23" y="141699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053" y="230283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023" y="4121568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24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open)" descr="magic flower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3" name="Clue letter ف" descr="Arabic letter فَ">
            <a:hlinkClick action="ppaction://hlinksldjump" r:id="rId23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4" name="Clue letter ب" descr="Arabic letter بَ">
            <a:hlinkClick action="ppaction://hlinksldjump" r:id="rId24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Clue letter ز" descr="Arabic letter زَ">
            <a:hlinkClick action="ppaction://hlinksldjump" r:id="rId25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6" name="Treasure room behind the door" descr="golden light behind the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7" name="Magic door" descr="locked magic doo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8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9" name="gem flying to the door" descr="magic g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20" name="gem in its socket" descr="magic gem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21" name="Lumi (surprised)" descr="Lumi the baby dragon, surprised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jump)" descr="Lumi the baby dragon, jump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Lumi (laughA)" descr="Lumi the baby dragon, laughA pos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Lumi (happyAgain)" descr="Lumi the baby dragon, happyAgain pos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5" name="Lumi (cheer)" descr="Lumi the baby dragon, cheer pos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6" name="Lumi (proud)" descr="Lumi the baby dragon, proud pos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7" name="door sparkle" descr="door sparkl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73500" y="1206500"/>
            <a:ext cx="4445000" cy="4445000"/>
          </a:xfrm>
          <a:prstGeom prst="rect">
            <a:avLst/>
          </a:prstGeom>
        </p:spPr>
      </p:pic>
      <p:pic>
        <p:nvPicPr>
          <p:cNvPr id="28" name="chest glow" descr="chest glow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99000" y="3810000"/>
            <a:ext cx="2794000" cy="2794000"/>
          </a:xfrm>
          <a:prstGeom prst="rect">
            <a:avLst/>
          </a:prstGeom>
        </p:spPr>
      </p:pic>
      <p:pic>
        <p:nvPicPr>
          <p:cNvPr id="29" name="Secret treasure chest: tap it" descr="treasure chest">
            <a:hlinkClick action="ppaction://hlinksldjump" r:id="rId26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80000" y="4381500"/>
            <a:ext cx="2032000" cy="1657350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66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11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09"/>
                                  </p:stCondLst>
                                  <p:childTnLst>
                                    <p:animScale>
                                      <p:cBhvr>
                                        <p:cTn id="6" dur="137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6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22"/>
                                  </p:stCondLst>
                                  <p:childTnLst>
                                    <p:animScale>
                                      <p:cBhvr>
                                        <p:cTn id="10" dur="96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615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81"/>
                                  </p:stCondLst>
                                  <p:childTnLst>
                                    <p:animScale>
                                      <p:cBhvr>
                                        <p:cTn id="14" dur="106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6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66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79"/>
                                  </p:stCondLst>
                                  <p:childTnLst>
                                    <p:animScale>
                                      <p:cBhvr>
                                        <p:cTn id="18" dur="110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81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57"/>
                                  </p:stCondLst>
                                  <p:childTnLst>
                                    <p:animScale>
                                      <p:cBhvr>
                                        <p:cTn id="22" dur="121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28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0" dur="1100" fill="hold" repeatCount="indefinite" autoRev="1"/>
                                        <p:tgtEl>
                                          <p:spTgt spid="1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3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55" dur="1100" fill="hold" repeatCount="indefinite" autoRev="1"/>
                                        <p:tgtEl>
                                          <p:spTgt spid="2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7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9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1" dur="260" fill="hold" repeatCount="2000" autoRev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3" dur="260" fill="hold" repeatCount="2000" autoRev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5" dur="260" fill="hold" repeatCount="2000" autoRev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7" dur="260" fill="hold" repeatCount="2000" autoRev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0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door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4" presetID="0" presetClass="path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 0 L -0.1250 0.0000 E" pathEditMode="relative" ptsTypes="AA">
                                      <p:cBhvr>
                                        <p:cTn id="103" dur="1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" presetClass="emph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Scale>
                                      <p:cBhvr>
                                        <p:cTn id="105" dur="1800" fill="hold"/>
                                        <p:tgtEl>
                                          <p:spTgt spid="17"/>
                                        </p:tgtEl>
                                      </p:cBhvr>
                                      <p:by x="8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50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6" presetClass="emph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Scale>
                                      <p:cBhvr>
                                        <p:cTn id="121" dur="1000" fill="hold" repeatCount="indefinite" autoRev="1"/>
                                        <p:tgtEl>
                                          <p:spTgt spid="2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53" presetClass="entr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2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2" presetID="8" presetClass="emph" presetSubtype="0" fill="hold" nodeType="withEffect">
                                  <p:stCondLst>
                                    <p:cond delay="5350"/>
                                  </p:stCondLst>
                                  <p:childTnLst>
                                    <p:animRot by="240000">
                                      <p:cBhvr>
                                        <p:cTn id="131" dur="250" fill="hold" repeatCount="indefinite" autoRev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996" y="1945827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230" y="255003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432" y="273914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794" y="1382060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842" y="3337207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2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awake)" descr="owl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24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sp>
        <p:nvSpPr>
          <p:cNvPr id="12" name="Clue letter ف" descr="Arabic letter فَ">
            <a:hlinkClick action="ppaction://hlinksldjump" r:id="rId22"/>
          </p:cNvPr>
          <p:cNvSpPr/>
          <p:nvPr/>
        </p:nvSpPr>
        <p:spPr>
          <a:xfrm>
            <a:off x="2730500" y="1778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Clue letter ب" descr="Arabic letter بَ">
            <a:hlinkClick action="ppaction://hlinksldjump" r:id="rId23"/>
          </p:cNvPr>
          <p:cNvSpPr/>
          <p:nvPr/>
        </p:nvSpPr>
        <p:spPr>
          <a:xfrm>
            <a:off x="10541000" y="24765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Clue letter ز" descr="Arabic letter زَ">
            <a:hlinkClick action="ppaction://hlinksldjump" r:id="rId24"/>
          </p:cNvPr>
          <p:cNvSpPr/>
          <p:nvPr/>
        </p:nvSpPr>
        <p:spPr>
          <a:xfrm>
            <a:off x="8509000" y="3556000"/>
            <a:ext cx="635000" cy="635000"/>
          </a:xfrm>
          <a:prstGeom prst="ellipse">
            <a:avLst/>
          </a:prstGeom>
          <a:solidFill>
            <a:srgbClr val="FFFFFF"/>
          </a:solidFill>
          <a:ln w="52916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600" b="1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5" name="Treasure room behind the door" descr="golden light behind the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6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7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8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9" name="gem flying to the door" descr="magic g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20" name="Lumi (surprised)" descr="Lumi the baby dragon, surprised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jump)" descr="Lumi the baby dragon, jump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laughA)" descr="Lumi the baby dragon, laughA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Lumi (happyAgain)" descr="Lumi the baby dragon, happyAgain pos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Lumi (cheer)" descr="Lumi the baby dragon, cheer pos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5" name="Lumi (proud)" descr="Lumi the baby dragon, proud pos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6" name="door sparkle" descr="door sparkl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3500" y="1206500"/>
            <a:ext cx="4445000" cy="4445000"/>
          </a:xfrm>
          <a:prstGeom prst="rect">
            <a:avLst/>
          </a:prstGeom>
        </p:spPr>
      </p:pic>
      <p:pic>
        <p:nvPicPr>
          <p:cNvPr id="27" name="chest glow" descr="chest glow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99000" y="3810000"/>
            <a:ext cx="2794000" cy="2794000"/>
          </a:xfrm>
          <a:prstGeom prst="rect">
            <a:avLst/>
          </a:prstGeom>
        </p:spPr>
      </p:pic>
      <p:pic>
        <p:nvPicPr>
          <p:cNvPr id="28" name="Secret treasure chest: tap it" descr="treasure chest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80000" y="4381500"/>
            <a:ext cx="2032000" cy="1657350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59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74"/>
                                  </p:stCondLst>
                                  <p:childTnLst>
                                    <p:animScale>
                                      <p:cBhvr>
                                        <p:cTn id="6" dur="114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27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78"/>
                                  </p:stCondLst>
                                  <p:childTnLst>
                                    <p:animScale>
                                      <p:cBhvr>
                                        <p:cTn id="10" dur="94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42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02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87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46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animScale>
                                      <p:cBhvr>
                                        <p:cTn id="18" dur="122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7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916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06"/>
                                  </p:stCondLst>
                                  <p:childTnLst>
                                    <p:animScale>
                                      <p:cBhvr>
                                        <p:cTn id="22" dur="81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1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33" dur="1100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35" dur="1100" fill="hold" repeatCount="indefinite" autoRev="1"/>
                                        <p:tgtEl>
                                          <p:spTgt spid="1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7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0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2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4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6" dur="260" fill="hold" repeatCount="2000" autoRev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8" dur="260" fill="hold" repeatCount="2000" autoRev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0" dur="260" fill="hold" repeatCount="2000" autoRev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9" presetID="53" presetClass="entr" presetSubtype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0" name="door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7" presetID="0" presetClass="pat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-0.1250 0.0000 E" pathEditMode="relative" ptsTypes="AA">
                                      <p:cBhvr>
                                        <p:cTn id="96" dur="1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6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98" dur="1800" fill="hold"/>
                                        <p:tgtEl>
                                          <p:spTgt spid="16"/>
                                        </p:tgtEl>
                                      </p:cBhvr>
                                      <p:by x="8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14" dur="1000" fill="hold" repeatCount="indefinite" autoRev="1"/>
                                        <p:tgtEl>
                                          <p:spTgt spid="2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53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5" presetID="8" presetClass="emp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Rot by="240000">
                                      <p:cBhvr>
                                        <p:cTn id="124" dur="250" fill="hold" repeatCount="indefinite" autoRev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treasure" descr="Glowing treasure ca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reasure glow" descr="treasure g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-254000"/>
            <a:ext cx="6985000" cy="6985000"/>
          </a:xfrm>
          <a:prstGeom prst="rect">
            <a:avLst/>
          </a:prstGeom>
        </p:spPr>
      </p:pic>
      <p:pic>
        <p:nvPicPr>
          <p:cNvPr id="4" name="Treasure chest (closed)" descr="treasure ch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2540000"/>
            <a:ext cx="5080000" cy="4140200"/>
          </a:xfrm>
          <a:prstGeom prst="rect">
            <a:avLst/>
          </a:prstGeom>
        </p:spPr>
      </p:pic>
      <p:pic>
        <p:nvPicPr>
          <p:cNvPr id="5" name="Treasure chest (open)" descr="open treasure chest full of gol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2540000"/>
            <a:ext cx="5080000" cy="4140200"/>
          </a:xfrm>
          <a:prstGeom prst="rect">
            <a:avLst/>
          </a:prstGeom>
        </p:spPr>
      </p:pic>
      <p:pic>
        <p:nvPicPr>
          <p:cNvPr id="6" name="Lumi (crouch)" descr="Lumi the baby dragon, crouch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7" name="Lumi (jump)" descr="Lumi the baby dragon, jum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8" name="Lumi (danceA)" descr="Lumi the baby dragon, danceA po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9" name="Lumi (danceB)" descr="Lumi the baby dragon, danceB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0" name="Lumi (laughA)" descr="Lumi the baby dragon, laugh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2" name="Lumi (bye)" descr="Lumi the baby dragon, bye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3" name="Lumi (byeB)" descr="Lumi the baby dragon, byeB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4" name="treasure sparkles" descr="treasure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0" y="762000"/>
            <a:ext cx="6096000" cy="6096000"/>
          </a:xfrm>
          <a:prstGeom prst="rect">
            <a:avLst/>
          </a:prstGeom>
        </p:spPr>
      </p:pic>
      <p:pic>
        <p:nvPicPr>
          <p:cNvPr id="15" name="firework" descr="firewor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000" y="254000"/>
            <a:ext cx="3556000" cy="3556000"/>
          </a:xfrm>
          <a:prstGeom prst="rect">
            <a:avLst/>
          </a:prstGeom>
        </p:spPr>
      </p:pic>
      <p:pic>
        <p:nvPicPr>
          <p:cNvPr id="16" name="firework" descr="firework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09000" y="127000"/>
            <a:ext cx="3556000" cy="3556000"/>
          </a:xfrm>
          <a:prstGeom prst="rect">
            <a:avLst/>
          </a:prstGeom>
        </p:spPr>
      </p:pic>
      <p:pic>
        <p:nvPicPr>
          <p:cNvPr id="17" name="firework" descr="firework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5000" y="-381000"/>
            <a:ext cx="3556000" cy="3556000"/>
          </a:xfrm>
          <a:prstGeom prst="rect">
            <a:avLst/>
          </a:prstGeom>
        </p:spPr>
      </p:pic>
      <p:pic>
        <p:nvPicPr>
          <p:cNvPr id="18" name="firework" descr="firewor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5000" y="3048000"/>
            <a:ext cx="3556000" cy="3556000"/>
          </a:xfrm>
          <a:prstGeom prst="rect">
            <a:avLst/>
          </a:prstGeom>
        </p:spPr>
      </p:pic>
      <p:pic>
        <p:nvPicPr>
          <p:cNvPr id="19" name="firework" descr="firework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2667000"/>
            <a:ext cx="3556000" cy="3556000"/>
          </a:xfrm>
          <a:prstGeom prst="rect">
            <a:avLst/>
          </a:prstGeom>
        </p:spPr>
      </p:pic>
      <p:pic>
        <p:nvPicPr>
          <p:cNvPr id="20" name="confetti" descr="falling confetti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pic>
        <p:nvPicPr>
          <p:cNvPr id="21" name="confetti" descr="falling confetti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pic>
        <p:nvPicPr>
          <p:cNvPr id="22" name="confetti" descr="falling confetti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sp>
        <p:nvSpPr>
          <p:cNvPr id="23" name="Falling letter أ" descr="Arabic letter أَ"/>
          <p:cNvSpPr/>
          <p:nvPr/>
        </p:nvSpPr>
        <p:spPr>
          <a:xfrm>
            <a:off x="-952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C93C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24" name="Falling letter ب" descr="Arabic letter بَ"/>
          <p:cNvSpPr/>
          <p:nvPr/>
        </p:nvSpPr>
        <p:spPr>
          <a:xfrm>
            <a:off x="3302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7DF9FF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25" name="Falling letter ت" descr="Arabic letter تَ"/>
          <p:cNvSpPr/>
          <p:nvPr/>
        </p:nvSpPr>
        <p:spPr>
          <a:xfrm>
            <a:off x="7556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9EC4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26" name="Falling letter ث" descr="Arabic letter ثَ"/>
          <p:cNvSpPr/>
          <p:nvPr/>
        </p:nvSpPr>
        <p:spPr>
          <a:xfrm>
            <a:off x="11811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B8F2A1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27" name="Falling letter ج" descr="Arabic letter جَ"/>
          <p:cNvSpPr/>
          <p:nvPr/>
        </p:nvSpPr>
        <p:spPr>
          <a:xfrm>
            <a:off x="16065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C93C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28" name="Falling letter ح" descr="Arabic letter حَ"/>
          <p:cNvSpPr/>
          <p:nvPr/>
        </p:nvSpPr>
        <p:spPr>
          <a:xfrm>
            <a:off x="20320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7DF9FF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29" name="Falling letter خ" descr="Arabic letter خَ"/>
          <p:cNvSpPr/>
          <p:nvPr/>
        </p:nvSpPr>
        <p:spPr>
          <a:xfrm>
            <a:off x="24574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9EC4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30" name="Falling letter د" descr="Arabic letter دَ"/>
          <p:cNvSpPr/>
          <p:nvPr/>
        </p:nvSpPr>
        <p:spPr>
          <a:xfrm>
            <a:off x="28829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B8F2A1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31" name="Falling letter ذ" descr="Arabic letter ذَ"/>
          <p:cNvSpPr/>
          <p:nvPr/>
        </p:nvSpPr>
        <p:spPr>
          <a:xfrm>
            <a:off x="33083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C93C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32" name="Falling letter ر" descr="Arabic letter رَ"/>
          <p:cNvSpPr/>
          <p:nvPr/>
        </p:nvSpPr>
        <p:spPr>
          <a:xfrm>
            <a:off x="37338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7DF9FF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33" name="Falling letter ز" descr="Arabic letter زَ"/>
          <p:cNvSpPr/>
          <p:nvPr/>
        </p:nvSpPr>
        <p:spPr>
          <a:xfrm>
            <a:off x="41592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9EC4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34" name="Falling letter س" descr="Arabic letter سَ"/>
          <p:cNvSpPr/>
          <p:nvPr/>
        </p:nvSpPr>
        <p:spPr>
          <a:xfrm>
            <a:off x="45847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B8F2A1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35" name="Falling letter ش" descr="Arabic letter شَ"/>
          <p:cNvSpPr/>
          <p:nvPr/>
        </p:nvSpPr>
        <p:spPr>
          <a:xfrm>
            <a:off x="50101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C93C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36" name="Falling letter ص" descr="Arabic letter صَ"/>
          <p:cNvSpPr/>
          <p:nvPr/>
        </p:nvSpPr>
        <p:spPr>
          <a:xfrm>
            <a:off x="54356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7DF9FF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37" name="Falling letter ض" descr="Arabic letter ضَ"/>
          <p:cNvSpPr/>
          <p:nvPr/>
        </p:nvSpPr>
        <p:spPr>
          <a:xfrm>
            <a:off x="58610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9EC4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38" name="Falling letter ط" descr="Arabic letter طَ"/>
          <p:cNvSpPr/>
          <p:nvPr/>
        </p:nvSpPr>
        <p:spPr>
          <a:xfrm>
            <a:off x="62865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B8F2A1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39" name="Falling letter ظ" descr="Arabic letter ظَ"/>
          <p:cNvSpPr/>
          <p:nvPr/>
        </p:nvSpPr>
        <p:spPr>
          <a:xfrm>
            <a:off x="67119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C93C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40" name="Falling letter ع" descr="Arabic letter عَ"/>
          <p:cNvSpPr/>
          <p:nvPr/>
        </p:nvSpPr>
        <p:spPr>
          <a:xfrm>
            <a:off x="71374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7DF9FF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41" name="Falling letter غ" descr="Arabic letter غَ"/>
          <p:cNvSpPr/>
          <p:nvPr/>
        </p:nvSpPr>
        <p:spPr>
          <a:xfrm>
            <a:off x="75628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9EC4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42" name="Falling letter ف" descr="Arabic letter فَ"/>
          <p:cNvSpPr/>
          <p:nvPr/>
        </p:nvSpPr>
        <p:spPr>
          <a:xfrm>
            <a:off x="79883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B8F2A1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43" name="Falling letter ق" descr="Arabic letter قَ"/>
          <p:cNvSpPr/>
          <p:nvPr/>
        </p:nvSpPr>
        <p:spPr>
          <a:xfrm>
            <a:off x="84137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C93C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44" name="Falling letter ك" descr="Arabic letter كَ"/>
          <p:cNvSpPr/>
          <p:nvPr/>
        </p:nvSpPr>
        <p:spPr>
          <a:xfrm>
            <a:off x="88392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7DF9FF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45" name="Falling letter ل" descr="Arabic letter لَ"/>
          <p:cNvSpPr/>
          <p:nvPr/>
        </p:nvSpPr>
        <p:spPr>
          <a:xfrm>
            <a:off x="92646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9EC4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46" name="Falling letter م" descr="Arabic letter مَ"/>
          <p:cNvSpPr/>
          <p:nvPr/>
        </p:nvSpPr>
        <p:spPr>
          <a:xfrm>
            <a:off x="96901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B8F2A1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47" name="Falling letter ن" descr="Arabic letter نَ"/>
          <p:cNvSpPr/>
          <p:nvPr/>
        </p:nvSpPr>
        <p:spPr>
          <a:xfrm>
            <a:off x="101155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C93C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48" name="Falling letter ه" descr="Arabic letter هَ"/>
          <p:cNvSpPr/>
          <p:nvPr/>
        </p:nvSpPr>
        <p:spPr>
          <a:xfrm>
            <a:off x="105410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7DF9FF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49" name="Falling letter و" descr="Arabic letter وَ"/>
          <p:cNvSpPr/>
          <p:nvPr/>
        </p:nvSpPr>
        <p:spPr>
          <a:xfrm>
            <a:off x="1096645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FF9EC4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50" name="Falling letter ي" descr="Arabic letter يَ"/>
          <p:cNvSpPr/>
          <p:nvPr/>
        </p:nvSpPr>
        <p:spPr>
          <a:xfrm>
            <a:off x="-38100" y="-1365250"/>
            <a:ext cx="952500" cy="9525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400" b="1" lang="ar-SA">
                <a:solidFill>
                  <a:srgbClr val="B8F2A1"/>
                </a:solidFill>
                <a:latin typeface="Arial"/>
                <a:cs typeface="Arial"/>
              </a:rPr>
              <a:t>يَ</a:t>
            </a:r>
          </a:p>
        </p:txBody>
      </p:sp>
      <p:pic>
        <p:nvPicPr>
          <p:cNvPr id="51" name="Play again" descr="glowing portal: play again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98000" y="4381500"/>
            <a:ext cx="2159000" cy="2159000"/>
          </a:xfrm>
          <a:prstGeom prst="rect">
            <a:avLst/>
          </a:prstGeom>
        </p:spPr>
      </p:pic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76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76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8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8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85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8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chest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95" dur="110" fill="hold" repeatCount="5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04" dur="13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6" dur="250" fill="hold" autoRev="1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08" dur="30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0" dur="30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2" dur="30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4" dur="3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6" dur="3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8" dur="30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20" dur="3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22" dur="30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80000">
                                        <p:cTn id="1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1" presetID="53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celebrat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2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animScale>
                                      <p:cBhvr>
                                        <p:cTn id="143" dur="700" fill="hold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6" presetClass="emph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animScale>
                                      <p:cBhvr>
                                        <p:cTn id="153" dur="700" fill="hold"/>
                                        <p:tgtEl>
                                          <p:spTgt spid="16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6" presetClass="emph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163" dur="700" fill="hold"/>
                                        <p:tgtEl>
                                          <p:spTgt spid="17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53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6" presetClass="emph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animScale>
                                      <p:cBhvr>
                                        <p:cTn id="173" dur="700" fill="hold"/>
                                        <p:tgtEl>
                                          <p:spTgt spid="1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53" presetClass="entr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6" presetClass="emp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Scale>
                                      <p:cBhvr>
                                        <p:cTn id="183" dur="700" fill="hold"/>
                                        <p:tgtEl>
                                          <p:spTgt spid="1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1.7000 E" pathEditMode="relative" ptsTypes="AA">
                                      <p:cBhvr>
                                        <p:cTn id="188" dur="3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0.0000 1.7000 E" pathEditMode="relative" ptsTypes="AA">
                                      <p:cBhvr>
                                        <p:cTn id="190" dur="3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animMotion origin="layout" path="M 0 0 L 0.0000 1.7000 E" pathEditMode="relative" ptsTypes="AA">
                                      <p:cBhvr>
                                        <p:cTn id="192" dur="3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9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by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98" presetID="0" presetClass="pat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197" dur="3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0" presetClass="path" presetSubtype="0" fill="hold" nodeType="withEffect">
                                  <p:stCondLst>
                                    <p:cond delay="197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199" dur="3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0" presetClass="path" presetSubtype="0" fill="hold" nodeType="withEffect">
                                  <p:stCondLst>
                                    <p:cond delay="214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01" dur="3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0" presetClass="path" presetSubtype="0" fill="hold" nodeType="withEffect">
                                  <p:stCondLst>
                                    <p:cond delay="231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03" dur="3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0" presetClass="path" presetSubtype="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05" dur="3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0" presetClass="path" presetSubtype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07" dur="3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0" presetClass="path" presetSubtype="0" fill="hold" nodeType="withEffect">
                                  <p:stCondLst>
                                    <p:cond delay="282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09" dur="3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2" presetID="0" presetClass="path" presetSubtype="0" fill="hold" nodeType="withEffect">
                                  <p:stCondLst>
                                    <p:cond delay="299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11" dur="3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4" presetID="0" presetClass="path" presetSubtype="0" fill="hold" nodeType="withEffect">
                                  <p:stCondLst>
                                    <p:cond delay="316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13" dur="3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6" presetID="0" presetClass="path" presetSubtype="0" fill="hold" nodeType="withEffect">
                                  <p:stCondLst>
                                    <p:cond delay="333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15" dur="3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8" presetID="0" presetClass="path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17" dur="3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0" presetClass="path" presetSubtype="0" fill="hold" nodeType="withEffect">
                                  <p:stCondLst>
                                    <p:cond delay="367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19" dur="3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2" presetID="0" presetClass="path" presetSubtype="0" fill="hold" nodeType="withEffect">
                                  <p:stCondLst>
                                    <p:cond delay="384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21" dur="3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0" presetClass="path" presetSubtype="0" fill="hold" nodeType="withEffect">
                                  <p:stCondLst>
                                    <p:cond delay="401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23" dur="3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0" presetClass="path" presetSubtype="0" fill="hold" nodeType="withEffect">
                                  <p:stCondLst>
                                    <p:cond delay="418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25" dur="3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0" presetClass="path" presetSubtype="0" fill="hold" nodeType="withEffect">
                                  <p:stCondLst>
                                    <p:cond delay="435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27" dur="3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0" presetClass="path" presetSubtype="0" fill="hold" nodeType="withEffect">
                                  <p:stCondLst>
                                    <p:cond delay="452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29" dur="3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0" presetClass="path" presetSubtype="0" fill="hold" nodeType="withEffect">
                                  <p:stCondLst>
                                    <p:cond delay="469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31" dur="3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0" presetClass="path" presetSubtype="0" fill="hold" nodeType="withEffect">
                                  <p:stCondLst>
                                    <p:cond delay="486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33" dur="3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6" presetID="0" presetClass="path" presetSubtype="0" fill="hold" nodeType="withEffect">
                                  <p:stCondLst>
                                    <p:cond delay="503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35" dur="3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0" presetClass="path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37" dur="3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0" presetClass="path" presetSubtype="0" fill="hold" nodeType="withEffect">
                                  <p:stCondLst>
                                    <p:cond delay="537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39" dur="3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2" presetID="0" presetClass="path" presetSubtype="0" fill="hold" nodeType="withEffect">
                                  <p:stCondLst>
                                    <p:cond delay="554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41" dur="3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4" presetID="0" presetClass="path" presetSubtype="0" fill="hold" nodeType="withEffect">
                                  <p:stCondLst>
                                    <p:cond delay="571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43" dur="3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0" presetClass="path" presetSubtype="0" fill="hold" nodeType="withEffect">
                                  <p:stCondLst>
                                    <p:cond delay="588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45" dur="3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8" presetID="0" presetClass="path" presetSubtype="0" fill="hold" nodeType="withEffect">
                                  <p:stCondLst>
                                    <p:cond delay="605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47" dur="3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0" presetClass="path" presetSubtype="0" fill="hold" nodeType="withEffect">
                                  <p:stCondLst>
                                    <p:cond delay="6220"/>
                                  </p:stCondLst>
                                  <p:childTnLst>
                                    <p:animMotion origin="layout" path="M 0 0 L 0.0200 1.4000 E" pathEditMode="relative" ptsTypes="AA">
                                      <p:cBhvr>
                                        <p:cTn id="249" dur="3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2" presetID="0" presetClass="path" presetSubtype="0" fill="hold" nodeType="withEffect">
                                  <p:stCondLst>
                                    <p:cond delay="6390"/>
                                  </p:stCondLst>
                                  <p:childTnLst>
                                    <p:animMotion origin="layout" path="M 0 0 L -0.0200 1.4000 E" pathEditMode="relative" ptsTypes="AA">
                                      <p:cBhvr>
                                        <p:cTn id="251" dur="3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53" presetClass="entr" presetSubtype="0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8" presetClass="emph" presetSubtype="0" fill="hold" nodeType="withEffect">
                                  <p:stCondLst>
                                    <p:cond delay="9900"/>
                                  </p:stCondLst>
                                  <p:childTnLst>
                                    <p:animRot by="21600000">
                                      <p:cBhvr>
                                        <p:cTn id="258" dur="8000" fill="hold" repeatCount="indefinite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6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6" name="portal_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Little Dragon's Magic World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