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ye.wav" ContentType="audio/wav"/>
  <Override PartName="/ppt/media/snd_celebrate.wav" ContentType="audio/wav"/>
  <Override PartName="/ppt/media/snd_chest_open.wav" ContentType="audio/wav"/>
  <Override PartName="/ppt/media/snd_door_locked.wav" ContentType="audio/wav"/>
  <Override PartName="/ppt/media/snd_door_open.wav" ContentType="audio/wav"/>
  <Override PartName="/ppt/media/snd_feed_cake.wav" ContentType="audio/wav"/>
  <Override PartName="/ppt/media/snd_feed_chili.wav" ContentType="audio/wav"/>
  <Override PartName="/ppt/media/snd_feed_munch.wav" ContentType="audio/wav"/>
  <Override PartName="/ppt/media/snd_feed_veg.wav" ContentType="audio/wav"/>
  <Override PartName="/ppt/media/snd_feed_wait.wav" ContentType="audio/wav"/>
  <Override PartName="/ppt/media/snd_flower.wav" ContentType="audio/wav"/>
  <Override PartName="/ppt/media/snd_gem.wav" ContentType="audio/wav"/>
  <Override PartName="/ppt/media/snd_hug_sequence.wav" ContentType="audio/wav"/>
  <Override PartName="/ppt/media/snd_jump.wav" ContentType="audio/wav"/>
  <Override PartName="/ppt/media/snd_key_appear.wav" ContentType="audio/wav"/>
  <Override PartName="/ppt/media/snd_lantern.wav" ContentType="audio/wav"/>
  <Override PartName="/ppt/media/snd_lumi_tap.wav" ContentType="audio/wav"/>
  <Override PartName="/ppt/media/snd_music_loop.wav" ContentType="audio/wav"/>
  <Override PartName="/ppt/media/snd_owl.wav" ContentType="audio/wav"/>
  <Override PartName="/ppt/media/snd_pop_1.wav" ContentType="audio/wav"/>
  <Override PartName="/ppt/media/snd_pop_2.wav" ContentType="audio/wav"/>
  <Override PartName="/ppt/media/snd_pop_3.wav" ContentType="audio/wav"/>
  <Override PartName="/ppt/media/snd_pop_4.wav" ContentType="audio/wav"/>
  <Override PartName="/ppt/media/snd_pop_5.wav" ContentType="audio/wav"/>
  <Override PartName="/ppt/media/snd_pop_6.wav" ContentType="audio/wav"/>
  <Override PartName="/ppt/media/snd_pop_7.wav" ContentType="audio/wav"/>
  <Override PartName="/ppt/media/snd_pop_gold.wav" ContentType="audio/wav"/>
  <Override PartName="/ppt/media/snd_portal_go.wav" ContentType="audio/wav"/>
  <Override PartName="/ppt/media/snd_portal_in.wav" ContentType="audio/wav"/>
  <Override PartName="/ppt/media/snd_recover.wav" ContentType="audio/wav"/>
  <Override PartName="/ppt/media/snd_star_1.wav" ContentType="audio/wav"/>
  <Override PartName="/ppt/media/snd_star_2.wav" ContentType="audio/wav"/>
  <Override PartName="/ppt/media/snd_star_3.wav" ContentType="audio/wav"/>
  <Override PartName="/ppt/media/snd_star_4.wav" ContentType="audio/wav"/>
  <Override PartName="/ppt/media/snd_star_all.wav" ContentType="audio/wav"/>
  <Override PartName="/ppt/media/snd_wake_up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slide" Target="slide2.xml"/><Relationship Id="rId18" Type="http://schemas.openxmlformats.org/officeDocument/2006/relationships/audio" Target="../media/snd_music_loop.wav"/><Relationship Id="rId19" Type="http://schemas.microsoft.com/office/2007/relationships/media" Target="../media/snd_music_loop.wav"/><Relationship Id="rId20" Type="http://schemas.openxmlformats.org/officeDocument/2006/relationships/image" Target="../media/image103.png"/><Relationship Id="rId21" Type="http://schemas.openxmlformats.org/officeDocument/2006/relationships/audio" Target="../media/snd_wake_up.wav"/><Relationship Id="rId22" Type="http://schemas.openxmlformats.org/officeDocument/2006/relationships/audio" Target="../media/snd_portal_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slide" Target="slide3.xml"/><Relationship Id="rId9" Type="http://schemas.openxmlformats.org/officeDocument/2006/relationships/slide" Target="slide4.xml"/><Relationship Id="rId10" Type="http://schemas.openxmlformats.org/officeDocument/2006/relationships/slide" Target="slide6.xml"/><Relationship Id="rId11" Type="http://schemas.openxmlformats.org/officeDocument/2006/relationships/slide" Target="slide10.xml"/><Relationship Id="rId12" Type="http://schemas.openxmlformats.org/officeDocument/2006/relationships/slide" Target="slide18.xml"/><Relationship Id="rId13" Type="http://schemas.openxmlformats.org/officeDocument/2006/relationships/image" Target="../media/image103.png"/><Relationship Id="rId14" Type="http://schemas.openxmlformats.org/officeDocument/2006/relationships/audio" Target="../media/snd_portal_go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5.xml"/><Relationship Id="rId10" Type="http://schemas.openxmlformats.org/officeDocument/2006/relationships/slide" Target="slide7.xml"/><Relationship Id="rId11" Type="http://schemas.openxmlformats.org/officeDocument/2006/relationships/slide" Target="slide11.xml"/><Relationship Id="rId12" Type="http://schemas.openxmlformats.org/officeDocument/2006/relationships/slide" Target="slide19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5.xml"/><Relationship Id="rId10" Type="http://schemas.openxmlformats.org/officeDocument/2006/relationships/slide" Target="slide8.xml"/><Relationship Id="rId11" Type="http://schemas.openxmlformats.org/officeDocument/2006/relationships/slide" Target="slide12.xml"/><Relationship Id="rId12" Type="http://schemas.openxmlformats.org/officeDocument/2006/relationships/slide" Target="slide20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9.xml"/><Relationship Id="rId10" Type="http://schemas.openxmlformats.org/officeDocument/2006/relationships/slide" Target="slide13.xml"/><Relationship Id="rId11" Type="http://schemas.openxmlformats.org/officeDocument/2006/relationships/slide" Target="slide21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7.xml"/><Relationship Id="rId10" Type="http://schemas.openxmlformats.org/officeDocument/2006/relationships/slide" Target="slide8.xml"/><Relationship Id="rId11" Type="http://schemas.openxmlformats.org/officeDocument/2006/relationships/slide" Target="slide14.xml"/><Relationship Id="rId12" Type="http://schemas.openxmlformats.org/officeDocument/2006/relationships/slide" Target="slide22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9.xml"/><Relationship Id="rId10" Type="http://schemas.openxmlformats.org/officeDocument/2006/relationships/slide" Target="slide15.xml"/><Relationship Id="rId11" Type="http://schemas.openxmlformats.org/officeDocument/2006/relationships/slide" Target="slide23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9.xml"/><Relationship Id="rId10" Type="http://schemas.openxmlformats.org/officeDocument/2006/relationships/slide" Target="slide16.xml"/><Relationship Id="rId11" Type="http://schemas.openxmlformats.org/officeDocument/2006/relationships/slide" Target="slide24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7.xml"/><Relationship Id="rId10" Type="http://schemas.openxmlformats.org/officeDocument/2006/relationships/slide" Target="slide25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1.xml"/><Relationship Id="rId10" Type="http://schemas.openxmlformats.org/officeDocument/2006/relationships/slide" Target="slide12.xml"/><Relationship Id="rId11" Type="http://schemas.openxmlformats.org/officeDocument/2006/relationships/slide" Target="slide14.xml"/><Relationship Id="rId12" Type="http://schemas.openxmlformats.org/officeDocument/2006/relationships/slide" Target="slide26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3.xml"/><Relationship Id="rId10" Type="http://schemas.openxmlformats.org/officeDocument/2006/relationships/slide" Target="slide15.xml"/><Relationship Id="rId11" Type="http://schemas.openxmlformats.org/officeDocument/2006/relationships/slide" Target="slide27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3.xml"/><Relationship Id="rId10" Type="http://schemas.openxmlformats.org/officeDocument/2006/relationships/slide" Target="slide16.xml"/><Relationship Id="rId11" Type="http://schemas.openxmlformats.org/officeDocument/2006/relationships/slide" Target="slide28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7.xml"/><Relationship Id="rId10" Type="http://schemas.openxmlformats.org/officeDocument/2006/relationships/slide" Target="slide29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5.xml"/><Relationship Id="rId10" Type="http://schemas.openxmlformats.org/officeDocument/2006/relationships/slide" Target="slide16.xml"/><Relationship Id="rId11" Type="http://schemas.openxmlformats.org/officeDocument/2006/relationships/slide" Target="slide30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7.xml"/><Relationship Id="rId10" Type="http://schemas.openxmlformats.org/officeDocument/2006/relationships/slide" Target="slide31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7.xml"/><Relationship Id="rId10" Type="http://schemas.openxmlformats.org/officeDocument/2006/relationships/slide" Target="slide32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19.xml"/><Relationship Id="rId10" Type="http://schemas.openxmlformats.org/officeDocument/2006/relationships/slide" Target="slide20.xml"/><Relationship Id="rId11" Type="http://schemas.openxmlformats.org/officeDocument/2006/relationships/slide" Target="slide22.xml"/><Relationship Id="rId12" Type="http://schemas.openxmlformats.org/officeDocument/2006/relationships/slide" Target="slide26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1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1.xml"/><Relationship Id="rId10" Type="http://schemas.openxmlformats.org/officeDocument/2006/relationships/slide" Target="slide23.xml"/><Relationship Id="rId11" Type="http://schemas.openxmlformats.org/officeDocument/2006/relationships/slide" Target="slide27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1.xml"/><Relationship Id="rId10" Type="http://schemas.openxmlformats.org/officeDocument/2006/relationships/slide" Target="slide24.xml"/><Relationship Id="rId11" Type="http://schemas.openxmlformats.org/officeDocument/2006/relationships/slide" Target="slide28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5.xml"/><Relationship Id="rId10" Type="http://schemas.openxmlformats.org/officeDocument/2006/relationships/slide" Target="slide29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3.xml"/><Relationship Id="rId10" Type="http://schemas.openxmlformats.org/officeDocument/2006/relationships/slide" Target="slide24.xml"/><Relationship Id="rId11" Type="http://schemas.openxmlformats.org/officeDocument/2006/relationships/slide" Target="slide30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5.xml"/><Relationship Id="rId10" Type="http://schemas.openxmlformats.org/officeDocument/2006/relationships/slide" Target="slide31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5.xml"/><Relationship Id="rId10" Type="http://schemas.openxmlformats.org/officeDocument/2006/relationships/slide" Target="slide32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7.xml"/><Relationship Id="rId10" Type="http://schemas.openxmlformats.org/officeDocument/2006/relationships/slide" Target="slide28.xml"/><Relationship Id="rId11" Type="http://schemas.openxmlformats.org/officeDocument/2006/relationships/slide" Target="slide30.xml"/><Relationship Id="rId12" Type="http://schemas.openxmlformats.org/officeDocument/2006/relationships/image" Target="../media/image103.png"/><Relationship Id="rId13" Type="http://schemas.openxmlformats.org/officeDocument/2006/relationships/audio" Target="../media/snd_jump.wav"/><Relationship Id="rId14" Type="http://schemas.openxmlformats.org/officeDocument/2006/relationships/audio" Target="../media/snd_star_2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9.xml"/><Relationship Id="rId10" Type="http://schemas.openxmlformats.org/officeDocument/2006/relationships/slide" Target="slide31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29.xml"/><Relationship Id="rId10" Type="http://schemas.openxmlformats.org/officeDocument/2006/relationships/slide" Target="slide32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1.xml"/><Relationship Id="rId10" Type="http://schemas.openxmlformats.org/officeDocument/2006/relationships/slide" Target="slide32.xml"/><Relationship Id="rId11" Type="http://schemas.openxmlformats.org/officeDocument/2006/relationships/image" Target="../media/image103.png"/><Relationship Id="rId12" Type="http://schemas.openxmlformats.org/officeDocument/2006/relationships/audio" Target="../media/snd_jump.wav"/><Relationship Id="rId13" Type="http://schemas.openxmlformats.org/officeDocument/2006/relationships/audio" Target="../media/snd_star_3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9.png"/><Relationship Id="rId8" Type="http://schemas.openxmlformats.org/officeDocument/2006/relationships/image" Target="../media/image22.png"/><Relationship Id="rId9" Type="http://schemas.openxmlformats.org/officeDocument/2006/relationships/slide" Target="slide33.xml"/><Relationship Id="rId10" Type="http://schemas.openxmlformats.org/officeDocument/2006/relationships/image" Target="../media/image103.png"/><Relationship Id="rId11" Type="http://schemas.openxmlformats.org/officeDocument/2006/relationships/audio" Target="../media/snd_jump.wav"/><Relationship Id="rId12" Type="http://schemas.openxmlformats.org/officeDocument/2006/relationships/audio" Target="../media/snd_star_4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2.png"/><Relationship Id="rId9" Type="http://schemas.openxmlformats.org/officeDocument/2006/relationships/image" Target="../media/image29.png"/><Relationship Id="rId10" Type="http://schemas.openxmlformats.org/officeDocument/2006/relationships/image" Target="../media/image2.png"/><Relationship Id="rId11" Type="http://schemas.openxmlformats.org/officeDocument/2006/relationships/image" Target="../media/image14.png"/><Relationship Id="rId12" Type="http://schemas.openxmlformats.org/officeDocument/2006/relationships/slide" Target="slide34.xml"/><Relationship Id="rId13" Type="http://schemas.openxmlformats.org/officeDocument/2006/relationships/image" Target="../media/image103.png"/><Relationship Id="rId14" Type="http://schemas.openxmlformats.org/officeDocument/2006/relationships/audio" Target="../media/snd_jump.wav"/><Relationship Id="rId15" Type="http://schemas.openxmlformats.org/officeDocument/2006/relationships/audio" Target="../media/snd_star_all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28.png"/><Relationship Id="rId4" Type="http://schemas.openxmlformats.org/officeDocument/2006/relationships/image" Target="../media/image27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17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Relationship Id="rId27" Type="http://schemas.openxmlformats.org/officeDocument/2006/relationships/image" Target="../media/image50.png"/><Relationship Id="rId28" Type="http://schemas.openxmlformats.org/officeDocument/2006/relationships/image" Target="../media/image51.png"/><Relationship Id="rId29" Type="http://schemas.openxmlformats.org/officeDocument/2006/relationships/slide" Target="slide35.xml"/><Relationship Id="rId30" Type="http://schemas.openxmlformats.org/officeDocument/2006/relationships/image" Target="../media/image103.png"/><Relationship Id="rId31" Type="http://schemas.openxmlformats.org/officeDocument/2006/relationships/audio" Target="../media/snd_portal_go.wav"/><Relationship Id="rId32" Type="http://schemas.openxmlformats.org/officeDocument/2006/relationships/audio" Target="../media/snd_pop_1.wav"/><Relationship Id="rId33" Type="http://schemas.openxmlformats.org/officeDocument/2006/relationships/audio" Target="../media/snd_pop_2.wav"/><Relationship Id="rId34" Type="http://schemas.openxmlformats.org/officeDocument/2006/relationships/audio" Target="../media/snd_pop_3.wav"/><Relationship Id="rId35" Type="http://schemas.openxmlformats.org/officeDocument/2006/relationships/audio" Target="../media/snd_pop_4.wav"/><Relationship Id="rId36" Type="http://schemas.openxmlformats.org/officeDocument/2006/relationships/audio" Target="../media/snd_pop_5.wav"/><Relationship Id="rId37" Type="http://schemas.openxmlformats.org/officeDocument/2006/relationships/audio" Target="../media/snd_pop_6.wav"/><Relationship Id="rId38" Type="http://schemas.openxmlformats.org/officeDocument/2006/relationships/audio" Target="../media/snd_pop_7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8.png"/><Relationship Id="rId10" Type="http://schemas.openxmlformats.org/officeDocument/2006/relationships/image" Target="../media/image59.png"/><Relationship Id="rId11" Type="http://schemas.openxmlformats.org/officeDocument/2006/relationships/slide" Target="slide36.xml"/><Relationship Id="rId12" Type="http://schemas.openxmlformats.org/officeDocument/2006/relationships/slide" Target="slide37.xml"/><Relationship Id="rId13" Type="http://schemas.openxmlformats.org/officeDocument/2006/relationships/slide" Target="slide38.xml"/><Relationship Id="rId14" Type="http://schemas.openxmlformats.org/officeDocument/2006/relationships/slide" Target="slide39.xml"/><Relationship Id="rId15" Type="http://schemas.openxmlformats.org/officeDocument/2006/relationships/slide" Target="slide40.xml"/><Relationship Id="rId16" Type="http://schemas.openxmlformats.org/officeDocument/2006/relationships/slide" Target="slide41.xml"/><Relationship Id="rId17" Type="http://schemas.openxmlformats.org/officeDocument/2006/relationships/image" Target="../media/image103.png"/><Relationship Id="rId18" Type="http://schemas.openxmlformats.org/officeDocument/2006/relationships/audio" Target="../media/snd_pop_gold.wav"/><Relationship Id="rId19" Type="http://schemas.openxmlformats.org/officeDocument/2006/relationships/audio" Target="../media/snd_feed_wait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22.png"/><Relationship Id="rId15" Type="http://schemas.openxmlformats.org/officeDocument/2006/relationships/image" Target="../media/image64.png"/><Relationship Id="rId16" Type="http://schemas.openxmlformats.org/officeDocument/2006/relationships/slide" Target="slide37.xml"/><Relationship Id="rId17" Type="http://schemas.openxmlformats.org/officeDocument/2006/relationships/slide" Target="slide38.xml"/><Relationship Id="rId18" Type="http://schemas.openxmlformats.org/officeDocument/2006/relationships/slide" Target="slide39.xml"/><Relationship Id="rId19" Type="http://schemas.openxmlformats.org/officeDocument/2006/relationships/slide" Target="slide40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munch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22.png"/><Relationship Id="rId15" Type="http://schemas.openxmlformats.org/officeDocument/2006/relationships/image" Target="../media/image64.png"/><Relationship Id="rId16" Type="http://schemas.openxmlformats.org/officeDocument/2006/relationships/slide" Target="slide36.xml"/><Relationship Id="rId17" Type="http://schemas.openxmlformats.org/officeDocument/2006/relationships/slide" Target="slide38.xml"/><Relationship Id="rId18" Type="http://schemas.openxmlformats.org/officeDocument/2006/relationships/slide" Target="slide39.xml"/><Relationship Id="rId19" Type="http://schemas.openxmlformats.org/officeDocument/2006/relationships/slide" Target="slide40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cake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22.png"/><Relationship Id="rId15" Type="http://schemas.openxmlformats.org/officeDocument/2006/relationships/image" Target="../media/image64.png"/><Relationship Id="rId16" Type="http://schemas.openxmlformats.org/officeDocument/2006/relationships/slide" Target="slide36.xml"/><Relationship Id="rId17" Type="http://schemas.openxmlformats.org/officeDocument/2006/relationships/slide" Target="slide37.xml"/><Relationship Id="rId18" Type="http://schemas.openxmlformats.org/officeDocument/2006/relationships/slide" Target="slide39.xml"/><Relationship Id="rId19" Type="http://schemas.openxmlformats.org/officeDocument/2006/relationships/slide" Target="slide40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munch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22.png"/><Relationship Id="rId15" Type="http://schemas.openxmlformats.org/officeDocument/2006/relationships/image" Target="../media/image64.png"/><Relationship Id="rId16" Type="http://schemas.openxmlformats.org/officeDocument/2006/relationships/slide" Target="slide36.xml"/><Relationship Id="rId17" Type="http://schemas.openxmlformats.org/officeDocument/2006/relationships/slide" Target="slide37.xml"/><Relationship Id="rId18" Type="http://schemas.openxmlformats.org/officeDocument/2006/relationships/slide" Target="slide38.xml"/><Relationship Id="rId19" Type="http://schemas.openxmlformats.org/officeDocument/2006/relationships/slide" Target="slide40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munch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4.png"/><Relationship Id="rId16" Type="http://schemas.openxmlformats.org/officeDocument/2006/relationships/slide" Target="slide36.xml"/><Relationship Id="rId17" Type="http://schemas.openxmlformats.org/officeDocument/2006/relationships/slide" Target="slide37.xml"/><Relationship Id="rId18" Type="http://schemas.openxmlformats.org/officeDocument/2006/relationships/slide" Target="slide38.xml"/><Relationship Id="rId19" Type="http://schemas.openxmlformats.org/officeDocument/2006/relationships/slide" Target="slide39.xml"/><Relationship Id="rId20" Type="http://schemas.openxmlformats.org/officeDocument/2006/relationships/slide" Target="slide41.xml"/><Relationship Id="rId21" Type="http://schemas.openxmlformats.org/officeDocument/2006/relationships/slide" Target="slide42.xml"/><Relationship Id="rId22" Type="http://schemas.openxmlformats.org/officeDocument/2006/relationships/image" Target="../media/image103.png"/><Relationship Id="rId23" Type="http://schemas.openxmlformats.org/officeDocument/2006/relationships/audio" Target="../media/snd_feed_ve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63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Relationship Id="rId17" Type="http://schemas.openxmlformats.org/officeDocument/2006/relationships/image" Target="../media/image64.png"/><Relationship Id="rId18" Type="http://schemas.openxmlformats.org/officeDocument/2006/relationships/slide" Target="slide36.xml"/><Relationship Id="rId19" Type="http://schemas.openxmlformats.org/officeDocument/2006/relationships/slide" Target="slide37.xml"/><Relationship Id="rId20" Type="http://schemas.openxmlformats.org/officeDocument/2006/relationships/slide" Target="slide38.xml"/><Relationship Id="rId21" Type="http://schemas.openxmlformats.org/officeDocument/2006/relationships/slide" Target="slide39.xml"/><Relationship Id="rId22" Type="http://schemas.openxmlformats.org/officeDocument/2006/relationships/slide" Target="slide40.xml"/><Relationship Id="rId23" Type="http://schemas.openxmlformats.org/officeDocument/2006/relationships/slide" Target="slide42.xml"/><Relationship Id="rId24" Type="http://schemas.openxmlformats.org/officeDocument/2006/relationships/image" Target="../media/image103.png"/><Relationship Id="rId25" Type="http://schemas.openxmlformats.org/officeDocument/2006/relationships/audio" Target="../media/snd_feed_chili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image" Target="../media/image2.png"/><Relationship Id="rId4" Type="http://schemas.openxmlformats.org/officeDocument/2006/relationships/image" Target="../media/image73.png"/><Relationship Id="rId5" Type="http://schemas.openxmlformats.org/officeDocument/2006/relationships/image" Target="../media/image8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64.png"/><Relationship Id="rId9" Type="http://schemas.openxmlformats.org/officeDocument/2006/relationships/image" Target="../media/image76.png"/><Relationship Id="rId10" Type="http://schemas.openxmlformats.org/officeDocument/2006/relationships/image" Target="../media/image15.png"/><Relationship Id="rId11" Type="http://schemas.openxmlformats.org/officeDocument/2006/relationships/image" Target="../media/image45.png"/><Relationship Id="rId12" Type="http://schemas.openxmlformats.org/officeDocument/2006/relationships/slide" Target="slide43.xml"/><Relationship Id="rId13" Type="http://schemas.openxmlformats.org/officeDocument/2006/relationships/image" Target="../media/image103.png"/><Relationship Id="rId14" Type="http://schemas.openxmlformats.org/officeDocument/2006/relationships/audio" Target="../media/snd_lumi_tap.wav"/><Relationship Id="rId15" Type="http://schemas.openxmlformats.org/officeDocument/2006/relationships/audio" Target="../media/snd_hug_sequence.wav"/><Relationship Id="rId16" Type="http://schemas.openxmlformats.org/officeDocument/2006/relationships/audio" Target="../media/snd_key_appear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.png"/><Relationship Id="rId9" Type="http://schemas.openxmlformats.org/officeDocument/2006/relationships/image" Target="../media/image11.png"/><Relationship Id="rId10" Type="http://schemas.openxmlformats.org/officeDocument/2006/relationships/image" Target="../media/image82.png"/><Relationship Id="rId11" Type="http://schemas.openxmlformats.org/officeDocument/2006/relationships/slide" Target="slide44.xml"/><Relationship Id="rId12" Type="http://schemas.openxmlformats.org/officeDocument/2006/relationships/slide" Target="slide45.xml"/><Relationship Id="rId13" Type="http://schemas.openxmlformats.org/officeDocument/2006/relationships/slide" Target="slide48.xml"/><Relationship Id="rId14" Type="http://schemas.openxmlformats.org/officeDocument/2006/relationships/image" Target="../media/image103.png"/><Relationship Id="rId15" Type="http://schemas.openxmlformats.org/officeDocument/2006/relationships/audio" Target="../media/snd_portal_go.wav"/><Relationship Id="rId16" Type="http://schemas.openxmlformats.org/officeDocument/2006/relationships/audio" Target="../media/snd_door_locked.wav"/><Relationship Id="rId17" Type="http://schemas.openxmlformats.org/officeDocument/2006/relationships/audio" Target="../media/snd_recover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3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4.png"/><Relationship Id="rId10" Type="http://schemas.openxmlformats.org/officeDocument/2006/relationships/image" Target="../media/image8.png"/><Relationship Id="rId11" Type="http://schemas.openxmlformats.org/officeDocument/2006/relationships/image" Target="../media/image7.png"/><Relationship Id="rId12" Type="http://schemas.openxmlformats.org/officeDocument/2006/relationships/image" Target="../media/image9.png"/><Relationship Id="rId13" Type="http://schemas.openxmlformats.org/officeDocument/2006/relationships/image" Target="../media/image66.png"/><Relationship Id="rId14" Type="http://schemas.openxmlformats.org/officeDocument/2006/relationships/image" Target="../media/image82.png"/><Relationship Id="rId15" Type="http://schemas.openxmlformats.org/officeDocument/2006/relationships/slide" Target="slide44.xml"/><Relationship Id="rId16" Type="http://schemas.openxmlformats.org/officeDocument/2006/relationships/slide" Target="slide47.xml"/><Relationship Id="rId17" Type="http://schemas.openxmlformats.org/officeDocument/2006/relationships/slide" Target="slide50.xml"/><Relationship Id="rId18" Type="http://schemas.openxmlformats.org/officeDocument/2006/relationships/image" Target="../media/image103.png"/><Relationship Id="rId19" Type="http://schemas.openxmlformats.org/officeDocument/2006/relationships/audio" Target="../media/snd_lantern.wav"/><Relationship Id="rId20" Type="http://schemas.openxmlformats.org/officeDocument/2006/relationships/audio" Target="../media/snd_gem.wav"/><Relationship Id="rId21" Type="http://schemas.openxmlformats.org/officeDocument/2006/relationships/audio" Target="../media/snd_jump.wav"/><Relationship Id="rId22" Type="http://schemas.openxmlformats.org/officeDocument/2006/relationships/audio" Target="../media/snd_door_locked.wav"/><Relationship Id="rId23" Type="http://schemas.openxmlformats.org/officeDocument/2006/relationships/audio" Target="../media/snd_recov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7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46.xml"/><Relationship Id="rId17" Type="http://schemas.openxmlformats.org/officeDocument/2006/relationships/slide" Target="slide45.xml"/><Relationship Id="rId18" Type="http://schemas.openxmlformats.org/officeDocument/2006/relationships/slide" Target="slide52.xml"/><Relationship Id="rId19" Type="http://schemas.openxmlformats.org/officeDocument/2006/relationships/image" Target="../media/image103.png"/><Relationship Id="rId20" Type="http://schemas.openxmlformats.org/officeDocument/2006/relationships/audio" Target="../media/snd_owl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3.png"/><Relationship Id="rId6" Type="http://schemas.openxmlformats.org/officeDocument/2006/relationships/image" Target="../media/image85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4.png"/><Relationship Id="rId10" Type="http://schemas.openxmlformats.org/officeDocument/2006/relationships/image" Target="../media/image87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46.xml"/><Relationship Id="rId17" Type="http://schemas.openxmlformats.org/officeDocument/2006/relationships/slide" Target="slide47.xml"/><Relationship Id="rId18" Type="http://schemas.openxmlformats.org/officeDocument/2006/relationships/slide" Target="slide55.xml"/><Relationship Id="rId19" Type="http://schemas.openxmlformats.org/officeDocument/2006/relationships/image" Target="../media/image103.png"/><Relationship Id="rId20" Type="http://schemas.openxmlformats.org/officeDocument/2006/relationships/audio" Target="../media/snd_lantern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83.png"/><Relationship Id="rId5" Type="http://schemas.openxmlformats.org/officeDocument/2006/relationships/image" Target="../media/image79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4.png"/><Relationship Id="rId11" Type="http://schemas.openxmlformats.org/officeDocument/2006/relationships/image" Target="../media/image87.png"/><Relationship Id="rId12" Type="http://schemas.openxmlformats.org/officeDocument/2006/relationships/image" Target="../media/image8.png"/><Relationship Id="rId13" Type="http://schemas.openxmlformats.org/officeDocument/2006/relationships/image" Target="../media/image7.png"/><Relationship Id="rId14" Type="http://schemas.openxmlformats.org/officeDocument/2006/relationships/image" Target="../media/image9.png"/><Relationship Id="rId15" Type="http://schemas.openxmlformats.org/officeDocument/2006/relationships/image" Target="../media/image66.png"/><Relationship Id="rId16" Type="http://schemas.openxmlformats.org/officeDocument/2006/relationships/image" Target="../media/image82.png"/><Relationship Id="rId17" Type="http://schemas.openxmlformats.org/officeDocument/2006/relationships/slide" Target="slide46.xml"/><Relationship Id="rId18" Type="http://schemas.openxmlformats.org/officeDocument/2006/relationships/slide" Target="slide47.xml"/><Relationship Id="rId19" Type="http://schemas.openxmlformats.org/officeDocument/2006/relationships/slide" Target="slide55.xml"/><Relationship Id="rId20" Type="http://schemas.openxmlformats.org/officeDocument/2006/relationships/image" Target="../media/image103.png"/><Relationship Id="rId21" Type="http://schemas.openxmlformats.org/officeDocument/2006/relationships/audio" Target="../media/snd_owl.wav"/><Relationship Id="rId22" Type="http://schemas.openxmlformats.org/officeDocument/2006/relationships/audio" Target="../media/snd_gem.wav"/><Relationship Id="rId23" Type="http://schemas.openxmlformats.org/officeDocument/2006/relationships/audio" Target="../media/snd_jump.wav"/><Relationship Id="rId24" Type="http://schemas.openxmlformats.org/officeDocument/2006/relationships/audio" Target="../media/snd_door_locked.wav"/><Relationship Id="rId25" Type="http://schemas.openxmlformats.org/officeDocument/2006/relationships/audio" Target="../media/snd_recover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8.png"/><Relationship Id="rId8" Type="http://schemas.openxmlformats.org/officeDocument/2006/relationships/image" Target="../media/image81.png"/><Relationship Id="rId9" Type="http://schemas.openxmlformats.org/officeDocument/2006/relationships/image" Target="../media/image89.png"/><Relationship Id="rId10" Type="http://schemas.openxmlformats.org/officeDocument/2006/relationships/image" Target="../media/image8.png"/><Relationship Id="rId11" Type="http://schemas.openxmlformats.org/officeDocument/2006/relationships/image" Target="../media/image7.png"/><Relationship Id="rId12" Type="http://schemas.openxmlformats.org/officeDocument/2006/relationships/image" Target="../media/image9.png"/><Relationship Id="rId13" Type="http://schemas.openxmlformats.org/officeDocument/2006/relationships/image" Target="../media/image66.png"/><Relationship Id="rId14" Type="http://schemas.openxmlformats.org/officeDocument/2006/relationships/image" Target="../media/image82.png"/><Relationship Id="rId15" Type="http://schemas.openxmlformats.org/officeDocument/2006/relationships/slide" Target="slide49.xml"/><Relationship Id="rId16" Type="http://schemas.openxmlformats.org/officeDocument/2006/relationships/slide" Target="slide51.xml"/><Relationship Id="rId17" Type="http://schemas.openxmlformats.org/officeDocument/2006/relationships/slide" Target="slide48.xml"/><Relationship Id="rId18" Type="http://schemas.openxmlformats.org/officeDocument/2006/relationships/image" Target="../media/image103.png"/><Relationship Id="rId19" Type="http://schemas.openxmlformats.org/officeDocument/2006/relationships/audio" Target="../media/snd_flower.wav"/><Relationship Id="rId20" Type="http://schemas.openxmlformats.org/officeDocument/2006/relationships/audio" Target="../media/snd_gem.wav"/><Relationship Id="rId21" Type="http://schemas.openxmlformats.org/officeDocument/2006/relationships/audio" Target="../media/snd_jump.wav"/><Relationship Id="rId22" Type="http://schemas.openxmlformats.org/officeDocument/2006/relationships/audio" Target="../media/snd_door_locked.wav"/><Relationship Id="rId23" Type="http://schemas.openxmlformats.org/officeDocument/2006/relationships/audio" Target="../media/snd_recover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3.png"/><Relationship Id="rId6" Type="http://schemas.openxmlformats.org/officeDocument/2006/relationships/image" Target="../media/image79.png"/><Relationship Id="rId7" Type="http://schemas.openxmlformats.org/officeDocument/2006/relationships/image" Target="../media/image88.png"/><Relationship Id="rId8" Type="http://schemas.openxmlformats.org/officeDocument/2006/relationships/image" Target="../media/image81.png"/><Relationship Id="rId9" Type="http://schemas.openxmlformats.org/officeDocument/2006/relationships/image" Target="../media/image84.png"/><Relationship Id="rId10" Type="http://schemas.openxmlformats.org/officeDocument/2006/relationships/image" Target="../media/image89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49.xml"/><Relationship Id="rId17" Type="http://schemas.openxmlformats.org/officeDocument/2006/relationships/slide" Target="slide54.xml"/><Relationship Id="rId18" Type="http://schemas.openxmlformats.org/officeDocument/2006/relationships/slide" Target="slide50.xml"/><Relationship Id="rId19" Type="http://schemas.openxmlformats.org/officeDocument/2006/relationships/image" Target="../media/image103.png"/><Relationship Id="rId20" Type="http://schemas.openxmlformats.org/officeDocument/2006/relationships/audio" Target="../media/snd_lantern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83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8.png"/><Relationship Id="rId8" Type="http://schemas.openxmlformats.org/officeDocument/2006/relationships/image" Target="../media/image81.png"/><Relationship Id="rId9" Type="http://schemas.openxmlformats.org/officeDocument/2006/relationships/image" Target="../media/image84.png"/><Relationship Id="rId10" Type="http://schemas.openxmlformats.org/officeDocument/2006/relationships/image" Target="../media/image89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49.xml"/><Relationship Id="rId17" Type="http://schemas.openxmlformats.org/officeDocument/2006/relationships/slide" Target="slide54.xml"/><Relationship Id="rId18" Type="http://schemas.openxmlformats.org/officeDocument/2006/relationships/slide" Target="slide50.xml"/><Relationship Id="rId19" Type="http://schemas.openxmlformats.org/officeDocument/2006/relationships/image" Target="../media/image103.png"/><Relationship Id="rId20" Type="http://schemas.openxmlformats.org/officeDocument/2006/relationships/audio" Target="../media/snd_flower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8.png"/><Relationship Id="rId9" Type="http://schemas.openxmlformats.org/officeDocument/2006/relationships/image" Target="../media/image81.png"/><Relationship Id="rId10" Type="http://schemas.openxmlformats.org/officeDocument/2006/relationships/image" Target="../media/image87.png"/><Relationship Id="rId11" Type="http://schemas.openxmlformats.org/officeDocument/2006/relationships/image" Target="../media/image89.png"/><Relationship Id="rId12" Type="http://schemas.openxmlformats.org/officeDocument/2006/relationships/image" Target="../media/image8.png"/><Relationship Id="rId13" Type="http://schemas.openxmlformats.org/officeDocument/2006/relationships/image" Target="../media/image7.png"/><Relationship Id="rId14" Type="http://schemas.openxmlformats.org/officeDocument/2006/relationships/image" Target="../media/image9.png"/><Relationship Id="rId15" Type="http://schemas.openxmlformats.org/officeDocument/2006/relationships/image" Target="../media/image66.png"/><Relationship Id="rId16" Type="http://schemas.openxmlformats.org/officeDocument/2006/relationships/image" Target="../media/image82.png"/><Relationship Id="rId17" Type="http://schemas.openxmlformats.org/officeDocument/2006/relationships/slide" Target="slide53.xml"/><Relationship Id="rId18" Type="http://schemas.openxmlformats.org/officeDocument/2006/relationships/slide" Target="slide51.xml"/><Relationship Id="rId19" Type="http://schemas.openxmlformats.org/officeDocument/2006/relationships/slide" Target="slide52.xml"/><Relationship Id="rId20" Type="http://schemas.openxmlformats.org/officeDocument/2006/relationships/image" Target="../media/image103.png"/><Relationship Id="rId21" Type="http://schemas.openxmlformats.org/officeDocument/2006/relationships/audio" Target="../media/snd_owl.wav"/><Relationship Id="rId22" Type="http://schemas.openxmlformats.org/officeDocument/2006/relationships/audio" Target="../media/snd_gem.wav"/><Relationship Id="rId23" Type="http://schemas.openxmlformats.org/officeDocument/2006/relationships/audio" Target="../media/snd_jump.wav"/><Relationship Id="rId24" Type="http://schemas.openxmlformats.org/officeDocument/2006/relationships/audio" Target="../media/snd_door_locked.wav"/><Relationship Id="rId25" Type="http://schemas.openxmlformats.org/officeDocument/2006/relationships/audio" Target="../media/snd_recover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5.png"/><Relationship Id="rId6" Type="http://schemas.openxmlformats.org/officeDocument/2006/relationships/image" Target="../media/image80.png"/><Relationship Id="rId7" Type="http://schemas.openxmlformats.org/officeDocument/2006/relationships/image" Target="../media/image88.png"/><Relationship Id="rId8" Type="http://schemas.openxmlformats.org/officeDocument/2006/relationships/image" Target="../media/image81.png"/><Relationship Id="rId9" Type="http://schemas.openxmlformats.org/officeDocument/2006/relationships/image" Target="../media/image87.png"/><Relationship Id="rId10" Type="http://schemas.openxmlformats.org/officeDocument/2006/relationships/image" Target="../media/image89.png"/><Relationship Id="rId11" Type="http://schemas.openxmlformats.org/officeDocument/2006/relationships/image" Target="../media/image8.png"/><Relationship Id="rId12" Type="http://schemas.openxmlformats.org/officeDocument/2006/relationships/image" Target="../media/image7.png"/><Relationship Id="rId13" Type="http://schemas.openxmlformats.org/officeDocument/2006/relationships/image" Target="../media/image9.png"/><Relationship Id="rId14" Type="http://schemas.openxmlformats.org/officeDocument/2006/relationships/image" Target="../media/image66.png"/><Relationship Id="rId15" Type="http://schemas.openxmlformats.org/officeDocument/2006/relationships/image" Target="../media/image82.png"/><Relationship Id="rId16" Type="http://schemas.openxmlformats.org/officeDocument/2006/relationships/slide" Target="slide53.xml"/><Relationship Id="rId17" Type="http://schemas.openxmlformats.org/officeDocument/2006/relationships/slide" Target="slide51.xml"/><Relationship Id="rId18" Type="http://schemas.openxmlformats.org/officeDocument/2006/relationships/slide" Target="slide52.xml"/><Relationship Id="rId19" Type="http://schemas.openxmlformats.org/officeDocument/2006/relationships/image" Target="../media/image103.png"/><Relationship Id="rId20" Type="http://schemas.openxmlformats.org/officeDocument/2006/relationships/audio" Target="../media/snd_flower.wav"/><Relationship Id="rId21" Type="http://schemas.openxmlformats.org/officeDocument/2006/relationships/audio" Target="../media/snd_gem.wav"/><Relationship Id="rId22" Type="http://schemas.openxmlformats.org/officeDocument/2006/relationships/audio" Target="../media/snd_jump.wav"/><Relationship Id="rId23" Type="http://schemas.openxmlformats.org/officeDocument/2006/relationships/audio" Target="../media/snd_door_locked.wav"/><Relationship Id="rId24" Type="http://schemas.openxmlformats.org/officeDocument/2006/relationships/audio" Target="../media/snd_recover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78.png"/><Relationship Id="rId5" Type="http://schemas.openxmlformats.org/officeDocument/2006/relationships/image" Target="../media/image83.png"/><Relationship Id="rId6" Type="http://schemas.openxmlformats.org/officeDocument/2006/relationships/image" Target="../media/image85.png"/><Relationship Id="rId7" Type="http://schemas.openxmlformats.org/officeDocument/2006/relationships/image" Target="../media/image88.png"/><Relationship Id="rId8" Type="http://schemas.openxmlformats.org/officeDocument/2006/relationships/image" Target="../media/image90.png"/><Relationship Id="rId9" Type="http://schemas.openxmlformats.org/officeDocument/2006/relationships/image" Target="../media/image81.png"/><Relationship Id="rId10" Type="http://schemas.openxmlformats.org/officeDocument/2006/relationships/image" Target="../media/image84.png"/><Relationship Id="rId11" Type="http://schemas.openxmlformats.org/officeDocument/2006/relationships/image" Target="../media/image87.png"/><Relationship Id="rId12" Type="http://schemas.openxmlformats.org/officeDocument/2006/relationships/image" Target="../media/image89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9.png"/><Relationship Id="rId16" Type="http://schemas.openxmlformats.org/officeDocument/2006/relationships/image" Target="../media/image66.png"/><Relationship Id="rId17" Type="http://schemas.openxmlformats.org/officeDocument/2006/relationships/image" Target="../media/image21.png"/><Relationship Id="rId18" Type="http://schemas.openxmlformats.org/officeDocument/2006/relationships/image" Target="../media/image91.png"/><Relationship Id="rId19" Type="http://schemas.openxmlformats.org/officeDocument/2006/relationships/image" Target="../media/image22.png"/><Relationship Id="rId20" Type="http://schemas.openxmlformats.org/officeDocument/2006/relationships/image" Target="../media/image2.png"/><Relationship Id="rId21" Type="http://schemas.openxmlformats.org/officeDocument/2006/relationships/image" Target="../media/image92.png"/><Relationship Id="rId22" Type="http://schemas.openxmlformats.org/officeDocument/2006/relationships/slide" Target="slide53.xml"/><Relationship Id="rId23" Type="http://schemas.openxmlformats.org/officeDocument/2006/relationships/slide" Target="slide54.xml"/><Relationship Id="rId24" Type="http://schemas.openxmlformats.org/officeDocument/2006/relationships/slide" Target="slide55.xml"/><Relationship Id="rId25" Type="http://schemas.openxmlformats.org/officeDocument/2006/relationships/slide" Target="slide56.xml"/><Relationship Id="rId26" Type="http://schemas.openxmlformats.org/officeDocument/2006/relationships/image" Target="../media/image103.png"/><Relationship Id="rId27" Type="http://schemas.openxmlformats.org/officeDocument/2006/relationships/audio" Target="../media/snd_lantern.wav"/><Relationship Id="rId28" Type="http://schemas.openxmlformats.org/officeDocument/2006/relationships/audio" Target="../media/snd_gem.wav"/><Relationship Id="rId29" Type="http://schemas.openxmlformats.org/officeDocument/2006/relationships/audio" Target="../media/snd_jump.wav"/><Relationship Id="rId30" Type="http://schemas.openxmlformats.org/officeDocument/2006/relationships/audio" Target="../media/snd_door_open.wav"/><Relationship Id="rId31" Type="http://schemas.openxmlformats.org/officeDocument/2006/relationships/audio" Target="../media/snd_key_appear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83.png"/><Relationship Id="rId5" Type="http://schemas.openxmlformats.org/officeDocument/2006/relationships/image" Target="../media/image79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8.png"/><Relationship Id="rId9" Type="http://schemas.openxmlformats.org/officeDocument/2006/relationships/image" Target="../media/image90.png"/><Relationship Id="rId10" Type="http://schemas.openxmlformats.org/officeDocument/2006/relationships/image" Target="../media/image81.png"/><Relationship Id="rId11" Type="http://schemas.openxmlformats.org/officeDocument/2006/relationships/image" Target="../media/image84.png"/><Relationship Id="rId12" Type="http://schemas.openxmlformats.org/officeDocument/2006/relationships/image" Target="../media/image87.png"/><Relationship Id="rId13" Type="http://schemas.openxmlformats.org/officeDocument/2006/relationships/image" Target="../media/image89.png"/><Relationship Id="rId14" Type="http://schemas.openxmlformats.org/officeDocument/2006/relationships/image" Target="../media/image8.png"/><Relationship Id="rId15" Type="http://schemas.openxmlformats.org/officeDocument/2006/relationships/image" Target="../media/image7.png"/><Relationship Id="rId16" Type="http://schemas.openxmlformats.org/officeDocument/2006/relationships/image" Target="../media/image9.png"/><Relationship Id="rId17" Type="http://schemas.openxmlformats.org/officeDocument/2006/relationships/image" Target="../media/image66.png"/><Relationship Id="rId18" Type="http://schemas.openxmlformats.org/officeDocument/2006/relationships/image" Target="../media/image21.png"/><Relationship Id="rId19" Type="http://schemas.openxmlformats.org/officeDocument/2006/relationships/image" Target="../media/image91.png"/><Relationship Id="rId20" Type="http://schemas.openxmlformats.org/officeDocument/2006/relationships/image" Target="../media/image22.png"/><Relationship Id="rId21" Type="http://schemas.openxmlformats.org/officeDocument/2006/relationships/image" Target="../media/image2.png"/><Relationship Id="rId22" Type="http://schemas.openxmlformats.org/officeDocument/2006/relationships/image" Target="../media/image92.png"/><Relationship Id="rId23" Type="http://schemas.openxmlformats.org/officeDocument/2006/relationships/slide" Target="slide53.xml"/><Relationship Id="rId24" Type="http://schemas.openxmlformats.org/officeDocument/2006/relationships/slide" Target="slide54.xml"/><Relationship Id="rId25" Type="http://schemas.openxmlformats.org/officeDocument/2006/relationships/slide" Target="slide55.xml"/><Relationship Id="rId26" Type="http://schemas.openxmlformats.org/officeDocument/2006/relationships/slide" Target="slide56.xml"/><Relationship Id="rId27" Type="http://schemas.openxmlformats.org/officeDocument/2006/relationships/image" Target="../media/image103.png"/><Relationship Id="rId28" Type="http://schemas.openxmlformats.org/officeDocument/2006/relationships/audio" Target="../media/snd_owl.wav"/><Relationship Id="rId29" Type="http://schemas.openxmlformats.org/officeDocument/2006/relationships/audio" Target="../media/snd_gem.wav"/><Relationship Id="rId30" Type="http://schemas.openxmlformats.org/officeDocument/2006/relationships/audio" Target="../media/snd_jump.wav"/><Relationship Id="rId31" Type="http://schemas.openxmlformats.org/officeDocument/2006/relationships/audio" Target="../media/snd_door_open.wav"/><Relationship Id="rId32" Type="http://schemas.openxmlformats.org/officeDocument/2006/relationships/audio" Target="../media/snd_key_appear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image" Target="../media/image15.png"/><Relationship Id="rId4" Type="http://schemas.openxmlformats.org/officeDocument/2006/relationships/image" Target="../media/image83.png"/><Relationship Id="rId5" Type="http://schemas.openxmlformats.org/officeDocument/2006/relationships/image" Target="../media/image85.png"/><Relationship Id="rId6" Type="http://schemas.openxmlformats.org/officeDocument/2006/relationships/image" Target="../media/image80.png"/><Relationship Id="rId7" Type="http://schemas.openxmlformats.org/officeDocument/2006/relationships/image" Target="../media/image88.png"/><Relationship Id="rId8" Type="http://schemas.openxmlformats.org/officeDocument/2006/relationships/image" Target="../media/image90.png"/><Relationship Id="rId9" Type="http://schemas.openxmlformats.org/officeDocument/2006/relationships/image" Target="../media/image81.png"/><Relationship Id="rId10" Type="http://schemas.openxmlformats.org/officeDocument/2006/relationships/image" Target="../media/image84.png"/><Relationship Id="rId11" Type="http://schemas.openxmlformats.org/officeDocument/2006/relationships/image" Target="../media/image87.png"/><Relationship Id="rId12" Type="http://schemas.openxmlformats.org/officeDocument/2006/relationships/image" Target="../media/image89.png"/><Relationship Id="rId13" Type="http://schemas.openxmlformats.org/officeDocument/2006/relationships/image" Target="../media/image8.png"/><Relationship Id="rId14" Type="http://schemas.openxmlformats.org/officeDocument/2006/relationships/image" Target="../media/image7.png"/><Relationship Id="rId15" Type="http://schemas.openxmlformats.org/officeDocument/2006/relationships/image" Target="../media/image9.png"/><Relationship Id="rId16" Type="http://schemas.openxmlformats.org/officeDocument/2006/relationships/image" Target="../media/image66.png"/><Relationship Id="rId17" Type="http://schemas.openxmlformats.org/officeDocument/2006/relationships/image" Target="../media/image21.png"/><Relationship Id="rId18" Type="http://schemas.openxmlformats.org/officeDocument/2006/relationships/image" Target="../media/image91.png"/><Relationship Id="rId19" Type="http://schemas.openxmlformats.org/officeDocument/2006/relationships/image" Target="../media/image22.png"/><Relationship Id="rId20" Type="http://schemas.openxmlformats.org/officeDocument/2006/relationships/image" Target="../media/image2.png"/><Relationship Id="rId21" Type="http://schemas.openxmlformats.org/officeDocument/2006/relationships/image" Target="../media/image92.png"/><Relationship Id="rId22" Type="http://schemas.openxmlformats.org/officeDocument/2006/relationships/slide" Target="slide53.xml"/><Relationship Id="rId23" Type="http://schemas.openxmlformats.org/officeDocument/2006/relationships/slide" Target="slide54.xml"/><Relationship Id="rId24" Type="http://schemas.openxmlformats.org/officeDocument/2006/relationships/slide" Target="slide55.xml"/><Relationship Id="rId25" Type="http://schemas.openxmlformats.org/officeDocument/2006/relationships/slide" Target="slide56.xml"/><Relationship Id="rId26" Type="http://schemas.openxmlformats.org/officeDocument/2006/relationships/image" Target="../media/image103.png"/><Relationship Id="rId27" Type="http://schemas.openxmlformats.org/officeDocument/2006/relationships/audio" Target="../media/snd_flower.wav"/><Relationship Id="rId28" Type="http://schemas.openxmlformats.org/officeDocument/2006/relationships/audio" Target="../media/snd_gem.wav"/><Relationship Id="rId29" Type="http://schemas.openxmlformats.org/officeDocument/2006/relationships/audio" Target="../media/snd_jump.wav"/><Relationship Id="rId30" Type="http://schemas.openxmlformats.org/officeDocument/2006/relationships/audio" Target="../media/snd_door_open.wav"/><Relationship Id="rId31" Type="http://schemas.openxmlformats.org/officeDocument/2006/relationships/audio" Target="../media/snd_key_appear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2.png"/><Relationship Id="rId4" Type="http://schemas.openxmlformats.org/officeDocument/2006/relationships/image" Target="../media/image92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7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.png"/><Relationship Id="rId11" Type="http://schemas.openxmlformats.org/officeDocument/2006/relationships/image" Target="../media/image21.png"/><Relationship Id="rId12" Type="http://schemas.openxmlformats.org/officeDocument/2006/relationships/image" Target="../media/image98.png"/><Relationship Id="rId13" Type="http://schemas.openxmlformats.org/officeDocument/2006/relationships/image" Target="../media/image99.png"/><Relationship Id="rId14" Type="http://schemas.openxmlformats.org/officeDocument/2006/relationships/image" Target="../media/image22.png"/><Relationship Id="rId15" Type="http://schemas.openxmlformats.org/officeDocument/2006/relationships/image" Target="../media/image100.png"/><Relationship Id="rId16" Type="http://schemas.openxmlformats.org/officeDocument/2006/relationships/image" Target="../media/image101.png"/><Relationship Id="rId17" Type="http://schemas.openxmlformats.org/officeDocument/2006/relationships/image" Target="../media/image102.png"/><Relationship Id="rId18" Type="http://schemas.openxmlformats.org/officeDocument/2006/relationships/image" Target="../media/image29.png"/><Relationship Id="rId19" Type="http://schemas.openxmlformats.org/officeDocument/2006/relationships/image" Target="../media/image14.png"/><Relationship Id="rId20" Type="http://schemas.openxmlformats.org/officeDocument/2006/relationships/slide" Target="slide1.xml"/><Relationship Id="rId21" Type="http://schemas.openxmlformats.org/officeDocument/2006/relationships/image" Target="../media/image103.png"/><Relationship Id="rId22" Type="http://schemas.openxmlformats.org/officeDocument/2006/relationships/audio" Target="../media/snd_chest_open.wav"/><Relationship Id="rId23" Type="http://schemas.openxmlformats.org/officeDocument/2006/relationships/audio" Target="../media/snd_jump.wav"/><Relationship Id="rId24" Type="http://schemas.openxmlformats.org/officeDocument/2006/relationships/audio" Target="../media/snd_celebrate.wav"/><Relationship Id="rId25" Type="http://schemas.openxmlformats.org/officeDocument/2006/relationships/audio" Target="../media/snd_bye.wav"/><Relationship Id="rId26" Type="http://schemas.openxmlformats.org/officeDocument/2006/relationships/audio" Target="../media/snd_portal_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night" descr="Moonlit meadow with a cosy n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ick-me glow" descr="gentle glow around sleeping Lum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841500"/>
            <a:ext cx="4191000" cy="4191000"/>
          </a:xfrm>
          <a:prstGeom prst="rect">
            <a:avLst/>
          </a:prstGeom>
        </p:spPr>
      </p:pic>
      <p:pic>
        <p:nvPicPr>
          <p:cNvPr id="4" name="zzz" descr="snoring Z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1587500"/>
            <a:ext cx="1270000" cy="1460500"/>
          </a:xfrm>
          <a:prstGeom prst="rect">
            <a:avLst/>
          </a:prstGeom>
        </p:spPr>
      </p:pic>
      <p:pic>
        <p:nvPicPr>
          <p:cNvPr id="5" name="Lumi (sleep)" descr="Lumi the baby dragon, sleep po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6" name="Lumi (stir)" descr="Lumi the baby dragon, sti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7" name="Lumi (yawn)" descr="Lumi the baby dragon, yawn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8" name="Lumi (jump)" descr="Lumi the baby dragon, jump po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9" name="Lumi (surprised)" descr="Lumi the baby dragon, surprised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0" name="Lumi (laughA)" descr="Lumi the baby dragon, laugh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1" name="Lumi (laughB)" descr="Lumi the baby dragon, laugh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2" name="Lumi (welcome)" descr="Lumi the baby dragon, welcome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3" name="Lumi (waveA)" descr="Lumi the baby dragon, wave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4" name="Lumi (waveB)" descr="Lumi the baby dragon, waveB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64000" y="2189480"/>
            <a:ext cx="4064000" cy="4064000"/>
          </a:xfrm>
          <a:prstGeom prst="rect">
            <a:avLst/>
          </a:prstGeom>
        </p:spPr>
      </p:pic>
      <p:pic>
        <p:nvPicPr>
          <p:cNvPr id="15" name="Magic portal to the forest" descr="glowing magic portal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0" y="3556000"/>
            <a:ext cx="2667000" cy="2667000"/>
          </a:xfrm>
          <a:prstGeom prst="rect">
            <a:avLst/>
          </a:prstGeom>
        </p:spPr>
      </p:pic>
      <p:sp>
        <p:nvSpPr>
          <p:cNvPr id="16" name="Tap Lumi to wake him"/>
          <p:cNvSpPr/>
          <p:nvPr/>
        </p:nvSpPr>
        <p:spPr>
          <a:xfrm>
            <a:off x="4381500" y="2159000"/>
            <a:ext cx="3429000" cy="3810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00766" y="3334208"/>
            <a:ext cx="355600" cy="355600"/>
          </a:xfrm>
          <a:prstGeom prst="rect">
            <a:avLst/>
          </a:prstGeom>
        </p:spPr>
      </p:pic>
      <p:pic>
        <p:nvPicPr>
          <p:cNvPr id="18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2530" y="2282022"/>
            <a:ext cx="355600" cy="355600"/>
          </a:xfrm>
          <a:prstGeom prst="rect">
            <a:avLst/>
          </a:prstGeom>
        </p:spPr>
      </p:pic>
      <p:pic>
        <p:nvPicPr>
          <p:cNvPr id="19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74944" y="2295153"/>
            <a:ext cx="355600" cy="355600"/>
          </a:xfrm>
          <a:prstGeom prst="rect">
            <a:avLst/>
          </a:prstGeom>
        </p:spPr>
      </p:pic>
      <p:pic>
        <p:nvPicPr>
          <p:cNvPr id="20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1148" y="557965"/>
            <a:ext cx="355600" cy="355600"/>
          </a:xfrm>
          <a:prstGeom prst="rect">
            <a:avLst/>
          </a:prstGeom>
        </p:spPr>
      </p:pic>
      <p:pic>
        <p:nvPicPr>
          <p:cNvPr id="21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54828" y="3425414"/>
            <a:ext cx="355600" cy="355600"/>
          </a:xfrm>
          <a:prstGeom prst="rect">
            <a:avLst/>
          </a:prstGeom>
        </p:spPr>
      </p:pic>
      <p:pic>
        <p:nvPicPr>
          <p:cNvPr id="22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43896" y="2202824"/>
            <a:ext cx="355600" cy="355600"/>
          </a:xfrm>
          <a:prstGeom prst="rect">
            <a:avLst/>
          </a:prstGeom>
        </p:spPr>
      </p:pic>
      <p:pic>
        <p:nvPicPr>
          <p:cNvPr id="23" name="firefly" descr="glowing firefl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23176" y="4166084"/>
            <a:ext cx="355600" cy="355600"/>
          </a:xfrm>
          <a:prstGeom prst="rect">
            <a:avLst/>
          </a:prstGeom>
        </p:spPr>
      </p:pic>
      <p:pic>
        <p:nvPicPr>
          <p:cNvPr id="24" name="Background music (Lumi lullaby)" descr="background music">
            <a:hlinkClick r:id="" action="ppaction://media"/>
          </p:cNvPr>
          <p:cNvPicPr>
            <a:picLocks noChangeAspect="1"/>
          </p:cNvPicPr>
          <p:nvPr>
            <a:audioFile r:link="rId18"/>
            <p:extLst>
              <p:ext uri="{DAA4B4D4-6D71-4841-9C94-3DE7FCFB9230}">
                <p14:media xmlns:p14="http://schemas.microsoft.com/office/powerpoint/2010/main" r:embed="rId19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50800" y="50800"/>
            <a:ext cx="254000" cy="254000"/>
          </a:xfrm>
          <a:prstGeom prst="rect">
            <a:avLst/>
          </a:prstGeom>
        </p:spPr>
      </p:pic>
      <p:pic>
        <p:nvPicPr>
          <p:cNvPr id="25" name="sound anchor" descr="sound anchor (invisible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3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6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7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2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4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860" fill="hold" repeatCount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42"/>
                                  </p:stCondLst>
                                  <p:childTnLst>
                                    <p:animScale>
                                      <p:cBhvr>
                                        <p:cTn id="14" dur="1367" fill="hold" repeatCount="indefinite" autoRev="1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1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658" fill="hold" repeatCount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Scale>
                                      <p:cBhvr>
                                        <p:cTn id="18" dur="753" fill="hold" repeatCount="indefinite" autoRev="1"/>
                                        <p:tgtEl>
                                          <p:spTgt spid="1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50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559" fill="hold" repeatCount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04"/>
                                  </p:stCondLst>
                                  <p:childTnLst>
                                    <p:animScale>
                                      <p:cBhvr>
                                        <p:cTn id="22" dur="1256" fill="hold" repeatCount="indefinite" autoRev="1"/>
                                        <p:tgtEl>
                                          <p:spTgt spid="1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0" presetClass="path" presetSubtype="0" fill="hold" nodeType="withEffect">
                                  <p:stCondLst>
                                    <p:cond delay="44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4" dur="7671" fill="hold" repeatCount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186"/>
                                  </p:stCondLst>
                                  <p:childTnLst>
                                    <p:animScale>
                                      <p:cBhvr>
                                        <p:cTn id="26" dur="986" fill="hold" repeatCount="indefinite" autoRev="1"/>
                                        <p:tgtEl>
                                          <p:spTgt spid="2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0" presetClass="path" presetSubtype="0" fill="hold" nodeType="withEffect">
                                  <p:stCondLst>
                                    <p:cond delay="32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8" dur="9120" fill="hold" repeatCount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142"/>
                                  </p:stCondLst>
                                  <p:childTnLst>
                                    <p:animScale>
                                      <p:cBhvr>
                                        <p:cTn id="30" dur="773" fill="hold" repeatCount="indefinite" autoRev="1"/>
                                        <p:tgtEl>
                                          <p:spTgt spid="2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32" dur="6007" fill="hold" repeatCount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214"/>
                                  </p:stCondLst>
                                  <p:childTnLst>
                                    <p:animScale>
                                      <p:cBhvr>
                                        <p:cTn id="34" dur="705" fill="hold" repeatCount="indefinite" autoRev="1"/>
                                        <p:tgtEl>
                                          <p:spTgt spid="2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33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36" dur="9573" fill="hold" repeatCount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6" presetClass="emph" presetSubtype="0" fill="hold" nodeType="withEffect">
                                  <p:stCondLst>
                                    <p:cond delay="296"/>
                                  </p:stCondLst>
                                  <p:childTnLst>
                                    <p:animScale>
                                      <p:cBhvr>
                                        <p:cTn id="38" dur="870" fill="hold" repeatCount="indefinite" autoRev="1"/>
                                        <p:tgtEl>
                                          <p:spTgt spid="2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9" restart="never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wake_u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0" presetClass="path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63" dur="30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69" dur="200" fill="hold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portal_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8" presetClass="emph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animRot by="21600000">
                                      <p:cBhvr>
                                        <p:cTn id="105" dur="8000" fill="hold" repeatCount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audio>
              <p:cMediaNode vol="55000" numSld="999" showWhenStopped="0">
                <p:cTn id="122" repeatCount="indefinite" fill="hold" display="0">
                  <p:stCondLst>
                    <p:cond delay="indefinite"/>
                    <p:cond evt="onBegin" delay="0">
                      <p:tn val="2"/>
                    </p:cond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867" y="183656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836" y="4022403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918" y="511209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836" y="3557898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996" y="4590813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10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1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2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3" name="Star counter 0 of 5" descr="0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4" name="Lumi (surprised)" descr="Lumi the baby dragon, surprised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5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38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56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86"/>
                                  </p:stCondLst>
                                  <p:childTnLst>
                                    <p:animScale>
                                      <p:cBhvr>
                                        <p:cTn id="6" dur="909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7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22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69"/>
                                  </p:stCondLst>
                                  <p:childTnLst>
                                    <p:animScale>
                                      <p:cBhvr>
                                        <p:cTn id="10" dur="722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26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08"/>
                                  </p:stCondLst>
                                  <p:childTnLst>
                                    <p:animScale>
                                      <p:cBhvr>
                                        <p:cTn id="14" dur="1039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22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776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7"/>
                                  </p:stCondLst>
                                  <p:childTnLst>
                                    <p:animScale>
                                      <p:cBhvr>
                                        <p:cTn id="18" dur="104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85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89"/>
                                  </p:stCondLst>
                                  <p:childTnLst>
                                    <p:animScale>
                                      <p:cBhvr>
                                        <p:cTn id="22" dur="1023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2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6" dur="119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4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40" dur="132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42" dur="26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portal_go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752" y="408475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768" y="2749587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865" y="469178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167" y="182603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394" y="4920601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9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0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1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2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3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5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049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67"/>
                                  </p:stCondLst>
                                  <p:childTnLst>
                                    <p:animScale>
                                      <p:cBhvr>
                                        <p:cTn id="6" dur="72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12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226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74"/>
                                  </p:stCondLst>
                                  <p:childTnLst>
                                    <p:animScale>
                                      <p:cBhvr>
                                        <p:cTn id="10" dur="1128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19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38"/>
                                  </p:stCondLst>
                                  <p:childTnLst>
                                    <p:animScale>
                                      <p:cBhvr>
                                        <p:cTn id="14" dur="885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0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807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52"/>
                                  </p:stCondLst>
                                  <p:childTnLst>
                                    <p:animScale>
                                      <p:cBhvr>
                                        <p:cTn id="18" dur="117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51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176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Scale>
                                      <p:cBhvr>
                                        <p:cTn id="22" dur="1173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2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4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496" y="4423988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983" y="530122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542" y="1611230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902" y="236067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031" y="4015881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0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1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2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3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5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5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521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37"/>
                                  </p:stCondLst>
                                  <p:childTnLst>
                                    <p:animScale>
                                      <p:cBhvr>
                                        <p:cTn id="6" dur="100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2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39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25"/>
                                  </p:stCondLst>
                                  <p:childTnLst>
                                    <p:animScale>
                                      <p:cBhvr>
                                        <p:cTn id="10" dur="122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6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785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94"/>
                                  </p:stCondLst>
                                  <p:childTnLst>
                                    <p:animScale>
                                      <p:cBhvr>
                                        <p:cTn id="14" dur="125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6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271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41"/>
                                  </p:stCondLst>
                                  <p:childTnLst>
                                    <p:animScale>
                                      <p:cBhvr>
                                        <p:cTn id="18" dur="78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661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82"/>
                                  </p:stCondLst>
                                  <p:childTnLst>
                                    <p:animScale>
                                      <p:cBhvr>
                                        <p:cTn id="22" dur="74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2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4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17" y="332404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801" y="462538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360" y="502442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844" y="1532892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2675" y="2791941"/>
            <a:ext cx="355600" cy="355600"/>
          </a:xfrm>
          <a:prstGeom prst="rect">
            <a:avLst/>
          </a:prstGeom>
        </p:spPr>
      </p:pic>
      <p:pic>
        <p:nvPicPr>
          <p:cNvPr id="8" name="Hidden star 3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9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0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3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13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58"/>
                                  </p:stCondLst>
                                  <p:childTnLst>
                                    <p:animScale>
                                      <p:cBhvr>
                                        <p:cTn id="6" dur="94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93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666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49"/>
                                  </p:stCondLst>
                                  <p:childTnLst>
                                    <p:animScale>
                                      <p:cBhvr>
                                        <p:cTn id="10" dur="1131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28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42"/>
                                  </p:stCondLst>
                                  <p:childTnLst>
                                    <p:animScale>
                                      <p:cBhvr>
                                        <p:cTn id="14" dur="1205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9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31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45"/>
                                  </p:stCondLst>
                                  <p:childTnLst>
                                    <p:animScale>
                                      <p:cBhvr>
                                        <p:cTn id="18" dur="835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34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779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52"/>
                                  </p:stCondLst>
                                  <p:childTnLst>
                                    <p:animScale>
                                      <p:cBhvr>
                                        <p:cTn id="22" dur="1081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4" dur="106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119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4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2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429" y="282227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1002" y="296848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214" y="304200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212" y="373935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238" y="2162919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10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1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2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3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5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85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73"/>
                                  </p:stCondLst>
                                  <p:childTnLst>
                                    <p:animScale>
                                      <p:cBhvr>
                                        <p:cTn id="6" dur="1335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99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82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animScale>
                                      <p:cBhvr>
                                        <p:cTn id="10" dur="102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46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44"/>
                                  </p:stCondLst>
                                  <p:childTnLst>
                                    <p:animScale>
                                      <p:cBhvr>
                                        <p:cTn id="14" dur="1086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2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55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84"/>
                                  </p:stCondLst>
                                  <p:childTnLst>
                                    <p:animScale>
                                      <p:cBhvr>
                                        <p:cTn id="18" dur="104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12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55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369"/>
                                  </p:stCondLst>
                                  <p:childTnLst>
                                    <p:animScale>
                                      <p:cBhvr>
                                        <p:cTn id="22" dur="121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2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4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259" y="448695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469" y="2311332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335" y="212979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427" y="353353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223" y="3937953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9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0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2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84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79"/>
                                  </p:stCondLst>
                                  <p:childTnLst>
                                    <p:animScale>
                                      <p:cBhvr>
                                        <p:cTn id="6" dur="1301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14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88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287"/>
                                  </p:stCondLst>
                                  <p:childTnLst>
                                    <p:animScale>
                                      <p:cBhvr>
                                        <p:cTn id="10" dur="138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4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93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48"/>
                                  </p:stCondLst>
                                  <p:childTnLst>
                                    <p:animScale>
                                      <p:cBhvr>
                                        <p:cTn id="14" dur="10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2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94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92"/>
                                  </p:stCondLst>
                                  <p:childTnLst>
                                    <p:animScale>
                                      <p:cBhvr>
                                        <p:cTn id="18" dur="126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4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18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62"/>
                                  </p:stCondLst>
                                  <p:childTnLst>
                                    <p:animScale>
                                      <p:cBhvr>
                                        <p:cTn id="22" dur="1212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119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4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2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924" y="253745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5476" y="276814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595" y="3255630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4035" y="307382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557" y="3694089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0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63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55"/>
                                  </p:stCondLst>
                                  <p:childTnLst>
                                    <p:animScale>
                                      <p:cBhvr>
                                        <p:cTn id="6" dur="105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5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56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73"/>
                                  </p:stCondLst>
                                  <p:childTnLst>
                                    <p:animScale>
                                      <p:cBhvr>
                                        <p:cTn id="10" dur="116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0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68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70"/>
                                  </p:stCondLst>
                                  <p:childTnLst>
                                    <p:animScale>
                                      <p:cBhvr>
                                        <p:cTn id="14" dur="90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32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47"/>
                                  </p:stCondLst>
                                  <p:childTnLst>
                                    <p:animScale>
                                      <p:cBhvr>
                                        <p:cTn id="18" dur="138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1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11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30"/>
                                  </p:stCondLst>
                                  <p:childTnLst>
                                    <p:animScale>
                                      <p:cBhvr>
                                        <p:cTn id="22" dur="1381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119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4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2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280" y="3411509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449" y="2913049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908" y="375669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474" y="154602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322" y="1110998"/>
            <a:ext cx="355600" cy="355600"/>
          </a:xfrm>
          <a:prstGeom prst="rect">
            <a:avLst/>
          </a:prstGeom>
        </p:spPr>
      </p:pic>
      <p:pic>
        <p:nvPicPr>
          <p:cNvPr id="8" name="Hidden star 4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9" name="Hidden star 5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30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10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6" dur="72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33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74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77"/>
                                  </p:stCondLst>
                                  <p:childTnLst>
                                    <p:animScale>
                                      <p:cBhvr>
                                        <p:cTn id="10" dur="92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93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69"/>
                                  </p:stCondLst>
                                  <p:childTnLst>
                                    <p:animScale>
                                      <p:cBhvr>
                                        <p:cTn id="14" dur="93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4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96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94"/>
                                  </p:stCondLst>
                                  <p:childTnLst>
                                    <p:animScale>
                                      <p:cBhvr>
                                        <p:cTn id="18" dur="885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5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438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78"/>
                                  </p:stCondLst>
                                  <p:childTnLst>
                                    <p:animScale>
                                      <p:cBhvr>
                                        <p:cTn id="22" dur="108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4" dur="119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4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132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16" y="357578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868" y="518461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40" y="2614395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600" y="337600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9854" y="4590830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10" name="Hidden star 3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1" name="Hidden star 5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2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3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5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8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94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8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83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54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05"/>
                                  </p:stCondLst>
                                  <p:childTnLst>
                                    <p:animScale>
                                      <p:cBhvr>
                                        <p:cTn id="10" dur="817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25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08"/>
                                  </p:stCondLst>
                                  <p:childTnLst>
                                    <p:animScale>
                                      <p:cBhvr>
                                        <p:cTn id="14" dur="132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89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8" dur="1294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85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676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57"/>
                                  </p:stCondLst>
                                  <p:childTnLst>
                                    <p:animScale>
                                      <p:cBhvr>
                                        <p:cTn id="22" dur="1277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2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6" dur="132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6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4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873" y="303041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553" y="183775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224" y="389357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360" y="3350238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224" y="5293845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9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0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44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77"/>
                                  </p:stCondLst>
                                  <p:childTnLst>
                                    <p:animScale>
                                      <p:cBhvr>
                                        <p:cTn id="6" dur="1091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7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492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59"/>
                                  </p:stCondLst>
                                  <p:childTnLst>
                                    <p:animScale>
                                      <p:cBhvr>
                                        <p:cTn id="10" dur="79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8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44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79"/>
                                  </p:stCondLst>
                                  <p:childTnLst>
                                    <p:animScale>
                                      <p:cBhvr>
                                        <p:cTn id="14" dur="103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6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57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84"/>
                                  </p:stCondLst>
                                  <p:childTnLst>
                                    <p:animScale>
                                      <p:cBhvr>
                                        <p:cTn id="18" dur="1277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01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19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25"/>
                                  </p:stCondLst>
                                  <p:childTnLst>
                                    <p:animScale>
                                      <p:cBhvr>
                                        <p:cTn id="22" dur="1191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2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731" y="522476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378" y="228956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8176" y="231928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60" y="371589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519" y="4627650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0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2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44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66"/>
                                  </p:stCondLst>
                                  <p:childTnLst>
                                    <p:animScale>
                                      <p:cBhvr>
                                        <p:cTn id="6" dur="130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70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26"/>
                                  </p:stCondLst>
                                  <p:childTnLst>
                                    <p:animScale>
                                      <p:cBhvr>
                                        <p:cTn id="10" dur="72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8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58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24"/>
                                  </p:stCondLst>
                                  <p:childTnLst>
                                    <p:animScale>
                                      <p:cBhvr>
                                        <p:cTn id="14" dur="118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0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00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0"/>
                                  </p:stCondLst>
                                  <p:childTnLst>
                                    <p:animScale>
                                      <p:cBhvr>
                                        <p:cTn id="18" dur="10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2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967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73"/>
                                  </p:stCondLst>
                                  <p:childTnLst>
                                    <p:animScale>
                                      <p:cBhvr>
                                        <p:cTn id="22" dur="1245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2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537" y="510970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051" y="4159373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8857" y="3255984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504" y="228906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195" y="3307761"/>
            <a:ext cx="355600" cy="355600"/>
          </a:xfrm>
          <a:prstGeom prst="rect">
            <a:avLst/>
          </a:prstGeom>
        </p:spPr>
      </p:pic>
      <p:pic>
        <p:nvPicPr>
          <p:cNvPr id="8" name="Hidden star 3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9" name="Hidden star 5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00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74"/>
                                  </p:stCondLst>
                                  <p:childTnLst>
                                    <p:animScale>
                                      <p:cBhvr>
                                        <p:cTn id="6" dur="1201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20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22"/>
                                  </p:stCondLst>
                                  <p:childTnLst>
                                    <p:animScale>
                                      <p:cBhvr>
                                        <p:cTn id="10" dur="120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3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607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6"/>
                                  </p:stCondLst>
                                  <p:childTnLst>
                                    <p:animScale>
                                      <p:cBhvr>
                                        <p:cTn id="14" dur="82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9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90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28"/>
                                  </p:stCondLst>
                                  <p:childTnLst>
                                    <p:animScale>
                                      <p:cBhvr>
                                        <p:cTn id="18" dur="1044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43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98"/>
                                  </p:stCondLst>
                                  <p:childTnLst>
                                    <p:animScale>
                                      <p:cBhvr>
                                        <p:cTn id="22" dur="106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4" dur="106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132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461" y="3578627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350" y="502666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293" y="454197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884" y="5005075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275" y="1825801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10" name="Hidden star 5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011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66"/>
                                  </p:stCondLst>
                                  <p:childTnLst>
                                    <p:animScale>
                                      <p:cBhvr>
                                        <p:cTn id="6" dur="95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40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23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4"/>
                                  </p:stCondLst>
                                  <p:childTnLst>
                                    <p:animScale>
                                      <p:cBhvr>
                                        <p:cTn id="10" dur="89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357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64"/>
                                  </p:stCondLst>
                                  <p:childTnLst>
                                    <p:animScale>
                                      <p:cBhvr>
                                        <p:cTn id="14" dur="134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7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94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98"/>
                                  </p:stCondLst>
                                  <p:childTnLst>
                                    <p:animScale>
                                      <p:cBhvr>
                                        <p:cTn id="18" dur="110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90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310"/>
                                  </p:stCondLst>
                                  <p:childTnLst>
                                    <p:animScale>
                                      <p:cBhvr>
                                        <p:cTn id="22" dur="767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2" dur="132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6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2628" y="404009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971" y="5000453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484" y="316469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275" y="456105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514" y="4471831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9" name="Hidden star 5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8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384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63"/>
                                  </p:stCondLst>
                                  <p:childTnLst>
                                    <p:animScale>
                                      <p:cBhvr>
                                        <p:cTn id="6" dur="99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9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677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11"/>
                                  </p:stCondLst>
                                  <p:childTnLst>
                                    <p:animScale>
                                      <p:cBhvr>
                                        <p:cTn id="10" dur="118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7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20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35"/>
                                  </p:stCondLst>
                                  <p:childTnLst>
                                    <p:animScale>
                                      <p:cBhvr>
                                        <p:cTn id="14" dur="85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00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73"/>
                                  </p:stCondLst>
                                  <p:childTnLst>
                                    <p:animScale>
                                      <p:cBhvr>
                                        <p:cTn id="18" dur="935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35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859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341"/>
                                  </p:stCondLst>
                                  <p:childTnLst>
                                    <p:animScale>
                                      <p:cBhvr>
                                        <p:cTn id="22" dur="72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132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452" y="5302759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833" y="149637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4868" y="537106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412" y="177609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261" y="1433514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5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87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0"/>
                                  </p:stCondLst>
                                  <p:childTnLst>
                                    <p:animScale>
                                      <p:cBhvr>
                                        <p:cTn id="6" dur="119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25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64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29"/>
                                  </p:stCondLst>
                                  <p:childTnLst>
                                    <p:animScale>
                                      <p:cBhvr>
                                        <p:cTn id="10" dur="81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44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76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53"/>
                                  </p:stCondLst>
                                  <p:childTnLst>
                                    <p:animScale>
                                      <p:cBhvr>
                                        <p:cTn id="14" dur="114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27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18"/>
                                  </p:stCondLst>
                                  <p:childTnLst>
                                    <p:animScale>
                                      <p:cBhvr>
                                        <p:cTn id="18" dur="1337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7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05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86"/>
                                  </p:stCondLst>
                                  <p:childTnLst>
                                    <p:animScale>
                                      <p:cBhvr>
                                        <p:cTn id="22" dur="773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8" dur="132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74" y="3509512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14" y="1358941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984" y="386910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557" y="3965975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376" y="2122632"/>
            <a:ext cx="355600" cy="355600"/>
          </a:xfrm>
          <a:prstGeom prst="rect">
            <a:avLst/>
          </a:prstGeom>
        </p:spPr>
      </p:pic>
      <p:pic>
        <p:nvPicPr>
          <p:cNvPr id="8" name="Hidden star 5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3810000"/>
            <a:ext cx="1079500" cy="1079500"/>
          </a:xfrm>
          <a:prstGeom prst="rect">
            <a:avLst/>
          </a:prstGeom>
        </p:spPr>
      </p:pic>
      <p:pic>
        <p:nvPicPr>
          <p:cNvPr id="9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0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1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59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37"/>
                                  </p:stCondLst>
                                  <p:childTnLst>
                                    <p:animScale>
                                      <p:cBhvr>
                                        <p:cTn id="6" dur="133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40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45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01"/>
                                  </p:stCondLst>
                                  <p:childTnLst>
                                    <p:animScale>
                                      <p:cBhvr>
                                        <p:cTn id="10" dur="1201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56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54"/>
                                  </p:stCondLst>
                                  <p:childTnLst>
                                    <p:animScale>
                                      <p:cBhvr>
                                        <p:cTn id="14" dur="100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9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729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563"/>
                                  </p:stCondLst>
                                  <p:childTnLst>
                                    <p:animScale>
                                      <p:cBhvr>
                                        <p:cTn id="18" dur="1268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1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96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68"/>
                                  </p:stCondLst>
                                  <p:childTnLst>
                                    <p:animScale>
                                      <p:cBhvr>
                                        <p:cTn id="22" dur="96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4" dur="132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2" dur="28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759" y="528683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247" y="1749579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202" y="392155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52" y="2013011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824" y="1083454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10" name="Hidden star 3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1" name="Hidden star 4" descr="sparkling star to collec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2" name="Star counter 1 of 5" descr="1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3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5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500" y="-387350"/>
            <a:ext cx="1905000" cy="1905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53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464"/>
                                  </p:stCondLst>
                                  <p:childTnLst>
                                    <p:animScale>
                                      <p:cBhvr>
                                        <p:cTn id="6" dur="108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46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076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49"/>
                                  </p:stCondLst>
                                  <p:childTnLst>
                                    <p:animScale>
                                      <p:cBhvr>
                                        <p:cTn id="10" dur="137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8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53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18"/>
                                  </p:stCondLst>
                                  <p:childTnLst>
                                    <p:animScale>
                                      <p:cBhvr>
                                        <p:cTn id="14" dur="82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4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967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animScale>
                                      <p:cBhvr>
                                        <p:cTn id="18" dur="103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57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54"/>
                                  </p:stCondLst>
                                  <p:childTnLst>
                                    <p:animScale>
                                      <p:cBhvr>
                                        <p:cTn id="22" dur="75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2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6" dur="119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8" dur="24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4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6" dur="28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2168" y="286089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5269" y="390870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650" y="199715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911" y="2667150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377" y="3758810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9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0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5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07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85"/>
                                  </p:stCondLst>
                                  <p:childTnLst>
                                    <p:animScale>
                                      <p:cBhvr>
                                        <p:cTn id="6" dur="81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3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572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84"/>
                                  </p:stCondLst>
                                  <p:childTnLst>
                                    <p:animScale>
                                      <p:cBhvr>
                                        <p:cTn id="10" dur="133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8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81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22"/>
                                  </p:stCondLst>
                                  <p:childTnLst>
                                    <p:animScale>
                                      <p:cBhvr>
                                        <p:cTn id="14" dur="132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27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96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63"/>
                                  </p:stCondLst>
                                  <p:childTnLst>
                                    <p:animScale>
                                      <p:cBhvr>
                                        <p:cTn id="18" dur="106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4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119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06"/>
                                  </p:stCondLst>
                                  <p:childTnLst>
                                    <p:animScale>
                                      <p:cBhvr>
                                        <p:cTn id="22" dur="737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2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5203" y="190764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18" y="1780789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165" y="2501661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900" y="2389384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040" y="1268942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0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6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62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99"/>
                                  </p:stCondLst>
                                  <p:childTnLst>
                                    <p:animScale>
                                      <p:cBhvr>
                                        <p:cTn id="6" dur="764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16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92"/>
                                  </p:stCondLst>
                                  <p:childTnLst>
                                    <p:animScale>
                                      <p:cBhvr>
                                        <p:cTn id="10" dur="1201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87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925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34"/>
                                  </p:stCondLst>
                                  <p:childTnLst>
                                    <p:animScale>
                                      <p:cBhvr>
                                        <p:cTn id="14" dur="100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40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58"/>
                                  </p:stCondLst>
                                  <p:childTnLst>
                                    <p:animScale>
                                      <p:cBhvr>
                                        <p:cTn id="18" dur="89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559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55"/>
                                  </p:stCondLst>
                                  <p:childTnLst>
                                    <p:animScale>
                                      <p:cBhvr>
                                        <p:cTn id="22" dur="118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2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521" y="144250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636" y="309515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0084" y="4009390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874" y="3924274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772" y="1678051"/>
            <a:ext cx="355600" cy="355600"/>
          </a:xfrm>
          <a:prstGeom prst="rect">
            <a:avLst/>
          </a:prstGeom>
        </p:spPr>
      </p:pic>
      <p:pic>
        <p:nvPicPr>
          <p:cNvPr id="8" name="Hidden star 3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9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073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88"/>
                                  </p:stCondLst>
                                  <p:childTnLst>
                                    <p:animScale>
                                      <p:cBhvr>
                                        <p:cTn id="6" dur="99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6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41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23"/>
                                  </p:stCondLst>
                                  <p:childTnLst>
                                    <p:animScale>
                                      <p:cBhvr>
                                        <p:cTn id="10" dur="1077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37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87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59"/>
                                  </p:stCondLst>
                                  <p:childTnLst>
                                    <p:animScale>
                                      <p:cBhvr>
                                        <p:cTn id="14" dur="118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9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859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45"/>
                                  </p:stCondLst>
                                  <p:childTnLst>
                                    <p:animScale>
                                      <p:cBhvr>
                                        <p:cTn id="18" dur="139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41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927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88"/>
                                  </p:stCondLst>
                                  <p:childTnLst>
                                    <p:animScale>
                                      <p:cBhvr>
                                        <p:cTn id="22" dur="725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4" dur="106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119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4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950" y="130011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305" y="303292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214" y="1733244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709" y="418144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501" y="3981000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10" name="Hidden star 4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734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96"/>
                                  </p:stCondLst>
                                  <p:childTnLst>
                                    <p:animScale>
                                      <p:cBhvr>
                                        <p:cTn id="6" dur="107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7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27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67"/>
                                  </p:stCondLst>
                                  <p:childTnLst>
                                    <p:animScale>
                                      <p:cBhvr>
                                        <p:cTn id="10" dur="117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2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85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61"/>
                                  </p:stCondLst>
                                  <p:childTnLst>
                                    <p:animScale>
                                      <p:cBhvr>
                                        <p:cTn id="14" dur="744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5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02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2"/>
                                  </p:stCondLst>
                                  <p:childTnLst>
                                    <p:animScale>
                                      <p:cBhvr>
                                        <p:cTn id="18" dur="117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34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18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61"/>
                                  </p:stCondLst>
                                  <p:childTnLst>
                                    <p:animScale>
                                      <p:cBhvr>
                                        <p:cTn id="22" dur="73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2" dur="119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4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636" y="4674152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802" y="494763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727" y="381617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367" y="276371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1715" y="1817040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9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15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433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33"/>
                                  </p:stCondLst>
                                  <p:childTnLst>
                                    <p:animScale>
                                      <p:cBhvr>
                                        <p:cTn id="6" dur="796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0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376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5"/>
                                  </p:stCondLst>
                                  <p:childTnLst>
                                    <p:animScale>
                                      <p:cBhvr>
                                        <p:cTn id="10" dur="1182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0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627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9"/>
                                  </p:stCondLst>
                                  <p:childTnLst>
                                    <p:animScale>
                                      <p:cBhvr>
                                        <p:cTn id="14" dur="76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2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623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8"/>
                                  </p:stCondLst>
                                  <p:childTnLst>
                                    <p:animScale>
                                      <p:cBhvr>
                                        <p:cTn id="18" dur="752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2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08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12"/>
                                  </p:stCondLst>
                                  <p:childTnLst>
                                    <p:animScale>
                                      <p:cBhvr>
                                        <p:cTn id="22" dur="1355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119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4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095" y="199140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211" y="504769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22" y="335116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706" y="373106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408" y="4625918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4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64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239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88"/>
                                  </p:stCondLst>
                                  <p:childTnLst>
                                    <p:animScale>
                                      <p:cBhvr>
                                        <p:cTn id="6" dur="81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30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39"/>
                                  </p:stCondLst>
                                  <p:childTnLst>
                                    <p:animScale>
                                      <p:cBhvr>
                                        <p:cTn id="10" dur="91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9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73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86"/>
                                  </p:stCondLst>
                                  <p:childTnLst>
                                    <p:animScale>
                                      <p:cBhvr>
                                        <p:cTn id="14" dur="1285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8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05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05"/>
                                  </p:stCondLst>
                                  <p:childTnLst>
                                    <p:animScale>
                                      <p:cBhvr>
                                        <p:cTn id="18" dur="1014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45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271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42"/>
                                  </p:stCondLst>
                                  <p:childTnLst>
                                    <p:animScale>
                                      <p:cBhvr>
                                        <p:cTn id="22" dur="818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8" dur="119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4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991" y="134203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150" y="3338396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073" y="391419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543" y="4080012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893" y="4372736"/>
            <a:ext cx="355600" cy="355600"/>
          </a:xfrm>
          <a:prstGeom prst="rect">
            <a:avLst/>
          </a:prstGeom>
        </p:spPr>
      </p:pic>
      <p:pic>
        <p:nvPicPr>
          <p:cNvPr id="8" name="Hidden star 4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500" y="5016500"/>
            <a:ext cx="1079500" cy="1079500"/>
          </a:xfrm>
          <a:prstGeom prst="rect">
            <a:avLst/>
          </a:prstGeom>
        </p:spPr>
      </p:pic>
      <p:pic>
        <p:nvPicPr>
          <p:cNvPr id="9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0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1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3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35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animScale>
                                      <p:cBhvr>
                                        <p:cTn id="6" dur="111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96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002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38"/>
                                  </p:stCondLst>
                                  <p:childTnLst>
                                    <p:animScale>
                                      <p:cBhvr>
                                        <p:cTn id="10" dur="786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6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25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17"/>
                                  </p:stCondLst>
                                  <p:childTnLst>
                                    <p:animScale>
                                      <p:cBhvr>
                                        <p:cTn id="14" dur="1204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61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18" dur="1082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7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081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126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4" dur="119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4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2" dur="28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8291" y="385996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775" y="400877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0891" y="142605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702" y="170531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201" y="1234862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10" name="Hidden star 3" descr="sparkling star to collec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1" name="Star counter 2 of 5" descr="2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2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4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000" y="-387350"/>
            <a:ext cx="1905000" cy="1905000"/>
          </a:xfrm>
          <a:prstGeom prst="rect">
            <a:avLst/>
          </a:prstGeom>
        </p:spPr>
      </p:pic>
      <p:pic>
        <p:nvPicPr>
          <p:cNvPr id="15" name="sound anchor" descr="sound anchor (invisible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6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354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452"/>
                                  </p:stCondLst>
                                  <p:childTnLst>
                                    <p:animScale>
                                      <p:cBhvr>
                                        <p:cTn id="6" dur="728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98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18"/>
                                  </p:stCondLst>
                                  <p:childTnLst>
                                    <p:animScale>
                                      <p:cBhvr>
                                        <p:cTn id="10" dur="748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8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30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28"/>
                                  </p:stCondLst>
                                  <p:childTnLst>
                                    <p:animScale>
                                      <p:cBhvr>
                                        <p:cTn id="14" dur="83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3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03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animScale>
                                      <p:cBhvr>
                                        <p:cTn id="18" dur="1392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14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11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24"/>
                                  </p:stCondLst>
                                  <p:childTnLst>
                                    <p:animScale>
                                      <p:cBhvr>
                                        <p:cTn id="22" dur="728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32" dur="106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4" dur="2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0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42" dur="28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star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557" y="153087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51" y="329696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238" y="1678347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5801" y="2144471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837" y="4351519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9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3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78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26"/>
                                  </p:stCondLst>
                                  <p:childTnLst>
                                    <p:animScale>
                                      <p:cBhvr>
                                        <p:cTn id="6" dur="964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5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48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10" dur="906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6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387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44"/>
                                  </p:stCondLst>
                                  <p:childTnLst>
                                    <p:animScale>
                                      <p:cBhvr>
                                        <p:cTn id="14" dur="86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701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26"/>
                                  </p:stCondLst>
                                  <p:childTnLst>
                                    <p:animScale>
                                      <p:cBhvr>
                                        <p:cTn id="18" dur="1345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88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25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121"/>
                                  </p:stCondLst>
                                  <p:childTnLst>
                                    <p:animScale>
                                      <p:cBhvr>
                                        <p:cTn id="22" dur="113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968" y="293421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631" y="116776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373" y="3136877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953" y="1875092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128" y="4872053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3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6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88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444"/>
                                  </p:stCondLst>
                                  <p:childTnLst>
                                    <p:animScale>
                                      <p:cBhvr>
                                        <p:cTn id="6" dur="131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36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83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45"/>
                                  </p:stCondLst>
                                  <p:childTnLst>
                                    <p:animScale>
                                      <p:cBhvr>
                                        <p:cTn id="10" dur="86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42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29"/>
                                  </p:stCondLst>
                                  <p:childTnLst>
                                    <p:animScale>
                                      <p:cBhvr>
                                        <p:cTn id="14" dur="829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13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41"/>
                                  </p:stCondLst>
                                  <p:childTnLst>
                                    <p:animScale>
                                      <p:cBhvr>
                                        <p:cTn id="18" dur="129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80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901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06"/>
                                  </p:stCondLst>
                                  <p:childTnLst>
                                    <p:animScale>
                                      <p:cBhvr>
                                        <p:cTn id="22" dur="92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8" dur="106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698" y="184664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2910" y="2026226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066" y="4730013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270" y="464931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358" y="1391311"/>
            <a:ext cx="355600" cy="355600"/>
          </a:xfrm>
          <a:prstGeom prst="rect">
            <a:avLst/>
          </a:prstGeom>
        </p:spPr>
      </p:pic>
      <p:pic>
        <p:nvPicPr>
          <p:cNvPr id="8" name="Hidden star 3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0" y="2540000"/>
            <a:ext cx="1079500" cy="1079500"/>
          </a:xfrm>
          <a:prstGeom prst="rect">
            <a:avLst/>
          </a:prstGeom>
        </p:spPr>
      </p:pic>
      <p:pic>
        <p:nvPicPr>
          <p:cNvPr id="9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0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1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15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11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82"/>
                                  </p:stCondLst>
                                  <p:childTnLst>
                                    <p:animScale>
                                      <p:cBhvr>
                                        <p:cTn id="6" dur="1065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31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79"/>
                                  </p:stCondLst>
                                  <p:childTnLst>
                                    <p:animScale>
                                      <p:cBhvr>
                                        <p:cTn id="10" dur="95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6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02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57"/>
                                  </p:stCondLst>
                                  <p:childTnLst>
                                    <p:animScale>
                                      <p:cBhvr>
                                        <p:cTn id="14" dur="111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0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56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96"/>
                                  </p:stCondLst>
                                  <p:childTnLst>
                                    <p:animScale>
                                      <p:cBhvr>
                                        <p:cTn id="18" dur="738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6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15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73"/>
                                  </p:stCondLst>
                                  <p:childTnLst>
                                    <p:animScale>
                                      <p:cBhvr>
                                        <p:cTn id="22" dur="90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24" dur="106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2" dur="28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233" y="398800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620" y="99731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264" y="2682024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875" y="265420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872" y="4577523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Hidden star 2" descr="sparkling star to collect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10" name="Star counter 3 of 5" descr="3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3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500" y="-387350"/>
            <a:ext cx="1905000" cy="1905000"/>
          </a:xfrm>
          <a:prstGeom prst="rect">
            <a:avLst/>
          </a:prstGeom>
        </p:spPr>
      </p:pic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09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55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03"/>
                                  </p:stCondLst>
                                  <p:childTnLst>
                                    <p:animScale>
                                      <p:cBhvr>
                                        <p:cTn id="6" dur="79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4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479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35"/>
                                  </p:stCondLst>
                                  <p:childTnLst>
                                    <p:animScale>
                                      <p:cBhvr>
                                        <p:cTn id="10" dur="13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4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77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24"/>
                                  </p:stCondLst>
                                  <p:childTnLst>
                                    <p:animScale>
                                      <p:cBhvr>
                                        <p:cTn id="14" dur="72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7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235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Scale>
                                      <p:cBhvr>
                                        <p:cTn id="18" dur="1108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28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2"/>
                                  </p:stCondLst>
                                  <p:childTnLst>
                                    <p:animScale>
                                      <p:cBhvr>
                                        <p:cTn id="22" dur="138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8" dur="93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30" dur="20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6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8" dur="28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star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876" y="450264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789" y="3273716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068" y="253432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1309" y="1016775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883" y="3930388"/>
            <a:ext cx="355600" cy="355600"/>
          </a:xfrm>
          <a:prstGeom prst="rect">
            <a:avLst/>
          </a:prstGeom>
        </p:spPr>
      </p:pic>
      <p:pic>
        <p:nvPicPr>
          <p:cNvPr id="8" name="Hidden star 2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0" y="444500"/>
            <a:ext cx="1079500" cy="1079500"/>
          </a:xfrm>
          <a:prstGeom prst="rect">
            <a:avLst/>
          </a:prstGeom>
        </p:spPr>
      </p:pic>
      <p:pic>
        <p:nvPicPr>
          <p:cNvPr id="9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0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1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4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92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6" dur="1307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8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17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27"/>
                                  </p:stCondLst>
                                  <p:childTnLst>
                                    <p:animScale>
                                      <p:cBhvr>
                                        <p:cTn id="10" dur="77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18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53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14"/>
                                  </p:stCondLst>
                                  <p:childTnLst>
                                    <p:animScale>
                                      <p:cBhvr>
                                        <p:cTn id="14" dur="112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6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96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8"/>
                                  </p:stCondLst>
                                  <p:childTnLst>
                                    <p:animScale>
                                      <p:cBhvr>
                                        <p:cTn id="18" dur="77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1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67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04"/>
                                  </p:stCondLst>
                                  <p:childTnLst>
                                    <p:animScale>
                                      <p:cBhvr>
                                        <p:cTn id="22" dur="105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24" dur="93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20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2" dur="28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3760" y="509607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926" y="136116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556" y="5260003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901" y="330094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610" y="2393644"/>
            <a:ext cx="355600" cy="355600"/>
          </a:xfrm>
          <a:prstGeom prst="rect">
            <a:avLst/>
          </a:prstGeom>
        </p:spPr>
      </p:pic>
      <p:pic>
        <p:nvPicPr>
          <p:cNvPr id="8" name="Hidden star 1" descr="sparkling star to collect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952500"/>
            <a:ext cx="1079500" cy="1079500"/>
          </a:xfrm>
          <a:prstGeom prst="rect">
            <a:avLst/>
          </a:prstGeom>
        </p:spPr>
      </p:pic>
      <p:pic>
        <p:nvPicPr>
          <p:cNvPr id="9" name="Star counter 4 of 5" descr="4 of 5 stars collec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10" name="Lumi (cheer)" descr="Lumi the baby dragon, cheer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1" name="Lumi (lookUp)" descr="Lumi the baby dragon, lookU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0" y="-387350"/>
            <a:ext cx="1905000" cy="1905000"/>
          </a:xfrm>
          <a:prstGeom prst="rect">
            <a:avLst/>
          </a:prstGeom>
        </p:spPr>
      </p:pic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50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13"/>
                                  </p:stCondLst>
                                  <p:childTnLst>
                                    <p:animScale>
                                      <p:cBhvr>
                                        <p:cTn id="6" dur="1275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24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979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57"/>
                                  </p:stCondLst>
                                  <p:childTnLst>
                                    <p:animScale>
                                      <p:cBhvr>
                                        <p:cTn id="10" dur="105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37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598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82"/>
                                  </p:stCondLst>
                                  <p:childTnLst>
                                    <p:animScale>
                                      <p:cBhvr>
                                        <p:cTn id="14" dur="1087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2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72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28"/>
                                  </p:stCondLst>
                                  <p:childTnLst>
                                    <p:animScale>
                                      <p:cBhvr>
                                        <p:cTn id="18" dur="139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41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64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04"/>
                                  </p:stCondLst>
                                  <p:childTnLst>
                                    <p:animScale>
                                      <p:cBhvr>
                                        <p:cTn id="22" dur="126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840000">
                                      <p:cBhvr>
                                        <p:cTn id="26" dur="18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2" dur="28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34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star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orest" descr="Magical forest full of hiding pla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247" y="2615008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924" y="449593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157" y="4359538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811" y="4643050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082" y="3100480"/>
            <a:ext cx="355600" cy="355600"/>
          </a:xfrm>
          <a:prstGeom prst="rect">
            <a:avLst/>
          </a:prstGeom>
        </p:spPr>
      </p:pic>
      <p:pic>
        <p:nvPicPr>
          <p:cNvPr id="8" name="Star counter 5 of 5" descr="5 of 5 stars collec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0" y="152400"/>
            <a:ext cx="4445000" cy="825500"/>
          </a:xfrm>
          <a:prstGeom prst="rect">
            <a:avLst/>
          </a:prstGeom>
        </p:spPr>
      </p:pic>
      <p:pic>
        <p:nvPicPr>
          <p:cNvPr id="9" name="Lumi (cheer)" descr="Lumi the baby dragon, cheer po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0" name="Lumi (flyUp)" descr="Lumi the baby dragon, flyUp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1" name="Lumi (fly)" descr="Lumi the baby dragon, fly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" y="3574415"/>
            <a:ext cx="2984500" cy="2984500"/>
          </a:xfrm>
          <a:prstGeom prst="rect">
            <a:avLst/>
          </a:prstGeom>
        </p:spPr>
      </p:pic>
      <p:pic>
        <p:nvPicPr>
          <p:cNvPr id="12" name="star sparkle" descr="star sparkl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4500" y="-387350"/>
            <a:ext cx="1905000" cy="1905000"/>
          </a:xfrm>
          <a:prstGeom prst="rect">
            <a:avLst/>
          </a:prstGeom>
        </p:spPr>
      </p:pic>
      <p:pic>
        <p:nvPicPr>
          <p:cNvPr id="13" name="confetti" descr="falling confetti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0" y="-4572000"/>
            <a:ext cx="7620000" cy="4445000"/>
          </a:xfrm>
          <a:prstGeom prst="rect">
            <a:avLst/>
          </a:prstGeom>
        </p:spPr>
      </p:pic>
      <p:pic>
        <p:nvPicPr>
          <p:cNvPr id="14" name="portal glow" descr="portal glow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0000" y="1270000"/>
            <a:ext cx="4826000" cy="4826000"/>
          </a:xfrm>
          <a:prstGeom prst="rect">
            <a:avLst/>
          </a:prstGeom>
        </p:spPr>
      </p:pic>
      <p:pic>
        <p:nvPicPr>
          <p:cNvPr id="15" name="Magic portal to the balloon sky" descr="glowing portal to the sky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000" y="2032000"/>
            <a:ext cx="3302000" cy="3302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871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312"/>
                                  </p:stCondLst>
                                  <p:childTnLst>
                                    <p:animScale>
                                      <p:cBhvr>
                                        <p:cTn id="6" dur="10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67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8"/>
                                  </p:stCondLst>
                                  <p:childTnLst>
                                    <p:animScale>
                                      <p:cBhvr>
                                        <p:cTn id="10" dur="871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6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68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83"/>
                                  </p:stCondLst>
                                  <p:childTnLst>
                                    <p:animScale>
                                      <p:cBhvr>
                                        <p:cTn id="14" dur="764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1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98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426"/>
                                  </p:stCondLst>
                                  <p:childTnLst>
                                    <p:animScale>
                                      <p:cBhvr>
                                        <p:cTn id="18" dur="111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2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705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309"/>
                                  </p:stCondLst>
                                  <p:childTnLst>
                                    <p:animScale>
                                      <p:cBhvr>
                                        <p:cTn id="22" dur="95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6" dur="28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58" dur="28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800 E" pathEditMode="relative" ptsTypes="AA">
                                      <p:cBhvr>
                                        <p:cTn id="60" dur="28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70000">
                                        <p:cTn id="6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star_al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1.6000 E" pathEditMode="relative" ptsTypes="AA">
                                      <p:cBhvr>
                                        <p:cTn id="76" dur="3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21600000">
                                      <p:cBhvr>
                                        <p:cTn id="86" dur="8000" fill="hold" repeatCount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88" dur="11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sky" descr="Sunny sky with a rainb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umi (fly)" descr="Lumi the baby dragon, fly po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00" y="3823970"/>
            <a:ext cx="2921000" cy="2921000"/>
          </a:xfrm>
          <a:prstGeom prst="rect">
            <a:avLst/>
          </a:prstGeom>
        </p:spPr>
      </p:pic>
      <p:pic>
        <p:nvPicPr>
          <p:cNvPr id="4" name="Lumi (flyUp)" descr="Lumi the baby dragon, flyUp po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500" y="3823970"/>
            <a:ext cx="2921000" cy="2921000"/>
          </a:xfrm>
          <a:prstGeom prst="rect">
            <a:avLst/>
          </a:prstGeom>
        </p:spPr>
      </p:pic>
      <p:pic>
        <p:nvPicPr>
          <p:cNvPr id="5" name="Lumi (welcome)" descr="Lumi the baby dragon, welcome po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3823970"/>
            <a:ext cx="2921000" cy="2921000"/>
          </a:xfrm>
          <a:prstGeom prst="rect">
            <a:avLst/>
          </a:prstGeom>
        </p:spPr>
      </p:pic>
      <p:pic>
        <p:nvPicPr>
          <p:cNvPr id="6" name="golden balloon glow" descr="golden balloon gl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-127000"/>
            <a:ext cx="2921000" cy="2921000"/>
          </a:xfrm>
          <a:prstGeom prst="rect">
            <a:avLst/>
          </a:prstGeom>
        </p:spPr>
      </p:pic>
      <p:pic>
        <p:nvPicPr>
          <p:cNvPr id="7" name="Golden balloon with food basket" descr="golden balloon carrying a basket of treats">
            <a:hlinkClick action="ppaction://hlinksldjump" r:id="rId2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254000"/>
            <a:ext cx="1905000" cy="3175000"/>
          </a:xfrm>
          <a:prstGeom prst="rect">
            <a:avLst/>
          </a:prstGeom>
        </p:spPr>
      </p:pic>
      <p:pic>
        <p:nvPicPr>
          <p:cNvPr id="8" name="red balloon" descr="red ballo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81000"/>
            <a:ext cx="1143000" cy="2286000"/>
          </a:xfrm>
          <a:prstGeom prst="rect">
            <a:avLst/>
          </a:prstGeom>
        </p:spPr>
      </p:pic>
      <p:pic>
        <p:nvPicPr>
          <p:cNvPr id="9" name="pop burst" descr="pop burs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" y="254000"/>
            <a:ext cx="1905000" cy="1905000"/>
          </a:xfrm>
          <a:prstGeom prst="rect">
            <a:avLst/>
          </a:prstGeom>
        </p:spPr>
      </p:pic>
      <p:pic>
        <p:nvPicPr>
          <p:cNvPr id="10" name="surprise reward" descr="surprise rewar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250" y="641350"/>
            <a:ext cx="1333500" cy="1130300"/>
          </a:xfrm>
          <a:prstGeom prst="rect">
            <a:avLst/>
          </a:prstGeom>
        </p:spPr>
      </p:pic>
      <p:sp>
        <p:nvSpPr>
          <p:cNvPr id="11" name="pop red balloon"/>
          <p:cNvSpPr/>
          <p:nvPr/>
        </p:nvSpPr>
        <p:spPr>
          <a:xfrm>
            <a:off x="571500" y="3810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blue balloon" descr="blue ballo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32000" y="1587500"/>
            <a:ext cx="1143000" cy="2286000"/>
          </a:xfrm>
          <a:prstGeom prst="rect">
            <a:avLst/>
          </a:prstGeom>
        </p:spPr>
      </p:pic>
      <p:pic>
        <p:nvPicPr>
          <p:cNvPr id="13" name="pop burst" descr="pop burs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51000" y="1460500"/>
            <a:ext cx="1905000" cy="1905000"/>
          </a:xfrm>
          <a:prstGeom prst="rect">
            <a:avLst/>
          </a:prstGeom>
        </p:spPr>
      </p:pic>
      <p:pic>
        <p:nvPicPr>
          <p:cNvPr id="14" name="surprise reward" descr="surprise rewar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73250" y="1828800"/>
            <a:ext cx="1460500" cy="1168400"/>
          </a:xfrm>
          <a:prstGeom prst="rect">
            <a:avLst/>
          </a:prstGeom>
        </p:spPr>
      </p:pic>
      <p:sp>
        <p:nvSpPr>
          <p:cNvPr id="15" name="pop blue balloon"/>
          <p:cNvSpPr/>
          <p:nvPr/>
        </p:nvSpPr>
        <p:spPr>
          <a:xfrm>
            <a:off x="2032000" y="15875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green balloon" descr="green balloo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56000" y="444500"/>
            <a:ext cx="1143000" cy="2286000"/>
          </a:xfrm>
          <a:prstGeom prst="rect">
            <a:avLst/>
          </a:prstGeom>
        </p:spPr>
      </p:pic>
      <p:pic>
        <p:nvPicPr>
          <p:cNvPr id="17" name="pop burst" descr="pop burst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75000" y="317500"/>
            <a:ext cx="1905000" cy="1905000"/>
          </a:xfrm>
          <a:prstGeom prst="rect">
            <a:avLst/>
          </a:prstGeom>
        </p:spPr>
      </p:pic>
      <p:pic>
        <p:nvPicPr>
          <p:cNvPr id="18" name="surprise reward" descr="surprise rewar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79750" y="673100"/>
            <a:ext cx="2095500" cy="1193800"/>
          </a:xfrm>
          <a:prstGeom prst="rect">
            <a:avLst/>
          </a:prstGeom>
        </p:spPr>
      </p:pic>
      <p:sp>
        <p:nvSpPr>
          <p:cNvPr id="19" name="pop green balloon"/>
          <p:cNvSpPr/>
          <p:nvPr/>
        </p:nvSpPr>
        <p:spPr>
          <a:xfrm>
            <a:off x="3556000" y="4445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yellow balloon" descr="yellow ballo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2794000"/>
            <a:ext cx="1143000" cy="2286000"/>
          </a:xfrm>
          <a:prstGeom prst="rect">
            <a:avLst/>
          </a:prstGeom>
        </p:spPr>
      </p:pic>
      <p:pic>
        <p:nvPicPr>
          <p:cNvPr id="21" name="pop burst" descr="pop burst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2667000"/>
            <a:ext cx="1905000" cy="1905000"/>
          </a:xfrm>
          <a:prstGeom prst="rect">
            <a:avLst/>
          </a:prstGeom>
        </p:spPr>
      </p:pic>
      <p:pic>
        <p:nvPicPr>
          <p:cNvPr id="22" name="surprise reward" descr="surprise reward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3048000"/>
            <a:ext cx="1143000" cy="1143000"/>
          </a:xfrm>
          <a:prstGeom prst="rect">
            <a:avLst/>
          </a:prstGeom>
        </p:spPr>
      </p:pic>
      <p:sp>
        <p:nvSpPr>
          <p:cNvPr id="23" name="pop yellow balloon"/>
          <p:cNvSpPr/>
          <p:nvPr/>
        </p:nvSpPr>
        <p:spPr>
          <a:xfrm>
            <a:off x="381000" y="27940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nk balloon" descr="pink balloon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93000" y="444500"/>
            <a:ext cx="1143000" cy="2286000"/>
          </a:xfrm>
          <a:prstGeom prst="rect">
            <a:avLst/>
          </a:prstGeom>
        </p:spPr>
      </p:pic>
      <p:pic>
        <p:nvPicPr>
          <p:cNvPr id="25" name="pop burst" descr="pop burst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12000" y="317500"/>
            <a:ext cx="1905000" cy="1905000"/>
          </a:xfrm>
          <a:prstGeom prst="rect">
            <a:avLst/>
          </a:prstGeom>
        </p:spPr>
      </p:pic>
      <p:pic>
        <p:nvPicPr>
          <p:cNvPr id="26" name="surprise reward" descr="surprise reward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24750" y="730250"/>
            <a:ext cx="1079500" cy="1079500"/>
          </a:xfrm>
          <a:prstGeom prst="rect">
            <a:avLst/>
          </a:prstGeom>
        </p:spPr>
      </p:pic>
      <p:sp>
        <p:nvSpPr>
          <p:cNvPr id="27" name="pop pink balloon"/>
          <p:cNvSpPr/>
          <p:nvPr/>
        </p:nvSpPr>
        <p:spPr>
          <a:xfrm>
            <a:off x="7493000" y="4445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urple balloon" descr="purple balloon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17000" y="1651000"/>
            <a:ext cx="1143000" cy="2286000"/>
          </a:xfrm>
          <a:prstGeom prst="rect">
            <a:avLst/>
          </a:prstGeom>
        </p:spPr>
      </p:pic>
      <p:pic>
        <p:nvPicPr>
          <p:cNvPr id="29" name="pop burst" descr="pop burst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36000" y="1524000"/>
            <a:ext cx="1905000" cy="1905000"/>
          </a:xfrm>
          <a:prstGeom prst="rect">
            <a:avLst/>
          </a:prstGeom>
        </p:spPr>
      </p:pic>
      <p:pic>
        <p:nvPicPr>
          <p:cNvPr id="30" name="surprise reward" descr="surprise reward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48750" y="1803400"/>
            <a:ext cx="1079500" cy="1346200"/>
          </a:xfrm>
          <a:prstGeom prst="rect">
            <a:avLst/>
          </a:prstGeom>
        </p:spPr>
      </p:pic>
      <p:sp>
        <p:nvSpPr>
          <p:cNvPr id="31" name="pop purple balloon"/>
          <p:cNvSpPr/>
          <p:nvPr/>
        </p:nvSpPr>
        <p:spPr>
          <a:xfrm>
            <a:off x="9017000" y="16510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orange balloon" descr="orange balloon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77500" y="381000"/>
            <a:ext cx="1143000" cy="2286000"/>
          </a:xfrm>
          <a:prstGeom prst="rect">
            <a:avLst/>
          </a:prstGeom>
        </p:spPr>
      </p:pic>
      <p:pic>
        <p:nvPicPr>
          <p:cNvPr id="33" name="pop burst" descr="pop burst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096500" y="254000"/>
            <a:ext cx="1905000" cy="1905000"/>
          </a:xfrm>
          <a:prstGeom prst="rect">
            <a:avLst/>
          </a:prstGeom>
        </p:spPr>
      </p:pic>
      <p:pic>
        <p:nvPicPr>
          <p:cNvPr id="34" name="surprise reward" descr="surprise reward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72750" y="809625"/>
            <a:ext cx="952500" cy="793750"/>
          </a:xfrm>
          <a:prstGeom prst="rect">
            <a:avLst/>
          </a:prstGeom>
        </p:spPr>
      </p:pic>
      <p:sp>
        <p:nvSpPr>
          <p:cNvPr id="35" name="pop orange balloon"/>
          <p:cNvSpPr/>
          <p:nvPr/>
        </p:nvSpPr>
        <p:spPr>
          <a:xfrm>
            <a:off x="10477500" y="381000"/>
            <a:ext cx="1143000" cy="17145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sound anchor" descr="sound anchor (invisible)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portal_go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2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40 -0.0150 E" pathEditMode="relative" ptsTypes="AA">
                                      <p:cBhvr>
                                        <p:cTn id="21" dur="2600" fill="hold" repeatCount="indefinite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50 -0.0200 E" pathEditMode="relative" ptsTypes="AA">
                                      <p:cBhvr>
                                        <p:cTn id="23" dur="22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50 -0.0200 E" pathEditMode="relative" ptsTypes="AA">
                                      <p:cBhvr>
                                        <p:cTn id="25" dur="2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050 -0.0200 E" pathEditMode="relative" ptsTypes="AA">
                                      <p:cBhvr>
                                        <p:cTn id="27" dur="2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50 -0.0200 E" pathEditMode="relative" ptsTypes="AA">
                                      <p:cBhvr>
                                        <p:cTn id="29" dur="3100" fill="hold" repeatCount="indefinite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050 -0.0200 E" pathEditMode="relative" ptsTypes="AA">
                                      <p:cBhvr>
                                        <p:cTn id="31" dur="3400" fill="hold" repeatCount="indefinite" autoRev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50 -0.0200 E" pathEditMode="relative" ptsTypes="AA">
                                      <p:cBhvr>
                                        <p:cTn id="33" dur="3700" fill="hold" repeatCount="indefinite" autoRev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-0.0050 -0.0200 E" pathEditMode="relative" ptsTypes="AA">
                                      <p:cBhvr>
                                        <p:cTn id="35" dur="4000" fill="hold" repeatCount="indefinite" autoRev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2" name="pop_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54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56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58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60" dur="220" fill="hold"/>
                                        <p:tgtEl>
                                          <p:spTgt spid="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5000 -0.2500 E" pathEditMode="relative" ptsTypes="AA">
                                      <p:cBhvr>
                                        <p:cTn id="65" dur="2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3" name="pop_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1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88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0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2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94" dur="220" fill="hold"/>
                                        <p:tgtEl>
                                          <p:spTgt spid="1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500 -0.1000 L -0.0300 -0.2000 L 0.0700 -0.3000 L 0.0000 -0.4200 E" pathEditMode="relative" ptsTypes="AAAAA">
                                      <p:cBhvr>
                                        <p:cTn id="99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4" name="pop_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1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1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2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4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6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28" dur="220" fill="hold"/>
                                        <p:tgtEl>
                                          <p:spTgt spid="1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6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133" dur="1400" fill="hold"/>
                                        <p:tgtEl>
                                          <p:spTgt spid="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5" name="pop_4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3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56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58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60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62" dur="220" fill="hold"/>
                                        <p:tgtEl>
                                          <p:spTgt spid="2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8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Rot by="43200000">
                                      <p:cBhvr>
                                        <p:cTn id="167" dur="1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500 -0.3500 E" pathEditMode="relative" ptsTypes="AA">
                                      <p:cBhvr>
                                        <p:cTn id="169" dur="1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6" name="pop_5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1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92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94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96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98" dur="220" fill="hold"/>
                                        <p:tgtEl>
                                          <p:spTgt spid="2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02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4000 E" pathEditMode="relative" ptsTypes="AA">
                                      <p:cBhvr>
                                        <p:cTn id="20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6" presetID="6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205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60000" y="160000"/>
                                    </p:animScale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7" name="pop_6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1" dur="1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3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8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30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32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234" dur="220" fill="hold"/>
                                        <p:tgtEl>
                                          <p:spTgt spid="29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6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Scale>
                                      <p:cBhvr>
                                        <p:cTn id="239" dur="700" fill="hold" repeatCount="2000" autoRev="1"/>
                                        <p:tgtEl>
                                          <p:spTgt spid="30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8" name="pop_7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5" dur="1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53" presetClass="entr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3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62" dur="220" fill="hold" repeatCount="2000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64" dur="220" fill="hold" repeatCount="2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66" dur="220" fill="hold" repeatCount="2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268" dur="220" fill="hold"/>
                                        <p:tgtEl>
                                          <p:spTgt spid="3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600 0.0400 L 0.1200 -0.0200 L 0.2000 0.0500 E" pathEditMode="relative" ptsTypes="AAAA">
                                      <p:cBhvr>
                                        <p:cTn id="273" dur="2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pic>
        <p:nvPicPr>
          <p:cNvPr id="4" name="Feed cupcake" descr="cupcake to feed Lumi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pic>
        <p:nvPicPr>
          <p:cNvPr id="5" name="Feed banana" descr="banana to feed Lumi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pic>
        <p:nvPicPr>
          <p:cNvPr id="6" name="Feed melon" descr="melon to feed Lumi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pic>
        <p:nvPicPr>
          <p:cNvPr id="7" name="Feed broccoli" descr="broccoli to feed Lumi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pic>
        <p:nvPicPr>
          <p:cNvPr id="8" name="Feed chili" descr="chili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pic>
        <p:nvPicPr>
          <p:cNvPr id="9" name="Lumi (surprised)" descr="Lumi the baby dragon, surprised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0" name="Lumi (wait)" descr="Lumi the baby dragon, wait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6" dur="9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8" dur="10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0" dur="11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2" dur="12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4" dur="13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20" dur="26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22" dur="26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8" name="pop_gol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9" name="feed_wa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apple (flying to Lumi)" descr="app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pic>
        <p:nvPicPr>
          <p:cNvPr id="4" name="Feed cupcake" descr="cupcak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pic>
        <p:nvPicPr>
          <p:cNvPr id="5" name="Feed banana" descr="banana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pic>
        <p:nvPicPr>
          <p:cNvPr id="6" name="Feed melon" descr="melon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pic>
        <p:nvPicPr>
          <p:cNvPr id="7" name="Feed broccoli" descr="broccoli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pic>
        <p:nvPicPr>
          <p:cNvPr id="8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pic>
        <p:nvPicPr>
          <p:cNvPr id="9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0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1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2" name="Lumi (yum)" descr="Lumi the baby dragon, yum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3" name="Lumi (yummy)" descr="Lumi the baby dragon, yummy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4" name="yummy sparkles" descr="yummy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500" y="1143000"/>
            <a:ext cx="3175000" cy="3175000"/>
          </a:xfrm>
          <a:prstGeom prst="rect">
            <a:avLst/>
          </a:prstGeom>
        </p:spPr>
      </p:pic>
      <p:pic>
        <p:nvPicPr>
          <p:cNvPr id="15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4" dur="9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6" dur="10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8" dur="11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0" dur="12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2" dur="13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620 -0.3648 E" pathEditMode="relative" ptsTypes="AA">
                                      <p:cBhvr>
                                        <p:cTn id="4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66" dur="70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pic>
        <p:nvPicPr>
          <p:cNvPr id="4" name="cupcake (flying to Lumi)" descr="cupcak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pic>
        <p:nvPicPr>
          <p:cNvPr id="5" name="Feed banana" descr="banana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pic>
        <p:nvPicPr>
          <p:cNvPr id="6" name="Feed melon" descr="melon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pic>
        <p:nvPicPr>
          <p:cNvPr id="7" name="Feed broccoli" descr="broccoli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pic>
        <p:nvPicPr>
          <p:cNvPr id="8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pic>
        <p:nvPicPr>
          <p:cNvPr id="9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0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1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2" name="Lumi (yum)" descr="Lumi the baby dragon, yum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3" name="Lumi (yummy)" descr="Lumi the baby dragon, yummy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4" name="yummy sparkles" descr="yummy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500" y="1143000"/>
            <a:ext cx="3175000" cy="3175000"/>
          </a:xfrm>
          <a:prstGeom prst="rect">
            <a:avLst/>
          </a:prstGeom>
        </p:spPr>
      </p:pic>
      <p:pic>
        <p:nvPicPr>
          <p:cNvPr id="15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6" dur="10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8" dur="11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0" dur="12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2" dur="13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cak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109 -0.3648 E" pathEditMode="relative" ptsTypes="AA">
                                      <p:cBhvr>
                                        <p:cTn id="37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4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1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mp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58" dur="70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pic>
        <p:nvPicPr>
          <p:cNvPr id="4" name="Feed cupcake" descr="cupcake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pic>
        <p:nvPicPr>
          <p:cNvPr id="5" name="banana (flying to Lumi)" descr="banan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pic>
        <p:nvPicPr>
          <p:cNvPr id="6" name="Feed melon" descr="melon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pic>
        <p:nvPicPr>
          <p:cNvPr id="7" name="Feed broccoli" descr="broccoli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pic>
        <p:nvPicPr>
          <p:cNvPr id="8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pic>
        <p:nvPicPr>
          <p:cNvPr id="9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0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1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2" name="Lumi (yum)" descr="Lumi the baby dragon, yum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3" name="Lumi (yummy)" descr="Lumi the baby dragon, yummy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4" name="yummy sparkles" descr="yummy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500" y="1143000"/>
            <a:ext cx="3175000" cy="3175000"/>
          </a:xfrm>
          <a:prstGeom prst="rect">
            <a:avLst/>
          </a:prstGeom>
        </p:spPr>
      </p:pic>
      <p:pic>
        <p:nvPicPr>
          <p:cNvPr id="15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6" dur="9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8" dur="11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0" dur="12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2" dur="13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99 -0.3648 E" pathEditMode="relative" ptsTypes="AA">
                                      <p:cBhvr>
                                        <p:cTn id="4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5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66" dur="70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pic>
        <p:nvPicPr>
          <p:cNvPr id="4" name="Feed cupcake" descr="cupcake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pic>
        <p:nvPicPr>
          <p:cNvPr id="5" name="Feed banana" descr="banana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pic>
        <p:nvPicPr>
          <p:cNvPr id="6" name="melon (flying to Lumi)" descr="mel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pic>
        <p:nvPicPr>
          <p:cNvPr id="7" name="Feed broccoli" descr="broccoli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pic>
        <p:nvPicPr>
          <p:cNvPr id="8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pic>
        <p:nvPicPr>
          <p:cNvPr id="9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0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1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2" name="Lumi (yum)" descr="Lumi the baby dragon, yum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3" name="Lumi (yummy)" descr="Lumi the baby dragon, yummy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4" name="yummy sparkles" descr="yummy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8500" y="1143000"/>
            <a:ext cx="3175000" cy="3175000"/>
          </a:xfrm>
          <a:prstGeom prst="rect">
            <a:avLst/>
          </a:prstGeom>
        </p:spPr>
      </p:pic>
      <p:pic>
        <p:nvPicPr>
          <p:cNvPr id="15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6" dur="9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8" dur="10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0" dur="12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2" dur="13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munc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6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11 -0.3648 E" pathEditMode="relative" ptsTypes="AA">
                                      <p:cBhvr>
                                        <p:cTn id="4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6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66" dur="70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pic>
        <p:nvPicPr>
          <p:cNvPr id="4" name="Feed cupcake" descr="cupcake to feed Lumi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pic>
        <p:nvPicPr>
          <p:cNvPr id="5" name="Feed banana" descr="banana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pic>
        <p:nvPicPr>
          <p:cNvPr id="6" name="Feed melon" descr="melon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pic>
        <p:nvPicPr>
          <p:cNvPr id="7" name="broccoli (flying to Lumi)" descr="broccol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pic>
        <p:nvPicPr>
          <p:cNvPr id="8" name="Feed chili" descr="chili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pic>
        <p:nvPicPr>
          <p:cNvPr id="9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0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1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2" name="Lumi (yuck)" descr="Lumi the baby dragon, yuck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3" name="Lumi (happyAgain)" descr="Lumi the baby dragon, happyAgain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4" name="sweat drop" descr="sweat drop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75500" y="1714500"/>
            <a:ext cx="381000" cy="533400"/>
          </a:xfrm>
          <a:prstGeom prst="rect">
            <a:avLst/>
          </a:prstGeom>
        </p:spPr>
      </p:pic>
      <p:pic>
        <p:nvPicPr>
          <p:cNvPr id="15" name="Magic heart: tap for a hug" descr="glowing magic heart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6" dur="9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8" dur="10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0" dur="11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2" dur="13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feed_ve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422 -0.3648 E" pathEditMode="relative" ptsTypes="AA">
                                      <p:cBhvr>
                                        <p:cTn id="4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7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9" dur="200" fill="hold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1" dur="200" fill="hold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3" dur="200" fill="hold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5" dur="200" fill="hold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7" dur="200" fill="hold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.0000 0.1000 E" pathEditMode="relative" ptsTypes="AA">
                                      <p:cBhvr>
                                        <p:cTn id="64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" presetClass="emph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74" dur="70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feed" descr="Picnic blanket in a sunny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eed apple" descr="apple to feed Lumi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016500"/>
            <a:ext cx="1460500" cy="1460500"/>
          </a:xfrm>
          <a:prstGeom prst="rect">
            <a:avLst/>
          </a:prstGeom>
        </p:spPr>
      </p:pic>
      <p:pic>
        <p:nvPicPr>
          <p:cNvPr id="4" name="Feed cupcake" descr="cupcake to feed Lumi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5016500"/>
            <a:ext cx="1460500" cy="1460500"/>
          </a:xfrm>
          <a:prstGeom prst="rect">
            <a:avLst/>
          </a:prstGeom>
        </p:spPr>
      </p:pic>
      <p:pic>
        <p:nvPicPr>
          <p:cNvPr id="5" name="Feed banana" descr="banana to feed Lumi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500" y="5016500"/>
            <a:ext cx="1460500" cy="1460500"/>
          </a:xfrm>
          <a:prstGeom prst="rect">
            <a:avLst/>
          </a:prstGeom>
        </p:spPr>
      </p:pic>
      <p:pic>
        <p:nvPicPr>
          <p:cNvPr id="6" name="Feed melon" descr="melon to feed Lumi">
            <a:hlinkClick action="ppaction://hlinksldjump" r:id="rId21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016500"/>
            <a:ext cx="1460500" cy="1460500"/>
          </a:xfrm>
          <a:prstGeom prst="rect">
            <a:avLst/>
          </a:prstGeom>
        </p:spPr>
      </p:pic>
      <p:pic>
        <p:nvPicPr>
          <p:cNvPr id="7" name="Feed broccoli" descr="broccoli to feed Lumi">
            <a:hlinkClick action="ppaction://hlinksldjump" r:id="rId22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8500" y="5016500"/>
            <a:ext cx="1460500" cy="1460500"/>
          </a:xfrm>
          <a:prstGeom prst="rect">
            <a:avLst/>
          </a:prstGeom>
        </p:spPr>
      </p:pic>
      <p:pic>
        <p:nvPicPr>
          <p:cNvPr id="8" name="chili (flying to Lumi)" descr="chil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0" y="5016500"/>
            <a:ext cx="1460500" cy="1460500"/>
          </a:xfrm>
          <a:prstGeom prst="rect">
            <a:avLst/>
          </a:prstGeom>
        </p:spPr>
      </p:pic>
      <p:pic>
        <p:nvPicPr>
          <p:cNvPr id="9" name="Lumi (wait)" descr="Lumi the baby dragon, wait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0" name="Lumi (chewA)" descr="Lumi the baby dragon, chew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1" name="Lumi (chewB)" descr="Lumi the baby dragon, chewB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2" name="Lumi (hot)" descr="Lumi the baby dragon, hot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3" name="Lumi (fire)" descr="Lumi the baby dragon, fire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4" name="Lumi (yummy)" descr="Lumi the baby dragon, yummy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7500" y="1228090"/>
            <a:ext cx="3937000" cy="3937000"/>
          </a:xfrm>
          <a:prstGeom prst="rect">
            <a:avLst/>
          </a:prstGeom>
        </p:spPr>
      </p:pic>
      <p:pic>
        <p:nvPicPr>
          <p:cNvPr id="15" name="Lumi breathes fire" descr="funny flam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0" y="2101850"/>
            <a:ext cx="3937000" cy="2286000"/>
          </a:xfrm>
          <a:prstGeom prst="rect">
            <a:avLst/>
          </a:prstGeom>
        </p:spPr>
      </p:pic>
      <p:pic>
        <p:nvPicPr>
          <p:cNvPr id="16" name="smoke puff" descr="smoke puf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2000" y="1587500"/>
            <a:ext cx="1143000" cy="914400"/>
          </a:xfrm>
          <a:prstGeom prst="rect">
            <a:avLst/>
          </a:prstGeom>
        </p:spPr>
      </p:pic>
      <p:pic>
        <p:nvPicPr>
          <p:cNvPr id="17" name="smoke puff" descr="smoke puf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1206500"/>
            <a:ext cx="952500" cy="762000"/>
          </a:xfrm>
          <a:prstGeom prst="rect">
            <a:avLst/>
          </a:prstGeom>
        </p:spPr>
      </p:pic>
      <p:pic>
        <p:nvPicPr>
          <p:cNvPr id="18" name="Magic heart: tap for a hug" descr="glowing magic heart">
            <a:hlinkClick action="ppaction://hlinksldjump" r:id="rId23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06000" y="254000"/>
            <a:ext cx="1778000" cy="1778000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6" dur="9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8" dur="100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10" dur="1100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12" dur="12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feed_chili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932 -0.3648 E" pathEditMode="relative" ptsTypes="AA">
                                      <p:cBhvr>
                                        <p:cTn id="41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8"/>
                                        </p:tgtEl>
                                      </p:cBhvr>
                                      <p:by x="35000" y="3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" presetClass="emp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54" dur="250" fill="hold" repeatCount="3000" autoRev="1"/>
                                        <p:tgtEl>
                                          <p:spTgt spid="1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53" presetClass="entr" presetSubtype="0" fill="hold" nodeType="withEffect">
                                  <p:stCondLst>
                                    <p:cond delay="30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3050"/>
                                  </p:stCondLst>
                                  <p:childTnLst>
                                    <p:animMotion origin="layout" path="M 0 0 L 0.0500 -0.1500 E" pathEditMode="relative" ptsTypes="AA">
                                      <p:cBhvr>
                                        <p:cTn id="64" dur="1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53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0" presetClass="path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Motion origin="layout" path="M 0 0 L 0.0700 -0.1200 E" pathEditMode="relative" ptsTypes="AA">
                                      <p:cBhvr>
                                        <p:cTn id="74" dur="1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79" dur="150" fill="hold" repeatCount="3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1" dur="150" fill="hold" repeatCount="3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3" dur="150" fill="hold" repeatCount="3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5" dur="15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7" dur="150" fill="hold" repeatCount="3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0" presetClass="path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89" dur="150" fill="hold" repeatCount="3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53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" presetClass="emph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Scale>
                                      <p:cBhvr>
                                        <p:cTn id="96" dur="700" fill="hold" repeatCount="indefinite" autoRev="1"/>
                                        <p:tgtEl>
                                          <p:spTgt spid="18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hug" descr="Sunset 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warm hug glow" descr="warm hug g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825500"/>
            <a:ext cx="6985000" cy="6985000"/>
          </a:xfrm>
          <a:prstGeom prst="rect">
            <a:avLst/>
          </a:prstGeom>
        </p:spPr>
      </p:pic>
      <p:pic>
        <p:nvPicPr>
          <p:cNvPr id="4" name="Lumi (far away)" descr="Lumi wai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2954020"/>
            <a:ext cx="2286000" cy="2286000"/>
          </a:xfrm>
          <a:prstGeom prst="rect">
            <a:avLst/>
          </a:prstGeom>
        </p:spPr>
      </p:pic>
      <p:pic>
        <p:nvPicPr>
          <p:cNvPr id="5" name="Lumi surprised" descr="Lumi surpris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000" y="2954020"/>
            <a:ext cx="2286000" cy="2286000"/>
          </a:xfrm>
          <a:prstGeom prst="rect">
            <a:avLst/>
          </a:prstGeom>
        </p:spPr>
      </p:pic>
      <p:pic>
        <p:nvPicPr>
          <p:cNvPr id="6" name="Lumi running with open arms" descr="Lumi running with open arm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0" y="2954020"/>
            <a:ext cx="2286000" cy="2286000"/>
          </a:xfrm>
          <a:prstGeom prst="rect">
            <a:avLst/>
          </a:prstGeom>
        </p:spPr>
      </p:pic>
      <p:pic>
        <p:nvPicPr>
          <p:cNvPr id="7" name="Lumi hugging (close-up)" descr="Lumi hugging (close-up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8500" y="1352550"/>
            <a:ext cx="5715000" cy="5715000"/>
          </a:xfrm>
          <a:prstGeom prst="rect">
            <a:avLst/>
          </a:prstGeom>
        </p:spPr>
      </p:pic>
      <p:pic>
        <p:nvPicPr>
          <p:cNvPr id="8" name="Big glowing heart" descr="big glowing heart: tap i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0" y="2984500"/>
            <a:ext cx="3302000" cy="3302000"/>
          </a:xfrm>
          <a:prstGeom prst="rect">
            <a:avLst/>
          </a:prstGeom>
        </p:spPr>
      </p:pic>
      <p:pic>
        <p:nvPicPr>
          <p:cNvPr id="9" name="Heart key to the secret door" descr="golden heart key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5500" y="762000"/>
            <a:ext cx="2032000" cy="1270000"/>
          </a:xfrm>
          <a:prstGeom prst="rect">
            <a:avLst/>
          </a:prstGeom>
        </p:spPr>
      </p:pic>
      <p:pic>
        <p:nvPicPr>
          <p:cNvPr id="10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1874" y="956658"/>
            <a:ext cx="355600" cy="355600"/>
          </a:xfrm>
          <a:prstGeom prst="rect">
            <a:avLst/>
          </a:prstGeom>
        </p:spPr>
      </p:pic>
      <p:pic>
        <p:nvPicPr>
          <p:cNvPr id="11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6019" y="1761449"/>
            <a:ext cx="355600" cy="355600"/>
          </a:xfrm>
          <a:prstGeom prst="rect">
            <a:avLst/>
          </a:prstGeom>
        </p:spPr>
      </p:pic>
      <p:pic>
        <p:nvPicPr>
          <p:cNvPr id="12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9666" y="1877275"/>
            <a:ext cx="355600" cy="355600"/>
          </a:xfrm>
          <a:prstGeom prst="rect">
            <a:avLst/>
          </a:prstGeom>
        </p:spPr>
      </p:pic>
      <p:pic>
        <p:nvPicPr>
          <p:cNvPr id="13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2057" y="4263271"/>
            <a:ext cx="355600" cy="355600"/>
          </a:xfrm>
          <a:prstGeom prst="rect">
            <a:avLst/>
          </a:prstGeom>
        </p:spPr>
      </p:pic>
      <p:pic>
        <p:nvPicPr>
          <p:cNvPr id="14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0841" y="3874786"/>
            <a:ext cx="355600" cy="355600"/>
          </a:xfrm>
          <a:prstGeom prst="rect">
            <a:avLst/>
          </a:prstGeom>
        </p:spPr>
      </p:pic>
      <p:pic>
        <p:nvPicPr>
          <p:cNvPr id="15" name="firefly" descr="glowing firefly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3727" y="3674697"/>
            <a:ext cx="355600" cy="355600"/>
          </a:xfrm>
          <a:prstGeom prst="rect">
            <a:avLst/>
          </a:prstGeom>
        </p:spPr>
      </p:pic>
      <p:pic>
        <p:nvPicPr>
          <p:cNvPr id="16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4000" y="2730500"/>
            <a:ext cx="698500" cy="698500"/>
          </a:xfrm>
          <a:prstGeom prst="rect">
            <a:avLst/>
          </a:prstGeom>
        </p:spPr>
      </p:pic>
      <p:pic>
        <p:nvPicPr>
          <p:cNvPr id="17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3950" y="3181350"/>
            <a:ext cx="952500" cy="952500"/>
          </a:xfrm>
          <a:prstGeom prst="rect">
            <a:avLst/>
          </a:prstGeom>
        </p:spPr>
      </p:pic>
      <p:pic>
        <p:nvPicPr>
          <p:cNvPr id="18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3900" y="3632200"/>
            <a:ext cx="1206500" cy="1206500"/>
          </a:xfrm>
          <a:prstGeom prst="rect">
            <a:avLst/>
          </a:prstGeom>
        </p:spPr>
      </p:pic>
      <p:pic>
        <p:nvPicPr>
          <p:cNvPr id="19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3850" y="2813050"/>
            <a:ext cx="698500" cy="698500"/>
          </a:xfrm>
          <a:prstGeom prst="rect">
            <a:avLst/>
          </a:prstGeom>
        </p:spPr>
      </p:pic>
      <p:pic>
        <p:nvPicPr>
          <p:cNvPr id="20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3800" y="3263900"/>
            <a:ext cx="952500" cy="952500"/>
          </a:xfrm>
          <a:prstGeom prst="rect">
            <a:avLst/>
          </a:prstGeom>
        </p:spPr>
      </p:pic>
      <p:pic>
        <p:nvPicPr>
          <p:cNvPr id="21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3750" y="3714750"/>
            <a:ext cx="1206500" cy="1206500"/>
          </a:xfrm>
          <a:prstGeom prst="rect">
            <a:avLst/>
          </a:prstGeom>
        </p:spPr>
      </p:pic>
      <p:pic>
        <p:nvPicPr>
          <p:cNvPr id="22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3700" y="2895600"/>
            <a:ext cx="698500" cy="698500"/>
          </a:xfrm>
          <a:prstGeom prst="rect">
            <a:avLst/>
          </a:prstGeom>
        </p:spPr>
      </p:pic>
      <p:pic>
        <p:nvPicPr>
          <p:cNvPr id="23" name="floating heart" descr="floating hear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3650" y="3346450"/>
            <a:ext cx="952500" cy="952500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" dur="800" fill="hold" repeatCount="indefinite" autoRev="1"/>
                                        <p:tgtEl>
                                          <p:spTgt spid="8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50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lumi_ta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67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1" dur="6766" fill="hold" repeatCount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31"/>
                                  </p:stCondLst>
                                  <p:childTnLst>
                                    <p:animScale>
                                      <p:cBhvr>
                                        <p:cTn id="13" dur="1131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13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5" dur="8471" fill="hold" repeatCount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nodeType="withEffect">
                                  <p:stCondLst>
                                    <p:cond delay="188"/>
                                  </p:stCondLst>
                                  <p:childTnLst>
                                    <p:animScale>
                                      <p:cBhvr>
                                        <p:cTn id="17" dur="1276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20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9" dur="8647" fill="hold" repeatCount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6" presetClass="emph" presetSubtype="0" fill="hold" nodeType="withEffect">
                                  <p:stCondLst>
                                    <p:cond delay="746"/>
                                  </p:stCondLst>
                                  <p:childTnLst>
                                    <p:animScale>
                                      <p:cBhvr>
                                        <p:cTn id="21" dur="1038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28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3" dur="9418" fill="hold" repeatCount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" presetClass="emph" presetSubtype="0" fill="hold" nodeType="withEffect">
                                  <p:stCondLst>
                                    <p:cond delay="74"/>
                                  </p:stCondLst>
                                  <p:childTnLst>
                                    <p:animScale>
                                      <p:cBhvr>
                                        <p:cTn id="25" dur="1231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0" presetClass="path" presetSubtype="0" fill="hold" nodeType="withEffect">
                                  <p:stCondLst>
                                    <p:cond delay="13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7" dur="7573" fill="hold" repeatCount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713"/>
                                  </p:stCondLst>
                                  <p:childTnLst>
                                    <p:animScale>
                                      <p:cBhvr>
                                        <p:cTn id="29" dur="934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0" presetClass="path" presetSubtype="0" fill="hold" nodeType="withEffect">
                                  <p:stCondLst>
                                    <p:cond delay="20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31" dur="6006" fill="hold" repeatCount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688"/>
                                  </p:stCondLst>
                                  <p:childTnLst>
                                    <p:animScale>
                                      <p:cBhvr>
                                        <p:cTn id="33" dur="898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9" restart="never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hug_sequenc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3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6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 L 0.2083 0.0165 E" pathEditMode="relative" ptsTypes="AA">
                                      <p:cBhvr>
                                        <p:cTn id="52" dur="1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54" dur="1300" fill="hold"/>
                                        <p:tgtEl>
                                          <p:spTgt spid="6"/>
                                        </p:tgtEl>
                                      </p:cBhvr>
                                      <p:by x="250000" y="25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0" presetClass="pat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 L 0.0400 -0.5000 E" pathEditMode="relative" ptsTypes="AA">
                                      <p:cBhvr>
                                        <p:cTn id="68" dur="2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0" presetClass="path" presetSubtype="0" fill="hold" nodeType="withEffect">
                                  <p:stCondLst>
                                    <p:cond delay="2430"/>
                                  </p:stCondLst>
                                  <p:childTnLst>
                                    <p:animMotion origin="layout" path="M 0 0 L -0.0600 -0.5000 E" pathEditMode="relative" ptsTypes="AA">
                                      <p:cBhvr>
                                        <p:cTn id="75" dur="2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0" presetClass="path" presetSubtype="0" fill="hold" nodeType="withEffect">
                                  <p:stCondLst>
                                    <p:cond delay="2660"/>
                                  </p:stCondLst>
                                  <p:childTnLst>
                                    <p:animMotion origin="layout" path="M 0 0 L 0.0800 -0.5000 E" pathEditMode="relative" ptsTypes="AA">
                                      <p:cBhvr>
                                        <p:cTn id="82" dur="2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6" presetClass="emph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84" dur="12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289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nodeType="withEffect">
                                  <p:stCondLst>
                                    <p:cond delay="2890"/>
                                  </p:stCondLst>
                                  <p:childTnLst>
                                    <p:animMotion origin="layout" path="M 0 0 L -0.1000 -0.5000 E" pathEditMode="relative" ptsTypes="AA">
                                      <p:cBhvr>
                                        <p:cTn id="91" dur="2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6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93" dur="500" fill="hold" repeatCount="3000" autoRev="1"/>
                                        <p:tgtEl>
                                          <p:spTgt spid="7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53" presetClass="entr" presetSubtype="0" fill="hold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 0 L 0.1200 -0.5000 E" pathEditMode="relative" ptsTypes="AA">
                                      <p:cBhvr>
                                        <p:cTn id="100" dur="2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53" presetClass="entr" presetSubtype="0" fill="hold" nodeType="withEffect">
                                  <p:stCondLst>
                                    <p:cond delay="33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0" presetClass="path" presetSubtype="0" fill="hold" nodeType="withEffect">
                                  <p:stCondLst>
                                    <p:cond delay="3350"/>
                                  </p:stCondLst>
                                  <p:childTnLst>
                                    <p:animMotion origin="layout" path="M 0 0 L -0.1400 -0.5000 E" pathEditMode="relative" ptsTypes="AA">
                                      <p:cBhvr>
                                        <p:cTn id="107" dur="2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53" presetClass="entr" presetSubtype="0" fill="hold" nodeType="withEffect">
                                  <p:stCondLst>
                                    <p:cond delay="358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nodeType="withEffect">
                                  <p:stCondLst>
                                    <p:cond delay="3580"/>
                                  </p:stCondLst>
                                  <p:childTnLst>
                                    <p:animMotion origin="layout" path="M 0 0 L 0.1600 -0.5000 E" pathEditMode="relative" ptsTypes="AA">
                                      <p:cBhvr>
                                        <p:cTn id="114" dur="2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53" presetClass="entr" presetSubtype="0" fill="hold" nodeType="withEffect">
                                  <p:stCondLst>
                                    <p:cond delay="381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0" presetClass="path" presetSubtype="0" fill="hold" nodeType="withEffect">
                                  <p:stCondLst>
                                    <p:cond delay="3810"/>
                                  </p:stCondLst>
                                  <p:childTnLst>
                                    <p:animMotion origin="layout" path="M 0 0 L -0.1800 -0.5000 E" pathEditMode="relative" ptsTypes="AA">
                                      <p:cBhvr>
                                        <p:cTn id="121" dur="2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53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key_appea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423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0" presetClass="path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7" dur="12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6" presetClass="emph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animScale>
                                      <p:cBhvr>
                                        <p:cTn id="139" dur="9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446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46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492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51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538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56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465" y="988682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019" y="3523236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5507" y="2727001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943" y="88058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642" y="3227706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sleepy)" descr="sleepy owl: tap it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: tap it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1" name="Magic door" descr="locked magic do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2" name="Lumi (surprised)" descr="Lumi the baby dragon, surprised po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3" name="Lumi (welcome)" descr="Lumi the baby dragon, welcome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14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Lumi sad" descr="Lumi looks sa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1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50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778"/>
                                  </p:stCondLst>
                                  <p:childTnLst>
                                    <p:animScale>
                                      <p:cBhvr>
                                        <p:cTn id="6" dur="133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66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343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30"/>
                                  </p:stCondLst>
                                  <p:childTnLst>
                                    <p:animScale>
                                      <p:cBhvr>
                                        <p:cTn id="10" dur="887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18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856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74"/>
                                  </p:stCondLst>
                                  <p:childTnLst>
                                    <p:animScale>
                                      <p:cBhvr>
                                        <p:cTn id="14" dur="805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2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327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77"/>
                                  </p:stCondLst>
                                  <p:childTnLst>
                                    <p:animScale>
                                      <p:cBhvr>
                                        <p:cTn id="18" dur="108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7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007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56"/>
                                  </p:stCondLst>
                                  <p:childTnLst>
                                    <p:animScale>
                                      <p:cBhvr>
                                        <p:cTn id="22" dur="1112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1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10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portal_go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37" dur="24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39" dur="24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6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46" dur="90" fill="hold" repeatCount="3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59" dur="22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365" y="65641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963" y="252289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431" y="3382974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240" y="3496063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715" y="4085837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Lantern (lit)" descr="glowing lantern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10" name="Owl (sleepy)" descr="sleepy owl: tap it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Magic flower (bud)" descr="flower bud: tap it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2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3" name="gem flying to the door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1968500"/>
            <a:ext cx="635000" cy="635000"/>
          </a:xfrm>
          <a:prstGeom prst="rect">
            <a:avLst/>
          </a:prstGeom>
        </p:spPr>
      </p:pic>
      <p:pic>
        <p:nvPicPr>
          <p:cNvPr id="14" name="Lumi (surprised)" descr="Lumi the baby dragon, surprised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5" name="Lumi (jump)" descr="Lumi the baby dragon, jump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6" name="Lumi (laughA)" descr="Lumi the baby dragon, laughA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7" name="Lumi (happyAgain)" descr="Lumi the baby dragon, happyAgain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18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umi sad" descr="Lumi looks sa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22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94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35"/>
                                  </p:stCondLst>
                                  <p:childTnLst>
                                    <p:animScale>
                                      <p:cBhvr>
                                        <p:cTn id="6" dur="108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70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87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02"/>
                                  </p:stCondLst>
                                  <p:childTnLst>
                                    <p:animScale>
                                      <p:cBhvr>
                                        <p:cTn id="10" dur="77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06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animScale>
                                      <p:cBhvr>
                                        <p:cTn id="14" dur="819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9761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91"/>
                                  </p:stCondLst>
                                  <p:childTnLst>
                                    <p:animScale>
                                      <p:cBhvr>
                                        <p:cTn id="18" dur="105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31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85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89"/>
                                  </p:stCondLst>
                                  <p:childTnLst>
                                    <p:animScale>
                                      <p:cBhvr>
                                        <p:cTn id="22" dur="79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9" dur="350" fill="hold" repeatCount="2000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18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10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9" name="lanter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2604 0.0926 E" pathEditMode="relative" ptsTypes="AA">
                                      <p:cBhvr>
                                        <p:cTn id="46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0" dur="26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6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89" dur="22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044" y="218987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498" y="4391501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990" y="100083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068" y="389439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658" y="953611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sleepy)" descr="sleepy ow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falling feather" descr="falling feath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4826000"/>
            <a:ext cx="381000" cy="762000"/>
          </a:xfrm>
          <a:prstGeom prst="rect">
            <a:avLst/>
          </a:prstGeom>
        </p:spPr>
      </p:pic>
      <p:pic>
        <p:nvPicPr>
          <p:cNvPr id="12" name="Magic flower (bud)" descr="flower bud: tap it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3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4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1000" y="3238500"/>
            <a:ext cx="635000" cy="635000"/>
          </a:xfrm>
          <a:prstGeom prst="rect">
            <a:avLst/>
          </a:prstGeom>
        </p:spPr>
      </p:pic>
      <p:pic>
        <p:nvPicPr>
          <p:cNvPr id="15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6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7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19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12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1"/>
                                  </p:stCondLst>
                                  <p:childTnLst>
                                    <p:animScale>
                                      <p:cBhvr>
                                        <p:cTn id="6" dur="1142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5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72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149"/>
                                  </p:stCondLst>
                                  <p:childTnLst>
                                    <p:animScale>
                                      <p:cBhvr>
                                        <p:cTn id="10" dur="77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7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771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554"/>
                                  </p:stCondLst>
                                  <p:childTnLst>
                                    <p:animScale>
                                      <p:cBhvr>
                                        <p:cTn id="14" dur="884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50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376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364"/>
                                  </p:stCondLst>
                                  <p:childTnLst>
                                    <p:animScale>
                                      <p:cBhvr>
                                        <p:cTn id="18" dur="116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28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478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1"/>
                                  </p:stCondLst>
                                  <p:childTnLst>
                                    <p:animScale>
                                      <p:cBhvr>
                                        <p:cTn id="22" dur="71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30" dur="22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200 0.0600 L -0.0200 0.1200 L 0.0100 0.1800 E" pathEditMode="relative" ptsTypes="AAAA">
                                      <p:cBhvr>
                                        <p:cTn id="37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2" dur="10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ow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-0.3906 -0.0926 E" pathEditMode="relative" ptsTypes="AA">
                                      <p:cBhvr>
                                        <p:cTn id="55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9" dur="26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1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3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5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85" dur="90" fill="hold" repeatCount="3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8" dur="22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258" y="2380860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38" y="146781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531" y="1698601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38" y="213124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877" y="3057589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Lantern (lit)" descr="glowing lantern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Magic flower (bud)" descr="flower bud: tap it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2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3" name="gem flying to the door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1968500"/>
            <a:ext cx="635000" cy="635000"/>
          </a:xfrm>
          <a:prstGeom prst="rect">
            <a:avLst/>
          </a:prstGeom>
        </p:spPr>
      </p:pic>
      <p:pic>
        <p:nvPicPr>
          <p:cNvPr id="14" name="gem in its socket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8500" y="2603500"/>
            <a:ext cx="635000" cy="635000"/>
          </a:xfrm>
          <a:prstGeom prst="rect">
            <a:avLst/>
          </a:prstGeom>
        </p:spPr>
      </p:pic>
      <p:pic>
        <p:nvPicPr>
          <p:cNvPr id="15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6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7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19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78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55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Scale>
                                      <p:cBhvr>
                                        <p:cTn id="6" dur="1229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90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049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31"/>
                                  </p:stCondLst>
                                  <p:childTnLst>
                                    <p:animScale>
                                      <p:cBhvr>
                                        <p:cTn id="10" dur="118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40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926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23"/>
                                  </p:stCondLst>
                                  <p:childTnLst>
                                    <p:animScale>
                                      <p:cBhvr>
                                        <p:cTn id="14" dur="122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2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78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76"/>
                                  </p:stCondLst>
                                  <p:childTnLst>
                                    <p:animScale>
                                      <p:cBhvr>
                                        <p:cTn id="18" dur="1307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7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883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31"/>
                                  </p:stCondLst>
                                  <p:childTnLst>
                                    <p:animScale>
                                      <p:cBhvr>
                                        <p:cTn id="22" dur="72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9" dur="350" fill="hold" repeatCount="2000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1000" fill="hold" repeatCount="indefinite" autoRev="1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lanter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2604 0.0926 E" pathEditMode="relative" ptsTypes="AA">
                                      <p:cBhvr>
                                        <p:cTn id="44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6" dur="11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0" dur="26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6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89" dur="22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068" y="2209503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145" y="351629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163" y="3813331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776" y="1667148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70" y="1104909"/>
            <a:ext cx="355600" cy="355600"/>
          </a:xfrm>
          <a:prstGeom prst="rect">
            <a:avLst/>
          </a:prstGeom>
        </p:spPr>
      </p:pic>
      <p:pic>
        <p:nvPicPr>
          <p:cNvPr id="8" name="Lantern (lit)" descr="glowing lantern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9" name="Owl (sleepy)" descr="sleepy ow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falling feather" descr="falling feath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4826000"/>
            <a:ext cx="381000" cy="762000"/>
          </a:xfrm>
          <a:prstGeom prst="rect">
            <a:avLst/>
          </a:prstGeom>
        </p:spPr>
      </p:pic>
      <p:pic>
        <p:nvPicPr>
          <p:cNvPr id="12" name="Magic flower (bud)" descr="flower bud: tap it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3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4" name="gem in its socket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0" y="2603500"/>
            <a:ext cx="635000" cy="635000"/>
          </a:xfrm>
          <a:prstGeom prst="rect">
            <a:avLst/>
          </a:prstGeom>
        </p:spPr>
      </p:pic>
      <p:pic>
        <p:nvPicPr>
          <p:cNvPr id="15" name="gem flying to the door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1000" y="3238500"/>
            <a:ext cx="635000" cy="635000"/>
          </a:xfrm>
          <a:prstGeom prst="rect">
            <a:avLst/>
          </a:prstGeom>
        </p:spPr>
      </p:pic>
      <p:pic>
        <p:nvPicPr>
          <p:cNvPr id="16" name="Lumi (surprised)" descr="Lumi the baby dragon, surprised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7" name="Lumi (jump)" descr="Lumi the baby dragon, jump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laughA)" descr="Lumi the baby dragon, laughA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happyAgain)" descr="Lumi the baby dragon, happyAgain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0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Lumi sad" descr="Lumi looks sa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749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5"/>
                                  </p:stCondLst>
                                  <p:childTnLst>
                                    <p:animScale>
                                      <p:cBhvr>
                                        <p:cTn id="6" dur="1087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69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6607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99"/>
                                  </p:stCondLst>
                                  <p:childTnLst>
                                    <p:animScale>
                                      <p:cBhvr>
                                        <p:cTn id="10" dur="101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5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751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403"/>
                                  </p:stCondLst>
                                  <p:childTnLst>
                                    <p:animScale>
                                      <p:cBhvr>
                                        <p:cTn id="14" dur="92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6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48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"/>
                                  </p:stCondLst>
                                  <p:childTnLst>
                                    <p:animScale>
                                      <p:cBhvr>
                                        <p:cTn id="18" dur="99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34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10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8"/>
                                  </p:stCondLst>
                                  <p:childTnLst>
                                    <p:animScale>
                                      <p:cBhvr>
                                        <p:cTn id="22" dur="1168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28" dur="22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200 0.0600 L -0.0200 0.1200 L 0.0100 0.1800 E" pathEditMode="relative" ptsTypes="AAAA">
                                      <p:cBhvr>
                                        <p:cTn id="35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1000" fill="hold" repeatCount="indefinite" autoRev="1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6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" dur="11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ow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-0.3906 -0.0926 E" pathEditMode="relative" ptsTypes="AA">
                                      <p:cBhvr>
                                        <p:cTn id="55" dur="9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9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1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3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5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85" dur="90" fill="hold" repeatCount="3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8" dur="22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756" y="2087277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572" y="3482419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259" y="2418677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73" y="133909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822" y="2055910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sleepy)" descr="sleepy owl: tap it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2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3" name="gem flying to the door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000" y="4127500"/>
            <a:ext cx="635000" cy="635000"/>
          </a:xfrm>
          <a:prstGeom prst="rect">
            <a:avLst/>
          </a:prstGeom>
        </p:spPr>
      </p:pic>
      <p:pic>
        <p:nvPicPr>
          <p:cNvPr id="14" name="Lumi (surprised)" descr="Lumi the baby dragon, surprised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5" name="Lumi (jump)" descr="Lumi the baby dragon, jump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6" name="Lumi (laughA)" descr="Lumi the baby dragon, laughA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7" name="Lumi (happyAgain)" descr="Lumi the baby dragon, happyAgain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18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Lumi sad" descr="Lumi looks sa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83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62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01"/>
                                  </p:stCondLst>
                                  <p:childTnLst>
                                    <p:animScale>
                                      <p:cBhvr>
                                        <p:cTn id="6" dur="85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1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93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13"/>
                                  </p:stCondLst>
                                  <p:childTnLst>
                                    <p:animScale>
                                      <p:cBhvr>
                                        <p:cTn id="10" dur="102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5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769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633"/>
                                  </p:stCondLst>
                                  <p:childTnLst>
                                    <p:animScale>
                                      <p:cBhvr>
                                        <p:cTn id="14" dur="1073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87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35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34"/>
                                  </p:stCondLst>
                                  <p:childTnLst>
                                    <p:animScale>
                                      <p:cBhvr>
                                        <p:cTn id="18" dur="973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43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62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530"/>
                                  </p:stCondLst>
                                  <p:childTnLst>
                                    <p:animScale>
                                      <p:cBhvr>
                                        <p:cTn id="22" dur="100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1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5" dur="300" fill="hold" repeatCount="2000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9" name="flow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-0.1562 -0.2222 E" pathEditMode="relative" ptsTypes="AA">
                                      <p:cBhvr>
                                        <p:cTn id="48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8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1" dur="22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589" y="403503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774" y="215681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852" y="431490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794" y="271280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577" y="3323941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Lantern (lit)" descr="glowing lantern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10" name="Owl (sleepy)" descr="sleepy owl: tap it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2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3" name="gem flying to the door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000" y="1968500"/>
            <a:ext cx="635000" cy="635000"/>
          </a:xfrm>
          <a:prstGeom prst="rect">
            <a:avLst/>
          </a:prstGeom>
        </p:spPr>
      </p:pic>
      <p:pic>
        <p:nvPicPr>
          <p:cNvPr id="14" name="gem in its socket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4000" y="2603500"/>
            <a:ext cx="635000" cy="635000"/>
          </a:xfrm>
          <a:prstGeom prst="rect">
            <a:avLst/>
          </a:prstGeom>
        </p:spPr>
      </p:pic>
      <p:pic>
        <p:nvPicPr>
          <p:cNvPr id="15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6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7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19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14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368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113"/>
                                  </p:stCondLst>
                                  <p:childTnLst>
                                    <p:animScale>
                                      <p:cBhvr>
                                        <p:cTn id="6" dur="99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6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510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animScale>
                                      <p:cBhvr>
                                        <p:cTn id="10" dur="118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9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952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43"/>
                                  </p:stCondLst>
                                  <p:childTnLst>
                                    <p:animScale>
                                      <p:cBhvr>
                                        <p:cTn id="14" dur="1282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49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57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43"/>
                                  </p:stCondLst>
                                  <p:childTnLst>
                                    <p:animScale>
                                      <p:cBhvr>
                                        <p:cTn id="18" dur="83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606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28"/>
                                  </p:stCondLst>
                                  <p:childTnLst>
                                    <p:animScale>
                                      <p:cBhvr>
                                        <p:cTn id="22" dur="916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9" dur="350" fill="hold" repeatCount="2000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1800" fill="hold" repeatCount="indefinite" autoRev="1"/>
                                        <p:tgtEl>
                                          <p:spTgt spid="10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lanter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2604 0.0926 E" pathEditMode="relative" ptsTypes="AA">
                                      <p:cBhvr>
                                        <p:cTn id="44" dur="9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46" dur="11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0" dur="26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6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89" dur="22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592" y="3363734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198" y="1543767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79" y="176940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1377" y="2046424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5547" y="4399380"/>
            <a:ext cx="355600" cy="355600"/>
          </a:xfrm>
          <a:prstGeom prst="rect">
            <a:avLst/>
          </a:prstGeom>
        </p:spPr>
      </p:pic>
      <p:pic>
        <p:nvPicPr>
          <p:cNvPr id="8" name="Lantern (lit)" descr="glowing lantern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9" name="Owl (sleepy)" descr="sleepy owl: tap it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2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3" name="gem in its socket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0" y="2603500"/>
            <a:ext cx="635000" cy="635000"/>
          </a:xfrm>
          <a:prstGeom prst="rect">
            <a:avLst/>
          </a:prstGeom>
        </p:spPr>
      </p:pic>
      <p:pic>
        <p:nvPicPr>
          <p:cNvPr id="14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000" y="4127500"/>
            <a:ext cx="635000" cy="635000"/>
          </a:xfrm>
          <a:prstGeom prst="rect">
            <a:avLst/>
          </a:prstGeom>
        </p:spPr>
      </p:pic>
      <p:pic>
        <p:nvPicPr>
          <p:cNvPr id="15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6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7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19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48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247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7"/>
                                  </p:stCondLst>
                                  <p:childTnLst>
                                    <p:animScale>
                                      <p:cBhvr>
                                        <p:cTn id="6" dur="1014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41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578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95"/>
                                  </p:stCondLst>
                                  <p:childTnLst>
                                    <p:animScale>
                                      <p:cBhvr>
                                        <p:cTn id="10" dur="105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92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42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26"/>
                                  </p:stCondLst>
                                  <p:childTnLst>
                                    <p:animScale>
                                      <p:cBhvr>
                                        <p:cTn id="14" dur="1370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129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08"/>
                                  </p:stCondLst>
                                  <p:childTnLst>
                                    <p:animScale>
                                      <p:cBhvr>
                                        <p:cTn id="18" dur="1297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468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05"/>
                                  </p:stCondLst>
                                  <p:childTnLst>
                                    <p:animScale>
                                      <p:cBhvr>
                                        <p:cTn id="22" dur="87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1800" fill="hold" repeatCount="indefinite" autoRev="1"/>
                                        <p:tgtEl>
                                          <p:spTgt spid="9"/>
                                        </p:tgtEl>
                                      </p:cBhvr>
                                      <p:by x="102000" y="103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3" dur="300" fill="hold" repeatCount="2000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35" dur="110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flow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-0.1562 -0.2222 E" pathEditMode="relative" ptsTypes="AA">
                                      <p:cBhvr>
                                        <p:cTn id="48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8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1" dur="22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512" y="929825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222" y="101013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124" y="1160799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445" y="142505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978" y="1938410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sleepy)" descr="sleepy ow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falling feather" descr="falling feath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4826000"/>
            <a:ext cx="381000" cy="762000"/>
          </a:xfrm>
          <a:prstGeom prst="rect">
            <a:avLst/>
          </a:prstGeom>
        </p:spPr>
      </p:pic>
      <p:pic>
        <p:nvPicPr>
          <p:cNvPr id="12" name="Magic flower (open)" descr="magic flower">
            <a:hlinkClick action="ppaction://hlinksldjump" r:id="rId19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3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4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1000" y="3238500"/>
            <a:ext cx="635000" cy="635000"/>
          </a:xfrm>
          <a:prstGeom prst="rect">
            <a:avLst/>
          </a:prstGeom>
        </p:spPr>
      </p:pic>
      <p:pic>
        <p:nvPicPr>
          <p:cNvPr id="15" name="gem in its socket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4000" y="2603500"/>
            <a:ext cx="635000" cy="635000"/>
          </a:xfrm>
          <a:prstGeom prst="rect">
            <a:avLst/>
          </a:prstGeom>
        </p:spPr>
      </p:pic>
      <p:pic>
        <p:nvPicPr>
          <p:cNvPr id="16" name="Lumi (surprised)" descr="Lumi the baby dragon, surprised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7" name="Lumi (jump)" descr="Lumi the baby dragon, jump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laughA)" descr="Lumi the baby dragon, laughA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happyAgain)" descr="Lumi the baby dragon, happyAgain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20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Lumi sad" descr="Lumi looks sad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9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226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41"/>
                                  </p:stCondLst>
                                  <p:childTnLst>
                                    <p:animScale>
                                      <p:cBhvr>
                                        <p:cTn id="6" dur="917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5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225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82"/>
                                  </p:stCondLst>
                                  <p:childTnLst>
                                    <p:animScale>
                                      <p:cBhvr>
                                        <p:cTn id="10" dur="1264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1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258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"/>
                                  </p:stCondLst>
                                  <p:childTnLst>
                                    <p:animScale>
                                      <p:cBhvr>
                                        <p:cTn id="14" dur="1206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9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617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759"/>
                                  </p:stCondLst>
                                  <p:childTnLst>
                                    <p:animScale>
                                      <p:cBhvr>
                                        <p:cTn id="18" dur="76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29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7532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69"/>
                                  </p:stCondLst>
                                  <p:childTnLst>
                                    <p:animScale>
                                      <p:cBhvr>
                                        <p:cTn id="22" dur="1048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30" dur="22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200 0.0600 L -0.0200 0.1200 L 0.0100 0.1800 E" pathEditMode="relative" ptsTypes="AAAA">
                                      <p:cBhvr>
                                        <p:cTn id="37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ow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-0.3906 -0.0926 E" pathEditMode="relative" ptsTypes="AA">
                                      <p:cBhvr>
                                        <p:cTn id="53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55" dur="110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9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1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3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5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85" dur="90" fill="hold" repeatCount="3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8" dur="22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969" y="2478866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826" y="729544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512" y="3309666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009" y="2790039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863" y="3278143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: tap it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Owl (awake)" descr="owl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2" name="Magic door" descr="locked magic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3" name="gem in its socket" descr="magic ge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8500" y="2603500"/>
            <a:ext cx="635000" cy="635000"/>
          </a:xfrm>
          <a:prstGeom prst="rect">
            <a:avLst/>
          </a:prstGeom>
        </p:spPr>
      </p:pic>
      <p:pic>
        <p:nvPicPr>
          <p:cNvPr id="14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9000" y="4127500"/>
            <a:ext cx="635000" cy="635000"/>
          </a:xfrm>
          <a:prstGeom prst="rect">
            <a:avLst/>
          </a:prstGeom>
        </p:spPr>
      </p:pic>
      <p:pic>
        <p:nvPicPr>
          <p:cNvPr id="15" name="Lumi (surprised)" descr="Lumi the baby dragon, surprised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6" name="Lumi (jump)" descr="Lumi the baby dragon, jump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7" name="Lumi (laughA)" descr="Lumi the baby dragon, laughA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happyAgain)" descr="Lumi the baby dragon, happyAgain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sp>
        <p:nvSpPr>
          <p:cNvPr id="19" name="Locked door (tap)"/>
          <p:cNvSpPr/>
          <p:nvPr/>
        </p:nvSpPr>
        <p:spPr>
          <a:xfrm>
            <a:off x="4445000" y="1016000"/>
            <a:ext cx="3302000" cy="482600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Lumi sad" descr="Lumi looks sa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9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9035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68"/>
                                  </p:stCondLst>
                                  <p:childTnLst>
                                    <p:animScale>
                                      <p:cBhvr>
                                        <p:cTn id="6" dur="827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51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7591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43"/>
                                  </p:stCondLst>
                                  <p:childTnLst>
                                    <p:animScale>
                                      <p:cBhvr>
                                        <p:cTn id="10" dur="870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212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59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181"/>
                                  </p:stCondLst>
                                  <p:childTnLst>
                                    <p:animScale>
                                      <p:cBhvr>
                                        <p:cTn id="14" dur="1149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72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298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9"/>
                                  </p:stCondLst>
                                  <p:childTnLst>
                                    <p:animScale>
                                      <p:cBhvr>
                                        <p:cTn id="18" dur="826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25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02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animScale>
                                      <p:cBhvr>
                                        <p:cTn id="22" dur="1390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2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3" dur="300" fill="hold" repeatCount="2000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35" dur="1100" fill="hold" repeatCount="indefinite" autoRev="1"/>
                                        <p:tgtEl>
                                          <p:spTgt spid="13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0" name="flow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1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-0.1562 -0.2222 E" pathEditMode="relative" ptsTypes="AA">
                                      <p:cBhvr>
                                        <p:cTn id="48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2" dur="260" fill="hold" repeatCount="2000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4" dur="260" fill="hold" repeatCount="2000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6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8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7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door_locked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7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">
                                      <p:cBhvr>
                                        <p:cTn id="78" dur="90" fill="hold" repeatCount="3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recov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0" presetClass="path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91" dur="22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45" y="2878538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188" y="2833558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988" y="3241225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147" y="3107207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978" y="1676490"/>
            <a:ext cx="355600" cy="355600"/>
          </a:xfrm>
          <a:prstGeom prst="rect">
            <a:avLst/>
          </a:prstGeom>
        </p:spPr>
      </p:pic>
      <p:pic>
        <p:nvPicPr>
          <p:cNvPr id="8" name="Lantern (dark)" descr="dark lanter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7000" y="1016000"/>
            <a:ext cx="1397000" cy="2540000"/>
          </a:xfrm>
          <a:prstGeom prst="rect">
            <a:avLst/>
          </a:prstGeom>
        </p:spPr>
      </p:pic>
      <p:pic>
        <p:nvPicPr>
          <p:cNvPr id="9" name="Lantern (lit)" descr="glowing lantern">
            <a:hlinkClick action="ppaction://hlinksldjump" r:id="rId2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23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24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2" name="Treasure room behind the door" descr="golden light behind the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3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4" name="gem flying to the door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8000" y="1968500"/>
            <a:ext cx="635000" cy="635000"/>
          </a:xfrm>
          <a:prstGeom prst="rect">
            <a:avLst/>
          </a:prstGeom>
        </p:spPr>
      </p:pic>
      <p:pic>
        <p:nvPicPr>
          <p:cNvPr id="15" name="gem in its socket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8500" y="2603500"/>
            <a:ext cx="635000" cy="635000"/>
          </a:xfrm>
          <a:prstGeom prst="rect">
            <a:avLst/>
          </a:prstGeom>
        </p:spPr>
      </p:pic>
      <p:pic>
        <p:nvPicPr>
          <p:cNvPr id="16" name="gem in its socket" descr="magic ge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04000" y="2603500"/>
            <a:ext cx="635000" cy="635000"/>
          </a:xfrm>
          <a:prstGeom prst="rect">
            <a:avLst/>
          </a:prstGeom>
        </p:spPr>
      </p:pic>
      <p:pic>
        <p:nvPicPr>
          <p:cNvPr id="17" name="Lumi (surprised)" descr="Lumi the baby dragon, surprised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jump)" descr="Lumi the baby dragon, jump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laughA)" descr="Lumi the baby dragon, laughA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happyAgain)" descr="Lumi the baby dragon, happyAgain pos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cheer)" descr="Lumi the baby dragon, cheer pos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Lumi (proud)" descr="Lumi the baby dragon, proud pos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3" name="door sparkle" descr="door sparkl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73500" y="1206500"/>
            <a:ext cx="4445000" cy="4445000"/>
          </a:xfrm>
          <a:prstGeom prst="rect">
            <a:avLst/>
          </a:prstGeom>
        </p:spPr>
      </p:pic>
      <p:pic>
        <p:nvPicPr>
          <p:cNvPr id="24" name="chest glow" descr="chest glow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99000" y="3810000"/>
            <a:ext cx="2794000" cy="2794000"/>
          </a:xfrm>
          <a:prstGeom prst="rect">
            <a:avLst/>
          </a:prstGeom>
        </p:spPr>
      </p:pic>
      <p:pic>
        <p:nvPicPr>
          <p:cNvPr id="25" name="Secret treasure chest: tap it" descr="treasure chest">
            <a:hlinkClick action="ppaction://hlinksldjump" r:id="rId25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80000" y="4381500"/>
            <a:ext cx="2032000" cy="1657350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7690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625"/>
                                  </p:stCondLst>
                                  <p:childTnLst>
                                    <p:animScale>
                                      <p:cBhvr>
                                        <p:cTn id="6" dur="124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09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887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722"/>
                                  </p:stCondLst>
                                  <p:childTnLst>
                                    <p:animScale>
                                      <p:cBhvr>
                                        <p:cTn id="10" dur="813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9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174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732"/>
                                  </p:stCondLst>
                                  <p:childTnLst>
                                    <p:animScale>
                                      <p:cBhvr>
                                        <p:cTn id="14" dur="768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108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952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658"/>
                                  </p:stCondLst>
                                  <p:childTnLst>
                                    <p:animScale>
                                      <p:cBhvr>
                                        <p:cTn id="18" dur="771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829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090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264"/>
                                  </p:stCondLst>
                                  <p:childTnLst>
                                    <p:animScale>
                                      <p:cBhvr>
                                        <p:cTn id="22" dur="1012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9" dur="350" fill="hold" repeatCount="2000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7" name="lanter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0 0 L 0.2604 0.0926 E" pathEditMode="relative" ptsTypes="AA">
                                      <p:cBhvr>
                                        <p:cTn id="42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4" dur="110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46" dur="1100" fill="hold" repeatCount="indefinite" autoRev="1"/>
                                        <p:tgtEl>
                                          <p:spTgt spid="1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68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0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2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4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6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8" dur="26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9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7" presetID="53" presetClass="entr" presetSubtype="0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0" name="door_ope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5" presetID="0" presetClass="pat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 L -0.1250 0.0000 E" pathEditMode="relative" ptsTypes="AA">
                                      <p:cBhvr>
                                        <p:cTn id="94" dur="1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7" presetID="6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96" dur="1800" fill="hold"/>
                                        <p:tgtEl>
                                          <p:spTgt spid="13"/>
                                        </p:tgtEl>
                                      </p:cBhvr>
                                      <p:by x="8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" presetClass="emph" presetSubtype="0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animScale>
                                      <p:cBhvr>
                                        <p:cTn id="112" dur="1000" fill="hold" repeatCount="indefinite" autoRev="1"/>
                                        <p:tgtEl>
                                          <p:spTgt spid="2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53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key_appea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Rot by="240000">
                                      <p:cBhvr>
                                        <p:cTn id="122" dur="250" fill="hold" repeatCount="indefinite" autoRev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705" y="1774401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024" y="1227155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2623" y="1416990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053" y="2302836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023" y="4121568"/>
            <a:ext cx="355600" cy="355600"/>
          </a:xfrm>
          <a:prstGeom prst="rect">
            <a:avLst/>
          </a:prstGeom>
        </p:spPr>
      </p:pic>
      <p:pic>
        <p:nvPicPr>
          <p:cNvPr id="8" name="Lantern (lit)" descr="glowing lantern">
            <a:hlinkClick action="ppaction://hlinksldjump" r:id="rId2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9" name="Owl (sleepy)" descr="sleepy ow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Owl (awake)" descr="owl">
            <a:hlinkClick action="ppaction://hlinksldjump" r:id="rId24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1" name="falling feather" descr="falling feath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0" y="4826000"/>
            <a:ext cx="381000" cy="762000"/>
          </a:xfrm>
          <a:prstGeom prst="rect">
            <a:avLst/>
          </a:prstGeom>
        </p:spPr>
      </p:pic>
      <p:pic>
        <p:nvPicPr>
          <p:cNvPr id="12" name="Magic flower (open)" descr="magic flower">
            <a:hlinkClick action="ppaction://hlinksldjump" r:id="rId25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3" name="Treasure room behind the door" descr="golden light behind the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4" name="Magic door" descr="locked magic doo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5" name="gem in its socket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0" y="2603500"/>
            <a:ext cx="635000" cy="635000"/>
          </a:xfrm>
          <a:prstGeom prst="rect">
            <a:avLst/>
          </a:prstGeom>
        </p:spPr>
      </p:pic>
      <p:pic>
        <p:nvPicPr>
          <p:cNvPr id="16" name="gem flying to the door" descr="magic ge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41000" y="3238500"/>
            <a:ext cx="635000" cy="635000"/>
          </a:xfrm>
          <a:prstGeom prst="rect">
            <a:avLst/>
          </a:prstGeom>
        </p:spPr>
      </p:pic>
      <p:pic>
        <p:nvPicPr>
          <p:cNvPr id="17" name="gem in its socket" descr="magic gem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4000" y="2603500"/>
            <a:ext cx="635000" cy="635000"/>
          </a:xfrm>
          <a:prstGeom prst="rect">
            <a:avLst/>
          </a:prstGeom>
        </p:spPr>
      </p:pic>
      <p:pic>
        <p:nvPicPr>
          <p:cNvPr id="18" name="Lumi (surprised)" descr="Lumi the baby dragon, surprised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jump)" descr="Lumi the baby dragon, jump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laughA)" descr="Lumi the baby dragon, laughA pos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happyAgain)" descr="Lumi the baby dragon, happyAgain pos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Lumi (cheer)" descr="Lumi the baby dragon, cheer pos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3" name="Lumi (proud)" descr="Lumi the baby dragon, proud pos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4" name="door sparkle" descr="door sparkl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73500" y="1206500"/>
            <a:ext cx="4445000" cy="4445000"/>
          </a:xfrm>
          <a:prstGeom prst="rect">
            <a:avLst/>
          </a:prstGeom>
        </p:spPr>
      </p:pic>
      <p:pic>
        <p:nvPicPr>
          <p:cNvPr id="25" name="chest glow" descr="chest glow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99000" y="3810000"/>
            <a:ext cx="2794000" cy="2794000"/>
          </a:xfrm>
          <a:prstGeom prst="rect">
            <a:avLst/>
          </a:prstGeom>
        </p:spPr>
      </p:pic>
      <p:pic>
        <p:nvPicPr>
          <p:cNvPr id="26" name="Secret treasure chest: tap it" descr="treasure chest">
            <a:hlinkClick action="ppaction://hlinksldjump" r:id="rId26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080000" y="4381500"/>
            <a:ext cx="2032000" cy="1657350"/>
          </a:xfrm>
          <a:prstGeom prst="rect">
            <a:avLst/>
          </a:prstGeom>
        </p:spPr>
      </p:pic>
      <p:pic>
        <p:nvPicPr>
          <p:cNvPr id="27" name="sound anchor" descr="sound anchor (invisible)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66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8112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509"/>
                                  </p:stCondLst>
                                  <p:childTnLst>
                                    <p:animScale>
                                      <p:cBhvr>
                                        <p:cTn id="6" dur="1373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4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986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322"/>
                                  </p:stCondLst>
                                  <p:childTnLst>
                                    <p:animScale>
                                      <p:cBhvr>
                                        <p:cTn id="10" dur="969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6615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81"/>
                                  </p:stCondLst>
                                  <p:childTnLst>
                                    <p:animScale>
                                      <p:cBhvr>
                                        <p:cTn id="14" dur="106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106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866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79"/>
                                  </p:stCondLst>
                                  <p:childTnLst>
                                    <p:animScale>
                                      <p:cBhvr>
                                        <p:cTn id="18" dur="1104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347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8814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457"/>
                                  </p:stCondLst>
                                  <p:childTnLst>
                                    <p:animScale>
                                      <p:cBhvr>
                                        <p:cTn id="22" dur="1214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0 L 0.0000 -0.0400 E" pathEditMode="relative" ptsTypes="AA">
                                      <p:cBhvr>
                                        <p:cTn id="28" dur="22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200 0.0600 L -0.0200 0.1200 L 0.0100 0.1800 E" pathEditMode="relative" ptsTypes="AAAA">
                                      <p:cBhvr>
                                        <p:cTn id="35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0" dur="110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ow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9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0" presetClass="path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 0 L -0.3906 -0.0926 E" pathEditMode="relative" ptsTypes="AA">
                                      <p:cBhvr>
                                        <p:cTn id="53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55" dur="1100" fill="hold" repeatCount="indefinite" autoRev="1"/>
                                        <p:tgtEl>
                                          <p:spTgt spid="1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6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7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9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1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3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5" dur="26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7" dur="260" fill="hold" repeatCount="2000" autoRev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0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6" presetID="53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door_ope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4" presetID="0" presetClass="path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Motion origin="layout" path="M 0 0 L -0.1250 0.0000 E" pathEditMode="relative" ptsTypes="AA">
                                      <p:cBhvr>
                                        <p:cTn id="103" dur="18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6" presetClass="emph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Scale>
                                      <p:cBhvr>
                                        <p:cTn id="105" dur="1800" fill="hold"/>
                                        <p:tgtEl>
                                          <p:spTgt spid="14"/>
                                        </p:tgtEl>
                                      </p:cBhvr>
                                      <p:by x="8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50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38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6" presetClass="emph" presetSubtype="0" fill="hold" nodeType="withEffect">
                                  <p:stCondLst>
                                    <p:cond delay="5250"/>
                                  </p:stCondLst>
                                  <p:childTnLst>
                                    <p:animScale>
                                      <p:cBhvr>
                                        <p:cTn id="121" dur="1000" fill="hold" repeatCount="indefinite" autoRev="1"/>
                                        <p:tgtEl>
                                          <p:spTgt spid="25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27" presetID="53" presetClass="entr" presetSubtype="0" fill="hold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49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2" name="key_appea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2" presetID="8" presetClass="emph" presetSubtype="0" fill="hold" nodeType="withEffect">
                                  <p:stCondLst>
                                    <p:cond delay="5350"/>
                                  </p:stCondLst>
                                  <p:childTnLst>
                                    <p:animRot by="240000">
                                      <p:cBhvr>
                                        <p:cTn id="131" dur="250" fill="hold" repeatCount="indefinite" autoRev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door" descr="Ancient stone wall with a magic do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1996" y="1945827"/>
            <a:ext cx="355600" cy="355600"/>
          </a:xfrm>
          <a:prstGeom prst="rect">
            <a:avLst/>
          </a:prstGeom>
        </p:spPr>
      </p:pic>
      <p:pic>
        <p:nvPicPr>
          <p:cNvPr id="4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230" y="2550030"/>
            <a:ext cx="355600" cy="355600"/>
          </a:xfrm>
          <a:prstGeom prst="rect">
            <a:avLst/>
          </a:prstGeom>
        </p:spPr>
      </p:pic>
      <p:pic>
        <p:nvPicPr>
          <p:cNvPr id="5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432" y="2739142"/>
            <a:ext cx="355600" cy="355600"/>
          </a:xfrm>
          <a:prstGeom prst="rect">
            <a:avLst/>
          </a:prstGeom>
        </p:spPr>
      </p:pic>
      <p:pic>
        <p:nvPicPr>
          <p:cNvPr id="6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2794" y="1382060"/>
            <a:ext cx="355600" cy="355600"/>
          </a:xfrm>
          <a:prstGeom prst="rect">
            <a:avLst/>
          </a:prstGeom>
        </p:spPr>
      </p:pic>
      <p:pic>
        <p:nvPicPr>
          <p:cNvPr id="7" name="firefly" descr="glowing firef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842" y="3337207"/>
            <a:ext cx="355600" cy="355600"/>
          </a:xfrm>
          <a:prstGeom prst="rect">
            <a:avLst/>
          </a:prstGeom>
        </p:spPr>
      </p:pic>
      <p:pic>
        <p:nvPicPr>
          <p:cNvPr id="8" name="Lantern (lit)" descr="glowing lantern">
            <a:hlinkClick action="ppaction://hlinksldjump" r:id="rId22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762000"/>
            <a:ext cx="2794000" cy="4064000"/>
          </a:xfrm>
          <a:prstGeom prst="rect">
            <a:avLst/>
          </a:prstGeom>
        </p:spPr>
      </p:pic>
      <p:pic>
        <p:nvPicPr>
          <p:cNvPr id="9" name="Owl (awake)" descr="owl">
            <a:hlinkClick action="ppaction://hlinksldjump" r:id="rId2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2984500"/>
            <a:ext cx="1905000" cy="2032000"/>
          </a:xfrm>
          <a:prstGeom prst="rect">
            <a:avLst/>
          </a:prstGeom>
        </p:spPr>
      </p:pic>
      <p:pic>
        <p:nvPicPr>
          <p:cNvPr id="10" name="Magic flower (bud)" descr="flower b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1" name="Magic flower (open)" descr="magic flower">
            <a:hlinkClick action="ppaction://hlinksldjump" r:id="rId24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064000"/>
            <a:ext cx="1651000" cy="2311400"/>
          </a:xfrm>
          <a:prstGeom prst="rect">
            <a:avLst/>
          </a:prstGeom>
        </p:spPr>
      </p:pic>
      <p:pic>
        <p:nvPicPr>
          <p:cNvPr id="12" name="Treasure room behind the door" descr="golden light behind the doo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3" name="Magic door" descr="locked magic doo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5000" y="1016000"/>
            <a:ext cx="3302000" cy="4826000"/>
          </a:xfrm>
          <a:prstGeom prst="rect">
            <a:avLst/>
          </a:prstGeom>
        </p:spPr>
      </p:pic>
      <p:pic>
        <p:nvPicPr>
          <p:cNvPr id="14" name="gem in its socket" descr="magic g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0" y="2603500"/>
            <a:ext cx="635000" cy="635000"/>
          </a:xfrm>
          <a:prstGeom prst="rect">
            <a:avLst/>
          </a:prstGeom>
        </p:spPr>
      </p:pic>
      <p:pic>
        <p:nvPicPr>
          <p:cNvPr id="15" name="gem in its socket" descr="magic ge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8500" y="2603500"/>
            <a:ext cx="635000" cy="635000"/>
          </a:xfrm>
          <a:prstGeom prst="rect">
            <a:avLst/>
          </a:prstGeom>
        </p:spPr>
      </p:pic>
      <p:pic>
        <p:nvPicPr>
          <p:cNvPr id="16" name="gem flying to the door" descr="magic ge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9000" y="4127500"/>
            <a:ext cx="635000" cy="635000"/>
          </a:xfrm>
          <a:prstGeom prst="rect">
            <a:avLst/>
          </a:prstGeom>
        </p:spPr>
      </p:pic>
      <p:pic>
        <p:nvPicPr>
          <p:cNvPr id="17" name="Lumi (surprised)" descr="Lumi the baby dragon, surprised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8" name="Lumi (jump)" descr="Lumi the baby dragon, jump pos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19" name="Lumi (laughA)" descr="Lumi the baby dragon, laughA pos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0" name="Lumi (happyAgain)" descr="Lumi the baby dragon, happyAgain pos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1" name="Lumi (cheer)" descr="Lumi the baby dragon, cheer pos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2" name="Lumi (proud)" descr="Lumi the baby dragon, proud pos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4000" y="3665220"/>
            <a:ext cx="2921000" cy="2921000"/>
          </a:xfrm>
          <a:prstGeom prst="rect">
            <a:avLst/>
          </a:prstGeom>
        </p:spPr>
      </p:pic>
      <p:pic>
        <p:nvPicPr>
          <p:cNvPr id="23" name="door sparkle" descr="door sparkl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73500" y="1206500"/>
            <a:ext cx="4445000" cy="4445000"/>
          </a:xfrm>
          <a:prstGeom prst="rect">
            <a:avLst/>
          </a:prstGeom>
        </p:spPr>
      </p:pic>
      <p:pic>
        <p:nvPicPr>
          <p:cNvPr id="24" name="chest glow" descr="chest glow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99000" y="3810000"/>
            <a:ext cx="2794000" cy="2794000"/>
          </a:xfrm>
          <a:prstGeom prst="rect">
            <a:avLst/>
          </a:prstGeom>
        </p:spPr>
      </p:pic>
      <p:pic>
        <p:nvPicPr>
          <p:cNvPr id="25" name="Secret treasure chest: tap it" descr="treasure chest">
            <a:hlinkClick action="ppaction://hlinksldjump" r:id="rId25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80000" y="4381500"/>
            <a:ext cx="2032000" cy="1657350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4" dur="6594" fill="hold" repeatCount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274"/>
                                  </p:stCondLst>
                                  <p:childTnLst>
                                    <p:animScale>
                                      <p:cBhvr>
                                        <p:cTn id="6" dur="1144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43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8" dur="8274" fill="hold" repeatCount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678"/>
                                  </p:stCondLst>
                                  <p:childTnLst>
                                    <p:animScale>
                                      <p:cBhvr>
                                        <p:cTn id="10" dur="945" fill="hold" repeatCount="indefinite" autoRev="1"/>
                                        <p:tgtEl>
                                          <p:spTgt spid="4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514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2" dur="9423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" dur="1021" fill="hold" repeatCount="indefinite" autoRev="1"/>
                                        <p:tgtEl>
                                          <p:spTgt spid="5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871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16" dur="7464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270"/>
                                  </p:stCondLst>
                                  <p:childTnLst>
                                    <p:animScale>
                                      <p:cBhvr>
                                        <p:cTn id="18" dur="1228" fill="hold" repeatCount="indefinite" autoRev="1"/>
                                        <p:tgtEl>
                                          <p:spTgt spid="6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176"/>
                                  </p:stCondLst>
                                  <p:childTnLst>
                                    <p:animMotion origin="layout" path="M 0 0 L 0.0200 -0.0300 L -0.0120 -0.0600 L 0.0180 -0.0200 L 0.0000 0.0000 E" pathEditMode="relative" ptsTypes="AAAAA">
                                      <p:cBhvr>
                                        <p:cTn id="20" dur="9916" fill="hold" repeatCount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706"/>
                                  </p:stCondLst>
                                  <p:childTnLst>
                                    <p:animScale>
                                      <p:cBhvr>
                                        <p:cTn id="22" dur="819" fill="hold" repeatCount="indefinite" autoRev="1"/>
                                        <p:tgtEl>
                                          <p:spTgt spid="7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1" dur="300" fill="hold" repeatCount="2000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33" dur="1100" fill="hold" repeatCount="indefinite" autoRev="1"/>
                                        <p:tgtEl>
                                          <p:spTgt spid="1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35" dur="1100" fill="hold" repeatCount="indefinite" autoRev="1"/>
                                        <p:tgtEl>
                                          <p:spTgt spid="15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7" name="flow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4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8" name="gem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0" presetClass="path" presetSubtype="0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animMotion origin="layout" path="M 0 0 L -0.1562 -0.2222 E" pathEditMode="relative" ptsTypes="AA">
                                      <p:cBhvr>
                                        <p:cTn id="48" dur="9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0" dur="260" fill="hold" repeatCount="2000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2" dur="260" fill="hold" repeatCount="2000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4" dur="260" fill="hold" repeatCount="2000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7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6" dur="260" fill="hold" repeatCount="2000" autoRev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78" dur="260" fill="hold" repeatCount="2000" autoRev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0.0000 -0.0700 E" pathEditMode="relative" ptsTypes="AA">
                                      <p:cBhvr>
                                        <p:cTn id="80" dur="260" fill="hold" repeatCount="2000" autoRev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9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9" presetID="53" presetClass="entr" presetSubtype="0" fill="hold" nodeType="withEffect">
                                  <p:stCondLst>
                                    <p:cond delay="26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0" name="door_ope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7" presetID="0" presetClass="pat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 L -0.1250 0.0000 E" pathEditMode="relative" ptsTypes="AA">
                                      <p:cBhvr>
                                        <p:cTn id="96" dur="18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9" presetID="6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98" dur="1800" fill="hold"/>
                                        <p:tgtEl>
                                          <p:spTgt spid="13"/>
                                        </p:tgtEl>
                                      </p:cBhvr>
                                      <p:by x="8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6" presetClass="emph" presetSubtype="0" fill="hold" nodeType="withEffect">
                                  <p:stCondLst>
                                    <p:cond delay="4900"/>
                                  </p:stCondLst>
                                  <p:childTnLst>
                                    <p:animScale>
                                      <p:cBhvr>
                                        <p:cTn id="114" dur="1000" fill="hold" repeatCount="indefinite" autoRev="1"/>
                                        <p:tgtEl>
                                          <p:spTgt spid="24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120" presetID="53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1" name="key_appea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5" presetID="8" presetClass="emph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Rot by="240000">
                                      <p:cBhvr>
                                        <p:cTn id="124" dur="250" fill="hold" repeatCount="indefinite" autoRev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g_treasure" descr="Glowing treasure cav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treasure glow" descr="treasure g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-254000"/>
            <a:ext cx="6985000" cy="6985000"/>
          </a:xfrm>
          <a:prstGeom prst="rect">
            <a:avLst/>
          </a:prstGeom>
        </p:spPr>
      </p:pic>
      <p:pic>
        <p:nvPicPr>
          <p:cNvPr id="4" name="Treasure chest (closed)" descr="treasure che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2540000"/>
            <a:ext cx="5080000" cy="4140200"/>
          </a:xfrm>
          <a:prstGeom prst="rect">
            <a:avLst/>
          </a:prstGeom>
        </p:spPr>
      </p:pic>
      <p:pic>
        <p:nvPicPr>
          <p:cNvPr id="5" name="Treasure chest (open)" descr="open treasure chest full of gol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2540000"/>
            <a:ext cx="5080000" cy="4140200"/>
          </a:xfrm>
          <a:prstGeom prst="rect">
            <a:avLst/>
          </a:prstGeom>
        </p:spPr>
      </p:pic>
      <p:pic>
        <p:nvPicPr>
          <p:cNvPr id="6" name="Lumi (crouch)" descr="Lumi the baby dragon, crouch po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7" name="Lumi (jump)" descr="Lumi the baby dragon, jump pos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8" name="Lumi (danceA)" descr="Lumi the baby dragon, danceA po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9" name="Lumi (danceB)" descr="Lumi the baby dragon, danceB pos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0" name="Lumi (laughA)" descr="Lumi the baby dragon, laughA po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1" name="Lumi (cheer)" descr="Lumi the baby dragon, cheer pos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2" name="Lumi (bye)" descr="Lumi the baby dragon, bye pos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3" name="Lumi (byeB)" descr="Lumi the baby dragon, byeB pos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000" y="3106420"/>
            <a:ext cx="3556000" cy="3556000"/>
          </a:xfrm>
          <a:prstGeom prst="rect">
            <a:avLst/>
          </a:prstGeom>
        </p:spPr>
      </p:pic>
      <p:pic>
        <p:nvPicPr>
          <p:cNvPr id="14" name="treasure sparkles" descr="treasure sparkle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8000" y="762000"/>
            <a:ext cx="6096000" cy="6096000"/>
          </a:xfrm>
          <a:prstGeom prst="rect">
            <a:avLst/>
          </a:prstGeom>
        </p:spPr>
      </p:pic>
      <p:pic>
        <p:nvPicPr>
          <p:cNvPr id="15" name="firework" descr="firework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000" y="254000"/>
            <a:ext cx="3556000" cy="3556000"/>
          </a:xfrm>
          <a:prstGeom prst="rect">
            <a:avLst/>
          </a:prstGeom>
        </p:spPr>
      </p:pic>
      <p:pic>
        <p:nvPicPr>
          <p:cNvPr id="16" name="firework" descr="firework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09000" y="127000"/>
            <a:ext cx="3556000" cy="3556000"/>
          </a:xfrm>
          <a:prstGeom prst="rect">
            <a:avLst/>
          </a:prstGeom>
        </p:spPr>
      </p:pic>
      <p:pic>
        <p:nvPicPr>
          <p:cNvPr id="17" name="firework" descr="firework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5000" y="-381000"/>
            <a:ext cx="3556000" cy="3556000"/>
          </a:xfrm>
          <a:prstGeom prst="rect">
            <a:avLst/>
          </a:prstGeom>
        </p:spPr>
      </p:pic>
      <p:pic>
        <p:nvPicPr>
          <p:cNvPr id="18" name="firework" descr="firework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5000" y="3048000"/>
            <a:ext cx="3556000" cy="3556000"/>
          </a:xfrm>
          <a:prstGeom prst="rect">
            <a:avLst/>
          </a:prstGeom>
        </p:spPr>
      </p:pic>
      <p:pic>
        <p:nvPicPr>
          <p:cNvPr id="19" name="firework" descr="firework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2667000"/>
            <a:ext cx="3556000" cy="3556000"/>
          </a:xfrm>
          <a:prstGeom prst="rect">
            <a:avLst/>
          </a:prstGeom>
        </p:spPr>
      </p:pic>
      <p:pic>
        <p:nvPicPr>
          <p:cNvPr id="20" name="confetti" descr="falling confetti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0" y="-4572000"/>
            <a:ext cx="7620000" cy="4445000"/>
          </a:xfrm>
          <a:prstGeom prst="rect">
            <a:avLst/>
          </a:prstGeom>
        </p:spPr>
      </p:pic>
      <p:pic>
        <p:nvPicPr>
          <p:cNvPr id="21" name="confetti" descr="falling confetti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0" y="-4572000"/>
            <a:ext cx="7620000" cy="4445000"/>
          </a:xfrm>
          <a:prstGeom prst="rect">
            <a:avLst/>
          </a:prstGeom>
        </p:spPr>
      </p:pic>
      <p:pic>
        <p:nvPicPr>
          <p:cNvPr id="22" name="confetti" descr="falling confetti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6000" y="-4572000"/>
            <a:ext cx="7620000" cy="4445000"/>
          </a:xfrm>
          <a:prstGeom prst="rect">
            <a:avLst/>
          </a:prstGeom>
        </p:spPr>
      </p:pic>
      <p:pic>
        <p:nvPicPr>
          <p:cNvPr id="23" name="Play again" descr="glowing portal: play again">
            <a:hlinkClick action="ppaction://hlinksldjump" r:id="rId20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98000" y="4381500"/>
            <a:ext cx="2159000" cy="2159000"/>
          </a:xfrm>
          <a:prstGeom prst="rect">
            <a:avLst/>
          </a:prstGeom>
        </p:spPr>
      </p:pic>
      <p:pic>
        <p:nvPicPr>
          <p:cNvPr id="24" name="sound anchor" descr="sound anchor (invisible)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3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5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59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72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7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76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76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81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8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85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85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2" name="chest_ope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40000">
                                      <p:cBhvr>
                                        <p:cTn id="95" dur="110" fill="hold" repeatCount="5000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6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04" dur="1300" fill="hold" repeatCount="indefinite" autoRev="1"/>
                                        <p:tgtEl>
                                          <p:spTgt spid="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106" dur="250" fill="hold" autoRev="1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08" dur="300" fill="hold" repeatCount="2000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0" dur="300" fill="hold" repeatCount="2000" autoRev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2" dur="300" fill="hold" repeatCount="2000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4" dur="3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6" dur="3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18" dur="300" fill="hold" repeatCount="2000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20" dur="300" fill="hold" repeatCount="2000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-0.1000 E" pathEditMode="relative" ptsTypes="AA">
                                      <p:cBhvr>
                                        <p:cTn id="122" dur="300" fill="hold" repeatCount="2000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80000">
                                        <p:cTn id="12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3" name="jum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1" presetID="53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3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4" name="celebrat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2" presetID="53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6" presetClass="emph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animScale>
                                      <p:cBhvr>
                                        <p:cTn id="143" dur="700" fill="hold"/>
                                        <p:tgtEl>
                                          <p:spTgt spid="15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53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6" presetClass="emph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animScale>
                                      <p:cBhvr>
                                        <p:cTn id="153" dur="700" fill="hold"/>
                                        <p:tgtEl>
                                          <p:spTgt spid="16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53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6" presetClass="emph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animScale>
                                      <p:cBhvr>
                                        <p:cTn id="163" dur="700" fill="hold"/>
                                        <p:tgtEl>
                                          <p:spTgt spid="17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3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53" presetClass="entr" presetSubtype="0" fill="hold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6" presetClass="emph" presetSubtype="0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animScale>
                                      <p:cBhvr>
                                        <p:cTn id="173" dur="700" fill="hold"/>
                                        <p:tgtEl>
                                          <p:spTgt spid="18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nodeType="withEffect">
                                  <p:stCondLst>
                                    <p:cond delay="4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53" presetClass="entr" presetSubtype="0" fill="hold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6" presetClass="emph" presetSubtype="0" fill="hold" nodeType="withEffect">
                                  <p:stCondLst>
                                    <p:cond delay="4150"/>
                                  </p:stCondLst>
                                  <p:childTnLst>
                                    <p:animScale>
                                      <p:cBhvr>
                                        <p:cTn id="183" dur="700" fill="hold"/>
                                        <p:tgtEl>
                                          <p:spTgt spid="19"/>
                                        </p:tgtEl>
                                      </p:cBhvr>
                                      <p:by x="118000" y="118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0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 L 0.0000 1.7000 E" pathEditMode="relative" ptsTypes="AA">
                                      <p:cBhvr>
                                        <p:cTn id="188" dur="38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 L 0.0000 1.7000 E" pathEditMode="relative" ptsTypes="AA">
                                      <p:cBhvr>
                                        <p:cTn id="190" dur="38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animMotion origin="layout" path="M 0 0 L 0.0000 1.7000 E" pathEditMode="relative" ptsTypes="AA">
                                      <p:cBhvr>
                                        <p:cTn id="192" dur="3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nodeType="withEffect">
                                  <p:stCondLst>
                                    <p:cond delay="72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9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5" name="by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01" presetID="53" presetClass="entr" presetSubtype="0" fill="hold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8" presetClass="emph" presetSubtype="0" fill="hold" nodeType="withEffect">
                                  <p:stCondLst>
                                    <p:cond delay="9900"/>
                                  </p:stCondLst>
                                  <p:childTnLst>
                                    <p:animRot by="21600000">
                                      <p:cBhvr>
                                        <p:cTn id="202" dur="8000" fill="hold" repeatCount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nodeType="withEffect">
                                  <p:stCondLst>
                                    <p:cond delay="93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6" name="portal_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Little Dragon's Magic World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