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snd_bye.wav" ContentType="audio/wav"/>
  <Override PartName="/ppt/media/snd_celebrate.wav" ContentType="audio/wav"/>
  <Override PartName="/ppt/media/snd_chest_open.wav" ContentType="audio/wav"/>
  <Override PartName="/ppt/media/snd_door_locked.wav" ContentType="audio/wav"/>
  <Override PartName="/ppt/media/snd_door_open.wav" ContentType="audio/wav"/>
  <Override PartName="/ppt/media/snd_feed_cake.wav" ContentType="audio/wav"/>
  <Override PartName="/ppt/media/snd_feed_chili.wav" ContentType="audio/wav"/>
  <Override PartName="/ppt/media/snd_feed_munch.wav" ContentType="audio/wav"/>
  <Override PartName="/ppt/media/snd_feed_veg.wav" ContentType="audio/wav"/>
  <Override PartName="/ppt/media/snd_feed_wait.wav" ContentType="audio/wav"/>
  <Override PartName="/ppt/media/snd_flower.wav" ContentType="audio/wav"/>
  <Override PartName="/ppt/media/snd_gem.wav" ContentType="audio/wav"/>
  <Override PartName="/ppt/media/snd_hug_sequence.wav" ContentType="audio/wav"/>
  <Override PartName="/ppt/media/snd_jump.wav" ContentType="audio/wav"/>
  <Override PartName="/ppt/media/snd_key_appear.wav" ContentType="audio/wav"/>
  <Override PartName="/ppt/media/snd_lantern.wav" ContentType="audio/wav"/>
  <Override PartName="/ppt/media/snd_lumi_tap.wav" ContentType="audio/wav"/>
  <Override PartName="/ppt/media/snd_music_loop.wav" ContentType="audio/wav"/>
  <Override PartName="/ppt/media/snd_owl.wav" ContentType="audio/wav"/>
  <Override PartName="/ppt/media/snd_pop_1.wav" ContentType="audio/wav"/>
  <Override PartName="/ppt/media/snd_pop_2.wav" ContentType="audio/wav"/>
  <Override PartName="/ppt/media/snd_pop_3.wav" ContentType="audio/wav"/>
  <Override PartName="/ppt/media/snd_pop_4.wav" ContentType="audio/wav"/>
  <Override PartName="/ppt/media/snd_pop_5.wav" ContentType="audio/wav"/>
  <Override PartName="/ppt/media/snd_pop_6.wav" ContentType="audio/wav"/>
  <Override PartName="/ppt/media/snd_pop_7.wav" ContentType="audio/wav"/>
  <Override PartName="/ppt/media/snd_pop_gold.wav" ContentType="audio/wav"/>
  <Override PartName="/ppt/media/snd_portal_go.wav" ContentType="audio/wav"/>
  <Override PartName="/ppt/media/snd_portal_in.wav" ContentType="audio/wav"/>
  <Override PartName="/ppt/media/snd_recover.wav" ContentType="audio/wav"/>
  <Override PartName="/ppt/media/snd_star_1.wav" ContentType="audio/wav"/>
  <Override PartName="/ppt/media/snd_star_2.wav" ContentType="audio/wav"/>
  <Override PartName="/ppt/media/snd_star_3.wav" ContentType="audio/wav"/>
  <Override PartName="/ppt/media/snd_star_4.wav" ContentType="audio/wav"/>
  <Override PartName="/ppt/media/snd_star_all.wav" ContentType="audio/wav"/>
  <Override PartName="/ppt/media/snd_wake_up.wav" ContentType="audio/wav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slide" Target="slide2.xml"/><Relationship Id="rId18" Type="http://schemas.openxmlformats.org/officeDocument/2006/relationships/audio" Target="../media/snd_music_loop.wav"/><Relationship Id="rId19" Type="http://schemas.microsoft.com/office/2007/relationships/media" Target="../media/snd_music_loop.wav"/><Relationship Id="rId20" Type="http://schemas.openxmlformats.org/officeDocument/2006/relationships/image" Target="../media/image103.png"/><Relationship Id="rId21" Type="http://schemas.openxmlformats.org/officeDocument/2006/relationships/audio" Target="../media/snd_wake_up.wav"/><Relationship Id="rId22" Type="http://schemas.openxmlformats.org/officeDocument/2006/relationships/audio" Target="../media/snd_portal_in.wav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5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8.png"/><Relationship Id="rId7" Type="http://schemas.openxmlformats.org/officeDocument/2006/relationships/image" Target="../media/image19.png"/><Relationship Id="rId8" Type="http://schemas.openxmlformats.org/officeDocument/2006/relationships/slide" Target="slide3.xml"/><Relationship Id="rId9" Type="http://schemas.openxmlformats.org/officeDocument/2006/relationships/slide" Target="slide4.xml"/><Relationship Id="rId10" Type="http://schemas.openxmlformats.org/officeDocument/2006/relationships/slide" Target="slide6.xml"/><Relationship Id="rId11" Type="http://schemas.openxmlformats.org/officeDocument/2006/relationships/slide" Target="slide10.xml"/><Relationship Id="rId12" Type="http://schemas.openxmlformats.org/officeDocument/2006/relationships/slide" Target="slide18.xml"/><Relationship Id="rId13" Type="http://schemas.openxmlformats.org/officeDocument/2006/relationships/image" Target="../media/image103.png"/><Relationship Id="rId14" Type="http://schemas.openxmlformats.org/officeDocument/2006/relationships/audio" Target="../media/snd_portal_go.wav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5.png"/><Relationship Id="rId4" Type="http://schemas.openxmlformats.org/officeDocument/2006/relationships/image" Target="../media/image17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19.png"/><Relationship Id="rId8" Type="http://schemas.openxmlformats.org/officeDocument/2006/relationships/image" Target="../media/image22.png"/><Relationship Id="rId9" Type="http://schemas.openxmlformats.org/officeDocument/2006/relationships/slide" Target="slide5.xml"/><Relationship Id="rId10" Type="http://schemas.openxmlformats.org/officeDocument/2006/relationships/slide" Target="slide7.xml"/><Relationship Id="rId11" Type="http://schemas.openxmlformats.org/officeDocument/2006/relationships/slide" Target="slide11.xml"/><Relationship Id="rId12" Type="http://schemas.openxmlformats.org/officeDocument/2006/relationships/slide" Target="slide19.xml"/><Relationship Id="rId13" Type="http://schemas.openxmlformats.org/officeDocument/2006/relationships/image" Target="../media/image103.png"/><Relationship Id="rId14" Type="http://schemas.openxmlformats.org/officeDocument/2006/relationships/audio" Target="../media/snd_jump.wav"/><Relationship Id="rId15" Type="http://schemas.openxmlformats.org/officeDocument/2006/relationships/audio" Target="../media/snd_star_1.wav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5.png"/><Relationship Id="rId4" Type="http://schemas.openxmlformats.org/officeDocument/2006/relationships/image" Target="../media/image17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19.png"/><Relationship Id="rId8" Type="http://schemas.openxmlformats.org/officeDocument/2006/relationships/image" Target="../media/image22.png"/><Relationship Id="rId9" Type="http://schemas.openxmlformats.org/officeDocument/2006/relationships/slide" Target="slide5.xml"/><Relationship Id="rId10" Type="http://schemas.openxmlformats.org/officeDocument/2006/relationships/slide" Target="slide8.xml"/><Relationship Id="rId11" Type="http://schemas.openxmlformats.org/officeDocument/2006/relationships/slide" Target="slide12.xml"/><Relationship Id="rId12" Type="http://schemas.openxmlformats.org/officeDocument/2006/relationships/slide" Target="slide20.xml"/><Relationship Id="rId13" Type="http://schemas.openxmlformats.org/officeDocument/2006/relationships/image" Target="../media/image103.png"/><Relationship Id="rId14" Type="http://schemas.openxmlformats.org/officeDocument/2006/relationships/audio" Target="../media/snd_jump.wav"/><Relationship Id="rId15" Type="http://schemas.openxmlformats.org/officeDocument/2006/relationships/audio" Target="../media/snd_star_1.wav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5.png"/><Relationship Id="rId4" Type="http://schemas.openxmlformats.org/officeDocument/2006/relationships/image" Target="../media/image17.png"/><Relationship Id="rId5" Type="http://schemas.openxmlformats.org/officeDocument/2006/relationships/image" Target="../media/image23.png"/><Relationship Id="rId6" Type="http://schemas.openxmlformats.org/officeDocument/2006/relationships/image" Target="../media/image21.png"/><Relationship Id="rId7" Type="http://schemas.openxmlformats.org/officeDocument/2006/relationships/image" Target="../media/image19.png"/><Relationship Id="rId8" Type="http://schemas.openxmlformats.org/officeDocument/2006/relationships/image" Target="../media/image22.png"/><Relationship Id="rId9" Type="http://schemas.openxmlformats.org/officeDocument/2006/relationships/slide" Target="slide9.xml"/><Relationship Id="rId10" Type="http://schemas.openxmlformats.org/officeDocument/2006/relationships/slide" Target="slide13.xml"/><Relationship Id="rId11" Type="http://schemas.openxmlformats.org/officeDocument/2006/relationships/slide" Target="slide21.xml"/><Relationship Id="rId12" Type="http://schemas.openxmlformats.org/officeDocument/2006/relationships/image" Target="../media/image103.png"/><Relationship Id="rId13" Type="http://schemas.openxmlformats.org/officeDocument/2006/relationships/audio" Target="../media/snd_jump.wav"/><Relationship Id="rId14" Type="http://schemas.openxmlformats.org/officeDocument/2006/relationships/audio" Target="../media/snd_star_2.wav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5.png"/><Relationship Id="rId4" Type="http://schemas.openxmlformats.org/officeDocument/2006/relationships/image" Target="../media/image17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19.png"/><Relationship Id="rId8" Type="http://schemas.openxmlformats.org/officeDocument/2006/relationships/image" Target="../media/image22.png"/><Relationship Id="rId9" Type="http://schemas.openxmlformats.org/officeDocument/2006/relationships/slide" Target="slide7.xml"/><Relationship Id="rId10" Type="http://schemas.openxmlformats.org/officeDocument/2006/relationships/slide" Target="slide8.xml"/><Relationship Id="rId11" Type="http://schemas.openxmlformats.org/officeDocument/2006/relationships/slide" Target="slide14.xml"/><Relationship Id="rId12" Type="http://schemas.openxmlformats.org/officeDocument/2006/relationships/slide" Target="slide22.xml"/><Relationship Id="rId13" Type="http://schemas.openxmlformats.org/officeDocument/2006/relationships/image" Target="../media/image103.png"/><Relationship Id="rId14" Type="http://schemas.openxmlformats.org/officeDocument/2006/relationships/audio" Target="../media/snd_jump.wav"/><Relationship Id="rId15" Type="http://schemas.openxmlformats.org/officeDocument/2006/relationships/audio" Target="../media/snd_star_1.wav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5.png"/><Relationship Id="rId4" Type="http://schemas.openxmlformats.org/officeDocument/2006/relationships/image" Target="../media/image17.png"/><Relationship Id="rId5" Type="http://schemas.openxmlformats.org/officeDocument/2006/relationships/image" Target="../media/image23.png"/><Relationship Id="rId6" Type="http://schemas.openxmlformats.org/officeDocument/2006/relationships/image" Target="../media/image21.png"/><Relationship Id="rId7" Type="http://schemas.openxmlformats.org/officeDocument/2006/relationships/image" Target="../media/image19.png"/><Relationship Id="rId8" Type="http://schemas.openxmlformats.org/officeDocument/2006/relationships/image" Target="../media/image22.png"/><Relationship Id="rId9" Type="http://schemas.openxmlformats.org/officeDocument/2006/relationships/slide" Target="slide9.xml"/><Relationship Id="rId10" Type="http://schemas.openxmlformats.org/officeDocument/2006/relationships/slide" Target="slide15.xml"/><Relationship Id="rId11" Type="http://schemas.openxmlformats.org/officeDocument/2006/relationships/slide" Target="slide23.xml"/><Relationship Id="rId12" Type="http://schemas.openxmlformats.org/officeDocument/2006/relationships/image" Target="../media/image103.png"/><Relationship Id="rId13" Type="http://schemas.openxmlformats.org/officeDocument/2006/relationships/audio" Target="../media/snd_jump.wav"/><Relationship Id="rId14" Type="http://schemas.openxmlformats.org/officeDocument/2006/relationships/audio" Target="../media/snd_star_2.wav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5.png"/><Relationship Id="rId4" Type="http://schemas.openxmlformats.org/officeDocument/2006/relationships/image" Target="../media/image17.png"/><Relationship Id="rId5" Type="http://schemas.openxmlformats.org/officeDocument/2006/relationships/image" Target="../media/image23.png"/><Relationship Id="rId6" Type="http://schemas.openxmlformats.org/officeDocument/2006/relationships/image" Target="../media/image21.png"/><Relationship Id="rId7" Type="http://schemas.openxmlformats.org/officeDocument/2006/relationships/image" Target="../media/image19.png"/><Relationship Id="rId8" Type="http://schemas.openxmlformats.org/officeDocument/2006/relationships/image" Target="../media/image22.png"/><Relationship Id="rId9" Type="http://schemas.openxmlformats.org/officeDocument/2006/relationships/slide" Target="slide9.xml"/><Relationship Id="rId10" Type="http://schemas.openxmlformats.org/officeDocument/2006/relationships/slide" Target="slide16.xml"/><Relationship Id="rId11" Type="http://schemas.openxmlformats.org/officeDocument/2006/relationships/slide" Target="slide24.xml"/><Relationship Id="rId12" Type="http://schemas.openxmlformats.org/officeDocument/2006/relationships/image" Target="../media/image103.png"/><Relationship Id="rId13" Type="http://schemas.openxmlformats.org/officeDocument/2006/relationships/audio" Target="../media/snd_jump.wav"/><Relationship Id="rId14" Type="http://schemas.openxmlformats.org/officeDocument/2006/relationships/audio" Target="../media/snd_star_2.wav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5.png"/><Relationship Id="rId4" Type="http://schemas.openxmlformats.org/officeDocument/2006/relationships/image" Target="../media/image17.png"/><Relationship Id="rId5" Type="http://schemas.openxmlformats.org/officeDocument/2006/relationships/image" Target="../media/image24.png"/><Relationship Id="rId6" Type="http://schemas.openxmlformats.org/officeDocument/2006/relationships/image" Target="../media/image21.png"/><Relationship Id="rId7" Type="http://schemas.openxmlformats.org/officeDocument/2006/relationships/image" Target="../media/image19.png"/><Relationship Id="rId8" Type="http://schemas.openxmlformats.org/officeDocument/2006/relationships/image" Target="../media/image22.png"/><Relationship Id="rId9" Type="http://schemas.openxmlformats.org/officeDocument/2006/relationships/slide" Target="slide17.xml"/><Relationship Id="rId10" Type="http://schemas.openxmlformats.org/officeDocument/2006/relationships/slide" Target="slide25.xml"/><Relationship Id="rId11" Type="http://schemas.openxmlformats.org/officeDocument/2006/relationships/image" Target="../media/image103.png"/><Relationship Id="rId12" Type="http://schemas.openxmlformats.org/officeDocument/2006/relationships/audio" Target="../media/snd_jump.wav"/><Relationship Id="rId13" Type="http://schemas.openxmlformats.org/officeDocument/2006/relationships/audio" Target="../media/snd_star_3.wav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5.png"/><Relationship Id="rId4" Type="http://schemas.openxmlformats.org/officeDocument/2006/relationships/image" Target="../media/image17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19.png"/><Relationship Id="rId8" Type="http://schemas.openxmlformats.org/officeDocument/2006/relationships/image" Target="../media/image22.png"/><Relationship Id="rId9" Type="http://schemas.openxmlformats.org/officeDocument/2006/relationships/slide" Target="slide11.xml"/><Relationship Id="rId10" Type="http://schemas.openxmlformats.org/officeDocument/2006/relationships/slide" Target="slide12.xml"/><Relationship Id="rId11" Type="http://schemas.openxmlformats.org/officeDocument/2006/relationships/slide" Target="slide14.xml"/><Relationship Id="rId12" Type="http://schemas.openxmlformats.org/officeDocument/2006/relationships/slide" Target="slide26.xml"/><Relationship Id="rId13" Type="http://schemas.openxmlformats.org/officeDocument/2006/relationships/image" Target="../media/image103.png"/><Relationship Id="rId14" Type="http://schemas.openxmlformats.org/officeDocument/2006/relationships/audio" Target="../media/snd_jump.wav"/><Relationship Id="rId15" Type="http://schemas.openxmlformats.org/officeDocument/2006/relationships/audio" Target="../media/snd_star_1.wav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5.png"/><Relationship Id="rId4" Type="http://schemas.openxmlformats.org/officeDocument/2006/relationships/image" Target="../media/image17.png"/><Relationship Id="rId5" Type="http://schemas.openxmlformats.org/officeDocument/2006/relationships/image" Target="../media/image23.png"/><Relationship Id="rId6" Type="http://schemas.openxmlformats.org/officeDocument/2006/relationships/image" Target="../media/image21.png"/><Relationship Id="rId7" Type="http://schemas.openxmlformats.org/officeDocument/2006/relationships/image" Target="../media/image19.png"/><Relationship Id="rId8" Type="http://schemas.openxmlformats.org/officeDocument/2006/relationships/image" Target="../media/image22.png"/><Relationship Id="rId9" Type="http://schemas.openxmlformats.org/officeDocument/2006/relationships/slide" Target="slide13.xml"/><Relationship Id="rId10" Type="http://schemas.openxmlformats.org/officeDocument/2006/relationships/slide" Target="slide15.xml"/><Relationship Id="rId11" Type="http://schemas.openxmlformats.org/officeDocument/2006/relationships/slide" Target="slide27.xml"/><Relationship Id="rId12" Type="http://schemas.openxmlformats.org/officeDocument/2006/relationships/image" Target="../media/image103.png"/><Relationship Id="rId13" Type="http://schemas.openxmlformats.org/officeDocument/2006/relationships/audio" Target="../media/snd_jump.wav"/><Relationship Id="rId14" Type="http://schemas.openxmlformats.org/officeDocument/2006/relationships/audio" Target="../media/snd_star_2.wav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5.png"/><Relationship Id="rId4" Type="http://schemas.openxmlformats.org/officeDocument/2006/relationships/image" Target="../media/image17.png"/><Relationship Id="rId5" Type="http://schemas.openxmlformats.org/officeDocument/2006/relationships/image" Target="../media/image23.png"/><Relationship Id="rId6" Type="http://schemas.openxmlformats.org/officeDocument/2006/relationships/image" Target="../media/image21.png"/><Relationship Id="rId7" Type="http://schemas.openxmlformats.org/officeDocument/2006/relationships/image" Target="../media/image19.png"/><Relationship Id="rId8" Type="http://schemas.openxmlformats.org/officeDocument/2006/relationships/image" Target="../media/image22.png"/><Relationship Id="rId9" Type="http://schemas.openxmlformats.org/officeDocument/2006/relationships/slide" Target="slide13.xml"/><Relationship Id="rId10" Type="http://schemas.openxmlformats.org/officeDocument/2006/relationships/slide" Target="slide16.xml"/><Relationship Id="rId11" Type="http://schemas.openxmlformats.org/officeDocument/2006/relationships/slide" Target="slide28.xml"/><Relationship Id="rId12" Type="http://schemas.openxmlformats.org/officeDocument/2006/relationships/image" Target="../media/image103.png"/><Relationship Id="rId13" Type="http://schemas.openxmlformats.org/officeDocument/2006/relationships/audio" Target="../media/snd_jump.wav"/><Relationship Id="rId14" Type="http://schemas.openxmlformats.org/officeDocument/2006/relationships/audio" Target="../media/snd_star_2.wav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5.png"/><Relationship Id="rId4" Type="http://schemas.openxmlformats.org/officeDocument/2006/relationships/image" Target="../media/image17.png"/><Relationship Id="rId5" Type="http://schemas.openxmlformats.org/officeDocument/2006/relationships/image" Target="../media/image24.png"/><Relationship Id="rId6" Type="http://schemas.openxmlformats.org/officeDocument/2006/relationships/image" Target="../media/image21.png"/><Relationship Id="rId7" Type="http://schemas.openxmlformats.org/officeDocument/2006/relationships/image" Target="../media/image19.png"/><Relationship Id="rId8" Type="http://schemas.openxmlformats.org/officeDocument/2006/relationships/image" Target="../media/image22.png"/><Relationship Id="rId9" Type="http://schemas.openxmlformats.org/officeDocument/2006/relationships/slide" Target="slide17.xml"/><Relationship Id="rId10" Type="http://schemas.openxmlformats.org/officeDocument/2006/relationships/slide" Target="slide29.xml"/><Relationship Id="rId11" Type="http://schemas.openxmlformats.org/officeDocument/2006/relationships/image" Target="../media/image103.png"/><Relationship Id="rId12" Type="http://schemas.openxmlformats.org/officeDocument/2006/relationships/audio" Target="../media/snd_jump.wav"/><Relationship Id="rId13" Type="http://schemas.openxmlformats.org/officeDocument/2006/relationships/audio" Target="../media/snd_star_3.wav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5.png"/><Relationship Id="rId4" Type="http://schemas.openxmlformats.org/officeDocument/2006/relationships/image" Target="../media/image17.png"/><Relationship Id="rId5" Type="http://schemas.openxmlformats.org/officeDocument/2006/relationships/image" Target="../media/image23.png"/><Relationship Id="rId6" Type="http://schemas.openxmlformats.org/officeDocument/2006/relationships/image" Target="../media/image21.png"/><Relationship Id="rId7" Type="http://schemas.openxmlformats.org/officeDocument/2006/relationships/image" Target="../media/image19.png"/><Relationship Id="rId8" Type="http://schemas.openxmlformats.org/officeDocument/2006/relationships/image" Target="../media/image22.png"/><Relationship Id="rId9" Type="http://schemas.openxmlformats.org/officeDocument/2006/relationships/slide" Target="slide15.xml"/><Relationship Id="rId10" Type="http://schemas.openxmlformats.org/officeDocument/2006/relationships/slide" Target="slide16.xml"/><Relationship Id="rId11" Type="http://schemas.openxmlformats.org/officeDocument/2006/relationships/slide" Target="slide30.xml"/><Relationship Id="rId12" Type="http://schemas.openxmlformats.org/officeDocument/2006/relationships/image" Target="../media/image103.png"/><Relationship Id="rId13" Type="http://schemas.openxmlformats.org/officeDocument/2006/relationships/audio" Target="../media/snd_jump.wav"/><Relationship Id="rId14" Type="http://schemas.openxmlformats.org/officeDocument/2006/relationships/audio" Target="../media/snd_star_2.wav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5.png"/><Relationship Id="rId4" Type="http://schemas.openxmlformats.org/officeDocument/2006/relationships/image" Target="../media/image17.png"/><Relationship Id="rId5" Type="http://schemas.openxmlformats.org/officeDocument/2006/relationships/image" Target="../media/image24.png"/><Relationship Id="rId6" Type="http://schemas.openxmlformats.org/officeDocument/2006/relationships/image" Target="../media/image21.png"/><Relationship Id="rId7" Type="http://schemas.openxmlformats.org/officeDocument/2006/relationships/image" Target="../media/image19.png"/><Relationship Id="rId8" Type="http://schemas.openxmlformats.org/officeDocument/2006/relationships/image" Target="../media/image22.png"/><Relationship Id="rId9" Type="http://schemas.openxmlformats.org/officeDocument/2006/relationships/slide" Target="slide17.xml"/><Relationship Id="rId10" Type="http://schemas.openxmlformats.org/officeDocument/2006/relationships/slide" Target="slide31.xml"/><Relationship Id="rId11" Type="http://schemas.openxmlformats.org/officeDocument/2006/relationships/image" Target="../media/image103.png"/><Relationship Id="rId12" Type="http://schemas.openxmlformats.org/officeDocument/2006/relationships/audio" Target="../media/snd_jump.wav"/><Relationship Id="rId13" Type="http://schemas.openxmlformats.org/officeDocument/2006/relationships/audio" Target="../media/snd_star_3.wav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5.png"/><Relationship Id="rId4" Type="http://schemas.openxmlformats.org/officeDocument/2006/relationships/image" Target="../media/image17.png"/><Relationship Id="rId5" Type="http://schemas.openxmlformats.org/officeDocument/2006/relationships/image" Target="../media/image24.png"/><Relationship Id="rId6" Type="http://schemas.openxmlformats.org/officeDocument/2006/relationships/image" Target="../media/image21.png"/><Relationship Id="rId7" Type="http://schemas.openxmlformats.org/officeDocument/2006/relationships/image" Target="../media/image19.png"/><Relationship Id="rId8" Type="http://schemas.openxmlformats.org/officeDocument/2006/relationships/image" Target="../media/image22.png"/><Relationship Id="rId9" Type="http://schemas.openxmlformats.org/officeDocument/2006/relationships/slide" Target="slide17.xml"/><Relationship Id="rId10" Type="http://schemas.openxmlformats.org/officeDocument/2006/relationships/slide" Target="slide32.xml"/><Relationship Id="rId11" Type="http://schemas.openxmlformats.org/officeDocument/2006/relationships/image" Target="../media/image103.png"/><Relationship Id="rId12" Type="http://schemas.openxmlformats.org/officeDocument/2006/relationships/audio" Target="../media/snd_jump.wav"/><Relationship Id="rId13" Type="http://schemas.openxmlformats.org/officeDocument/2006/relationships/audio" Target="../media/snd_star_3.wav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5.png"/><Relationship Id="rId4" Type="http://schemas.openxmlformats.org/officeDocument/2006/relationships/image" Target="../media/image17.png"/><Relationship Id="rId5" Type="http://schemas.openxmlformats.org/officeDocument/2006/relationships/image" Target="../media/image25.png"/><Relationship Id="rId6" Type="http://schemas.openxmlformats.org/officeDocument/2006/relationships/image" Target="../media/image21.png"/><Relationship Id="rId7" Type="http://schemas.openxmlformats.org/officeDocument/2006/relationships/image" Target="../media/image19.png"/><Relationship Id="rId8" Type="http://schemas.openxmlformats.org/officeDocument/2006/relationships/image" Target="../media/image22.png"/><Relationship Id="rId9" Type="http://schemas.openxmlformats.org/officeDocument/2006/relationships/slide" Target="slide33.xml"/><Relationship Id="rId10" Type="http://schemas.openxmlformats.org/officeDocument/2006/relationships/image" Target="../media/image103.png"/><Relationship Id="rId11" Type="http://schemas.openxmlformats.org/officeDocument/2006/relationships/audio" Target="../media/snd_jump.wav"/><Relationship Id="rId12" Type="http://schemas.openxmlformats.org/officeDocument/2006/relationships/audio" Target="../media/snd_star_4.wav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5.png"/><Relationship Id="rId4" Type="http://schemas.openxmlformats.org/officeDocument/2006/relationships/image" Target="../media/image17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19.png"/><Relationship Id="rId8" Type="http://schemas.openxmlformats.org/officeDocument/2006/relationships/image" Target="../media/image22.png"/><Relationship Id="rId9" Type="http://schemas.openxmlformats.org/officeDocument/2006/relationships/slide" Target="slide19.xml"/><Relationship Id="rId10" Type="http://schemas.openxmlformats.org/officeDocument/2006/relationships/slide" Target="slide20.xml"/><Relationship Id="rId11" Type="http://schemas.openxmlformats.org/officeDocument/2006/relationships/slide" Target="slide22.xml"/><Relationship Id="rId12" Type="http://schemas.openxmlformats.org/officeDocument/2006/relationships/slide" Target="slide26.xml"/><Relationship Id="rId13" Type="http://schemas.openxmlformats.org/officeDocument/2006/relationships/image" Target="../media/image103.png"/><Relationship Id="rId14" Type="http://schemas.openxmlformats.org/officeDocument/2006/relationships/audio" Target="../media/snd_jump.wav"/><Relationship Id="rId15" Type="http://schemas.openxmlformats.org/officeDocument/2006/relationships/audio" Target="../media/snd_star_1.wav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5.png"/><Relationship Id="rId4" Type="http://schemas.openxmlformats.org/officeDocument/2006/relationships/image" Target="../media/image17.png"/><Relationship Id="rId5" Type="http://schemas.openxmlformats.org/officeDocument/2006/relationships/image" Target="../media/image23.png"/><Relationship Id="rId6" Type="http://schemas.openxmlformats.org/officeDocument/2006/relationships/image" Target="../media/image21.png"/><Relationship Id="rId7" Type="http://schemas.openxmlformats.org/officeDocument/2006/relationships/image" Target="../media/image19.png"/><Relationship Id="rId8" Type="http://schemas.openxmlformats.org/officeDocument/2006/relationships/image" Target="../media/image22.png"/><Relationship Id="rId9" Type="http://schemas.openxmlformats.org/officeDocument/2006/relationships/slide" Target="slide21.xml"/><Relationship Id="rId10" Type="http://schemas.openxmlformats.org/officeDocument/2006/relationships/slide" Target="slide23.xml"/><Relationship Id="rId11" Type="http://schemas.openxmlformats.org/officeDocument/2006/relationships/slide" Target="slide27.xml"/><Relationship Id="rId12" Type="http://schemas.openxmlformats.org/officeDocument/2006/relationships/image" Target="../media/image103.png"/><Relationship Id="rId13" Type="http://schemas.openxmlformats.org/officeDocument/2006/relationships/audio" Target="../media/snd_jump.wav"/><Relationship Id="rId14" Type="http://schemas.openxmlformats.org/officeDocument/2006/relationships/audio" Target="../media/snd_star_2.wav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5.png"/><Relationship Id="rId4" Type="http://schemas.openxmlformats.org/officeDocument/2006/relationships/image" Target="../media/image17.png"/><Relationship Id="rId5" Type="http://schemas.openxmlformats.org/officeDocument/2006/relationships/image" Target="../media/image23.png"/><Relationship Id="rId6" Type="http://schemas.openxmlformats.org/officeDocument/2006/relationships/image" Target="../media/image21.png"/><Relationship Id="rId7" Type="http://schemas.openxmlformats.org/officeDocument/2006/relationships/image" Target="../media/image19.png"/><Relationship Id="rId8" Type="http://schemas.openxmlformats.org/officeDocument/2006/relationships/image" Target="../media/image22.png"/><Relationship Id="rId9" Type="http://schemas.openxmlformats.org/officeDocument/2006/relationships/slide" Target="slide21.xml"/><Relationship Id="rId10" Type="http://schemas.openxmlformats.org/officeDocument/2006/relationships/slide" Target="slide24.xml"/><Relationship Id="rId11" Type="http://schemas.openxmlformats.org/officeDocument/2006/relationships/slide" Target="slide28.xml"/><Relationship Id="rId12" Type="http://schemas.openxmlformats.org/officeDocument/2006/relationships/image" Target="../media/image103.png"/><Relationship Id="rId13" Type="http://schemas.openxmlformats.org/officeDocument/2006/relationships/audio" Target="../media/snd_jump.wav"/><Relationship Id="rId14" Type="http://schemas.openxmlformats.org/officeDocument/2006/relationships/audio" Target="../media/snd_star_2.wav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5.png"/><Relationship Id="rId4" Type="http://schemas.openxmlformats.org/officeDocument/2006/relationships/image" Target="../media/image17.png"/><Relationship Id="rId5" Type="http://schemas.openxmlformats.org/officeDocument/2006/relationships/image" Target="../media/image24.png"/><Relationship Id="rId6" Type="http://schemas.openxmlformats.org/officeDocument/2006/relationships/image" Target="../media/image21.png"/><Relationship Id="rId7" Type="http://schemas.openxmlformats.org/officeDocument/2006/relationships/image" Target="../media/image19.png"/><Relationship Id="rId8" Type="http://schemas.openxmlformats.org/officeDocument/2006/relationships/image" Target="../media/image22.png"/><Relationship Id="rId9" Type="http://schemas.openxmlformats.org/officeDocument/2006/relationships/slide" Target="slide25.xml"/><Relationship Id="rId10" Type="http://schemas.openxmlformats.org/officeDocument/2006/relationships/slide" Target="slide29.xml"/><Relationship Id="rId11" Type="http://schemas.openxmlformats.org/officeDocument/2006/relationships/image" Target="../media/image103.png"/><Relationship Id="rId12" Type="http://schemas.openxmlformats.org/officeDocument/2006/relationships/audio" Target="../media/snd_jump.wav"/><Relationship Id="rId13" Type="http://schemas.openxmlformats.org/officeDocument/2006/relationships/audio" Target="../media/snd_star_3.wav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5.png"/><Relationship Id="rId4" Type="http://schemas.openxmlformats.org/officeDocument/2006/relationships/image" Target="../media/image17.png"/><Relationship Id="rId5" Type="http://schemas.openxmlformats.org/officeDocument/2006/relationships/image" Target="../media/image23.png"/><Relationship Id="rId6" Type="http://schemas.openxmlformats.org/officeDocument/2006/relationships/image" Target="../media/image21.png"/><Relationship Id="rId7" Type="http://schemas.openxmlformats.org/officeDocument/2006/relationships/image" Target="../media/image19.png"/><Relationship Id="rId8" Type="http://schemas.openxmlformats.org/officeDocument/2006/relationships/image" Target="../media/image22.png"/><Relationship Id="rId9" Type="http://schemas.openxmlformats.org/officeDocument/2006/relationships/slide" Target="slide23.xml"/><Relationship Id="rId10" Type="http://schemas.openxmlformats.org/officeDocument/2006/relationships/slide" Target="slide24.xml"/><Relationship Id="rId11" Type="http://schemas.openxmlformats.org/officeDocument/2006/relationships/slide" Target="slide30.xml"/><Relationship Id="rId12" Type="http://schemas.openxmlformats.org/officeDocument/2006/relationships/image" Target="../media/image103.png"/><Relationship Id="rId13" Type="http://schemas.openxmlformats.org/officeDocument/2006/relationships/audio" Target="../media/snd_jump.wav"/><Relationship Id="rId14" Type="http://schemas.openxmlformats.org/officeDocument/2006/relationships/audio" Target="../media/snd_star_2.wav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5.png"/><Relationship Id="rId4" Type="http://schemas.openxmlformats.org/officeDocument/2006/relationships/image" Target="../media/image17.png"/><Relationship Id="rId5" Type="http://schemas.openxmlformats.org/officeDocument/2006/relationships/image" Target="../media/image24.png"/><Relationship Id="rId6" Type="http://schemas.openxmlformats.org/officeDocument/2006/relationships/image" Target="../media/image21.png"/><Relationship Id="rId7" Type="http://schemas.openxmlformats.org/officeDocument/2006/relationships/image" Target="../media/image19.png"/><Relationship Id="rId8" Type="http://schemas.openxmlformats.org/officeDocument/2006/relationships/image" Target="../media/image22.png"/><Relationship Id="rId9" Type="http://schemas.openxmlformats.org/officeDocument/2006/relationships/slide" Target="slide25.xml"/><Relationship Id="rId10" Type="http://schemas.openxmlformats.org/officeDocument/2006/relationships/slide" Target="slide31.xml"/><Relationship Id="rId11" Type="http://schemas.openxmlformats.org/officeDocument/2006/relationships/image" Target="../media/image103.png"/><Relationship Id="rId12" Type="http://schemas.openxmlformats.org/officeDocument/2006/relationships/audio" Target="../media/snd_jump.wav"/><Relationship Id="rId13" Type="http://schemas.openxmlformats.org/officeDocument/2006/relationships/audio" Target="../media/snd_star_3.wav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5.png"/><Relationship Id="rId4" Type="http://schemas.openxmlformats.org/officeDocument/2006/relationships/image" Target="../media/image17.png"/><Relationship Id="rId5" Type="http://schemas.openxmlformats.org/officeDocument/2006/relationships/image" Target="../media/image24.png"/><Relationship Id="rId6" Type="http://schemas.openxmlformats.org/officeDocument/2006/relationships/image" Target="../media/image21.png"/><Relationship Id="rId7" Type="http://schemas.openxmlformats.org/officeDocument/2006/relationships/image" Target="../media/image19.png"/><Relationship Id="rId8" Type="http://schemas.openxmlformats.org/officeDocument/2006/relationships/image" Target="../media/image22.png"/><Relationship Id="rId9" Type="http://schemas.openxmlformats.org/officeDocument/2006/relationships/slide" Target="slide25.xml"/><Relationship Id="rId10" Type="http://schemas.openxmlformats.org/officeDocument/2006/relationships/slide" Target="slide32.xml"/><Relationship Id="rId11" Type="http://schemas.openxmlformats.org/officeDocument/2006/relationships/image" Target="../media/image103.png"/><Relationship Id="rId12" Type="http://schemas.openxmlformats.org/officeDocument/2006/relationships/audio" Target="../media/snd_jump.wav"/><Relationship Id="rId13" Type="http://schemas.openxmlformats.org/officeDocument/2006/relationships/audio" Target="../media/snd_star_3.wav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5.png"/><Relationship Id="rId4" Type="http://schemas.openxmlformats.org/officeDocument/2006/relationships/image" Target="../media/image17.png"/><Relationship Id="rId5" Type="http://schemas.openxmlformats.org/officeDocument/2006/relationships/image" Target="../media/image25.png"/><Relationship Id="rId6" Type="http://schemas.openxmlformats.org/officeDocument/2006/relationships/image" Target="../media/image21.png"/><Relationship Id="rId7" Type="http://schemas.openxmlformats.org/officeDocument/2006/relationships/image" Target="../media/image19.png"/><Relationship Id="rId8" Type="http://schemas.openxmlformats.org/officeDocument/2006/relationships/image" Target="../media/image22.png"/><Relationship Id="rId9" Type="http://schemas.openxmlformats.org/officeDocument/2006/relationships/slide" Target="slide33.xml"/><Relationship Id="rId10" Type="http://schemas.openxmlformats.org/officeDocument/2006/relationships/image" Target="../media/image103.png"/><Relationship Id="rId11" Type="http://schemas.openxmlformats.org/officeDocument/2006/relationships/audio" Target="../media/snd_jump.wav"/><Relationship Id="rId12" Type="http://schemas.openxmlformats.org/officeDocument/2006/relationships/audio" Target="../media/snd_star_4.wav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5.png"/><Relationship Id="rId4" Type="http://schemas.openxmlformats.org/officeDocument/2006/relationships/image" Target="../media/image17.png"/><Relationship Id="rId5" Type="http://schemas.openxmlformats.org/officeDocument/2006/relationships/image" Target="../media/image23.png"/><Relationship Id="rId6" Type="http://schemas.openxmlformats.org/officeDocument/2006/relationships/image" Target="../media/image21.png"/><Relationship Id="rId7" Type="http://schemas.openxmlformats.org/officeDocument/2006/relationships/image" Target="../media/image19.png"/><Relationship Id="rId8" Type="http://schemas.openxmlformats.org/officeDocument/2006/relationships/image" Target="../media/image22.png"/><Relationship Id="rId9" Type="http://schemas.openxmlformats.org/officeDocument/2006/relationships/slide" Target="slide27.xml"/><Relationship Id="rId10" Type="http://schemas.openxmlformats.org/officeDocument/2006/relationships/slide" Target="slide28.xml"/><Relationship Id="rId11" Type="http://schemas.openxmlformats.org/officeDocument/2006/relationships/slide" Target="slide30.xml"/><Relationship Id="rId12" Type="http://schemas.openxmlformats.org/officeDocument/2006/relationships/image" Target="../media/image103.png"/><Relationship Id="rId13" Type="http://schemas.openxmlformats.org/officeDocument/2006/relationships/audio" Target="../media/snd_jump.wav"/><Relationship Id="rId14" Type="http://schemas.openxmlformats.org/officeDocument/2006/relationships/audio" Target="../media/snd_star_2.wav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5.png"/><Relationship Id="rId4" Type="http://schemas.openxmlformats.org/officeDocument/2006/relationships/image" Target="../media/image17.png"/><Relationship Id="rId5" Type="http://schemas.openxmlformats.org/officeDocument/2006/relationships/image" Target="../media/image24.png"/><Relationship Id="rId6" Type="http://schemas.openxmlformats.org/officeDocument/2006/relationships/image" Target="../media/image21.png"/><Relationship Id="rId7" Type="http://schemas.openxmlformats.org/officeDocument/2006/relationships/image" Target="../media/image19.png"/><Relationship Id="rId8" Type="http://schemas.openxmlformats.org/officeDocument/2006/relationships/image" Target="../media/image22.png"/><Relationship Id="rId9" Type="http://schemas.openxmlformats.org/officeDocument/2006/relationships/slide" Target="slide29.xml"/><Relationship Id="rId10" Type="http://schemas.openxmlformats.org/officeDocument/2006/relationships/slide" Target="slide31.xml"/><Relationship Id="rId11" Type="http://schemas.openxmlformats.org/officeDocument/2006/relationships/image" Target="../media/image103.png"/><Relationship Id="rId12" Type="http://schemas.openxmlformats.org/officeDocument/2006/relationships/audio" Target="../media/snd_jump.wav"/><Relationship Id="rId13" Type="http://schemas.openxmlformats.org/officeDocument/2006/relationships/audio" Target="../media/snd_star_3.wav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5.png"/><Relationship Id="rId4" Type="http://schemas.openxmlformats.org/officeDocument/2006/relationships/image" Target="../media/image17.png"/><Relationship Id="rId5" Type="http://schemas.openxmlformats.org/officeDocument/2006/relationships/image" Target="../media/image24.png"/><Relationship Id="rId6" Type="http://schemas.openxmlformats.org/officeDocument/2006/relationships/image" Target="../media/image21.png"/><Relationship Id="rId7" Type="http://schemas.openxmlformats.org/officeDocument/2006/relationships/image" Target="../media/image19.png"/><Relationship Id="rId8" Type="http://schemas.openxmlformats.org/officeDocument/2006/relationships/image" Target="../media/image22.png"/><Relationship Id="rId9" Type="http://schemas.openxmlformats.org/officeDocument/2006/relationships/slide" Target="slide29.xml"/><Relationship Id="rId10" Type="http://schemas.openxmlformats.org/officeDocument/2006/relationships/slide" Target="slide32.xml"/><Relationship Id="rId11" Type="http://schemas.openxmlformats.org/officeDocument/2006/relationships/image" Target="../media/image103.png"/><Relationship Id="rId12" Type="http://schemas.openxmlformats.org/officeDocument/2006/relationships/audio" Target="../media/snd_jump.wav"/><Relationship Id="rId13" Type="http://schemas.openxmlformats.org/officeDocument/2006/relationships/audio" Target="../media/snd_star_3.wav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5.png"/><Relationship Id="rId4" Type="http://schemas.openxmlformats.org/officeDocument/2006/relationships/image" Target="../media/image17.png"/><Relationship Id="rId5" Type="http://schemas.openxmlformats.org/officeDocument/2006/relationships/image" Target="../media/image25.png"/><Relationship Id="rId6" Type="http://schemas.openxmlformats.org/officeDocument/2006/relationships/image" Target="../media/image21.png"/><Relationship Id="rId7" Type="http://schemas.openxmlformats.org/officeDocument/2006/relationships/image" Target="../media/image19.png"/><Relationship Id="rId8" Type="http://schemas.openxmlformats.org/officeDocument/2006/relationships/image" Target="../media/image22.png"/><Relationship Id="rId9" Type="http://schemas.openxmlformats.org/officeDocument/2006/relationships/slide" Target="slide33.xml"/><Relationship Id="rId10" Type="http://schemas.openxmlformats.org/officeDocument/2006/relationships/image" Target="../media/image103.png"/><Relationship Id="rId11" Type="http://schemas.openxmlformats.org/officeDocument/2006/relationships/audio" Target="../media/snd_jump.wav"/><Relationship Id="rId12" Type="http://schemas.openxmlformats.org/officeDocument/2006/relationships/audio" Target="../media/snd_star_4.wav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5.png"/><Relationship Id="rId4" Type="http://schemas.openxmlformats.org/officeDocument/2006/relationships/image" Target="../media/image17.png"/><Relationship Id="rId5" Type="http://schemas.openxmlformats.org/officeDocument/2006/relationships/image" Target="../media/image24.png"/><Relationship Id="rId6" Type="http://schemas.openxmlformats.org/officeDocument/2006/relationships/image" Target="../media/image21.png"/><Relationship Id="rId7" Type="http://schemas.openxmlformats.org/officeDocument/2006/relationships/image" Target="../media/image19.png"/><Relationship Id="rId8" Type="http://schemas.openxmlformats.org/officeDocument/2006/relationships/image" Target="../media/image22.png"/><Relationship Id="rId9" Type="http://schemas.openxmlformats.org/officeDocument/2006/relationships/slide" Target="slide31.xml"/><Relationship Id="rId10" Type="http://schemas.openxmlformats.org/officeDocument/2006/relationships/slide" Target="slide32.xml"/><Relationship Id="rId11" Type="http://schemas.openxmlformats.org/officeDocument/2006/relationships/image" Target="../media/image103.png"/><Relationship Id="rId12" Type="http://schemas.openxmlformats.org/officeDocument/2006/relationships/audio" Target="../media/snd_jump.wav"/><Relationship Id="rId13" Type="http://schemas.openxmlformats.org/officeDocument/2006/relationships/audio" Target="../media/snd_star_3.wav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5.png"/><Relationship Id="rId4" Type="http://schemas.openxmlformats.org/officeDocument/2006/relationships/image" Target="../media/image17.png"/><Relationship Id="rId5" Type="http://schemas.openxmlformats.org/officeDocument/2006/relationships/image" Target="../media/image25.png"/><Relationship Id="rId6" Type="http://schemas.openxmlformats.org/officeDocument/2006/relationships/image" Target="../media/image21.png"/><Relationship Id="rId7" Type="http://schemas.openxmlformats.org/officeDocument/2006/relationships/image" Target="../media/image19.png"/><Relationship Id="rId8" Type="http://schemas.openxmlformats.org/officeDocument/2006/relationships/image" Target="../media/image22.png"/><Relationship Id="rId9" Type="http://schemas.openxmlformats.org/officeDocument/2006/relationships/slide" Target="slide33.xml"/><Relationship Id="rId10" Type="http://schemas.openxmlformats.org/officeDocument/2006/relationships/image" Target="../media/image103.png"/><Relationship Id="rId11" Type="http://schemas.openxmlformats.org/officeDocument/2006/relationships/audio" Target="../media/snd_jump.wav"/><Relationship Id="rId12" Type="http://schemas.openxmlformats.org/officeDocument/2006/relationships/audio" Target="../media/snd_star_4.wav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5.png"/><Relationship Id="rId4" Type="http://schemas.openxmlformats.org/officeDocument/2006/relationships/image" Target="../media/image17.png"/><Relationship Id="rId5" Type="http://schemas.openxmlformats.org/officeDocument/2006/relationships/image" Target="../media/image25.png"/><Relationship Id="rId6" Type="http://schemas.openxmlformats.org/officeDocument/2006/relationships/image" Target="../media/image21.png"/><Relationship Id="rId7" Type="http://schemas.openxmlformats.org/officeDocument/2006/relationships/image" Target="../media/image19.png"/><Relationship Id="rId8" Type="http://schemas.openxmlformats.org/officeDocument/2006/relationships/image" Target="../media/image22.png"/><Relationship Id="rId9" Type="http://schemas.openxmlformats.org/officeDocument/2006/relationships/slide" Target="slide33.xml"/><Relationship Id="rId10" Type="http://schemas.openxmlformats.org/officeDocument/2006/relationships/image" Target="../media/image103.png"/><Relationship Id="rId11" Type="http://schemas.openxmlformats.org/officeDocument/2006/relationships/audio" Target="../media/snd_jump.wav"/><Relationship Id="rId12" Type="http://schemas.openxmlformats.org/officeDocument/2006/relationships/audio" Target="../media/snd_star_4.wav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5.png"/><Relationship Id="rId4" Type="http://schemas.openxmlformats.org/officeDocument/2006/relationships/image" Target="../media/image26.png"/><Relationship Id="rId5" Type="http://schemas.openxmlformats.org/officeDocument/2006/relationships/image" Target="../media/image21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Relationship Id="rId8" Type="http://schemas.openxmlformats.org/officeDocument/2006/relationships/image" Target="../media/image22.png"/><Relationship Id="rId9" Type="http://schemas.openxmlformats.org/officeDocument/2006/relationships/image" Target="../media/image29.png"/><Relationship Id="rId10" Type="http://schemas.openxmlformats.org/officeDocument/2006/relationships/image" Target="../media/image2.png"/><Relationship Id="rId11" Type="http://schemas.openxmlformats.org/officeDocument/2006/relationships/image" Target="../media/image14.png"/><Relationship Id="rId12" Type="http://schemas.openxmlformats.org/officeDocument/2006/relationships/slide" Target="slide34.xml"/><Relationship Id="rId13" Type="http://schemas.openxmlformats.org/officeDocument/2006/relationships/image" Target="../media/image103.png"/><Relationship Id="rId14" Type="http://schemas.openxmlformats.org/officeDocument/2006/relationships/audio" Target="../media/snd_jump.wav"/><Relationship Id="rId15" Type="http://schemas.openxmlformats.org/officeDocument/2006/relationships/audio" Target="../media/snd_star_all.wav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image" Target="../media/image28.png"/><Relationship Id="rId4" Type="http://schemas.openxmlformats.org/officeDocument/2006/relationships/image" Target="../media/image27.png"/><Relationship Id="rId5" Type="http://schemas.openxmlformats.org/officeDocument/2006/relationships/image" Target="../media/image11.png"/><Relationship Id="rId6" Type="http://schemas.openxmlformats.org/officeDocument/2006/relationships/image" Target="../media/image2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Relationship Id="rId9" Type="http://schemas.openxmlformats.org/officeDocument/2006/relationships/image" Target="../media/image33.png"/><Relationship Id="rId10" Type="http://schemas.openxmlformats.org/officeDocument/2006/relationships/image" Target="../media/image34.png"/><Relationship Id="rId11" Type="http://schemas.openxmlformats.org/officeDocument/2006/relationships/image" Target="../media/image35.png"/><Relationship Id="rId12" Type="http://schemas.openxmlformats.org/officeDocument/2006/relationships/image" Target="../media/image36.png"/><Relationship Id="rId13" Type="http://schemas.openxmlformats.org/officeDocument/2006/relationships/image" Target="../media/image37.png"/><Relationship Id="rId14" Type="http://schemas.openxmlformats.org/officeDocument/2006/relationships/image" Target="../media/image38.png"/><Relationship Id="rId15" Type="http://schemas.openxmlformats.org/officeDocument/2006/relationships/image" Target="../media/image39.png"/><Relationship Id="rId16" Type="http://schemas.openxmlformats.org/officeDocument/2006/relationships/image" Target="../media/image40.png"/><Relationship Id="rId17" Type="http://schemas.openxmlformats.org/officeDocument/2006/relationships/image" Target="../media/image41.png"/><Relationship Id="rId18" Type="http://schemas.openxmlformats.org/officeDocument/2006/relationships/image" Target="../media/image42.png"/><Relationship Id="rId19" Type="http://schemas.openxmlformats.org/officeDocument/2006/relationships/image" Target="../media/image17.png"/><Relationship Id="rId20" Type="http://schemas.openxmlformats.org/officeDocument/2006/relationships/image" Target="../media/image43.png"/><Relationship Id="rId21" Type="http://schemas.openxmlformats.org/officeDocument/2006/relationships/image" Target="../media/image44.png"/><Relationship Id="rId22" Type="http://schemas.openxmlformats.org/officeDocument/2006/relationships/image" Target="../media/image45.png"/><Relationship Id="rId23" Type="http://schemas.openxmlformats.org/officeDocument/2006/relationships/image" Target="../media/image46.png"/><Relationship Id="rId24" Type="http://schemas.openxmlformats.org/officeDocument/2006/relationships/image" Target="../media/image47.png"/><Relationship Id="rId25" Type="http://schemas.openxmlformats.org/officeDocument/2006/relationships/image" Target="../media/image48.png"/><Relationship Id="rId26" Type="http://schemas.openxmlformats.org/officeDocument/2006/relationships/image" Target="../media/image49.png"/><Relationship Id="rId27" Type="http://schemas.openxmlformats.org/officeDocument/2006/relationships/image" Target="../media/image50.png"/><Relationship Id="rId28" Type="http://schemas.openxmlformats.org/officeDocument/2006/relationships/image" Target="../media/image51.png"/><Relationship Id="rId29" Type="http://schemas.openxmlformats.org/officeDocument/2006/relationships/slide" Target="slide35.xml"/><Relationship Id="rId30" Type="http://schemas.openxmlformats.org/officeDocument/2006/relationships/image" Target="../media/image103.png"/><Relationship Id="rId31" Type="http://schemas.openxmlformats.org/officeDocument/2006/relationships/audio" Target="../media/snd_portal_go.wav"/><Relationship Id="rId32" Type="http://schemas.openxmlformats.org/officeDocument/2006/relationships/audio" Target="../media/snd_pop_1.wav"/><Relationship Id="rId33" Type="http://schemas.openxmlformats.org/officeDocument/2006/relationships/audio" Target="../media/snd_pop_2.wav"/><Relationship Id="rId34" Type="http://schemas.openxmlformats.org/officeDocument/2006/relationships/audio" Target="../media/snd_pop_3.wav"/><Relationship Id="rId35" Type="http://schemas.openxmlformats.org/officeDocument/2006/relationships/audio" Target="../media/snd_pop_4.wav"/><Relationship Id="rId36" Type="http://schemas.openxmlformats.org/officeDocument/2006/relationships/audio" Target="../media/snd_pop_5.wav"/><Relationship Id="rId37" Type="http://schemas.openxmlformats.org/officeDocument/2006/relationships/audio" Target="../media/snd_pop_6.wav"/><Relationship Id="rId38" Type="http://schemas.openxmlformats.org/officeDocument/2006/relationships/audio" Target="../media/snd_pop_7.wav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Relationship Id="rId7" Type="http://schemas.openxmlformats.org/officeDocument/2006/relationships/image" Target="../media/image57.png"/><Relationship Id="rId8" Type="http://schemas.openxmlformats.org/officeDocument/2006/relationships/image" Target="../media/image58.png"/><Relationship Id="rId9" Type="http://schemas.openxmlformats.org/officeDocument/2006/relationships/image" Target="../media/image8.png"/><Relationship Id="rId10" Type="http://schemas.openxmlformats.org/officeDocument/2006/relationships/image" Target="../media/image59.png"/><Relationship Id="rId11" Type="http://schemas.openxmlformats.org/officeDocument/2006/relationships/slide" Target="slide36.xml"/><Relationship Id="rId12" Type="http://schemas.openxmlformats.org/officeDocument/2006/relationships/slide" Target="slide37.xml"/><Relationship Id="rId13" Type="http://schemas.openxmlformats.org/officeDocument/2006/relationships/slide" Target="slide38.xml"/><Relationship Id="rId14" Type="http://schemas.openxmlformats.org/officeDocument/2006/relationships/slide" Target="slide39.xml"/><Relationship Id="rId15" Type="http://schemas.openxmlformats.org/officeDocument/2006/relationships/slide" Target="slide40.xml"/><Relationship Id="rId16" Type="http://schemas.openxmlformats.org/officeDocument/2006/relationships/slide" Target="slide41.xml"/><Relationship Id="rId17" Type="http://schemas.openxmlformats.org/officeDocument/2006/relationships/image" Target="../media/image103.png"/><Relationship Id="rId18" Type="http://schemas.openxmlformats.org/officeDocument/2006/relationships/audio" Target="../media/snd_pop_gold.wav"/><Relationship Id="rId19" Type="http://schemas.openxmlformats.org/officeDocument/2006/relationships/audio" Target="../media/snd_feed_wait.wav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Relationship Id="rId7" Type="http://schemas.openxmlformats.org/officeDocument/2006/relationships/image" Target="../media/image57.png"/><Relationship Id="rId8" Type="http://schemas.openxmlformats.org/officeDocument/2006/relationships/image" Target="../media/image58.png"/><Relationship Id="rId9" Type="http://schemas.openxmlformats.org/officeDocument/2006/relationships/image" Target="../media/image59.png"/><Relationship Id="rId10" Type="http://schemas.openxmlformats.org/officeDocument/2006/relationships/image" Target="../media/image60.png"/><Relationship Id="rId11" Type="http://schemas.openxmlformats.org/officeDocument/2006/relationships/image" Target="../media/image61.png"/><Relationship Id="rId12" Type="http://schemas.openxmlformats.org/officeDocument/2006/relationships/image" Target="../media/image62.png"/><Relationship Id="rId13" Type="http://schemas.openxmlformats.org/officeDocument/2006/relationships/image" Target="../media/image63.png"/><Relationship Id="rId14" Type="http://schemas.openxmlformats.org/officeDocument/2006/relationships/image" Target="../media/image22.png"/><Relationship Id="rId15" Type="http://schemas.openxmlformats.org/officeDocument/2006/relationships/image" Target="../media/image64.png"/><Relationship Id="rId16" Type="http://schemas.openxmlformats.org/officeDocument/2006/relationships/slide" Target="slide37.xml"/><Relationship Id="rId17" Type="http://schemas.openxmlformats.org/officeDocument/2006/relationships/slide" Target="slide38.xml"/><Relationship Id="rId18" Type="http://schemas.openxmlformats.org/officeDocument/2006/relationships/slide" Target="slide39.xml"/><Relationship Id="rId19" Type="http://schemas.openxmlformats.org/officeDocument/2006/relationships/slide" Target="slide40.xml"/><Relationship Id="rId20" Type="http://schemas.openxmlformats.org/officeDocument/2006/relationships/slide" Target="slide41.xml"/><Relationship Id="rId21" Type="http://schemas.openxmlformats.org/officeDocument/2006/relationships/slide" Target="slide42.xml"/><Relationship Id="rId22" Type="http://schemas.openxmlformats.org/officeDocument/2006/relationships/image" Target="../media/image103.png"/><Relationship Id="rId23" Type="http://schemas.openxmlformats.org/officeDocument/2006/relationships/audio" Target="../media/snd_feed_munch.wav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Relationship Id="rId7" Type="http://schemas.openxmlformats.org/officeDocument/2006/relationships/image" Target="../media/image57.png"/><Relationship Id="rId8" Type="http://schemas.openxmlformats.org/officeDocument/2006/relationships/image" Target="../media/image58.png"/><Relationship Id="rId9" Type="http://schemas.openxmlformats.org/officeDocument/2006/relationships/image" Target="../media/image59.png"/><Relationship Id="rId10" Type="http://schemas.openxmlformats.org/officeDocument/2006/relationships/image" Target="../media/image60.png"/><Relationship Id="rId11" Type="http://schemas.openxmlformats.org/officeDocument/2006/relationships/image" Target="../media/image61.png"/><Relationship Id="rId12" Type="http://schemas.openxmlformats.org/officeDocument/2006/relationships/image" Target="../media/image62.png"/><Relationship Id="rId13" Type="http://schemas.openxmlformats.org/officeDocument/2006/relationships/image" Target="../media/image63.png"/><Relationship Id="rId14" Type="http://schemas.openxmlformats.org/officeDocument/2006/relationships/image" Target="../media/image22.png"/><Relationship Id="rId15" Type="http://schemas.openxmlformats.org/officeDocument/2006/relationships/image" Target="../media/image64.png"/><Relationship Id="rId16" Type="http://schemas.openxmlformats.org/officeDocument/2006/relationships/slide" Target="slide36.xml"/><Relationship Id="rId17" Type="http://schemas.openxmlformats.org/officeDocument/2006/relationships/slide" Target="slide38.xml"/><Relationship Id="rId18" Type="http://schemas.openxmlformats.org/officeDocument/2006/relationships/slide" Target="slide39.xml"/><Relationship Id="rId19" Type="http://schemas.openxmlformats.org/officeDocument/2006/relationships/slide" Target="slide40.xml"/><Relationship Id="rId20" Type="http://schemas.openxmlformats.org/officeDocument/2006/relationships/slide" Target="slide41.xml"/><Relationship Id="rId21" Type="http://schemas.openxmlformats.org/officeDocument/2006/relationships/slide" Target="slide42.xml"/><Relationship Id="rId22" Type="http://schemas.openxmlformats.org/officeDocument/2006/relationships/image" Target="../media/image103.png"/><Relationship Id="rId23" Type="http://schemas.openxmlformats.org/officeDocument/2006/relationships/audio" Target="../media/snd_feed_cake.wav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Relationship Id="rId7" Type="http://schemas.openxmlformats.org/officeDocument/2006/relationships/image" Target="../media/image57.png"/><Relationship Id="rId8" Type="http://schemas.openxmlformats.org/officeDocument/2006/relationships/image" Target="../media/image58.png"/><Relationship Id="rId9" Type="http://schemas.openxmlformats.org/officeDocument/2006/relationships/image" Target="../media/image59.png"/><Relationship Id="rId10" Type="http://schemas.openxmlformats.org/officeDocument/2006/relationships/image" Target="../media/image60.png"/><Relationship Id="rId11" Type="http://schemas.openxmlformats.org/officeDocument/2006/relationships/image" Target="../media/image61.png"/><Relationship Id="rId12" Type="http://schemas.openxmlformats.org/officeDocument/2006/relationships/image" Target="../media/image62.png"/><Relationship Id="rId13" Type="http://schemas.openxmlformats.org/officeDocument/2006/relationships/image" Target="../media/image63.png"/><Relationship Id="rId14" Type="http://schemas.openxmlformats.org/officeDocument/2006/relationships/image" Target="../media/image22.png"/><Relationship Id="rId15" Type="http://schemas.openxmlformats.org/officeDocument/2006/relationships/image" Target="../media/image64.png"/><Relationship Id="rId16" Type="http://schemas.openxmlformats.org/officeDocument/2006/relationships/slide" Target="slide36.xml"/><Relationship Id="rId17" Type="http://schemas.openxmlformats.org/officeDocument/2006/relationships/slide" Target="slide37.xml"/><Relationship Id="rId18" Type="http://schemas.openxmlformats.org/officeDocument/2006/relationships/slide" Target="slide39.xml"/><Relationship Id="rId19" Type="http://schemas.openxmlformats.org/officeDocument/2006/relationships/slide" Target="slide40.xml"/><Relationship Id="rId20" Type="http://schemas.openxmlformats.org/officeDocument/2006/relationships/slide" Target="slide41.xml"/><Relationship Id="rId21" Type="http://schemas.openxmlformats.org/officeDocument/2006/relationships/slide" Target="slide42.xml"/><Relationship Id="rId22" Type="http://schemas.openxmlformats.org/officeDocument/2006/relationships/image" Target="../media/image103.png"/><Relationship Id="rId23" Type="http://schemas.openxmlformats.org/officeDocument/2006/relationships/audio" Target="../media/snd_feed_munch.wav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Relationship Id="rId7" Type="http://schemas.openxmlformats.org/officeDocument/2006/relationships/image" Target="../media/image57.png"/><Relationship Id="rId8" Type="http://schemas.openxmlformats.org/officeDocument/2006/relationships/image" Target="../media/image58.png"/><Relationship Id="rId9" Type="http://schemas.openxmlformats.org/officeDocument/2006/relationships/image" Target="../media/image59.png"/><Relationship Id="rId10" Type="http://schemas.openxmlformats.org/officeDocument/2006/relationships/image" Target="../media/image60.png"/><Relationship Id="rId11" Type="http://schemas.openxmlformats.org/officeDocument/2006/relationships/image" Target="../media/image61.png"/><Relationship Id="rId12" Type="http://schemas.openxmlformats.org/officeDocument/2006/relationships/image" Target="../media/image62.png"/><Relationship Id="rId13" Type="http://schemas.openxmlformats.org/officeDocument/2006/relationships/image" Target="../media/image63.png"/><Relationship Id="rId14" Type="http://schemas.openxmlformats.org/officeDocument/2006/relationships/image" Target="../media/image22.png"/><Relationship Id="rId15" Type="http://schemas.openxmlformats.org/officeDocument/2006/relationships/image" Target="../media/image64.png"/><Relationship Id="rId16" Type="http://schemas.openxmlformats.org/officeDocument/2006/relationships/slide" Target="slide36.xml"/><Relationship Id="rId17" Type="http://schemas.openxmlformats.org/officeDocument/2006/relationships/slide" Target="slide37.xml"/><Relationship Id="rId18" Type="http://schemas.openxmlformats.org/officeDocument/2006/relationships/slide" Target="slide38.xml"/><Relationship Id="rId19" Type="http://schemas.openxmlformats.org/officeDocument/2006/relationships/slide" Target="slide40.xml"/><Relationship Id="rId20" Type="http://schemas.openxmlformats.org/officeDocument/2006/relationships/slide" Target="slide41.xml"/><Relationship Id="rId21" Type="http://schemas.openxmlformats.org/officeDocument/2006/relationships/slide" Target="slide42.xml"/><Relationship Id="rId22" Type="http://schemas.openxmlformats.org/officeDocument/2006/relationships/image" Target="../media/image103.png"/><Relationship Id="rId23" Type="http://schemas.openxmlformats.org/officeDocument/2006/relationships/audio" Target="../media/snd_feed_munch.wav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Relationship Id="rId7" Type="http://schemas.openxmlformats.org/officeDocument/2006/relationships/image" Target="../media/image57.png"/><Relationship Id="rId8" Type="http://schemas.openxmlformats.org/officeDocument/2006/relationships/image" Target="../media/image58.png"/><Relationship Id="rId9" Type="http://schemas.openxmlformats.org/officeDocument/2006/relationships/image" Target="../media/image59.png"/><Relationship Id="rId10" Type="http://schemas.openxmlformats.org/officeDocument/2006/relationships/image" Target="../media/image60.png"/><Relationship Id="rId11" Type="http://schemas.openxmlformats.org/officeDocument/2006/relationships/image" Target="../media/image61.png"/><Relationship Id="rId12" Type="http://schemas.openxmlformats.org/officeDocument/2006/relationships/image" Target="../media/image65.png"/><Relationship Id="rId13" Type="http://schemas.openxmlformats.org/officeDocument/2006/relationships/image" Target="../media/image66.png"/><Relationship Id="rId14" Type="http://schemas.openxmlformats.org/officeDocument/2006/relationships/image" Target="../media/image67.png"/><Relationship Id="rId15" Type="http://schemas.openxmlformats.org/officeDocument/2006/relationships/image" Target="../media/image64.png"/><Relationship Id="rId16" Type="http://schemas.openxmlformats.org/officeDocument/2006/relationships/slide" Target="slide36.xml"/><Relationship Id="rId17" Type="http://schemas.openxmlformats.org/officeDocument/2006/relationships/slide" Target="slide37.xml"/><Relationship Id="rId18" Type="http://schemas.openxmlformats.org/officeDocument/2006/relationships/slide" Target="slide38.xml"/><Relationship Id="rId19" Type="http://schemas.openxmlformats.org/officeDocument/2006/relationships/slide" Target="slide39.xml"/><Relationship Id="rId20" Type="http://schemas.openxmlformats.org/officeDocument/2006/relationships/slide" Target="slide41.xml"/><Relationship Id="rId21" Type="http://schemas.openxmlformats.org/officeDocument/2006/relationships/slide" Target="slide42.xml"/><Relationship Id="rId22" Type="http://schemas.openxmlformats.org/officeDocument/2006/relationships/image" Target="../media/image103.png"/><Relationship Id="rId23" Type="http://schemas.openxmlformats.org/officeDocument/2006/relationships/audio" Target="../media/snd_feed_veg.wav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Relationship Id="rId7" Type="http://schemas.openxmlformats.org/officeDocument/2006/relationships/image" Target="../media/image57.png"/><Relationship Id="rId8" Type="http://schemas.openxmlformats.org/officeDocument/2006/relationships/image" Target="../media/image58.png"/><Relationship Id="rId9" Type="http://schemas.openxmlformats.org/officeDocument/2006/relationships/image" Target="../media/image59.png"/><Relationship Id="rId10" Type="http://schemas.openxmlformats.org/officeDocument/2006/relationships/image" Target="../media/image60.png"/><Relationship Id="rId11" Type="http://schemas.openxmlformats.org/officeDocument/2006/relationships/image" Target="../media/image61.png"/><Relationship Id="rId12" Type="http://schemas.openxmlformats.org/officeDocument/2006/relationships/image" Target="../media/image68.png"/><Relationship Id="rId13" Type="http://schemas.openxmlformats.org/officeDocument/2006/relationships/image" Target="../media/image69.png"/><Relationship Id="rId14" Type="http://schemas.openxmlformats.org/officeDocument/2006/relationships/image" Target="../media/image63.png"/><Relationship Id="rId15" Type="http://schemas.openxmlformats.org/officeDocument/2006/relationships/image" Target="../media/image70.png"/><Relationship Id="rId16" Type="http://schemas.openxmlformats.org/officeDocument/2006/relationships/image" Target="../media/image71.png"/><Relationship Id="rId17" Type="http://schemas.openxmlformats.org/officeDocument/2006/relationships/image" Target="../media/image64.png"/><Relationship Id="rId18" Type="http://schemas.openxmlformats.org/officeDocument/2006/relationships/slide" Target="slide36.xml"/><Relationship Id="rId19" Type="http://schemas.openxmlformats.org/officeDocument/2006/relationships/slide" Target="slide37.xml"/><Relationship Id="rId20" Type="http://schemas.openxmlformats.org/officeDocument/2006/relationships/slide" Target="slide38.xml"/><Relationship Id="rId21" Type="http://schemas.openxmlformats.org/officeDocument/2006/relationships/slide" Target="slide39.xml"/><Relationship Id="rId22" Type="http://schemas.openxmlformats.org/officeDocument/2006/relationships/slide" Target="slide40.xml"/><Relationship Id="rId23" Type="http://schemas.openxmlformats.org/officeDocument/2006/relationships/slide" Target="slide42.xml"/><Relationship Id="rId24" Type="http://schemas.openxmlformats.org/officeDocument/2006/relationships/image" Target="../media/image103.png"/><Relationship Id="rId25" Type="http://schemas.openxmlformats.org/officeDocument/2006/relationships/audio" Target="../media/snd_feed_chili.wav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jpg"/><Relationship Id="rId3" Type="http://schemas.openxmlformats.org/officeDocument/2006/relationships/image" Target="../media/image2.png"/><Relationship Id="rId4" Type="http://schemas.openxmlformats.org/officeDocument/2006/relationships/image" Target="../media/image73.png"/><Relationship Id="rId5" Type="http://schemas.openxmlformats.org/officeDocument/2006/relationships/image" Target="../media/image8.png"/><Relationship Id="rId6" Type="http://schemas.openxmlformats.org/officeDocument/2006/relationships/image" Target="../media/image74.png"/><Relationship Id="rId7" Type="http://schemas.openxmlformats.org/officeDocument/2006/relationships/image" Target="../media/image75.png"/><Relationship Id="rId8" Type="http://schemas.openxmlformats.org/officeDocument/2006/relationships/image" Target="../media/image64.png"/><Relationship Id="rId9" Type="http://schemas.openxmlformats.org/officeDocument/2006/relationships/image" Target="../media/image76.png"/><Relationship Id="rId10" Type="http://schemas.openxmlformats.org/officeDocument/2006/relationships/image" Target="../media/image15.png"/><Relationship Id="rId11" Type="http://schemas.openxmlformats.org/officeDocument/2006/relationships/image" Target="../media/image45.png"/><Relationship Id="rId12" Type="http://schemas.openxmlformats.org/officeDocument/2006/relationships/slide" Target="slide43.xml"/><Relationship Id="rId13" Type="http://schemas.openxmlformats.org/officeDocument/2006/relationships/image" Target="../media/image103.png"/><Relationship Id="rId14" Type="http://schemas.openxmlformats.org/officeDocument/2006/relationships/audio" Target="../media/snd_lumi_tap.wav"/><Relationship Id="rId15" Type="http://schemas.openxmlformats.org/officeDocument/2006/relationships/audio" Target="../media/snd_hug_sequence.wav"/><Relationship Id="rId16" Type="http://schemas.openxmlformats.org/officeDocument/2006/relationships/audio" Target="../media/snd_key_appear.wav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jpg"/><Relationship Id="rId3" Type="http://schemas.openxmlformats.org/officeDocument/2006/relationships/image" Target="../media/image15.png"/><Relationship Id="rId4" Type="http://schemas.openxmlformats.org/officeDocument/2006/relationships/image" Target="../media/image78.png"/><Relationship Id="rId5" Type="http://schemas.openxmlformats.org/officeDocument/2006/relationships/image" Target="../media/image79.png"/><Relationship Id="rId6" Type="http://schemas.openxmlformats.org/officeDocument/2006/relationships/image" Target="../media/image80.png"/><Relationship Id="rId7" Type="http://schemas.openxmlformats.org/officeDocument/2006/relationships/image" Target="../media/image81.png"/><Relationship Id="rId8" Type="http://schemas.openxmlformats.org/officeDocument/2006/relationships/image" Target="../media/image8.png"/><Relationship Id="rId9" Type="http://schemas.openxmlformats.org/officeDocument/2006/relationships/image" Target="../media/image11.png"/><Relationship Id="rId10" Type="http://schemas.openxmlformats.org/officeDocument/2006/relationships/image" Target="../media/image82.png"/><Relationship Id="rId11" Type="http://schemas.openxmlformats.org/officeDocument/2006/relationships/slide" Target="slide44.xml"/><Relationship Id="rId12" Type="http://schemas.openxmlformats.org/officeDocument/2006/relationships/slide" Target="slide45.xml"/><Relationship Id="rId13" Type="http://schemas.openxmlformats.org/officeDocument/2006/relationships/slide" Target="slide48.xml"/><Relationship Id="rId14" Type="http://schemas.openxmlformats.org/officeDocument/2006/relationships/image" Target="../media/image103.png"/><Relationship Id="rId15" Type="http://schemas.openxmlformats.org/officeDocument/2006/relationships/audio" Target="../media/snd_portal_go.wav"/><Relationship Id="rId16" Type="http://schemas.openxmlformats.org/officeDocument/2006/relationships/audio" Target="../media/snd_door_locked.wav"/><Relationship Id="rId17" Type="http://schemas.openxmlformats.org/officeDocument/2006/relationships/audio" Target="../media/snd_recover.wav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jpg"/><Relationship Id="rId3" Type="http://schemas.openxmlformats.org/officeDocument/2006/relationships/image" Target="../media/image15.png"/><Relationship Id="rId4" Type="http://schemas.openxmlformats.org/officeDocument/2006/relationships/image" Target="../media/image78.png"/><Relationship Id="rId5" Type="http://schemas.openxmlformats.org/officeDocument/2006/relationships/image" Target="../media/image83.png"/><Relationship Id="rId6" Type="http://schemas.openxmlformats.org/officeDocument/2006/relationships/image" Target="../media/image79.png"/><Relationship Id="rId7" Type="http://schemas.openxmlformats.org/officeDocument/2006/relationships/image" Target="../media/image80.png"/><Relationship Id="rId8" Type="http://schemas.openxmlformats.org/officeDocument/2006/relationships/image" Target="../media/image81.png"/><Relationship Id="rId9" Type="http://schemas.openxmlformats.org/officeDocument/2006/relationships/image" Target="../media/image84.png"/><Relationship Id="rId10" Type="http://schemas.openxmlformats.org/officeDocument/2006/relationships/image" Target="../media/image8.png"/><Relationship Id="rId11" Type="http://schemas.openxmlformats.org/officeDocument/2006/relationships/image" Target="../media/image7.png"/><Relationship Id="rId12" Type="http://schemas.openxmlformats.org/officeDocument/2006/relationships/image" Target="../media/image9.png"/><Relationship Id="rId13" Type="http://schemas.openxmlformats.org/officeDocument/2006/relationships/image" Target="../media/image66.png"/><Relationship Id="rId14" Type="http://schemas.openxmlformats.org/officeDocument/2006/relationships/image" Target="../media/image82.png"/><Relationship Id="rId15" Type="http://schemas.openxmlformats.org/officeDocument/2006/relationships/slide" Target="slide44.xml"/><Relationship Id="rId16" Type="http://schemas.openxmlformats.org/officeDocument/2006/relationships/slide" Target="slide47.xml"/><Relationship Id="rId17" Type="http://schemas.openxmlformats.org/officeDocument/2006/relationships/slide" Target="slide50.xml"/><Relationship Id="rId18" Type="http://schemas.openxmlformats.org/officeDocument/2006/relationships/image" Target="../media/image103.png"/><Relationship Id="rId19" Type="http://schemas.openxmlformats.org/officeDocument/2006/relationships/audio" Target="../media/snd_lantern.wav"/><Relationship Id="rId20" Type="http://schemas.openxmlformats.org/officeDocument/2006/relationships/audio" Target="../media/snd_gem.wav"/><Relationship Id="rId21" Type="http://schemas.openxmlformats.org/officeDocument/2006/relationships/audio" Target="../media/snd_jump.wav"/><Relationship Id="rId22" Type="http://schemas.openxmlformats.org/officeDocument/2006/relationships/audio" Target="../media/snd_door_locked.wav"/><Relationship Id="rId23" Type="http://schemas.openxmlformats.org/officeDocument/2006/relationships/audio" Target="../media/snd_recover.wav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jpg"/><Relationship Id="rId3" Type="http://schemas.openxmlformats.org/officeDocument/2006/relationships/image" Target="../media/image15.png"/><Relationship Id="rId4" Type="http://schemas.openxmlformats.org/officeDocument/2006/relationships/image" Target="../media/image78.png"/><Relationship Id="rId5" Type="http://schemas.openxmlformats.org/officeDocument/2006/relationships/image" Target="../media/image79.png"/><Relationship Id="rId6" Type="http://schemas.openxmlformats.org/officeDocument/2006/relationships/image" Target="../media/image85.png"/><Relationship Id="rId7" Type="http://schemas.openxmlformats.org/officeDocument/2006/relationships/image" Target="../media/image86.png"/><Relationship Id="rId8" Type="http://schemas.openxmlformats.org/officeDocument/2006/relationships/image" Target="../media/image80.png"/><Relationship Id="rId9" Type="http://schemas.openxmlformats.org/officeDocument/2006/relationships/image" Target="../media/image81.png"/><Relationship Id="rId10" Type="http://schemas.openxmlformats.org/officeDocument/2006/relationships/image" Target="../media/image87.png"/><Relationship Id="rId11" Type="http://schemas.openxmlformats.org/officeDocument/2006/relationships/image" Target="../media/image8.png"/><Relationship Id="rId12" Type="http://schemas.openxmlformats.org/officeDocument/2006/relationships/image" Target="../media/image7.png"/><Relationship Id="rId13" Type="http://schemas.openxmlformats.org/officeDocument/2006/relationships/image" Target="../media/image9.png"/><Relationship Id="rId14" Type="http://schemas.openxmlformats.org/officeDocument/2006/relationships/image" Target="../media/image66.png"/><Relationship Id="rId15" Type="http://schemas.openxmlformats.org/officeDocument/2006/relationships/image" Target="../media/image82.png"/><Relationship Id="rId16" Type="http://schemas.openxmlformats.org/officeDocument/2006/relationships/slide" Target="slide46.xml"/><Relationship Id="rId17" Type="http://schemas.openxmlformats.org/officeDocument/2006/relationships/slide" Target="slide45.xml"/><Relationship Id="rId18" Type="http://schemas.openxmlformats.org/officeDocument/2006/relationships/slide" Target="slide52.xml"/><Relationship Id="rId19" Type="http://schemas.openxmlformats.org/officeDocument/2006/relationships/image" Target="../media/image103.png"/><Relationship Id="rId20" Type="http://schemas.openxmlformats.org/officeDocument/2006/relationships/audio" Target="../media/snd_owl.wav"/><Relationship Id="rId21" Type="http://schemas.openxmlformats.org/officeDocument/2006/relationships/audio" Target="../media/snd_gem.wav"/><Relationship Id="rId22" Type="http://schemas.openxmlformats.org/officeDocument/2006/relationships/audio" Target="../media/snd_jump.wav"/><Relationship Id="rId23" Type="http://schemas.openxmlformats.org/officeDocument/2006/relationships/audio" Target="../media/snd_door_locked.wav"/><Relationship Id="rId24" Type="http://schemas.openxmlformats.org/officeDocument/2006/relationships/audio" Target="../media/snd_recover.wav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jpg"/><Relationship Id="rId3" Type="http://schemas.openxmlformats.org/officeDocument/2006/relationships/image" Target="../media/image15.png"/><Relationship Id="rId4" Type="http://schemas.openxmlformats.org/officeDocument/2006/relationships/image" Target="../media/image78.png"/><Relationship Id="rId5" Type="http://schemas.openxmlformats.org/officeDocument/2006/relationships/image" Target="../media/image83.png"/><Relationship Id="rId6" Type="http://schemas.openxmlformats.org/officeDocument/2006/relationships/image" Target="../media/image85.png"/><Relationship Id="rId7" Type="http://schemas.openxmlformats.org/officeDocument/2006/relationships/image" Target="../media/image80.png"/><Relationship Id="rId8" Type="http://schemas.openxmlformats.org/officeDocument/2006/relationships/image" Target="../media/image81.png"/><Relationship Id="rId9" Type="http://schemas.openxmlformats.org/officeDocument/2006/relationships/image" Target="../media/image84.png"/><Relationship Id="rId10" Type="http://schemas.openxmlformats.org/officeDocument/2006/relationships/image" Target="../media/image87.png"/><Relationship Id="rId11" Type="http://schemas.openxmlformats.org/officeDocument/2006/relationships/image" Target="../media/image8.png"/><Relationship Id="rId12" Type="http://schemas.openxmlformats.org/officeDocument/2006/relationships/image" Target="../media/image7.png"/><Relationship Id="rId13" Type="http://schemas.openxmlformats.org/officeDocument/2006/relationships/image" Target="../media/image9.png"/><Relationship Id="rId14" Type="http://schemas.openxmlformats.org/officeDocument/2006/relationships/image" Target="../media/image66.png"/><Relationship Id="rId15" Type="http://schemas.openxmlformats.org/officeDocument/2006/relationships/image" Target="../media/image82.png"/><Relationship Id="rId16" Type="http://schemas.openxmlformats.org/officeDocument/2006/relationships/slide" Target="slide46.xml"/><Relationship Id="rId17" Type="http://schemas.openxmlformats.org/officeDocument/2006/relationships/slide" Target="slide47.xml"/><Relationship Id="rId18" Type="http://schemas.openxmlformats.org/officeDocument/2006/relationships/slide" Target="slide55.xml"/><Relationship Id="rId19" Type="http://schemas.openxmlformats.org/officeDocument/2006/relationships/image" Target="../media/image103.png"/><Relationship Id="rId20" Type="http://schemas.openxmlformats.org/officeDocument/2006/relationships/audio" Target="../media/snd_lantern.wav"/><Relationship Id="rId21" Type="http://schemas.openxmlformats.org/officeDocument/2006/relationships/audio" Target="../media/snd_gem.wav"/><Relationship Id="rId22" Type="http://schemas.openxmlformats.org/officeDocument/2006/relationships/audio" Target="../media/snd_jump.wav"/><Relationship Id="rId23" Type="http://schemas.openxmlformats.org/officeDocument/2006/relationships/audio" Target="../media/snd_door_locked.wav"/><Relationship Id="rId24" Type="http://schemas.openxmlformats.org/officeDocument/2006/relationships/audio" Target="../media/snd_recover.wav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jpg"/><Relationship Id="rId3" Type="http://schemas.openxmlformats.org/officeDocument/2006/relationships/image" Target="../media/image15.png"/><Relationship Id="rId4" Type="http://schemas.openxmlformats.org/officeDocument/2006/relationships/image" Target="../media/image83.png"/><Relationship Id="rId5" Type="http://schemas.openxmlformats.org/officeDocument/2006/relationships/image" Target="../media/image79.png"/><Relationship Id="rId6" Type="http://schemas.openxmlformats.org/officeDocument/2006/relationships/image" Target="../media/image85.png"/><Relationship Id="rId7" Type="http://schemas.openxmlformats.org/officeDocument/2006/relationships/image" Target="../media/image86.png"/><Relationship Id="rId8" Type="http://schemas.openxmlformats.org/officeDocument/2006/relationships/image" Target="../media/image80.png"/><Relationship Id="rId9" Type="http://schemas.openxmlformats.org/officeDocument/2006/relationships/image" Target="../media/image81.png"/><Relationship Id="rId10" Type="http://schemas.openxmlformats.org/officeDocument/2006/relationships/image" Target="../media/image84.png"/><Relationship Id="rId11" Type="http://schemas.openxmlformats.org/officeDocument/2006/relationships/image" Target="../media/image87.png"/><Relationship Id="rId12" Type="http://schemas.openxmlformats.org/officeDocument/2006/relationships/image" Target="../media/image8.png"/><Relationship Id="rId13" Type="http://schemas.openxmlformats.org/officeDocument/2006/relationships/image" Target="../media/image7.png"/><Relationship Id="rId14" Type="http://schemas.openxmlformats.org/officeDocument/2006/relationships/image" Target="../media/image9.png"/><Relationship Id="rId15" Type="http://schemas.openxmlformats.org/officeDocument/2006/relationships/image" Target="../media/image66.png"/><Relationship Id="rId16" Type="http://schemas.openxmlformats.org/officeDocument/2006/relationships/image" Target="../media/image82.png"/><Relationship Id="rId17" Type="http://schemas.openxmlformats.org/officeDocument/2006/relationships/slide" Target="slide46.xml"/><Relationship Id="rId18" Type="http://schemas.openxmlformats.org/officeDocument/2006/relationships/slide" Target="slide47.xml"/><Relationship Id="rId19" Type="http://schemas.openxmlformats.org/officeDocument/2006/relationships/slide" Target="slide55.xml"/><Relationship Id="rId20" Type="http://schemas.openxmlformats.org/officeDocument/2006/relationships/image" Target="../media/image103.png"/><Relationship Id="rId21" Type="http://schemas.openxmlformats.org/officeDocument/2006/relationships/audio" Target="../media/snd_owl.wav"/><Relationship Id="rId22" Type="http://schemas.openxmlformats.org/officeDocument/2006/relationships/audio" Target="../media/snd_gem.wav"/><Relationship Id="rId23" Type="http://schemas.openxmlformats.org/officeDocument/2006/relationships/audio" Target="../media/snd_jump.wav"/><Relationship Id="rId24" Type="http://schemas.openxmlformats.org/officeDocument/2006/relationships/audio" Target="../media/snd_door_locked.wav"/><Relationship Id="rId25" Type="http://schemas.openxmlformats.org/officeDocument/2006/relationships/audio" Target="../media/snd_recover.wav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jpg"/><Relationship Id="rId3" Type="http://schemas.openxmlformats.org/officeDocument/2006/relationships/image" Target="../media/image15.png"/><Relationship Id="rId4" Type="http://schemas.openxmlformats.org/officeDocument/2006/relationships/image" Target="../media/image78.png"/><Relationship Id="rId5" Type="http://schemas.openxmlformats.org/officeDocument/2006/relationships/image" Target="../media/image79.png"/><Relationship Id="rId6" Type="http://schemas.openxmlformats.org/officeDocument/2006/relationships/image" Target="../media/image80.png"/><Relationship Id="rId7" Type="http://schemas.openxmlformats.org/officeDocument/2006/relationships/image" Target="../media/image88.png"/><Relationship Id="rId8" Type="http://schemas.openxmlformats.org/officeDocument/2006/relationships/image" Target="../media/image81.png"/><Relationship Id="rId9" Type="http://schemas.openxmlformats.org/officeDocument/2006/relationships/image" Target="../media/image89.png"/><Relationship Id="rId10" Type="http://schemas.openxmlformats.org/officeDocument/2006/relationships/image" Target="../media/image8.png"/><Relationship Id="rId11" Type="http://schemas.openxmlformats.org/officeDocument/2006/relationships/image" Target="../media/image7.png"/><Relationship Id="rId12" Type="http://schemas.openxmlformats.org/officeDocument/2006/relationships/image" Target="../media/image9.png"/><Relationship Id="rId13" Type="http://schemas.openxmlformats.org/officeDocument/2006/relationships/image" Target="../media/image66.png"/><Relationship Id="rId14" Type="http://schemas.openxmlformats.org/officeDocument/2006/relationships/image" Target="../media/image82.png"/><Relationship Id="rId15" Type="http://schemas.openxmlformats.org/officeDocument/2006/relationships/slide" Target="slide49.xml"/><Relationship Id="rId16" Type="http://schemas.openxmlformats.org/officeDocument/2006/relationships/slide" Target="slide51.xml"/><Relationship Id="rId17" Type="http://schemas.openxmlformats.org/officeDocument/2006/relationships/slide" Target="slide48.xml"/><Relationship Id="rId18" Type="http://schemas.openxmlformats.org/officeDocument/2006/relationships/image" Target="../media/image103.png"/><Relationship Id="rId19" Type="http://schemas.openxmlformats.org/officeDocument/2006/relationships/audio" Target="../media/snd_flower.wav"/><Relationship Id="rId20" Type="http://schemas.openxmlformats.org/officeDocument/2006/relationships/audio" Target="../media/snd_gem.wav"/><Relationship Id="rId21" Type="http://schemas.openxmlformats.org/officeDocument/2006/relationships/audio" Target="../media/snd_jump.wav"/><Relationship Id="rId22" Type="http://schemas.openxmlformats.org/officeDocument/2006/relationships/audio" Target="../media/snd_door_locked.wav"/><Relationship Id="rId23" Type="http://schemas.openxmlformats.org/officeDocument/2006/relationships/audio" Target="../media/snd_recover.wav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jpg"/><Relationship Id="rId3" Type="http://schemas.openxmlformats.org/officeDocument/2006/relationships/image" Target="../media/image15.png"/><Relationship Id="rId4" Type="http://schemas.openxmlformats.org/officeDocument/2006/relationships/image" Target="../media/image78.png"/><Relationship Id="rId5" Type="http://schemas.openxmlformats.org/officeDocument/2006/relationships/image" Target="../media/image83.png"/><Relationship Id="rId6" Type="http://schemas.openxmlformats.org/officeDocument/2006/relationships/image" Target="../media/image79.png"/><Relationship Id="rId7" Type="http://schemas.openxmlformats.org/officeDocument/2006/relationships/image" Target="../media/image88.png"/><Relationship Id="rId8" Type="http://schemas.openxmlformats.org/officeDocument/2006/relationships/image" Target="../media/image81.png"/><Relationship Id="rId9" Type="http://schemas.openxmlformats.org/officeDocument/2006/relationships/image" Target="../media/image84.png"/><Relationship Id="rId10" Type="http://schemas.openxmlformats.org/officeDocument/2006/relationships/image" Target="../media/image89.png"/><Relationship Id="rId11" Type="http://schemas.openxmlformats.org/officeDocument/2006/relationships/image" Target="../media/image8.png"/><Relationship Id="rId12" Type="http://schemas.openxmlformats.org/officeDocument/2006/relationships/image" Target="../media/image7.png"/><Relationship Id="rId13" Type="http://schemas.openxmlformats.org/officeDocument/2006/relationships/image" Target="../media/image9.png"/><Relationship Id="rId14" Type="http://schemas.openxmlformats.org/officeDocument/2006/relationships/image" Target="../media/image66.png"/><Relationship Id="rId15" Type="http://schemas.openxmlformats.org/officeDocument/2006/relationships/image" Target="../media/image82.png"/><Relationship Id="rId16" Type="http://schemas.openxmlformats.org/officeDocument/2006/relationships/slide" Target="slide49.xml"/><Relationship Id="rId17" Type="http://schemas.openxmlformats.org/officeDocument/2006/relationships/slide" Target="slide54.xml"/><Relationship Id="rId18" Type="http://schemas.openxmlformats.org/officeDocument/2006/relationships/slide" Target="slide50.xml"/><Relationship Id="rId19" Type="http://schemas.openxmlformats.org/officeDocument/2006/relationships/image" Target="../media/image103.png"/><Relationship Id="rId20" Type="http://schemas.openxmlformats.org/officeDocument/2006/relationships/audio" Target="../media/snd_lantern.wav"/><Relationship Id="rId21" Type="http://schemas.openxmlformats.org/officeDocument/2006/relationships/audio" Target="../media/snd_gem.wav"/><Relationship Id="rId22" Type="http://schemas.openxmlformats.org/officeDocument/2006/relationships/audio" Target="../media/snd_jump.wav"/><Relationship Id="rId23" Type="http://schemas.openxmlformats.org/officeDocument/2006/relationships/audio" Target="../media/snd_door_locked.wav"/><Relationship Id="rId24" Type="http://schemas.openxmlformats.org/officeDocument/2006/relationships/audio" Target="../media/snd_recover.wav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jpg"/><Relationship Id="rId3" Type="http://schemas.openxmlformats.org/officeDocument/2006/relationships/image" Target="../media/image15.png"/><Relationship Id="rId4" Type="http://schemas.openxmlformats.org/officeDocument/2006/relationships/image" Target="../media/image83.png"/><Relationship Id="rId5" Type="http://schemas.openxmlformats.org/officeDocument/2006/relationships/image" Target="../media/image79.png"/><Relationship Id="rId6" Type="http://schemas.openxmlformats.org/officeDocument/2006/relationships/image" Target="../media/image80.png"/><Relationship Id="rId7" Type="http://schemas.openxmlformats.org/officeDocument/2006/relationships/image" Target="../media/image88.png"/><Relationship Id="rId8" Type="http://schemas.openxmlformats.org/officeDocument/2006/relationships/image" Target="../media/image81.png"/><Relationship Id="rId9" Type="http://schemas.openxmlformats.org/officeDocument/2006/relationships/image" Target="../media/image84.png"/><Relationship Id="rId10" Type="http://schemas.openxmlformats.org/officeDocument/2006/relationships/image" Target="../media/image89.png"/><Relationship Id="rId11" Type="http://schemas.openxmlformats.org/officeDocument/2006/relationships/image" Target="../media/image8.png"/><Relationship Id="rId12" Type="http://schemas.openxmlformats.org/officeDocument/2006/relationships/image" Target="../media/image7.png"/><Relationship Id="rId13" Type="http://schemas.openxmlformats.org/officeDocument/2006/relationships/image" Target="../media/image9.png"/><Relationship Id="rId14" Type="http://schemas.openxmlformats.org/officeDocument/2006/relationships/image" Target="../media/image66.png"/><Relationship Id="rId15" Type="http://schemas.openxmlformats.org/officeDocument/2006/relationships/image" Target="../media/image82.png"/><Relationship Id="rId16" Type="http://schemas.openxmlformats.org/officeDocument/2006/relationships/slide" Target="slide49.xml"/><Relationship Id="rId17" Type="http://schemas.openxmlformats.org/officeDocument/2006/relationships/slide" Target="slide54.xml"/><Relationship Id="rId18" Type="http://schemas.openxmlformats.org/officeDocument/2006/relationships/slide" Target="slide50.xml"/><Relationship Id="rId19" Type="http://schemas.openxmlformats.org/officeDocument/2006/relationships/image" Target="../media/image103.png"/><Relationship Id="rId20" Type="http://schemas.openxmlformats.org/officeDocument/2006/relationships/audio" Target="../media/snd_flower.wav"/><Relationship Id="rId21" Type="http://schemas.openxmlformats.org/officeDocument/2006/relationships/audio" Target="../media/snd_gem.wav"/><Relationship Id="rId22" Type="http://schemas.openxmlformats.org/officeDocument/2006/relationships/audio" Target="../media/snd_jump.wav"/><Relationship Id="rId23" Type="http://schemas.openxmlformats.org/officeDocument/2006/relationships/audio" Target="../media/snd_door_locked.wav"/><Relationship Id="rId24" Type="http://schemas.openxmlformats.org/officeDocument/2006/relationships/audio" Target="../media/snd_recover.wav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jpg"/><Relationship Id="rId3" Type="http://schemas.openxmlformats.org/officeDocument/2006/relationships/image" Target="../media/image15.png"/><Relationship Id="rId4" Type="http://schemas.openxmlformats.org/officeDocument/2006/relationships/image" Target="../media/image78.png"/><Relationship Id="rId5" Type="http://schemas.openxmlformats.org/officeDocument/2006/relationships/image" Target="../media/image79.png"/><Relationship Id="rId6" Type="http://schemas.openxmlformats.org/officeDocument/2006/relationships/image" Target="../media/image85.png"/><Relationship Id="rId7" Type="http://schemas.openxmlformats.org/officeDocument/2006/relationships/image" Target="../media/image86.png"/><Relationship Id="rId8" Type="http://schemas.openxmlformats.org/officeDocument/2006/relationships/image" Target="../media/image88.png"/><Relationship Id="rId9" Type="http://schemas.openxmlformats.org/officeDocument/2006/relationships/image" Target="../media/image81.png"/><Relationship Id="rId10" Type="http://schemas.openxmlformats.org/officeDocument/2006/relationships/image" Target="../media/image87.png"/><Relationship Id="rId11" Type="http://schemas.openxmlformats.org/officeDocument/2006/relationships/image" Target="../media/image89.png"/><Relationship Id="rId12" Type="http://schemas.openxmlformats.org/officeDocument/2006/relationships/image" Target="../media/image8.png"/><Relationship Id="rId13" Type="http://schemas.openxmlformats.org/officeDocument/2006/relationships/image" Target="../media/image7.png"/><Relationship Id="rId14" Type="http://schemas.openxmlformats.org/officeDocument/2006/relationships/image" Target="../media/image9.png"/><Relationship Id="rId15" Type="http://schemas.openxmlformats.org/officeDocument/2006/relationships/image" Target="../media/image66.png"/><Relationship Id="rId16" Type="http://schemas.openxmlformats.org/officeDocument/2006/relationships/image" Target="../media/image82.png"/><Relationship Id="rId17" Type="http://schemas.openxmlformats.org/officeDocument/2006/relationships/slide" Target="slide53.xml"/><Relationship Id="rId18" Type="http://schemas.openxmlformats.org/officeDocument/2006/relationships/slide" Target="slide51.xml"/><Relationship Id="rId19" Type="http://schemas.openxmlformats.org/officeDocument/2006/relationships/slide" Target="slide52.xml"/><Relationship Id="rId20" Type="http://schemas.openxmlformats.org/officeDocument/2006/relationships/image" Target="../media/image103.png"/><Relationship Id="rId21" Type="http://schemas.openxmlformats.org/officeDocument/2006/relationships/audio" Target="../media/snd_owl.wav"/><Relationship Id="rId22" Type="http://schemas.openxmlformats.org/officeDocument/2006/relationships/audio" Target="../media/snd_gem.wav"/><Relationship Id="rId23" Type="http://schemas.openxmlformats.org/officeDocument/2006/relationships/audio" Target="../media/snd_jump.wav"/><Relationship Id="rId24" Type="http://schemas.openxmlformats.org/officeDocument/2006/relationships/audio" Target="../media/snd_door_locked.wav"/><Relationship Id="rId25" Type="http://schemas.openxmlformats.org/officeDocument/2006/relationships/audio" Target="../media/snd_recover.wav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jpg"/><Relationship Id="rId3" Type="http://schemas.openxmlformats.org/officeDocument/2006/relationships/image" Target="../media/image15.png"/><Relationship Id="rId4" Type="http://schemas.openxmlformats.org/officeDocument/2006/relationships/image" Target="../media/image78.png"/><Relationship Id="rId5" Type="http://schemas.openxmlformats.org/officeDocument/2006/relationships/image" Target="../media/image85.png"/><Relationship Id="rId6" Type="http://schemas.openxmlformats.org/officeDocument/2006/relationships/image" Target="../media/image80.png"/><Relationship Id="rId7" Type="http://schemas.openxmlformats.org/officeDocument/2006/relationships/image" Target="../media/image88.png"/><Relationship Id="rId8" Type="http://schemas.openxmlformats.org/officeDocument/2006/relationships/image" Target="../media/image81.png"/><Relationship Id="rId9" Type="http://schemas.openxmlformats.org/officeDocument/2006/relationships/image" Target="../media/image87.png"/><Relationship Id="rId10" Type="http://schemas.openxmlformats.org/officeDocument/2006/relationships/image" Target="../media/image89.png"/><Relationship Id="rId11" Type="http://schemas.openxmlformats.org/officeDocument/2006/relationships/image" Target="../media/image8.png"/><Relationship Id="rId12" Type="http://schemas.openxmlformats.org/officeDocument/2006/relationships/image" Target="../media/image7.png"/><Relationship Id="rId13" Type="http://schemas.openxmlformats.org/officeDocument/2006/relationships/image" Target="../media/image9.png"/><Relationship Id="rId14" Type="http://schemas.openxmlformats.org/officeDocument/2006/relationships/image" Target="../media/image66.png"/><Relationship Id="rId15" Type="http://schemas.openxmlformats.org/officeDocument/2006/relationships/image" Target="../media/image82.png"/><Relationship Id="rId16" Type="http://schemas.openxmlformats.org/officeDocument/2006/relationships/slide" Target="slide53.xml"/><Relationship Id="rId17" Type="http://schemas.openxmlformats.org/officeDocument/2006/relationships/slide" Target="slide51.xml"/><Relationship Id="rId18" Type="http://schemas.openxmlformats.org/officeDocument/2006/relationships/slide" Target="slide52.xml"/><Relationship Id="rId19" Type="http://schemas.openxmlformats.org/officeDocument/2006/relationships/image" Target="../media/image103.png"/><Relationship Id="rId20" Type="http://schemas.openxmlformats.org/officeDocument/2006/relationships/audio" Target="../media/snd_flower.wav"/><Relationship Id="rId21" Type="http://schemas.openxmlformats.org/officeDocument/2006/relationships/audio" Target="../media/snd_gem.wav"/><Relationship Id="rId22" Type="http://schemas.openxmlformats.org/officeDocument/2006/relationships/audio" Target="../media/snd_jump.wav"/><Relationship Id="rId23" Type="http://schemas.openxmlformats.org/officeDocument/2006/relationships/audio" Target="../media/snd_door_locked.wav"/><Relationship Id="rId24" Type="http://schemas.openxmlformats.org/officeDocument/2006/relationships/audio" Target="../media/snd_recover.wav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jpg"/><Relationship Id="rId3" Type="http://schemas.openxmlformats.org/officeDocument/2006/relationships/image" Target="../media/image15.png"/><Relationship Id="rId4" Type="http://schemas.openxmlformats.org/officeDocument/2006/relationships/image" Target="../media/image78.png"/><Relationship Id="rId5" Type="http://schemas.openxmlformats.org/officeDocument/2006/relationships/image" Target="../media/image83.png"/><Relationship Id="rId6" Type="http://schemas.openxmlformats.org/officeDocument/2006/relationships/image" Target="../media/image85.png"/><Relationship Id="rId7" Type="http://schemas.openxmlformats.org/officeDocument/2006/relationships/image" Target="../media/image88.png"/><Relationship Id="rId8" Type="http://schemas.openxmlformats.org/officeDocument/2006/relationships/image" Target="../media/image90.png"/><Relationship Id="rId9" Type="http://schemas.openxmlformats.org/officeDocument/2006/relationships/image" Target="../media/image81.png"/><Relationship Id="rId10" Type="http://schemas.openxmlformats.org/officeDocument/2006/relationships/image" Target="../media/image84.png"/><Relationship Id="rId11" Type="http://schemas.openxmlformats.org/officeDocument/2006/relationships/image" Target="../media/image87.png"/><Relationship Id="rId12" Type="http://schemas.openxmlformats.org/officeDocument/2006/relationships/image" Target="../media/image89.png"/><Relationship Id="rId13" Type="http://schemas.openxmlformats.org/officeDocument/2006/relationships/image" Target="../media/image8.png"/><Relationship Id="rId14" Type="http://schemas.openxmlformats.org/officeDocument/2006/relationships/image" Target="../media/image7.png"/><Relationship Id="rId15" Type="http://schemas.openxmlformats.org/officeDocument/2006/relationships/image" Target="../media/image9.png"/><Relationship Id="rId16" Type="http://schemas.openxmlformats.org/officeDocument/2006/relationships/image" Target="../media/image66.png"/><Relationship Id="rId17" Type="http://schemas.openxmlformats.org/officeDocument/2006/relationships/image" Target="../media/image21.png"/><Relationship Id="rId18" Type="http://schemas.openxmlformats.org/officeDocument/2006/relationships/image" Target="../media/image91.png"/><Relationship Id="rId19" Type="http://schemas.openxmlformats.org/officeDocument/2006/relationships/image" Target="../media/image22.png"/><Relationship Id="rId20" Type="http://schemas.openxmlformats.org/officeDocument/2006/relationships/image" Target="../media/image2.png"/><Relationship Id="rId21" Type="http://schemas.openxmlformats.org/officeDocument/2006/relationships/image" Target="../media/image92.png"/><Relationship Id="rId22" Type="http://schemas.openxmlformats.org/officeDocument/2006/relationships/slide" Target="slide53.xml"/><Relationship Id="rId23" Type="http://schemas.openxmlformats.org/officeDocument/2006/relationships/slide" Target="slide54.xml"/><Relationship Id="rId24" Type="http://schemas.openxmlformats.org/officeDocument/2006/relationships/slide" Target="slide55.xml"/><Relationship Id="rId25" Type="http://schemas.openxmlformats.org/officeDocument/2006/relationships/slide" Target="slide56.xml"/><Relationship Id="rId26" Type="http://schemas.openxmlformats.org/officeDocument/2006/relationships/image" Target="../media/image103.png"/><Relationship Id="rId27" Type="http://schemas.openxmlformats.org/officeDocument/2006/relationships/audio" Target="../media/snd_lantern.wav"/><Relationship Id="rId28" Type="http://schemas.openxmlformats.org/officeDocument/2006/relationships/audio" Target="../media/snd_gem.wav"/><Relationship Id="rId29" Type="http://schemas.openxmlformats.org/officeDocument/2006/relationships/audio" Target="../media/snd_jump.wav"/><Relationship Id="rId30" Type="http://schemas.openxmlformats.org/officeDocument/2006/relationships/audio" Target="../media/snd_door_open.wav"/><Relationship Id="rId31" Type="http://schemas.openxmlformats.org/officeDocument/2006/relationships/audio" Target="../media/snd_key_appear.wav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jpg"/><Relationship Id="rId3" Type="http://schemas.openxmlformats.org/officeDocument/2006/relationships/image" Target="../media/image15.png"/><Relationship Id="rId4" Type="http://schemas.openxmlformats.org/officeDocument/2006/relationships/image" Target="../media/image83.png"/><Relationship Id="rId5" Type="http://schemas.openxmlformats.org/officeDocument/2006/relationships/image" Target="../media/image79.png"/><Relationship Id="rId6" Type="http://schemas.openxmlformats.org/officeDocument/2006/relationships/image" Target="../media/image85.png"/><Relationship Id="rId7" Type="http://schemas.openxmlformats.org/officeDocument/2006/relationships/image" Target="../media/image86.png"/><Relationship Id="rId8" Type="http://schemas.openxmlformats.org/officeDocument/2006/relationships/image" Target="../media/image88.png"/><Relationship Id="rId9" Type="http://schemas.openxmlformats.org/officeDocument/2006/relationships/image" Target="../media/image90.png"/><Relationship Id="rId10" Type="http://schemas.openxmlformats.org/officeDocument/2006/relationships/image" Target="../media/image81.png"/><Relationship Id="rId11" Type="http://schemas.openxmlformats.org/officeDocument/2006/relationships/image" Target="../media/image84.png"/><Relationship Id="rId12" Type="http://schemas.openxmlformats.org/officeDocument/2006/relationships/image" Target="../media/image87.png"/><Relationship Id="rId13" Type="http://schemas.openxmlformats.org/officeDocument/2006/relationships/image" Target="../media/image89.png"/><Relationship Id="rId14" Type="http://schemas.openxmlformats.org/officeDocument/2006/relationships/image" Target="../media/image8.png"/><Relationship Id="rId15" Type="http://schemas.openxmlformats.org/officeDocument/2006/relationships/image" Target="../media/image7.png"/><Relationship Id="rId16" Type="http://schemas.openxmlformats.org/officeDocument/2006/relationships/image" Target="../media/image9.png"/><Relationship Id="rId17" Type="http://schemas.openxmlformats.org/officeDocument/2006/relationships/image" Target="../media/image66.png"/><Relationship Id="rId18" Type="http://schemas.openxmlformats.org/officeDocument/2006/relationships/image" Target="../media/image21.png"/><Relationship Id="rId19" Type="http://schemas.openxmlformats.org/officeDocument/2006/relationships/image" Target="../media/image91.png"/><Relationship Id="rId20" Type="http://schemas.openxmlformats.org/officeDocument/2006/relationships/image" Target="../media/image22.png"/><Relationship Id="rId21" Type="http://schemas.openxmlformats.org/officeDocument/2006/relationships/image" Target="../media/image2.png"/><Relationship Id="rId22" Type="http://schemas.openxmlformats.org/officeDocument/2006/relationships/image" Target="../media/image92.png"/><Relationship Id="rId23" Type="http://schemas.openxmlformats.org/officeDocument/2006/relationships/slide" Target="slide53.xml"/><Relationship Id="rId24" Type="http://schemas.openxmlformats.org/officeDocument/2006/relationships/slide" Target="slide54.xml"/><Relationship Id="rId25" Type="http://schemas.openxmlformats.org/officeDocument/2006/relationships/slide" Target="slide55.xml"/><Relationship Id="rId26" Type="http://schemas.openxmlformats.org/officeDocument/2006/relationships/slide" Target="slide56.xml"/><Relationship Id="rId27" Type="http://schemas.openxmlformats.org/officeDocument/2006/relationships/image" Target="../media/image103.png"/><Relationship Id="rId28" Type="http://schemas.openxmlformats.org/officeDocument/2006/relationships/audio" Target="../media/snd_owl.wav"/><Relationship Id="rId29" Type="http://schemas.openxmlformats.org/officeDocument/2006/relationships/audio" Target="../media/snd_gem.wav"/><Relationship Id="rId30" Type="http://schemas.openxmlformats.org/officeDocument/2006/relationships/audio" Target="../media/snd_jump.wav"/><Relationship Id="rId31" Type="http://schemas.openxmlformats.org/officeDocument/2006/relationships/audio" Target="../media/snd_door_open.wav"/><Relationship Id="rId32" Type="http://schemas.openxmlformats.org/officeDocument/2006/relationships/audio" Target="../media/snd_key_appear.wav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jpg"/><Relationship Id="rId3" Type="http://schemas.openxmlformats.org/officeDocument/2006/relationships/image" Target="../media/image15.png"/><Relationship Id="rId4" Type="http://schemas.openxmlformats.org/officeDocument/2006/relationships/image" Target="../media/image83.png"/><Relationship Id="rId5" Type="http://schemas.openxmlformats.org/officeDocument/2006/relationships/image" Target="../media/image85.png"/><Relationship Id="rId6" Type="http://schemas.openxmlformats.org/officeDocument/2006/relationships/image" Target="../media/image80.png"/><Relationship Id="rId7" Type="http://schemas.openxmlformats.org/officeDocument/2006/relationships/image" Target="../media/image88.png"/><Relationship Id="rId8" Type="http://schemas.openxmlformats.org/officeDocument/2006/relationships/image" Target="../media/image90.png"/><Relationship Id="rId9" Type="http://schemas.openxmlformats.org/officeDocument/2006/relationships/image" Target="../media/image81.png"/><Relationship Id="rId10" Type="http://schemas.openxmlformats.org/officeDocument/2006/relationships/image" Target="../media/image84.png"/><Relationship Id="rId11" Type="http://schemas.openxmlformats.org/officeDocument/2006/relationships/image" Target="../media/image87.png"/><Relationship Id="rId12" Type="http://schemas.openxmlformats.org/officeDocument/2006/relationships/image" Target="../media/image89.png"/><Relationship Id="rId13" Type="http://schemas.openxmlformats.org/officeDocument/2006/relationships/image" Target="../media/image8.png"/><Relationship Id="rId14" Type="http://schemas.openxmlformats.org/officeDocument/2006/relationships/image" Target="../media/image7.png"/><Relationship Id="rId15" Type="http://schemas.openxmlformats.org/officeDocument/2006/relationships/image" Target="../media/image9.png"/><Relationship Id="rId16" Type="http://schemas.openxmlformats.org/officeDocument/2006/relationships/image" Target="../media/image66.png"/><Relationship Id="rId17" Type="http://schemas.openxmlformats.org/officeDocument/2006/relationships/image" Target="../media/image21.png"/><Relationship Id="rId18" Type="http://schemas.openxmlformats.org/officeDocument/2006/relationships/image" Target="../media/image91.png"/><Relationship Id="rId19" Type="http://schemas.openxmlformats.org/officeDocument/2006/relationships/image" Target="../media/image22.png"/><Relationship Id="rId20" Type="http://schemas.openxmlformats.org/officeDocument/2006/relationships/image" Target="../media/image2.png"/><Relationship Id="rId21" Type="http://schemas.openxmlformats.org/officeDocument/2006/relationships/image" Target="../media/image92.png"/><Relationship Id="rId22" Type="http://schemas.openxmlformats.org/officeDocument/2006/relationships/slide" Target="slide53.xml"/><Relationship Id="rId23" Type="http://schemas.openxmlformats.org/officeDocument/2006/relationships/slide" Target="slide54.xml"/><Relationship Id="rId24" Type="http://schemas.openxmlformats.org/officeDocument/2006/relationships/slide" Target="slide55.xml"/><Relationship Id="rId25" Type="http://schemas.openxmlformats.org/officeDocument/2006/relationships/slide" Target="slide56.xml"/><Relationship Id="rId26" Type="http://schemas.openxmlformats.org/officeDocument/2006/relationships/image" Target="../media/image103.png"/><Relationship Id="rId27" Type="http://schemas.openxmlformats.org/officeDocument/2006/relationships/audio" Target="../media/snd_flower.wav"/><Relationship Id="rId28" Type="http://schemas.openxmlformats.org/officeDocument/2006/relationships/audio" Target="../media/snd_gem.wav"/><Relationship Id="rId29" Type="http://schemas.openxmlformats.org/officeDocument/2006/relationships/audio" Target="../media/snd_jump.wav"/><Relationship Id="rId30" Type="http://schemas.openxmlformats.org/officeDocument/2006/relationships/audio" Target="../media/snd_door_open.wav"/><Relationship Id="rId31" Type="http://schemas.openxmlformats.org/officeDocument/2006/relationships/audio" Target="../media/snd_key_appear.wav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jpg"/><Relationship Id="rId3" Type="http://schemas.openxmlformats.org/officeDocument/2006/relationships/image" Target="../media/image2.png"/><Relationship Id="rId4" Type="http://schemas.openxmlformats.org/officeDocument/2006/relationships/image" Target="../media/image92.png"/><Relationship Id="rId5" Type="http://schemas.openxmlformats.org/officeDocument/2006/relationships/image" Target="../media/image94.png"/><Relationship Id="rId6" Type="http://schemas.openxmlformats.org/officeDocument/2006/relationships/image" Target="../media/image95.png"/><Relationship Id="rId7" Type="http://schemas.openxmlformats.org/officeDocument/2006/relationships/image" Target="../media/image7.png"/><Relationship Id="rId8" Type="http://schemas.openxmlformats.org/officeDocument/2006/relationships/image" Target="../media/image96.png"/><Relationship Id="rId9" Type="http://schemas.openxmlformats.org/officeDocument/2006/relationships/image" Target="../media/image97.png"/><Relationship Id="rId10" Type="http://schemas.openxmlformats.org/officeDocument/2006/relationships/image" Target="../media/image9.png"/><Relationship Id="rId11" Type="http://schemas.openxmlformats.org/officeDocument/2006/relationships/image" Target="../media/image21.png"/><Relationship Id="rId12" Type="http://schemas.openxmlformats.org/officeDocument/2006/relationships/image" Target="../media/image98.png"/><Relationship Id="rId13" Type="http://schemas.openxmlformats.org/officeDocument/2006/relationships/image" Target="../media/image99.png"/><Relationship Id="rId14" Type="http://schemas.openxmlformats.org/officeDocument/2006/relationships/image" Target="../media/image22.png"/><Relationship Id="rId15" Type="http://schemas.openxmlformats.org/officeDocument/2006/relationships/image" Target="../media/image100.png"/><Relationship Id="rId16" Type="http://schemas.openxmlformats.org/officeDocument/2006/relationships/image" Target="../media/image101.png"/><Relationship Id="rId17" Type="http://schemas.openxmlformats.org/officeDocument/2006/relationships/image" Target="../media/image102.png"/><Relationship Id="rId18" Type="http://schemas.openxmlformats.org/officeDocument/2006/relationships/image" Target="../media/image29.png"/><Relationship Id="rId19" Type="http://schemas.openxmlformats.org/officeDocument/2006/relationships/image" Target="../media/image14.png"/><Relationship Id="rId20" Type="http://schemas.openxmlformats.org/officeDocument/2006/relationships/slide" Target="slide1.xml"/><Relationship Id="rId21" Type="http://schemas.openxmlformats.org/officeDocument/2006/relationships/image" Target="../media/image103.png"/><Relationship Id="rId22" Type="http://schemas.openxmlformats.org/officeDocument/2006/relationships/audio" Target="../media/snd_chest_open.wav"/><Relationship Id="rId23" Type="http://schemas.openxmlformats.org/officeDocument/2006/relationships/audio" Target="../media/snd_jump.wav"/><Relationship Id="rId24" Type="http://schemas.openxmlformats.org/officeDocument/2006/relationships/audio" Target="../media/snd_celebrate.wav"/><Relationship Id="rId25" Type="http://schemas.openxmlformats.org/officeDocument/2006/relationships/audio" Target="../media/snd_bye.wav"/><Relationship Id="rId26" Type="http://schemas.openxmlformats.org/officeDocument/2006/relationships/audio" Target="../media/snd_portal_in.wav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_night" descr="Moonlit meadow with a cosy nes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click-me glow" descr="gentle glow around sleeping Lum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0500" y="1841500"/>
            <a:ext cx="4191000" cy="4191000"/>
          </a:xfrm>
          <a:prstGeom prst="rect">
            <a:avLst/>
          </a:prstGeom>
        </p:spPr>
      </p:pic>
      <p:pic>
        <p:nvPicPr>
          <p:cNvPr id="4" name="zzz" descr="snoring Z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2500" y="1587500"/>
            <a:ext cx="1270000" cy="1460500"/>
          </a:xfrm>
          <a:prstGeom prst="rect">
            <a:avLst/>
          </a:prstGeom>
        </p:spPr>
      </p:pic>
      <p:pic>
        <p:nvPicPr>
          <p:cNvPr id="5" name="Lumi (sleep)" descr="Lumi the baby dragon, sleep pos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4000" y="2189480"/>
            <a:ext cx="4064000" cy="4064000"/>
          </a:xfrm>
          <a:prstGeom prst="rect">
            <a:avLst/>
          </a:prstGeom>
        </p:spPr>
      </p:pic>
      <p:pic>
        <p:nvPicPr>
          <p:cNvPr id="6" name="Lumi (stir)" descr="Lumi the baby dragon, stir pos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64000" y="2189480"/>
            <a:ext cx="4064000" cy="4064000"/>
          </a:xfrm>
          <a:prstGeom prst="rect">
            <a:avLst/>
          </a:prstGeom>
        </p:spPr>
      </p:pic>
      <p:pic>
        <p:nvPicPr>
          <p:cNvPr id="7" name="Lumi (yawn)" descr="Lumi the baby dragon, yawn pos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64000" y="2189480"/>
            <a:ext cx="4064000" cy="4064000"/>
          </a:xfrm>
          <a:prstGeom prst="rect">
            <a:avLst/>
          </a:prstGeom>
        </p:spPr>
      </p:pic>
      <p:pic>
        <p:nvPicPr>
          <p:cNvPr id="8" name="Lumi (jump)" descr="Lumi the baby dragon, jump pos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64000" y="2189480"/>
            <a:ext cx="4064000" cy="4064000"/>
          </a:xfrm>
          <a:prstGeom prst="rect">
            <a:avLst/>
          </a:prstGeom>
        </p:spPr>
      </p:pic>
      <p:pic>
        <p:nvPicPr>
          <p:cNvPr id="9" name="Lumi (surprised)" descr="Lumi the baby dragon, surprised pose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64000" y="2189480"/>
            <a:ext cx="4064000" cy="4064000"/>
          </a:xfrm>
          <a:prstGeom prst="rect">
            <a:avLst/>
          </a:prstGeom>
        </p:spPr>
      </p:pic>
      <p:pic>
        <p:nvPicPr>
          <p:cNvPr id="10" name="Lumi (laughA)" descr="Lumi the baby dragon, laughA pose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64000" y="2189480"/>
            <a:ext cx="4064000" cy="4064000"/>
          </a:xfrm>
          <a:prstGeom prst="rect">
            <a:avLst/>
          </a:prstGeom>
        </p:spPr>
      </p:pic>
      <p:pic>
        <p:nvPicPr>
          <p:cNvPr id="11" name="Lumi (laughB)" descr="Lumi the baby dragon, laughB pose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64000" y="2189480"/>
            <a:ext cx="4064000" cy="4064000"/>
          </a:xfrm>
          <a:prstGeom prst="rect">
            <a:avLst/>
          </a:prstGeom>
        </p:spPr>
      </p:pic>
      <p:pic>
        <p:nvPicPr>
          <p:cNvPr id="12" name="Lumi (welcome)" descr="Lumi the baby dragon, welcome pose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64000" y="2189480"/>
            <a:ext cx="4064000" cy="4064000"/>
          </a:xfrm>
          <a:prstGeom prst="rect">
            <a:avLst/>
          </a:prstGeom>
        </p:spPr>
      </p:pic>
      <p:pic>
        <p:nvPicPr>
          <p:cNvPr id="13" name="Lumi (waveA)" descr="Lumi the baby dragon, waveA pose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64000" y="2189480"/>
            <a:ext cx="4064000" cy="4064000"/>
          </a:xfrm>
          <a:prstGeom prst="rect">
            <a:avLst/>
          </a:prstGeom>
        </p:spPr>
      </p:pic>
      <p:pic>
        <p:nvPicPr>
          <p:cNvPr id="14" name="Lumi (waveB)" descr="Lumi the baby dragon, waveB pose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64000" y="2189480"/>
            <a:ext cx="4064000" cy="4064000"/>
          </a:xfrm>
          <a:prstGeom prst="rect">
            <a:avLst/>
          </a:prstGeom>
        </p:spPr>
      </p:pic>
      <p:pic>
        <p:nvPicPr>
          <p:cNvPr id="15" name="Magic portal to the forest" descr="glowing magic portal">
            <a:hlinkClick action="ppaction://hlinksldjump" r:id="rId17"/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763000" y="3556000"/>
            <a:ext cx="2667000" cy="2667000"/>
          </a:xfrm>
          <a:prstGeom prst="rect">
            <a:avLst/>
          </a:prstGeom>
        </p:spPr>
      </p:pic>
      <p:sp>
        <p:nvSpPr>
          <p:cNvPr id="16" name="Tap Lumi to wake him"/>
          <p:cNvSpPr/>
          <p:nvPr/>
        </p:nvSpPr>
        <p:spPr>
          <a:xfrm>
            <a:off x="4381500" y="2159000"/>
            <a:ext cx="3429000" cy="3810000"/>
          </a:xfrm>
          <a:prstGeom prst="rect">
            <a:avLst/>
          </a:prstGeom>
          <a:solidFill>
            <a:srgbClr val="FFFFFF">
              <a:alpha val="1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firefly" descr="glowing firefly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00766" y="3334208"/>
            <a:ext cx="355600" cy="355600"/>
          </a:xfrm>
          <a:prstGeom prst="rect">
            <a:avLst/>
          </a:prstGeom>
        </p:spPr>
      </p:pic>
      <p:pic>
        <p:nvPicPr>
          <p:cNvPr id="18" name="firefly" descr="glowing firefly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12530" y="2282022"/>
            <a:ext cx="355600" cy="355600"/>
          </a:xfrm>
          <a:prstGeom prst="rect">
            <a:avLst/>
          </a:prstGeom>
        </p:spPr>
      </p:pic>
      <p:pic>
        <p:nvPicPr>
          <p:cNvPr id="19" name="firefly" descr="glowing firefly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674944" y="2295153"/>
            <a:ext cx="355600" cy="355600"/>
          </a:xfrm>
          <a:prstGeom prst="rect">
            <a:avLst/>
          </a:prstGeom>
        </p:spPr>
      </p:pic>
      <p:pic>
        <p:nvPicPr>
          <p:cNvPr id="20" name="firefly" descr="glowing firefly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41148" y="557965"/>
            <a:ext cx="355600" cy="355600"/>
          </a:xfrm>
          <a:prstGeom prst="rect">
            <a:avLst/>
          </a:prstGeom>
        </p:spPr>
      </p:pic>
      <p:pic>
        <p:nvPicPr>
          <p:cNvPr id="21" name="firefly" descr="glowing firefly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854828" y="3425414"/>
            <a:ext cx="355600" cy="355600"/>
          </a:xfrm>
          <a:prstGeom prst="rect">
            <a:avLst/>
          </a:prstGeom>
        </p:spPr>
      </p:pic>
      <p:pic>
        <p:nvPicPr>
          <p:cNvPr id="22" name="firefly" descr="glowing firefly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443896" y="2202824"/>
            <a:ext cx="355600" cy="355600"/>
          </a:xfrm>
          <a:prstGeom prst="rect">
            <a:avLst/>
          </a:prstGeom>
        </p:spPr>
      </p:pic>
      <p:pic>
        <p:nvPicPr>
          <p:cNvPr id="23" name="firefly" descr="glowing firefly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223176" y="4166084"/>
            <a:ext cx="355600" cy="355600"/>
          </a:xfrm>
          <a:prstGeom prst="rect">
            <a:avLst/>
          </a:prstGeom>
        </p:spPr>
      </p:pic>
      <p:pic>
        <p:nvPicPr>
          <p:cNvPr id="24" name="Background music (Lumi lullaby)" descr="background music">
            <a:hlinkClick r:id="" action="ppaction://media"/>
          </p:cNvPr>
          <p:cNvPicPr>
            <a:picLocks noChangeAspect="1"/>
          </p:cNvPicPr>
          <p:nvPr>
            <a:audioFile r:link="rId18"/>
            <p:extLst>
              <p:ext uri="{DAA4B4D4-6D71-4841-9C94-3DE7FCFB9230}">
                <p14:media xmlns:p14="http://schemas.microsoft.com/office/powerpoint/2010/main" r:embed="rId19"/>
              </p:ext>
            </p:extLst>
          </p:nvPr>
        </p:nvPicPr>
        <p:blipFill>
          <a:blip r:embed="rId20"/>
          <a:stretch>
            <a:fillRect/>
          </a:stretch>
        </p:blipFill>
        <p:spPr>
          <a:xfrm>
            <a:off x="50800" y="50800"/>
            <a:ext cx="254000" cy="254000"/>
          </a:xfrm>
          <a:prstGeom prst="rect">
            <a:avLst/>
          </a:prstGeom>
        </p:spPr>
      </p:pic>
      <p:pic>
        <p:nvPicPr>
          <p:cNvPr id="25" name="sound anchor" descr="sound anchor (invisible)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1300" fill="hold" repeatCount="indefinite" autoRev="1"/>
                                        <p:tgtEl>
                                          <p:spTgt spid="3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600" fill="hold" repeatCount="indefinite" autoRev="1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0" dur="1700" fill="hold" repeatCount="indefinite" autoRev="1"/>
                                        <p:tgtEl>
                                          <p:spTgt spid="5"/>
                                        </p:tgtEl>
                                      </p:cBhvr>
                                      <p:by x="102000" y="104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1414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2" dur="9860" fill="hold" repeatCount="indefinite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6" presetClass="emph" presetSubtype="0" fill="hold" nodeType="withEffect">
                                  <p:stCondLst>
                                    <p:cond delay="542"/>
                                  </p:stCondLst>
                                  <p:childTnLst>
                                    <p:animScale>
                                      <p:cBhvr>
                                        <p:cTn id="14" dur="1367" fill="hold" repeatCount="indefinite" autoRev="1"/>
                                        <p:tgtEl>
                                          <p:spTgt spid="1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510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6" dur="8658" fill="hold" repeatCount="indefinite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6" presetClass="emph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animScale>
                                      <p:cBhvr>
                                        <p:cTn id="18" dur="753" fill="hold" repeatCount="indefinite" autoRev="1"/>
                                        <p:tgtEl>
                                          <p:spTgt spid="1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504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20" dur="7559" fill="hold" repeatCount="indefinite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6" presetClass="emph" presetSubtype="0" fill="hold" nodeType="withEffect">
                                  <p:stCondLst>
                                    <p:cond delay="104"/>
                                  </p:stCondLst>
                                  <p:childTnLst>
                                    <p:animScale>
                                      <p:cBhvr>
                                        <p:cTn id="22" dur="1256" fill="hold" repeatCount="indefinite" autoRev="1"/>
                                        <p:tgtEl>
                                          <p:spTgt spid="1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0" presetClass="path" presetSubtype="0" fill="hold" nodeType="withEffect">
                                  <p:stCondLst>
                                    <p:cond delay="443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24" dur="7671" fill="hold" repeatCount="indefinite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" presetID="6" presetClass="emph" presetSubtype="0" fill="hold" nodeType="withEffect">
                                  <p:stCondLst>
                                    <p:cond delay="186"/>
                                  </p:stCondLst>
                                  <p:childTnLst>
                                    <p:animScale>
                                      <p:cBhvr>
                                        <p:cTn id="26" dur="986" fill="hold" repeatCount="indefinite" autoRev="1"/>
                                        <p:tgtEl>
                                          <p:spTgt spid="20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9" presetID="0" presetClass="path" presetSubtype="0" fill="hold" nodeType="withEffect">
                                  <p:stCondLst>
                                    <p:cond delay="326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28" dur="9120" fill="hold" repeatCount="indefinite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" presetID="6" presetClass="emph" presetSubtype="0" fill="hold" nodeType="withEffect">
                                  <p:stCondLst>
                                    <p:cond delay="142"/>
                                  </p:stCondLst>
                                  <p:childTnLst>
                                    <p:animScale>
                                      <p:cBhvr>
                                        <p:cTn id="30" dur="773" fill="hold" repeatCount="indefinite" autoRev="1"/>
                                        <p:tgtEl>
                                          <p:spTgt spid="2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3" presetID="0" presetClass="path" presetSubtype="0" fill="hold" nodeType="withEffect">
                                  <p:stCondLst>
                                    <p:cond delay="270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32" dur="6007" fill="hold" repeatCount="indefinite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" presetID="6" presetClass="emph" presetSubtype="0" fill="hold" nodeType="withEffect">
                                  <p:stCondLst>
                                    <p:cond delay="214"/>
                                  </p:stCondLst>
                                  <p:childTnLst>
                                    <p:animScale>
                                      <p:cBhvr>
                                        <p:cTn id="34" dur="705" fill="hold" repeatCount="indefinite" autoRev="1"/>
                                        <p:tgtEl>
                                          <p:spTgt spid="2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7" presetID="0" presetClass="path" presetSubtype="0" fill="hold" nodeType="withEffect">
                                  <p:stCondLst>
                                    <p:cond delay="339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36" dur="9573" fill="hold" repeatCount="indefinite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9" presetID="6" presetClass="emph" presetSubtype="0" fill="hold" nodeType="withEffect">
                                  <p:stCondLst>
                                    <p:cond delay="296"/>
                                  </p:stCondLst>
                                  <p:childTnLst>
                                    <p:animScale>
                                      <p:cBhvr>
                                        <p:cTn id="38" dur="870" fill="hold" repeatCount="indefinite" autoRev="1"/>
                                        <p:tgtEl>
                                          <p:spTgt spid="2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5" dur="1" fill="hold"/>
                                        <p:tgtEl>
                                          <p:spTgt spid="2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19" restart="never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0" fill="hold">
                      <p:stCondLst>
                        <p:cond delay="0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1" name="wake_u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" presetClass="exit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xit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0" presetClass="path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animMotion origin="layout" path="M 0 0 L 0.0000 -0.1000 E" pathEditMode="relative" ptsTypes="AA">
                                      <p:cBhvr>
                                        <p:cTn id="63" dur="300" fill="hold" repeatCount="2000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6" presetID="1" presetClass="exit" presetSubtype="0" fill="hold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" presetClass="entr" presetSubtype="0" fill="hold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0" presetClass="path" presetSubtype="0" fill="hold" nodeType="withEffect">
                                  <p:stCondLst>
                                    <p:cond delay="2300"/>
                                  </p:stCondLst>
                                  <p:childTnLst>
                                    <p:animMotion origin="layout" path="M 0 0 L 0.0000 -0.0400 E" pathEditMode="relative" ptsTypes="AA">
                                      <p:cBhvr>
                                        <p:cTn id="69" dur="200" fill="hold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2" presetID="1" presetClass="exit" presetSubtype="0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" presetClass="entr" presetSubtype="0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" presetID="1" presetClass="exit" presetSubtype="0" fill="hold" nodeType="withEffect">
                                  <p:stCondLst>
                                    <p:cond delay="325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" presetClass="entr" presetSubtype="0" fill="hold" nodeType="withEffect">
                                  <p:stCondLst>
                                    <p:cond delay="325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xit" presetSubtype="0" fill="hold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" presetClass="entr" presetSubtype="0" fill="hold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" presetClass="exit" presetSubtype="0" fill="hold" nodeType="withEffect">
                                  <p:stCondLst>
                                    <p:cond delay="375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" presetClass="entr" presetSubtype="0" fill="hold" nodeType="withEffect">
                                  <p:stCondLst>
                                    <p:cond delay="375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" presetClass="exit" presetSubtype="0" fill="hold" nodeType="withEffect">
                                  <p:stCondLst>
                                    <p:cond delay="41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nodeType="withEffect">
                                  <p:stCondLst>
                                    <p:cond delay="41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" presetClass="exit" presetSubtype="0" fill="hold" nodeType="withEffect">
                                  <p:stCondLst>
                                    <p:cond delay="47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" presetID="1" presetClass="entr" presetSubtype="0" fill="hold" nodeType="withEffect">
                                  <p:stCondLst>
                                    <p:cond delay="47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" presetID="1" presetClass="exit" presetSubtype="0" fill="hold" nodeType="withEffect">
                                  <p:stCondLst>
                                    <p:cond delay="51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" presetID="1" presetClass="entr" presetSubtype="0" fill="hold" nodeType="withEffect">
                                  <p:stCondLst>
                                    <p:cond delay="51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53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10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2" name="portal_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53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8" presetClass="emph" presetSubtype="0" fill="hold" nodeType="withEffect">
                                  <p:stCondLst>
                                    <p:cond delay="5300"/>
                                  </p:stCondLst>
                                  <p:childTnLst>
                                    <p:animRot by="21600000">
                                      <p:cBhvr>
                                        <p:cTn id="105" dur="8000" fill="hold" repeatCount="indefinite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08" presetID="1" presetClass="exit" presetSubtype="0" fill="hold" nodeType="withEffect">
                                  <p:stCondLst>
                                    <p:cond delay="55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" presetClass="entr" presetSubtype="0" fill="hold" nodeType="withEffect">
                                  <p:stCondLst>
                                    <p:cond delay="550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" presetID="1" presetClass="exit" presetSubtype="0" fill="hold" nodeType="withEffect">
                                  <p:stCondLst>
                                    <p:cond delay="59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4" presetID="1" presetClass="entr" presetSubtype="0" fill="hold" nodeType="withEffect">
                                  <p:stCondLst>
                                    <p:cond delay="59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6" presetID="1" presetClass="exit" presetSubtype="0" fill="hold" nodeType="withEffect">
                                  <p:stCondLst>
                                    <p:cond delay="63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" presetID="1" presetClass="entr" presetSubtype="0" fill="hold" nodeType="withEffect">
                                  <p:stCondLst>
                                    <p:cond delay="63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audio>
              <p:cMediaNode vol="55000" numSld="999" showWhenStopped="0">
                <p:cTn id="122" repeatCount="indefinite" fill="hold" display="0">
                  <p:stCondLst>
                    <p:cond delay="indefinite"/>
                    <p:cond evt="onBegin" delay="0">
                      <p:tn val="2"/>
                    </p:cond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4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_forest" descr="Magical forest full of hiding plac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0867" y="1836563"/>
            <a:ext cx="355600" cy="355600"/>
          </a:xfrm>
          <a:prstGeom prst="rect">
            <a:avLst/>
          </a:prstGeom>
        </p:spPr>
      </p:pic>
      <p:pic>
        <p:nvPicPr>
          <p:cNvPr id="4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92836" y="4022403"/>
            <a:ext cx="355600" cy="355600"/>
          </a:xfrm>
          <a:prstGeom prst="rect">
            <a:avLst/>
          </a:prstGeom>
        </p:spPr>
      </p:pic>
      <p:pic>
        <p:nvPicPr>
          <p:cNvPr id="5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3918" y="5112098"/>
            <a:ext cx="355600" cy="355600"/>
          </a:xfrm>
          <a:prstGeom prst="rect">
            <a:avLst/>
          </a:prstGeom>
        </p:spPr>
      </p:pic>
      <p:pic>
        <p:nvPicPr>
          <p:cNvPr id="6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58836" y="3557898"/>
            <a:ext cx="355600" cy="355600"/>
          </a:xfrm>
          <a:prstGeom prst="rect">
            <a:avLst/>
          </a:prstGeom>
        </p:spPr>
      </p:pic>
      <p:pic>
        <p:nvPicPr>
          <p:cNvPr id="7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0996" y="4590813"/>
            <a:ext cx="355600" cy="355600"/>
          </a:xfrm>
          <a:prstGeom prst="rect">
            <a:avLst/>
          </a:prstGeom>
        </p:spPr>
      </p:pic>
      <p:pic>
        <p:nvPicPr>
          <p:cNvPr id="8" name="Hidden star 1" descr="sparkling star to collect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6500" y="952500"/>
            <a:ext cx="1079500" cy="1079500"/>
          </a:xfrm>
          <a:prstGeom prst="rect">
            <a:avLst/>
          </a:prstGeom>
        </p:spPr>
      </p:pic>
      <p:pic>
        <p:nvPicPr>
          <p:cNvPr id="9" name="Hidden star 2" descr="sparkling star to collect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9000" y="444500"/>
            <a:ext cx="1079500" cy="1079500"/>
          </a:xfrm>
          <a:prstGeom prst="rect">
            <a:avLst/>
          </a:prstGeom>
        </p:spPr>
      </p:pic>
      <p:pic>
        <p:nvPicPr>
          <p:cNvPr id="10" name="Hidden star 3" descr="sparkling star to collect">
            <a:hlinkClick action="ppaction://hlinksldjump" r:id="rId10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8000" y="2540000"/>
            <a:ext cx="1079500" cy="1079500"/>
          </a:xfrm>
          <a:prstGeom prst="rect">
            <a:avLst/>
          </a:prstGeom>
        </p:spPr>
      </p:pic>
      <p:pic>
        <p:nvPicPr>
          <p:cNvPr id="11" name="Hidden star 4" descr="sparkling star to collect">
            <a:hlinkClick action="ppaction://hlinksldjump" r:id="rId11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2500" y="5016500"/>
            <a:ext cx="1079500" cy="1079500"/>
          </a:xfrm>
          <a:prstGeom prst="rect">
            <a:avLst/>
          </a:prstGeom>
        </p:spPr>
      </p:pic>
      <p:pic>
        <p:nvPicPr>
          <p:cNvPr id="12" name="Hidden star 5" descr="sparkling star to collect">
            <a:hlinkClick action="ppaction://hlinksldjump" r:id="rId12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500" y="3810000"/>
            <a:ext cx="1079500" cy="1079500"/>
          </a:xfrm>
          <a:prstGeom prst="rect">
            <a:avLst/>
          </a:prstGeom>
        </p:spPr>
      </p:pic>
      <p:pic>
        <p:nvPicPr>
          <p:cNvPr id="13" name="Star counter 0 of 5" descr="0 of 5 stars collecte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3500" y="152400"/>
            <a:ext cx="4445000" cy="825500"/>
          </a:xfrm>
          <a:prstGeom prst="rect">
            <a:avLst/>
          </a:prstGeom>
        </p:spPr>
      </p:pic>
      <p:pic>
        <p:nvPicPr>
          <p:cNvPr id="14" name="Lumi (surprised)" descr="Lumi the baby dragon, surprised pos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5" name="Lumi (lookUp)" descr="Lumi the baby dragon, lookUp pos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6" name="sound anchor" descr="sound anchor (invisible)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1388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4" dur="8562" fill="hold" repeatCount="indefinite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186"/>
                                  </p:stCondLst>
                                  <p:childTnLst>
                                    <p:animScale>
                                      <p:cBhvr>
                                        <p:cTn id="6" dur="909" fill="hold" repeatCount="indefinite" autoRev="1"/>
                                        <p:tgtEl>
                                          <p:spTgt spid="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784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8" dur="7223" fill="hold" repeatCount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369"/>
                                  </p:stCondLst>
                                  <p:childTnLst>
                                    <p:animScale>
                                      <p:cBhvr>
                                        <p:cTn id="10" dur="722" fill="hold" repeatCount="indefinite" autoRev="1"/>
                                        <p:tgtEl>
                                          <p:spTgt spid="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540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2" dur="6266" fill="hold" repeatCount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6" presetClass="emph" presetSubtype="0" fill="hold" nodeType="withEffect">
                                  <p:stCondLst>
                                    <p:cond delay="308"/>
                                  </p:stCondLst>
                                  <p:childTnLst>
                                    <p:animScale>
                                      <p:cBhvr>
                                        <p:cTn id="14" dur="1039" fill="hold" repeatCount="indefinite" autoRev="1"/>
                                        <p:tgtEl>
                                          <p:spTgt spid="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1220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6" dur="8776" fill="hold" repeatCount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6" presetClass="emph" presetSubtype="0" fill="hold" nodeType="withEffect">
                                  <p:stCondLst>
                                    <p:cond delay="67"/>
                                  </p:stCondLst>
                                  <p:childTnLst>
                                    <p:animScale>
                                      <p:cBhvr>
                                        <p:cTn id="18" dur="1046" fill="hold" repeatCount="indefinite" autoRev="1"/>
                                        <p:tgtEl>
                                          <p:spTgt spid="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984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20" dur="8852" fill="hold" repeatCount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6" presetClass="emph" presetSubtype="0" fill="hold" nodeType="withEffect">
                                  <p:stCondLst>
                                    <p:cond delay="189"/>
                                  </p:stCondLst>
                                  <p:childTnLst>
                                    <p:animScale>
                                      <p:cBhvr>
                                        <p:cTn id="22" dur="1023" fill="hold" repeatCount="indefinite" autoRev="1"/>
                                        <p:tgtEl>
                                          <p:spTgt spid="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4" dur="800" fill="hold" repeatCount="indefinite" autoRev="1"/>
                                        <p:tgtEl>
                                          <p:spTgt spid="8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27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26" dur="18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9" presetID="6" presetClass="emph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Scale>
                                      <p:cBhvr>
                                        <p:cTn id="28" dur="930" fill="hold" repeatCount="indefinite" autoRev="1"/>
                                        <p:tgtEl>
                                          <p:spTgt spid="9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31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30" dur="20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3" presetID="6" presetClass="emp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Scale>
                                      <p:cBhvr>
                                        <p:cTn id="32" dur="1060" fill="hold" repeatCount="indefinite" autoRev="1"/>
                                        <p:tgtEl>
                                          <p:spTgt spid="10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35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34" dur="22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7" presetID="6" presetClass="emp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Scale>
                                      <p:cBhvr>
                                        <p:cTn id="36" dur="1190" fill="hold" repeatCount="indefinite" autoRev="1"/>
                                        <p:tgtEl>
                                          <p:spTgt spid="11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39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38" dur="24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1" presetID="6" presetClass="emp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40" dur="1320" fill="hold" repeatCount="indefinite" autoRev="1"/>
                                        <p:tgtEl>
                                          <p:spTgt spid="12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43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42" dur="26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5" presetID="1" presetClass="exit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4" name="portal_go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_forest" descr="Magical forest full of hiding plac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9752" y="4084754"/>
            <a:ext cx="355600" cy="355600"/>
          </a:xfrm>
          <a:prstGeom prst="rect">
            <a:avLst/>
          </a:prstGeom>
        </p:spPr>
      </p:pic>
      <p:pic>
        <p:nvPicPr>
          <p:cNvPr id="4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5768" y="2749587"/>
            <a:ext cx="355600" cy="355600"/>
          </a:xfrm>
          <a:prstGeom prst="rect">
            <a:avLst/>
          </a:prstGeom>
        </p:spPr>
      </p:pic>
      <p:pic>
        <p:nvPicPr>
          <p:cNvPr id="5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7865" y="4691786"/>
            <a:ext cx="355600" cy="355600"/>
          </a:xfrm>
          <a:prstGeom prst="rect">
            <a:avLst/>
          </a:prstGeom>
        </p:spPr>
      </p:pic>
      <p:pic>
        <p:nvPicPr>
          <p:cNvPr id="6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46167" y="1826039"/>
            <a:ext cx="355600" cy="355600"/>
          </a:xfrm>
          <a:prstGeom prst="rect">
            <a:avLst/>
          </a:prstGeom>
        </p:spPr>
      </p:pic>
      <p:pic>
        <p:nvPicPr>
          <p:cNvPr id="7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7394" y="4920601"/>
            <a:ext cx="355600" cy="355600"/>
          </a:xfrm>
          <a:prstGeom prst="rect">
            <a:avLst/>
          </a:prstGeom>
        </p:spPr>
      </p:pic>
      <p:pic>
        <p:nvPicPr>
          <p:cNvPr id="8" name="Hidden star 2" descr="sparkling star to collect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9000" y="444500"/>
            <a:ext cx="1079500" cy="1079500"/>
          </a:xfrm>
          <a:prstGeom prst="rect">
            <a:avLst/>
          </a:prstGeom>
        </p:spPr>
      </p:pic>
      <p:pic>
        <p:nvPicPr>
          <p:cNvPr id="9" name="Hidden star 3" descr="sparkling star to collect">
            <a:hlinkClick action="ppaction://hlinksldjump" r:id="rId10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8000" y="2540000"/>
            <a:ext cx="1079500" cy="1079500"/>
          </a:xfrm>
          <a:prstGeom prst="rect">
            <a:avLst/>
          </a:prstGeom>
        </p:spPr>
      </p:pic>
      <p:pic>
        <p:nvPicPr>
          <p:cNvPr id="10" name="Hidden star 4" descr="sparkling star to collect">
            <a:hlinkClick action="ppaction://hlinksldjump" r:id="rId11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2500" y="5016500"/>
            <a:ext cx="1079500" cy="1079500"/>
          </a:xfrm>
          <a:prstGeom prst="rect">
            <a:avLst/>
          </a:prstGeom>
        </p:spPr>
      </p:pic>
      <p:pic>
        <p:nvPicPr>
          <p:cNvPr id="11" name="Hidden star 5" descr="sparkling star to collect">
            <a:hlinkClick action="ppaction://hlinksldjump" r:id="rId12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500" y="3810000"/>
            <a:ext cx="1079500" cy="1079500"/>
          </a:xfrm>
          <a:prstGeom prst="rect">
            <a:avLst/>
          </a:prstGeom>
        </p:spPr>
      </p:pic>
      <p:pic>
        <p:nvPicPr>
          <p:cNvPr id="12" name="Star counter 1 of 5" descr="1 of 5 stars collecte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3500" y="152400"/>
            <a:ext cx="4445000" cy="825500"/>
          </a:xfrm>
          <a:prstGeom prst="rect">
            <a:avLst/>
          </a:prstGeom>
        </p:spPr>
      </p:pic>
      <p:pic>
        <p:nvPicPr>
          <p:cNvPr id="13" name="Lumi (cheer)" descr="Lumi the baby dragon, cheer pos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4" name="Lumi (lookUp)" descr="Lumi the baby dragon, lookUp pos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5" name="star sparkle" descr="star sparkl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92500" y="-387350"/>
            <a:ext cx="1905000" cy="1905000"/>
          </a:xfrm>
          <a:prstGeom prst="rect">
            <a:avLst/>
          </a:prstGeom>
        </p:spPr>
      </p:pic>
      <p:pic>
        <p:nvPicPr>
          <p:cNvPr id="16" name="sound anchor" descr="sound anchor (invisible)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116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4" dur="7049" fill="hold" repeatCount="indefinite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767"/>
                                  </p:stCondLst>
                                  <p:childTnLst>
                                    <p:animScale>
                                      <p:cBhvr>
                                        <p:cTn id="6" dur="723" fill="hold" repeatCount="indefinite" autoRev="1"/>
                                        <p:tgtEl>
                                          <p:spTgt spid="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124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8" dur="9226" fill="hold" repeatCount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374"/>
                                  </p:stCondLst>
                                  <p:childTnLst>
                                    <p:animScale>
                                      <p:cBhvr>
                                        <p:cTn id="10" dur="1128" fill="hold" repeatCount="indefinite" autoRev="1"/>
                                        <p:tgtEl>
                                          <p:spTgt spid="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927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2" dur="6191" fill="hold" repeatCount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6" presetClass="emph" presetSubtype="0" fill="hold" nodeType="withEffect">
                                  <p:stCondLst>
                                    <p:cond delay="638"/>
                                  </p:stCondLst>
                                  <p:childTnLst>
                                    <p:animScale>
                                      <p:cBhvr>
                                        <p:cTn id="14" dur="885" fill="hold" repeatCount="indefinite" autoRev="1"/>
                                        <p:tgtEl>
                                          <p:spTgt spid="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503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6" dur="9807" fill="hold" repeatCount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6" presetClass="emph" presetSubtype="0" fill="hold" nodeType="withEffect">
                                  <p:stCondLst>
                                    <p:cond delay="352"/>
                                  </p:stCondLst>
                                  <p:childTnLst>
                                    <p:animScale>
                                      <p:cBhvr>
                                        <p:cTn id="18" dur="1173" fill="hold" repeatCount="indefinite" autoRev="1"/>
                                        <p:tgtEl>
                                          <p:spTgt spid="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513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20" dur="9176" fill="hold" repeatCount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6" presetClass="emph" presetSubtype="0" fill="hold" nodeType="withEffect">
                                  <p:stCondLst>
                                    <p:cond delay="110"/>
                                  </p:stCondLst>
                                  <p:childTnLst>
                                    <p:animScale>
                                      <p:cBhvr>
                                        <p:cTn id="22" dur="1173" fill="hold" repeatCount="indefinite" autoRev="1"/>
                                        <p:tgtEl>
                                          <p:spTgt spid="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6" presetClass="emph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Scale>
                                      <p:cBhvr>
                                        <p:cTn id="24" dur="930" fill="hold" repeatCount="indefinite" autoRev="1"/>
                                        <p:tgtEl>
                                          <p:spTgt spid="8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27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26" dur="20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9" presetID="6" presetClass="emp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Scale>
                                      <p:cBhvr>
                                        <p:cTn id="28" dur="1060" fill="hold" repeatCount="indefinite" autoRev="1"/>
                                        <p:tgtEl>
                                          <p:spTgt spid="9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31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30" dur="22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3" presetID="6" presetClass="emp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Scale>
                                      <p:cBhvr>
                                        <p:cTn id="32" dur="1190" fill="hold" repeatCount="indefinite" autoRev="1"/>
                                        <p:tgtEl>
                                          <p:spTgt spid="10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35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34" dur="24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7" presetID="6" presetClass="emp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36" dur="1320" fill="hold" repeatCount="indefinite" autoRev="1"/>
                                        <p:tgtEl>
                                          <p:spTgt spid="11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39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38" dur="26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44" dur="280" fill="hold" repeatCount="2000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46" dur="280" fill="hold" repeatCount="2000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70000">
                                        <p:cTn id="4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4" name="jum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5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5" name="star_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8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3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3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xit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_forest" descr="Magical forest full of hiding plac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1496" y="4423988"/>
            <a:ext cx="355600" cy="355600"/>
          </a:xfrm>
          <a:prstGeom prst="rect">
            <a:avLst/>
          </a:prstGeom>
        </p:spPr>
      </p:pic>
      <p:pic>
        <p:nvPicPr>
          <p:cNvPr id="4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8983" y="5301228"/>
            <a:ext cx="355600" cy="355600"/>
          </a:xfrm>
          <a:prstGeom prst="rect">
            <a:avLst/>
          </a:prstGeom>
        </p:spPr>
      </p:pic>
      <p:pic>
        <p:nvPicPr>
          <p:cNvPr id="5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9542" y="1611230"/>
            <a:ext cx="355600" cy="355600"/>
          </a:xfrm>
          <a:prstGeom prst="rect">
            <a:avLst/>
          </a:prstGeom>
        </p:spPr>
      </p:pic>
      <p:pic>
        <p:nvPicPr>
          <p:cNvPr id="6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7902" y="2360676"/>
            <a:ext cx="355600" cy="355600"/>
          </a:xfrm>
          <a:prstGeom prst="rect">
            <a:avLst/>
          </a:prstGeom>
        </p:spPr>
      </p:pic>
      <p:pic>
        <p:nvPicPr>
          <p:cNvPr id="7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2031" y="4015881"/>
            <a:ext cx="355600" cy="355600"/>
          </a:xfrm>
          <a:prstGeom prst="rect">
            <a:avLst/>
          </a:prstGeom>
        </p:spPr>
      </p:pic>
      <p:pic>
        <p:nvPicPr>
          <p:cNvPr id="8" name="Hidden star 1" descr="sparkling star to collect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6500" y="952500"/>
            <a:ext cx="1079500" cy="1079500"/>
          </a:xfrm>
          <a:prstGeom prst="rect">
            <a:avLst/>
          </a:prstGeom>
        </p:spPr>
      </p:pic>
      <p:pic>
        <p:nvPicPr>
          <p:cNvPr id="9" name="Hidden star 3" descr="sparkling star to collect">
            <a:hlinkClick action="ppaction://hlinksldjump" r:id="rId10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8000" y="2540000"/>
            <a:ext cx="1079500" cy="1079500"/>
          </a:xfrm>
          <a:prstGeom prst="rect">
            <a:avLst/>
          </a:prstGeom>
        </p:spPr>
      </p:pic>
      <p:pic>
        <p:nvPicPr>
          <p:cNvPr id="10" name="Hidden star 4" descr="sparkling star to collect">
            <a:hlinkClick action="ppaction://hlinksldjump" r:id="rId11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2500" y="5016500"/>
            <a:ext cx="1079500" cy="1079500"/>
          </a:xfrm>
          <a:prstGeom prst="rect">
            <a:avLst/>
          </a:prstGeom>
        </p:spPr>
      </p:pic>
      <p:pic>
        <p:nvPicPr>
          <p:cNvPr id="11" name="Hidden star 5" descr="sparkling star to collect">
            <a:hlinkClick action="ppaction://hlinksldjump" r:id="rId12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500" y="3810000"/>
            <a:ext cx="1079500" cy="1079500"/>
          </a:xfrm>
          <a:prstGeom prst="rect">
            <a:avLst/>
          </a:prstGeom>
        </p:spPr>
      </p:pic>
      <p:pic>
        <p:nvPicPr>
          <p:cNvPr id="12" name="Star counter 1 of 5" descr="1 of 5 stars collecte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3500" y="152400"/>
            <a:ext cx="4445000" cy="825500"/>
          </a:xfrm>
          <a:prstGeom prst="rect">
            <a:avLst/>
          </a:prstGeom>
        </p:spPr>
      </p:pic>
      <p:pic>
        <p:nvPicPr>
          <p:cNvPr id="13" name="Lumi (cheer)" descr="Lumi the baby dragon, cheer pos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4" name="Lumi (lookUp)" descr="Lumi the baby dragon, lookUp pos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5" name="star sparkle" descr="star sparkl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92500" y="-387350"/>
            <a:ext cx="1905000" cy="1905000"/>
          </a:xfrm>
          <a:prstGeom prst="rect">
            <a:avLst/>
          </a:prstGeom>
        </p:spPr>
      </p:pic>
      <p:pic>
        <p:nvPicPr>
          <p:cNvPr id="16" name="sound anchor" descr="sound anchor (invisible)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752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4" dur="9521" fill="hold" repeatCount="indefinite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37"/>
                                  </p:stCondLst>
                                  <p:childTnLst>
                                    <p:animScale>
                                      <p:cBhvr>
                                        <p:cTn id="6" dur="1002" fill="hold" repeatCount="indefinite" autoRev="1"/>
                                        <p:tgtEl>
                                          <p:spTgt spid="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26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8" dur="7395" fill="hold" repeatCount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625"/>
                                  </p:stCondLst>
                                  <p:childTnLst>
                                    <p:animScale>
                                      <p:cBhvr>
                                        <p:cTn id="10" dur="1225" fill="hold" repeatCount="indefinite" autoRev="1"/>
                                        <p:tgtEl>
                                          <p:spTgt spid="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564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2" dur="9785" fill="hold" repeatCount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6" presetClass="emph" presetSubtype="0" fill="hold" nodeType="withEffect">
                                  <p:stCondLst>
                                    <p:cond delay="94"/>
                                  </p:stCondLst>
                                  <p:childTnLst>
                                    <p:animScale>
                                      <p:cBhvr>
                                        <p:cTn id="14" dur="1258" fill="hold" repeatCount="indefinite" autoRev="1"/>
                                        <p:tgtEl>
                                          <p:spTgt spid="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363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6" dur="9271" fill="hold" repeatCount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6" presetClass="emph" presetSubtype="0" fill="hold" nodeType="withEffect">
                                  <p:stCondLst>
                                    <p:cond delay="641"/>
                                  </p:stCondLst>
                                  <p:childTnLst>
                                    <p:animScale>
                                      <p:cBhvr>
                                        <p:cTn id="18" dur="780" fill="hold" repeatCount="indefinite" autoRev="1"/>
                                        <p:tgtEl>
                                          <p:spTgt spid="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990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20" dur="6661" fill="hold" repeatCount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6" presetClass="emph" presetSubtype="0" fill="hold" nodeType="withEffect">
                                  <p:stCondLst>
                                    <p:cond delay="82"/>
                                  </p:stCondLst>
                                  <p:childTnLst>
                                    <p:animScale>
                                      <p:cBhvr>
                                        <p:cTn id="22" dur="749" fill="hold" repeatCount="indefinite" autoRev="1"/>
                                        <p:tgtEl>
                                          <p:spTgt spid="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4" dur="800" fill="hold" repeatCount="indefinite" autoRev="1"/>
                                        <p:tgtEl>
                                          <p:spTgt spid="8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27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26" dur="18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9" presetID="6" presetClass="emp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Scale>
                                      <p:cBhvr>
                                        <p:cTn id="28" dur="1060" fill="hold" repeatCount="indefinite" autoRev="1"/>
                                        <p:tgtEl>
                                          <p:spTgt spid="9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31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30" dur="22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3" presetID="6" presetClass="emp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Scale>
                                      <p:cBhvr>
                                        <p:cTn id="32" dur="1190" fill="hold" repeatCount="indefinite" autoRev="1"/>
                                        <p:tgtEl>
                                          <p:spTgt spid="10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35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34" dur="24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7" presetID="6" presetClass="emp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36" dur="1320" fill="hold" repeatCount="indefinite" autoRev="1"/>
                                        <p:tgtEl>
                                          <p:spTgt spid="11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39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38" dur="26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44" dur="280" fill="hold" repeatCount="2000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46" dur="280" fill="hold" repeatCount="2000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70000">
                                        <p:cTn id="4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4" name="jum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5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5" name="star_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8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3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3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xit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_forest" descr="Magical forest full of hiding plac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86417" y="3324044"/>
            <a:ext cx="355600" cy="355600"/>
          </a:xfrm>
          <a:prstGeom prst="rect">
            <a:avLst/>
          </a:prstGeom>
        </p:spPr>
      </p:pic>
      <p:pic>
        <p:nvPicPr>
          <p:cNvPr id="4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6801" y="4625384"/>
            <a:ext cx="355600" cy="355600"/>
          </a:xfrm>
          <a:prstGeom prst="rect">
            <a:avLst/>
          </a:prstGeom>
        </p:spPr>
      </p:pic>
      <p:pic>
        <p:nvPicPr>
          <p:cNvPr id="5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6360" y="5024428"/>
            <a:ext cx="355600" cy="355600"/>
          </a:xfrm>
          <a:prstGeom prst="rect">
            <a:avLst/>
          </a:prstGeom>
        </p:spPr>
      </p:pic>
      <p:pic>
        <p:nvPicPr>
          <p:cNvPr id="6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5844" y="1532892"/>
            <a:ext cx="355600" cy="355600"/>
          </a:xfrm>
          <a:prstGeom prst="rect">
            <a:avLst/>
          </a:prstGeom>
        </p:spPr>
      </p:pic>
      <p:pic>
        <p:nvPicPr>
          <p:cNvPr id="7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12675" y="2791941"/>
            <a:ext cx="355600" cy="355600"/>
          </a:xfrm>
          <a:prstGeom prst="rect">
            <a:avLst/>
          </a:prstGeom>
        </p:spPr>
      </p:pic>
      <p:pic>
        <p:nvPicPr>
          <p:cNvPr id="8" name="Hidden star 3" descr="sparkling star to collect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8000" y="2540000"/>
            <a:ext cx="1079500" cy="1079500"/>
          </a:xfrm>
          <a:prstGeom prst="rect">
            <a:avLst/>
          </a:prstGeom>
        </p:spPr>
      </p:pic>
      <p:pic>
        <p:nvPicPr>
          <p:cNvPr id="9" name="Hidden star 4" descr="sparkling star to collect">
            <a:hlinkClick action="ppaction://hlinksldjump" r:id="rId10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2500" y="5016500"/>
            <a:ext cx="1079500" cy="1079500"/>
          </a:xfrm>
          <a:prstGeom prst="rect">
            <a:avLst/>
          </a:prstGeom>
        </p:spPr>
      </p:pic>
      <p:pic>
        <p:nvPicPr>
          <p:cNvPr id="10" name="Hidden star 5" descr="sparkling star to collect">
            <a:hlinkClick action="ppaction://hlinksldjump" r:id="rId11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500" y="3810000"/>
            <a:ext cx="1079500" cy="1079500"/>
          </a:xfrm>
          <a:prstGeom prst="rect">
            <a:avLst/>
          </a:prstGeom>
        </p:spPr>
      </p:pic>
      <p:pic>
        <p:nvPicPr>
          <p:cNvPr id="11" name="Star counter 2 of 5" descr="2 of 5 stars collecte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3500" y="152400"/>
            <a:ext cx="4445000" cy="825500"/>
          </a:xfrm>
          <a:prstGeom prst="rect">
            <a:avLst/>
          </a:prstGeom>
        </p:spPr>
      </p:pic>
      <p:pic>
        <p:nvPicPr>
          <p:cNvPr id="12" name="Lumi (cheer)" descr="Lumi the baby dragon, cheer pos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3" name="Lumi (lookUp)" descr="Lumi the baby dragon, lookUp pos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4" name="star sparkle" descr="star sparkl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8000" y="-387350"/>
            <a:ext cx="1905000" cy="1905000"/>
          </a:xfrm>
          <a:prstGeom prst="rect">
            <a:avLst/>
          </a:prstGeom>
        </p:spPr>
      </p:pic>
      <p:pic>
        <p:nvPicPr>
          <p:cNvPr id="15" name="sound anchor" descr="sound anchor (invisible)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831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4" dur="6130" fill="hold" repeatCount="indefinite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758"/>
                                  </p:stCondLst>
                                  <p:childTnLst>
                                    <p:animScale>
                                      <p:cBhvr>
                                        <p:cTn id="6" dur="943" fill="hold" repeatCount="indefinite" autoRev="1"/>
                                        <p:tgtEl>
                                          <p:spTgt spid="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933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8" dur="8666" fill="hold" repeatCount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149"/>
                                  </p:stCondLst>
                                  <p:childTnLst>
                                    <p:animScale>
                                      <p:cBhvr>
                                        <p:cTn id="10" dur="1131" fill="hold" repeatCount="indefinite" autoRev="1"/>
                                        <p:tgtEl>
                                          <p:spTgt spid="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7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2" dur="9283" fill="hold" repeatCount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6" presetClass="emph" presetSubtype="0" fill="hold" nodeType="withEffect">
                                  <p:stCondLst>
                                    <p:cond delay="342"/>
                                  </p:stCondLst>
                                  <p:childTnLst>
                                    <p:animScale>
                                      <p:cBhvr>
                                        <p:cTn id="14" dur="1205" fill="hold" repeatCount="indefinite" autoRev="1"/>
                                        <p:tgtEl>
                                          <p:spTgt spid="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1498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6" dur="8310" fill="hold" repeatCount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6" presetClass="emph" presetSubtype="0" fill="hold" nodeType="withEffect">
                                  <p:stCondLst>
                                    <p:cond delay="645"/>
                                  </p:stCondLst>
                                  <p:childTnLst>
                                    <p:animScale>
                                      <p:cBhvr>
                                        <p:cTn id="18" dur="835" fill="hold" repeatCount="indefinite" autoRev="1"/>
                                        <p:tgtEl>
                                          <p:spTgt spid="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345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20" dur="7779" fill="hold" repeatCount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6" presetClass="emph" presetSubtype="0" fill="hold" nodeType="withEffect">
                                  <p:stCondLst>
                                    <p:cond delay="152"/>
                                  </p:stCondLst>
                                  <p:childTnLst>
                                    <p:animScale>
                                      <p:cBhvr>
                                        <p:cTn id="22" dur="1081" fill="hold" repeatCount="indefinite" autoRev="1"/>
                                        <p:tgtEl>
                                          <p:spTgt spid="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6" presetClass="emp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Scale>
                                      <p:cBhvr>
                                        <p:cTn id="24" dur="1060" fill="hold" repeatCount="indefinite" autoRev="1"/>
                                        <p:tgtEl>
                                          <p:spTgt spid="8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27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26" dur="22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9" presetID="6" presetClass="emp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Scale>
                                      <p:cBhvr>
                                        <p:cTn id="28" dur="1190" fill="hold" repeatCount="indefinite" autoRev="1"/>
                                        <p:tgtEl>
                                          <p:spTgt spid="9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31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30" dur="24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3" presetID="6" presetClass="emp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32" dur="1320" fill="hold" repeatCount="indefinite" autoRev="1"/>
                                        <p:tgtEl>
                                          <p:spTgt spid="10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35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34" dur="26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40" dur="280" fill="hold" repeatCount="2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3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42" dur="280" fill="hold" repeatCount="2000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70000">
                                        <p:cTn id="4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3" name="jum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4" name="star_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4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xit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_forest" descr="Magical forest full of hiding plac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9429" y="2822271"/>
            <a:ext cx="355600" cy="355600"/>
          </a:xfrm>
          <a:prstGeom prst="rect">
            <a:avLst/>
          </a:prstGeom>
        </p:spPr>
      </p:pic>
      <p:pic>
        <p:nvPicPr>
          <p:cNvPr id="4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71002" y="2968485"/>
            <a:ext cx="355600" cy="355600"/>
          </a:xfrm>
          <a:prstGeom prst="rect">
            <a:avLst/>
          </a:prstGeom>
        </p:spPr>
      </p:pic>
      <p:pic>
        <p:nvPicPr>
          <p:cNvPr id="5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3214" y="3042009"/>
            <a:ext cx="355600" cy="355600"/>
          </a:xfrm>
          <a:prstGeom prst="rect">
            <a:avLst/>
          </a:prstGeom>
        </p:spPr>
      </p:pic>
      <p:pic>
        <p:nvPicPr>
          <p:cNvPr id="6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6212" y="3739359"/>
            <a:ext cx="355600" cy="355600"/>
          </a:xfrm>
          <a:prstGeom prst="rect">
            <a:avLst/>
          </a:prstGeom>
        </p:spPr>
      </p:pic>
      <p:pic>
        <p:nvPicPr>
          <p:cNvPr id="7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7238" y="2162919"/>
            <a:ext cx="355600" cy="355600"/>
          </a:xfrm>
          <a:prstGeom prst="rect">
            <a:avLst/>
          </a:prstGeom>
        </p:spPr>
      </p:pic>
      <p:pic>
        <p:nvPicPr>
          <p:cNvPr id="8" name="Hidden star 1" descr="sparkling star to collect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6500" y="952500"/>
            <a:ext cx="1079500" cy="1079500"/>
          </a:xfrm>
          <a:prstGeom prst="rect">
            <a:avLst/>
          </a:prstGeom>
        </p:spPr>
      </p:pic>
      <p:pic>
        <p:nvPicPr>
          <p:cNvPr id="9" name="Hidden star 2" descr="sparkling star to collect">
            <a:hlinkClick action="ppaction://hlinksldjump" r:id="rId10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9000" y="444500"/>
            <a:ext cx="1079500" cy="1079500"/>
          </a:xfrm>
          <a:prstGeom prst="rect">
            <a:avLst/>
          </a:prstGeom>
        </p:spPr>
      </p:pic>
      <p:pic>
        <p:nvPicPr>
          <p:cNvPr id="10" name="Hidden star 4" descr="sparkling star to collect">
            <a:hlinkClick action="ppaction://hlinksldjump" r:id="rId11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2500" y="5016500"/>
            <a:ext cx="1079500" cy="1079500"/>
          </a:xfrm>
          <a:prstGeom prst="rect">
            <a:avLst/>
          </a:prstGeom>
        </p:spPr>
      </p:pic>
      <p:pic>
        <p:nvPicPr>
          <p:cNvPr id="11" name="Hidden star 5" descr="sparkling star to collect">
            <a:hlinkClick action="ppaction://hlinksldjump" r:id="rId12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500" y="3810000"/>
            <a:ext cx="1079500" cy="1079500"/>
          </a:xfrm>
          <a:prstGeom prst="rect">
            <a:avLst/>
          </a:prstGeom>
        </p:spPr>
      </p:pic>
      <p:pic>
        <p:nvPicPr>
          <p:cNvPr id="12" name="Star counter 1 of 5" descr="1 of 5 stars collecte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3500" y="152400"/>
            <a:ext cx="4445000" cy="825500"/>
          </a:xfrm>
          <a:prstGeom prst="rect">
            <a:avLst/>
          </a:prstGeom>
        </p:spPr>
      </p:pic>
      <p:pic>
        <p:nvPicPr>
          <p:cNvPr id="13" name="Lumi (cheer)" descr="Lumi the baby dragon, cheer pos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4" name="Lumi (lookUp)" descr="Lumi the baby dragon, lookUp pos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5" name="star sparkle" descr="star sparkl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92500" y="-387350"/>
            <a:ext cx="1905000" cy="1905000"/>
          </a:xfrm>
          <a:prstGeom prst="rect">
            <a:avLst/>
          </a:prstGeom>
        </p:spPr>
      </p:pic>
      <p:pic>
        <p:nvPicPr>
          <p:cNvPr id="16" name="sound anchor" descr="sound anchor (invisible)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289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4" dur="7856" fill="hold" repeatCount="indefinite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173"/>
                                  </p:stCondLst>
                                  <p:childTnLst>
                                    <p:animScale>
                                      <p:cBhvr>
                                        <p:cTn id="6" dur="1335" fill="hold" repeatCount="indefinite" autoRev="1"/>
                                        <p:tgtEl>
                                          <p:spTgt spid="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999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8" dur="8821" fill="hold" repeatCount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490"/>
                                  </p:stCondLst>
                                  <p:childTnLst>
                                    <p:animScale>
                                      <p:cBhvr>
                                        <p:cTn id="10" dur="1025" fill="hold" repeatCount="indefinite" autoRev="1"/>
                                        <p:tgtEl>
                                          <p:spTgt spid="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2" dur="6461" fill="hold" repeatCount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6" presetClass="emph" presetSubtype="0" fill="hold" nodeType="withEffect">
                                  <p:stCondLst>
                                    <p:cond delay="544"/>
                                  </p:stCondLst>
                                  <p:childTnLst>
                                    <p:animScale>
                                      <p:cBhvr>
                                        <p:cTn id="14" dur="1086" fill="hold" repeatCount="indefinite" autoRev="1"/>
                                        <p:tgtEl>
                                          <p:spTgt spid="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1022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6" dur="9554" fill="hold" repeatCount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6" presetClass="emph" presetSubtype="0" fill="hold" nodeType="withEffect">
                                  <p:stCondLst>
                                    <p:cond delay="184"/>
                                  </p:stCondLst>
                                  <p:childTnLst>
                                    <p:animScale>
                                      <p:cBhvr>
                                        <p:cTn id="18" dur="1046" fill="hold" repeatCount="indefinite" autoRev="1"/>
                                        <p:tgtEl>
                                          <p:spTgt spid="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1122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20" dur="9552" fill="hold" repeatCount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6" presetClass="emph" presetSubtype="0" fill="hold" nodeType="withEffect">
                                  <p:stCondLst>
                                    <p:cond delay="369"/>
                                  </p:stCondLst>
                                  <p:childTnLst>
                                    <p:animScale>
                                      <p:cBhvr>
                                        <p:cTn id="22" dur="1214" fill="hold" repeatCount="indefinite" autoRev="1"/>
                                        <p:tgtEl>
                                          <p:spTgt spid="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4" dur="800" fill="hold" repeatCount="indefinite" autoRev="1"/>
                                        <p:tgtEl>
                                          <p:spTgt spid="8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27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26" dur="18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9" presetID="6" presetClass="emph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Scale>
                                      <p:cBhvr>
                                        <p:cTn id="28" dur="930" fill="hold" repeatCount="indefinite" autoRev="1"/>
                                        <p:tgtEl>
                                          <p:spTgt spid="9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31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30" dur="20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3" presetID="6" presetClass="emp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Scale>
                                      <p:cBhvr>
                                        <p:cTn id="32" dur="1190" fill="hold" repeatCount="indefinite" autoRev="1"/>
                                        <p:tgtEl>
                                          <p:spTgt spid="10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35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34" dur="24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7" presetID="6" presetClass="emp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36" dur="1320" fill="hold" repeatCount="indefinite" autoRev="1"/>
                                        <p:tgtEl>
                                          <p:spTgt spid="11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39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38" dur="26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44" dur="280" fill="hold" repeatCount="2000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46" dur="280" fill="hold" repeatCount="2000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70000">
                                        <p:cTn id="4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4" name="jum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5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5" name="star_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8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3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3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xit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_forest" descr="Magical forest full of hiding plac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6259" y="4486950"/>
            <a:ext cx="355600" cy="355600"/>
          </a:xfrm>
          <a:prstGeom prst="rect">
            <a:avLst/>
          </a:prstGeom>
        </p:spPr>
      </p:pic>
      <p:pic>
        <p:nvPicPr>
          <p:cNvPr id="4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469" y="2311332"/>
            <a:ext cx="355600" cy="355600"/>
          </a:xfrm>
          <a:prstGeom prst="rect">
            <a:avLst/>
          </a:prstGeom>
        </p:spPr>
      </p:pic>
      <p:pic>
        <p:nvPicPr>
          <p:cNvPr id="5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1335" y="2129796"/>
            <a:ext cx="355600" cy="355600"/>
          </a:xfrm>
          <a:prstGeom prst="rect">
            <a:avLst/>
          </a:prstGeom>
        </p:spPr>
      </p:pic>
      <p:pic>
        <p:nvPicPr>
          <p:cNvPr id="6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8427" y="3533537"/>
            <a:ext cx="355600" cy="355600"/>
          </a:xfrm>
          <a:prstGeom prst="rect">
            <a:avLst/>
          </a:prstGeom>
        </p:spPr>
      </p:pic>
      <p:pic>
        <p:nvPicPr>
          <p:cNvPr id="7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1223" y="3937953"/>
            <a:ext cx="355600" cy="355600"/>
          </a:xfrm>
          <a:prstGeom prst="rect">
            <a:avLst/>
          </a:prstGeom>
        </p:spPr>
      </p:pic>
      <p:pic>
        <p:nvPicPr>
          <p:cNvPr id="8" name="Hidden star 2" descr="sparkling star to collect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9000" y="444500"/>
            <a:ext cx="1079500" cy="1079500"/>
          </a:xfrm>
          <a:prstGeom prst="rect">
            <a:avLst/>
          </a:prstGeom>
        </p:spPr>
      </p:pic>
      <p:pic>
        <p:nvPicPr>
          <p:cNvPr id="9" name="Hidden star 4" descr="sparkling star to collect">
            <a:hlinkClick action="ppaction://hlinksldjump" r:id="rId10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2500" y="5016500"/>
            <a:ext cx="1079500" cy="1079500"/>
          </a:xfrm>
          <a:prstGeom prst="rect">
            <a:avLst/>
          </a:prstGeom>
        </p:spPr>
      </p:pic>
      <p:pic>
        <p:nvPicPr>
          <p:cNvPr id="10" name="Hidden star 5" descr="sparkling star to collect">
            <a:hlinkClick action="ppaction://hlinksldjump" r:id="rId11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500" y="3810000"/>
            <a:ext cx="1079500" cy="1079500"/>
          </a:xfrm>
          <a:prstGeom prst="rect">
            <a:avLst/>
          </a:prstGeom>
        </p:spPr>
      </p:pic>
      <p:pic>
        <p:nvPicPr>
          <p:cNvPr id="11" name="Star counter 2 of 5" descr="2 of 5 stars collecte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3500" y="152400"/>
            <a:ext cx="4445000" cy="825500"/>
          </a:xfrm>
          <a:prstGeom prst="rect">
            <a:avLst/>
          </a:prstGeom>
        </p:spPr>
      </p:pic>
      <p:pic>
        <p:nvPicPr>
          <p:cNvPr id="12" name="Lumi (cheer)" descr="Lumi the baby dragon, cheer pos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3" name="Lumi (lookUp)" descr="Lumi the baby dragon, lookUp pos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4" name="star sparkle" descr="star sparkl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8000" y="-387350"/>
            <a:ext cx="1905000" cy="1905000"/>
          </a:xfrm>
          <a:prstGeom prst="rect">
            <a:avLst/>
          </a:prstGeom>
        </p:spPr>
      </p:pic>
      <p:pic>
        <p:nvPicPr>
          <p:cNvPr id="15" name="sound anchor" descr="sound anchor (invisible)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728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4" dur="8845" fill="hold" repeatCount="indefinite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679"/>
                                  </p:stCondLst>
                                  <p:childTnLst>
                                    <p:animScale>
                                      <p:cBhvr>
                                        <p:cTn id="6" dur="1301" fill="hold" repeatCount="indefinite" autoRev="1"/>
                                        <p:tgtEl>
                                          <p:spTgt spid="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145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8" dur="8885" fill="hold" repeatCount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287"/>
                                  </p:stCondLst>
                                  <p:childTnLst>
                                    <p:animScale>
                                      <p:cBhvr>
                                        <p:cTn id="10" dur="1384" fill="hold" repeatCount="indefinite" autoRev="1"/>
                                        <p:tgtEl>
                                          <p:spTgt spid="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1414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2" dur="8932" fill="hold" repeatCount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6" presetClass="emph" presetSubtype="0" fill="hold" nodeType="withEffect">
                                  <p:stCondLst>
                                    <p:cond delay="348"/>
                                  </p:stCondLst>
                                  <p:childTnLst>
                                    <p:animScale>
                                      <p:cBhvr>
                                        <p:cTn id="14" dur="1000" fill="hold" repeatCount="indefinite" autoRev="1"/>
                                        <p:tgtEl>
                                          <p:spTgt spid="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23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6" dur="7942" fill="hold" repeatCount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6" presetClass="emph" presetSubtype="0" fill="hold" nodeType="withEffect">
                                  <p:stCondLst>
                                    <p:cond delay="792"/>
                                  </p:stCondLst>
                                  <p:childTnLst>
                                    <p:animScale>
                                      <p:cBhvr>
                                        <p:cTn id="18" dur="1260" fill="hold" repeatCount="indefinite" autoRev="1"/>
                                        <p:tgtEl>
                                          <p:spTgt spid="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948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20" dur="7183" fill="hold" repeatCount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6" presetClass="emph" presetSubtype="0" fill="hold" nodeType="withEffect">
                                  <p:stCondLst>
                                    <p:cond delay="662"/>
                                  </p:stCondLst>
                                  <p:childTnLst>
                                    <p:animScale>
                                      <p:cBhvr>
                                        <p:cTn id="22" dur="1212" fill="hold" repeatCount="indefinite" autoRev="1"/>
                                        <p:tgtEl>
                                          <p:spTgt spid="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6" presetClass="emph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Scale>
                                      <p:cBhvr>
                                        <p:cTn id="24" dur="930" fill="hold" repeatCount="indefinite" autoRev="1"/>
                                        <p:tgtEl>
                                          <p:spTgt spid="8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27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26" dur="20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9" presetID="6" presetClass="emp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Scale>
                                      <p:cBhvr>
                                        <p:cTn id="28" dur="1190" fill="hold" repeatCount="indefinite" autoRev="1"/>
                                        <p:tgtEl>
                                          <p:spTgt spid="9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31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30" dur="24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3" presetID="6" presetClass="emp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32" dur="1320" fill="hold" repeatCount="indefinite" autoRev="1"/>
                                        <p:tgtEl>
                                          <p:spTgt spid="10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35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34" dur="26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40" dur="280" fill="hold" repeatCount="2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3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42" dur="280" fill="hold" repeatCount="2000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70000">
                                        <p:cTn id="4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3" name="jum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4" name="star_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4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xit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_forest" descr="Magical forest full of hiding plac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6924" y="2537456"/>
            <a:ext cx="355600" cy="355600"/>
          </a:xfrm>
          <a:prstGeom prst="rect">
            <a:avLst/>
          </a:prstGeom>
        </p:spPr>
      </p:pic>
      <p:pic>
        <p:nvPicPr>
          <p:cNvPr id="4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5476" y="2768145"/>
            <a:ext cx="355600" cy="355600"/>
          </a:xfrm>
          <a:prstGeom prst="rect">
            <a:avLst/>
          </a:prstGeom>
        </p:spPr>
      </p:pic>
      <p:pic>
        <p:nvPicPr>
          <p:cNvPr id="5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0595" y="3255630"/>
            <a:ext cx="355600" cy="355600"/>
          </a:xfrm>
          <a:prstGeom prst="rect">
            <a:avLst/>
          </a:prstGeom>
        </p:spPr>
      </p:pic>
      <p:pic>
        <p:nvPicPr>
          <p:cNvPr id="6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4035" y="3073827"/>
            <a:ext cx="355600" cy="355600"/>
          </a:xfrm>
          <a:prstGeom prst="rect">
            <a:avLst/>
          </a:prstGeom>
        </p:spPr>
      </p:pic>
      <p:pic>
        <p:nvPicPr>
          <p:cNvPr id="7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2557" y="3694089"/>
            <a:ext cx="355600" cy="355600"/>
          </a:xfrm>
          <a:prstGeom prst="rect">
            <a:avLst/>
          </a:prstGeom>
        </p:spPr>
      </p:pic>
      <p:pic>
        <p:nvPicPr>
          <p:cNvPr id="8" name="Hidden star 1" descr="sparkling star to collect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6500" y="952500"/>
            <a:ext cx="1079500" cy="1079500"/>
          </a:xfrm>
          <a:prstGeom prst="rect">
            <a:avLst/>
          </a:prstGeom>
        </p:spPr>
      </p:pic>
      <p:pic>
        <p:nvPicPr>
          <p:cNvPr id="9" name="Hidden star 4" descr="sparkling star to collect">
            <a:hlinkClick action="ppaction://hlinksldjump" r:id="rId10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2500" y="5016500"/>
            <a:ext cx="1079500" cy="1079500"/>
          </a:xfrm>
          <a:prstGeom prst="rect">
            <a:avLst/>
          </a:prstGeom>
        </p:spPr>
      </p:pic>
      <p:pic>
        <p:nvPicPr>
          <p:cNvPr id="10" name="Hidden star 5" descr="sparkling star to collect">
            <a:hlinkClick action="ppaction://hlinksldjump" r:id="rId11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500" y="3810000"/>
            <a:ext cx="1079500" cy="1079500"/>
          </a:xfrm>
          <a:prstGeom prst="rect">
            <a:avLst/>
          </a:prstGeom>
        </p:spPr>
      </p:pic>
      <p:pic>
        <p:nvPicPr>
          <p:cNvPr id="11" name="Star counter 2 of 5" descr="2 of 5 stars collecte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3500" y="152400"/>
            <a:ext cx="4445000" cy="825500"/>
          </a:xfrm>
          <a:prstGeom prst="rect">
            <a:avLst/>
          </a:prstGeom>
        </p:spPr>
      </p:pic>
      <p:pic>
        <p:nvPicPr>
          <p:cNvPr id="12" name="Lumi (cheer)" descr="Lumi the baby dragon, cheer pos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3" name="Lumi (lookUp)" descr="Lumi the baby dragon, lookUp pos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4" name="star sparkle" descr="star sparkl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8000" y="-387350"/>
            <a:ext cx="1905000" cy="1905000"/>
          </a:xfrm>
          <a:prstGeom prst="rect">
            <a:avLst/>
          </a:prstGeom>
        </p:spPr>
      </p:pic>
      <p:pic>
        <p:nvPicPr>
          <p:cNvPr id="15" name="sound anchor" descr="sound anchor (invisible)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4" dur="8638" fill="hold" repeatCount="indefinite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755"/>
                                  </p:stCondLst>
                                  <p:childTnLst>
                                    <p:animScale>
                                      <p:cBhvr>
                                        <p:cTn id="6" dur="1053" fill="hold" repeatCount="indefinite" autoRev="1"/>
                                        <p:tgtEl>
                                          <p:spTgt spid="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53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8" dur="9563" fill="hold" repeatCount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373"/>
                                  </p:stCondLst>
                                  <p:childTnLst>
                                    <p:animScale>
                                      <p:cBhvr>
                                        <p:cTn id="10" dur="1160" fill="hold" repeatCount="indefinite" autoRev="1"/>
                                        <p:tgtEl>
                                          <p:spTgt spid="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1084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2" dur="6680" fill="hold" repeatCount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6" presetClass="emph" presetSubtype="0" fill="hold" nodeType="withEffect">
                                  <p:stCondLst>
                                    <p:cond delay="370"/>
                                  </p:stCondLst>
                                  <p:childTnLst>
                                    <p:animScale>
                                      <p:cBhvr>
                                        <p:cTn id="14" dur="903" fill="hold" repeatCount="indefinite" autoRev="1"/>
                                        <p:tgtEl>
                                          <p:spTgt spid="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1416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6" dur="6322" fill="hold" repeatCount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6" presetClass="emph" presetSubtype="0" fill="hold" nodeType="withEffect">
                                  <p:stCondLst>
                                    <p:cond delay="747"/>
                                  </p:stCondLst>
                                  <p:childTnLst>
                                    <p:animScale>
                                      <p:cBhvr>
                                        <p:cTn id="18" dur="1386" fill="hold" repeatCount="indefinite" autoRev="1"/>
                                        <p:tgtEl>
                                          <p:spTgt spid="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1189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20" dur="8115" fill="hold" repeatCount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6" presetClass="emph" presetSubtype="0" fill="hold" nodeType="withEffect">
                                  <p:stCondLst>
                                    <p:cond delay="430"/>
                                  </p:stCondLst>
                                  <p:childTnLst>
                                    <p:animScale>
                                      <p:cBhvr>
                                        <p:cTn id="22" dur="1381" fill="hold" repeatCount="indefinite" autoRev="1"/>
                                        <p:tgtEl>
                                          <p:spTgt spid="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4" dur="800" fill="hold" repeatCount="indefinite" autoRev="1"/>
                                        <p:tgtEl>
                                          <p:spTgt spid="8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27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26" dur="18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9" presetID="6" presetClass="emp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Scale>
                                      <p:cBhvr>
                                        <p:cTn id="28" dur="1190" fill="hold" repeatCount="indefinite" autoRev="1"/>
                                        <p:tgtEl>
                                          <p:spTgt spid="9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31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30" dur="24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3" presetID="6" presetClass="emp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32" dur="1320" fill="hold" repeatCount="indefinite" autoRev="1"/>
                                        <p:tgtEl>
                                          <p:spTgt spid="10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35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34" dur="26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40" dur="280" fill="hold" repeatCount="2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3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42" dur="280" fill="hold" repeatCount="2000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70000">
                                        <p:cTn id="4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3" name="jum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4" name="star_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4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xit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_forest" descr="Magical forest full of hiding plac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2280" y="3411509"/>
            <a:ext cx="355600" cy="355600"/>
          </a:xfrm>
          <a:prstGeom prst="rect">
            <a:avLst/>
          </a:prstGeom>
        </p:spPr>
      </p:pic>
      <p:pic>
        <p:nvPicPr>
          <p:cNvPr id="4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2449" y="2913049"/>
            <a:ext cx="355600" cy="355600"/>
          </a:xfrm>
          <a:prstGeom prst="rect">
            <a:avLst/>
          </a:prstGeom>
        </p:spPr>
      </p:pic>
      <p:pic>
        <p:nvPicPr>
          <p:cNvPr id="5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9908" y="3756696"/>
            <a:ext cx="355600" cy="355600"/>
          </a:xfrm>
          <a:prstGeom prst="rect">
            <a:avLst/>
          </a:prstGeom>
        </p:spPr>
      </p:pic>
      <p:pic>
        <p:nvPicPr>
          <p:cNvPr id="6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474" y="1546027"/>
            <a:ext cx="355600" cy="355600"/>
          </a:xfrm>
          <a:prstGeom prst="rect">
            <a:avLst/>
          </a:prstGeom>
        </p:spPr>
      </p:pic>
      <p:pic>
        <p:nvPicPr>
          <p:cNvPr id="7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2322" y="1110998"/>
            <a:ext cx="355600" cy="355600"/>
          </a:xfrm>
          <a:prstGeom prst="rect">
            <a:avLst/>
          </a:prstGeom>
        </p:spPr>
      </p:pic>
      <p:pic>
        <p:nvPicPr>
          <p:cNvPr id="8" name="Hidden star 4" descr="sparkling star to collect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2500" y="5016500"/>
            <a:ext cx="1079500" cy="1079500"/>
          </a:xfrm>
          <a:prstGeom prst="rect">
            <a:avLst/>
          </a:prstGeom>
        </p:spPr>
      </p:pic>
      <p:pic>
        <p:nvPicPr>
          <p:cNvPr id="9" name="Hidden star 5" descr="sparkling star to collect">
            <a:hlinkClick action="ppaction://hlinksldjump" r:id="rId10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500" y="3810000"/>
            <a:ext cx="1079500" cy="1079500"/>
          </a:xfrm>
          <a:prstGeom prst="rect">
            <a:avLst/>
          </a:prstGeom>
        </p:spPr>
      </p:pic>
      <p:pic>
        <p:nvPicPr>
          <p:cNvPr id="10" name="Star counter 3 of 5" descr="3 of 5 stars collecte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3500" y="152400"/>
            <a:ext cx="4445000" cy="825500"/>
          </a:xfrm>
          <a:prstGeom prst="rect">
            <a:avLst/>
          </a:prstGeom>
        </p:spPr>
      </p:pic>
      <p:pic>
        <p:nvPicPr>
          <p:cNvPr id="11" name="Lumi (cheer)" descr="Lumi the baby dragon, cheer pos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2" name="Lumi (lookUp)" descr="Lumi the baby dragon, lookUp pos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3" name="star sparkle" descr="star sparkl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43500" y="-387350"/>
            <a:ext cx="1905000" cy="1905000"/>
          </a:xfrm>
          <a:prstGeom prst="rect">
            <a:avLst/>
          </a:prstGeom>
        </p:spPr>
      </p:pic>
      <p:pic>
        <p:nvPicPr>
          <p:cNvPr id="14" name="sound anchor" descr="sound anchor (invisible)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1304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4" dur="7108" fill="hold" repeatCount="indefinite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Scale>
                                      <p:cBhvr>
                                        <p:cTn id="6" dur="728" fill="hold" repeatCount="indefinite" autoRev="1"/>
                                        <p:tgtEl>
                                          <p:spTgt spid="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331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8" dur="6740" fill="hold" repeatCount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777"/>
                                  </p:stCondLst>
                                  <p:childTnLst>
                                    <p:animScale>
                                      <p:cBhvr>
                                        <p:cTn id="10" dur="924" fill="hold" repeatCount="indefinite" autoRev="1"/>
                                        <p:tgtEl>
                                          <p:spTgt spid="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85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2" dur="7931" fill="hold" repeatCount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6" presetClass="emph" presetSubtype="0" fill="hold" nodeType="withEffect">
                                  <p:stCondLst>
                                    <p:cond delay="169"/>
                                  </p:stCondLst>
                                  <p:childTnLst>
                                    <p:animScale>
                                      <p:cBhvr>
                                        <p:cTn id="14" dur="931" fill="hold" repeatCount="indefinite" autoRev="1"/>
                                        <p:tgtEl>
                                          <p:spTgt spid="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649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6" dur="9964" fill="hold" repeatCount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6" presetClass="emph" presetSubtype="0" fill="hold" nodeType="withEffect">
                                  <p:stCondLst>
                                    <p:cond delay="494"/>
                                  </p:stCondLst>
                                  <p:childTnLst>
                                    <p:animScale>
                                      <p:cBhvr>
                                        <p:cTn id="18" dur="885" fill="hold" repeatCount="indefinite" autoRev="1"/>
                                        <p:tgtEl>
                                          <p:spTgt spid="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952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20" dur="7438" fill="hold" repeatCount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6" presetClass="emph" presetSubtype="0" fill="hold" nodeType="withEffect">
                                  <p:stCondLst>
                                    <p:cond delay="678"/>
                                  </p:stCondLst>
                                  <p:childTnLst>
                                    <p:animScale>
                                      <p:cBhvr>
                                        <p:cTn id="22" dur="1089" fill="hold" repeatCount="indefinite" autoRev="1"/>
                                        <p:tgtEl>
                                          <p:spTgt spid="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6" presetClass="emp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Scale>
                                      <p:cBhvr>
                                        <p:cTn id="24" dur="1190" fill="hold" repeatCount="indefinite" autoRev="1"/>
                                        <p:tgtEl>
                                          <p:spTgt spid="8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27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26" dur="24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9" presetID="6" presetClass="emp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28" dur="1320" fill="hold" repeatCount="indefinite" autoRev="1"/>
                                        <p:tgtEl>
                                          <p:spTgt spid="9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31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30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36" dur="280" fill="hold" repeatCount="2000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9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38" dur="280" fill="hold" repeatCount="2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7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jum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3" name="star_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3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3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xit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_forest" descr="Magical forest full of hiding plac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316" y="3575781"/>
            <a:ext cx="355600" cy="355600"/>
          </a:xfrm>
          <a:prstGeom prst="rect">
            <a:avLst/>
          </a:prstGeom>
        </p:spPr>
      </p:pic>
      <p:pic>
        <p:nvPicPr>
          <p:cNvPr id="4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8868" y="5184614"/>
            <a:ext cx="355600" cy="355600"/>
          </a:xfrm>
          <a:prstGeom prst="rect">
            <a:avLst/>
          </a:prstGeom>
        </p:spPr>
      </p:pic>
      <p:pic>
        <p:nvPicPr>
          <p:cNvPr id="5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9640" y="2614395"/>
            <a:ext cx="355600" cy="355600"/>
          </a:xfrm>
          <a:prstGeom prst="rect">
            <a:avLst/>
          </a:prstGeom>
        </p:spPr>
      </p:pic>
      <p:pic>
        <p:nvPicPr>
          <p:cNvPr id="6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8600" y="3376007"/>
            <a:ext cx="355600" cy="355600"/>
          </a:xfrm>
          <a:prstGeom prst="rect">
            <a:avLst/>
          </a:prstGeom>
        </p:spPr>
      </p:pic>
      <p:pic>
        <p:nvPicPr>
          <p:cNvPr id="7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9854" y="4590830"/>
            <a:ext cx="355600" cy="355600"/>
          </a:xfrm>
          <a:prstGeom prst="rect">
            <a:avLst/>
          </a:prstGeom>
        </p:spPr>
      </p:pic>
      <p:pic>
        <p:nvPicPr>
          <p:cNvPr id="8" name="Hidden star 1" descr="sparkling star to collect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6500" y="952500"/>
            <a:ext cx="1079500" cy="1079500"/>
          </a:xfrm>
          <a:prstGeom prst="rect">
            <a:avLst/>
          </a:prstGeom>
        </p:spPr>
      </p:pic>
      <p:pic>
        <p:nvPicPr>
          <p:cNvPr id="9" name="Hidden star 2" descr="sparkling star to collect">
            <a:hlinkClick action="ppaction://hlinksldjump" r:id="rId10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9000" y="444500"/>
            <a:ext cx="1079500" cy="1079500"/>
          </a:xfrm>
          <a:prstGeom prst="rect">
            <a:avLst/>
          </a:prstGeom>
        </p:spPr>
      </p:pic>
      <p:pic>
        <p:nvPicPr>
          <p:cNvPr id="10" name="Hidden star 3" descr="sparkling star to collect">
            <a:hlinkClick action="ppaction://hlinksldjump" r:id="rId11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8000" y="2540000"/>
            <a:ext cx="1079500" cy="1079500"/>
          </a:xfrm>
          <a:prstGeom prst="rect">
            <a:avLst/>
          </a:prstGeom>
        </p:spPr>
      </p:pic>
      <p:pic>
        <p:nvPicPr>
          <p:cNvPr id="11" name="Hidden star 5" descr="sparkling star to collect">
            <a:hlinkClick action="ppaction://hlinksldjump" r:id="rId12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500" y="3810000"/>
            <a:ext cx="1079500" cy="1079500"/>
          </a:xfrm>
          <a:prstGeom prst="rect">
            <a:avLst/>
          </a:prstGeom>
        </p:spPr>
      </p:pic>
      <p:pic>
        <p:nvPicPr>
          <p:cNvPr id="12" name="Star counter 1 of 5" descr="1 of 5 stars collecte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3500" y="152400"/>
            <a:ext cx="4445000" cy="825500"/>
          </a:xfrm>
          <a:prstGeom prst="rect">
            <a:avLst/>
          </a:prstGeom>
        </p:spPr>
      </p:pic>
      <p:pic>
        <p:nvPicPr>
          <p:cNvPr id="13" name="Lumi (cheer)" descr="Lumi the baby dragon, cheer pos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4" name="Lumi (lookUp)" descr="Lumi the baby dragon, lookUp pos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5" name="star sparkle" descr="star sparkl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92500" y="-387350"/>
            <a:ext cx="1905000" cy="1905000"/>
          </a:xfrm>
          <a:prstGeom prst="rect">
            <a:avLst/>
          </a:prstGeom>
        </p:spPr>
      </p:pic>
      <p:pic>
        <p:nvPicPr>
          <p:cNvPr id="16" name="sound anchor" descr="sound anchor (invisible)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487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4" dur="8940" fill="hold" repeatCount="indefinite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1082" fill="hold" repeatCount="indefinite" autoRev="1"/>
                                        <p:tgtEl>
                                          <p:spTgt spid="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839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8" dur="9548" fill="hold" repeatCount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705"/>
                                  </p:stCondLst>
                                  <p:childTnLst>
                                    <p:animScale>
                                      <p:cBhvr>
                                        <p:cTn id="10" dur="817" fill="hold" repeatCount="indefinite" autoRev="1"/>
                                        <p:tgtEl>
                                          <p:spTgt spid="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73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2" dur="8252" fill="hold" repeatCount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6" presetClass="emph" presetSubtype="0" fill="hold" nodeType="withEffect">
                                  <p:stCondLst>
                                    <p:cond delay="308"/>
                                  </p:stCondLst>
                                  <p:childTnLst>
                                    <p:animScale>
                                      <p:cBhvr>
                                        <p:cTn id="14" dur="1328" fill="hold" repeatCount="indefinite" autoRev="1"/>
                                        <p:tgtEl>
                                          <p:spTgt spid="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695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6" dur="9895" fill="hold" repeatCount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6" presetClass="emp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Scale>
                                      <p:cBhvr>
                                        <p:cTn id="18" dur="1294" fill="hold" repeatCount="indefinite" autoRev="1"/>
                                        <p:tgtEl>
                                          <p:spTgt spid="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858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20" dur="7676" fill="hold" repeatCount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6" presetClass="emph" presetSubtype="0" fill="hold" nodeType="withEffect">
                                  <p:stCondLst>
                                    <p:cond delay="657"/>
                                  </p:stCondLst>
                                  <p:childTnLst>
                                    <p:animScale>
                                      <p:cBhvr>
                                        <p:cTn id="22" dur="1277" fill="hold" repeatCount="indefinite" autoRev="1"/>
                                        <p:tgtEl>
                                          <p:spTgt spid="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4" dur="800" fill="hold" repeatCount="indefinite" autoRev="1"/>
                                        <p:tgtEl>
                                          <p:spTgt spid="8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27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26" dur="18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9" presetID="6" presetClass="emph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Scale>
                                      <p:cBhvr>
                                        <p:cTn id="28" dur="930" fill="hold" repeatCount="indefinite" autoRev="1"/>
                                        <p:tgtEl>
                                          <p:spTgt spid="9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31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30" dur="20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3" presetID="6" presetClass="emp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Scale>
                                      <p:cBhvr>
                                        <p:cTn id="32" dur="1060" fill="hold" repeatCount="indefinite" autoRev="1"/>
                                        <p:tgtEl>
                                          <p:spTgt spid="10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35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34" dur="22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7" presetID="6" presetClass="emp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36" dur="1320" fill="hold" repeatCount="indefinite" autoRev="1"/>
                                        <p:tgtEl>
                                          <p:spTgt spid="11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39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38" dur="26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44" dur="280" fill="hold" repeatCount="2000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46" dur="280" fill="hold" repeatCount="2000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70000">
                                        <p:cTn id="4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4" name="jum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5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5" name="star_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8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3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3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xit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_forest" descr="Magical forest full of hiding plac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873" y="3030414"/>
            <a:ext cx="355600" cy="355600"/>
          </a:xfrm>
          <a:prstGeom prst="rect">
            <a:avLst/>
          </a:prstGeom>
        </p:spPr>
      </p:pic>
      <p:pic>
        <p:nvPicPr>
          <p:cNvPr id="4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4553" y="1837755"/>
            <a:ext cx="355600" cy="355600"/>
          </a:xfrm>
          <a:prstGeom prst="rect">
            <a:avLst/>
          </a:prstGeom>
        </p:spPr>
      </p:pic>
      <p:pic>
        <p:nvPicPr>
          <p:cNvPr id="5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0224" y="3893572"/>
            <a:ext cx="355600" cy="355600"/>
          </a:xfrm>
          <a:prstGeom prst="rect">
            <a:avLst/>
          </a:prstGeom>
        </p:spPr>
      </p:pic>
      <p:pic>
        <p:nvPicPr>
          <p:cNvPr id="6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8360" y="3350238"/>
            <a:ext cx="355600" cy="355600"/>
          </a:xfrm>
          <a:prstGeom prst="rect">
            <a:avLst/>
          </a:prstGeom>
        </p:spPr>
      </p:pic>
      <p:pic>
        <p:nvPicPr>
          <p:cNvPr id="7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8224" y="5293845"/>
            <a:ext cx="355600" cy="355600"/>
          </a:xfrm>
          <a:prstGeom prst="rect">
            <a:avLst/>
          </a:prstGeom>
        </p:spPr>
      </p:pic>
      <p:pic>
        <p:nvPicPr>
          <p:cNvPr id="8" name="Hidden star 2" descr="sparkling star to collect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9000" y="444500"/>
            <a:ext cx="1079500" cy="1079500"/>
          </a:xfrm>
          <a:prstGeom prst="rect">
            <a:avLst/>
          </a:prstGeom>
        </p:spPr>
      </p:pic>
      <p:pic>
        <p:nvPicPr>
          <p:cNvPr id="9" name="Hidden star 3" descr="sparkling star to collect">
            <a:hlinkClick action="ppaction://hlinksldjump" r:id="rId10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8000" y="2540000"/>
            <a:ext cx="1079500" cy="1079500"/>
          </a:xfrm>
          <a:prstGeom prst="rect">
            <a:avLst/>
          </a:prstGeom>
        </p:spPr>
      </p:pic>
      <p:pic>
        <p:nvPicPr>
          <p:cNvPr id="10" name="Hidden star 5" descr="sparkling star to collect">
            <a:hlinkClick action="ppaction://hlinksldjump" r:id="rId11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500" y="3810000"/>
            <a:ext cx="1079500" cy="1079500"/>
          </a:xfrm>
          <a:prstGeom prst="rect">
            <a:avLst/>
          </a:prstGeom>
        </p:spPr>
      </p:pic>
      <p:pic>
        <p:nvPicPr>
          <p:cNvPr id="11" name="Star counter 2 of 5" descr="2 of 5 stars collecte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3500" y="152400"/>
            <a:ext cx="4445000" cy="825500"/>
          </a:xfrm>
          <a:prstGeom prst="rect">
            <a:avLst/>
          </a:prstGeom>
        </p:spPr>
      </p:pic>
      <p:pic>
        <p:nvPicPr>
          <p:cNvPr id="12" name="Lumi (cheer)" descr="Lumi the baby dragon, cheer pos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3" name="Lumi (lookUp)" descr="Lumi the baby dragon, lookUp pos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4" name="star sparkle" descr="star sparkl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8000" y="-387350"/>
            <a:ext cx="1905000" cy="1905000"/>
          </a:xfrm>
          <a:prstGeom prst="rect">
            <a:avLst/>
          </a:prstGeom>
        </p:spPr>
      </p:pic>
      <p:pic>
        <p:nvPicPr>
          <p:cNvPr id="15" name="sound anchor" descr="sound anchor (invisible)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321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4" dur="8440" fill="hold" repeatCount="indefinite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577"/>
                                  </p:stCondLst>
                                  <p:childTnLst>
                                    <p:animScale>
                                      <p:cBhvr>
                                        <p:cTn id="6" dur="1091" fill="hold" repeatCount="indefinite" autoRev="1"/>
                                        <p:tgtEl>
                                          <p:spTgt spid="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272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8" dur="8492" fill="hold" repeatCount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359"/>
                                  </p:stCondLst>
                                  <p:childTnLst>
                                    <p:animScale>
                                      <p:cBhvr>
                                        <p:cTn id="10" dur="793" fill="hold" repeatCount="indefinite" autoRev="1"/>
                                        <p:tgtEl>
                                          <p:spTgt spid="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782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2" dur="6442" fill="hold" repeatCount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6" presetClass="emph" presetSubtype="0" fill="hold" nodeType="withEffect">
                                  <p:stCondLst>
                                    <p:cond delay="579"/>
                                  </p:stCondLst>
                                  <p:childTnLst>
                                    <p:animScale>
                                      <p:cBhvr>
                                        <p:cTn id="14" dur="1033" fill="hold" repeatCount="indefinite" autoRev="1"/>
                                        <p:tgtEl>
                                          <p:spTgt spid="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666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6" dur="8578" fill="hold" repeatCount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6" presetClass="emph" presetSubtype="0" fill="hold" nodeType="withEffect">
                                  <p:stCondLst>
                                    <p:cond delay="384"/>
                                  </p:stCondLst>
                                  <p:childTnLst>
                                    <p:animScale>
                                      <p:cBhvr>
                                        <p:cTn id="18" dur="1277" fill="hold" repeatCount="indefinite" autoRev="1"/>
                                        <p:tgtEl>
                                          <p:spTgt spid="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1010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20" dur="7193" fill="hold" repeatCount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6" presetClass="emph" presetSubtype="0" fill="hold" nodeType="withEffect">
                                  <p:stCondLst>
                                    <p:cond delay="725"/>
                                  </p:stCondLst>
                                  <p:childTnLst>
                                    <p:animScale>
                                      <p:cBhvr>
                                        <p:cTn id="22" dur="1191" fill="hold" repeatCount="indefinite" autoRev="1"/>
                                        <p:tgtEl>
                                          <p:spTgt spid="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6" presetClass="emph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Scale>
                                      <p:cBhvr>
                                        <p:cTn id="24" dur="930" fill="hold" repeatCount="indefinite" autoRev="1"/>
                                        <p:tgtEl>
                                          <p:spTgt spid="8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27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26" dur="20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9" presetID="6" presetClass="emp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Scale>
                                      <p:cBhvr>
                                        <p:cTn id="28" dur="1060" fill="hold" repeatCount="indefinite" autoRev="1"/>
                                        <p:tgtEl>
                                          <p:spTgt spid="9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31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30" dur="22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3" presetID="6" presetClass="emp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32" dur="1320" fill="hold" repeatCount="indefinite" autoRev="1"/>
                                        <p:tgtEl>
                                          <p:spTgt spid="10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35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34" dur="26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40" dur="280" fill="hold" repeatCount="2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3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42" dur="280" fill="hold" repeatCount="2000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70000">
                                        <p:cTn id="4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3" name="jum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4" name="star_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4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xit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_forest" descr="Magical forest full of hiding plac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4731" y="5224763"/>
            <a:ext cx="355600" cy="355600"/>
          </a:xfrm>
          <a:prstGeom prst="rect">
            <a:avLst/>
          </a:prstGeom>
        </p:spPr>
      </p:pic>
      <p:pic>
        <p:nvPicPr>
          <p:cNvPr id="4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4378" y="2289568"/>
            <a:ext cx="355600" cy="355600"/>
          </a:xfrm>
          <a:prstGeom prst="rect">
            <a:avLst/>
          </a:prstGeom>
        </p:spPr>
      </p:pic>
      <p:pic>
        <p:nvPicPr>
          <p:cNvPr id="5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8176" y="2319286"/>
            <a:ext cx="355600" cy="355600"/>
          </a:xfrm>
          <a:prstGeom prst="rect">
            <a:avLst/>
          </a:prstGeom>
        </p:spPr>
      </p:pic>
      <p:pic>
        <p:nvPicPr>
          <p:cNvPr id="6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0760" y="3715897"/>
            <a:ext cx="355600" cy="355600"/>
          </a:xfrm>
          <a:prstGeom prst="rect">
            <a:avLst/>
          </a:prstGeom>
        </p:spPr>
      </p:pic>
      <p:pic>
        <p:nvPicPr>
          <p:cNvPr id="7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3519" y="4627650"/>
            <a:ext cx="355600" cy="355600"/>
          </a:xfrm>
          <a:prstGeom prst="rect">
            <a:avLst/>
          </a:prstGeom>
        </p:spPr>
      </p:pic>
      <p:pic>
        <p:nvPicPr>
          <p:cNvPr id="8" name="Hidden star 1" descr="sparkling star to collect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6500" y="952500"/>
            <a:ext cx="1079500" cy="1079500"/>
          </a:xfrm>
          <a:prstGeom prst="rect">
            <a:avLst/>
          </a:prstGeom>
        </p:spPr>
      </p:pic>
      <p:pic>
        <p:nvPicPr>
          <p:cNvPr id="9" name="Hidden star 3" descr="sparkling star to collect">
            <a:hlinkClick action="ppaction://hlinksldjump" r:id="rId10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8000" y="2540000"/>
            <a:ext cx="1079500" cy="1079500"/>
          </a:xfrm>
          <a:prstGeom prst="rect">
            <a:avLst/>
          </a:prstGeom>
        </p:spPr>
      </p:pic>
      <p:pic>
        <p:nvPicPr>
          <p:cNvPr id="10" name="Hidden star 5" descr="sparkling star to collect">
            <a:hlinkClick action="ppaction://hlinksldjump" r:id="rId11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500" y="3810000"/>
            <a:ext cx="1079500" cy="1079500"/>
          </a:xfrm>
          <a:prstGeom prst="rect">
            <a:avLst/>
          </a:prstGeom>
        </p:spPr>
      </p:pic>
      <p:pic>
        <p:nvPicPr>
          <p:cNvPr id="11" name="Star counter 2 of 5" descr="2 of 5 stars collecte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3500" y="152400"/>
            <a:ext cx="4445000" cy="825500"/>
          </a:xfrm>
          <a:prstGeom prst="rect">
            <a:avLst/>
          </a:prstGeom>
        </p:spPr>
      </p:pic>
      <p:pic>
        <p:nvPicPr>
          <p:cNvPr id="12" name="Lumi (cheer)" descr="Lumi the baby dragon, cheer pos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3" name="Lumi (lookUp)" descr="Lumi the baby dragon, lookUp pos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4" name="star sparkle" descr="star sparkl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8000" y="-387350"/>
            <a:ext cx="1905000" cy="1905000"/>
          </a:xfrm>
          <a:prstGeom prst="rect">
            <a:avLst/>
          </a:prstGeom>
        </p:spPr>
      </p:pic>
      <p:pic>
        <p:nvPicPr>
          <p:cNvPr id="15" name="sound anchor" descr="sound anchor (invisible)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325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4" dur="8440" fill="hold" repeatCount="indefinite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266"/>
                                  </p:stCondLst>
                                  <p:childTnLst>
                                    <p:animScale>
                                      <p:cBhvr>
                                        <p:cTn id="6" dur="1308" fill="hold" repeatCount="indefinite" autoRev="1"/>
                                        <p:tgtEl>
                                          <p:spTgt spid="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514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8" dur="7701" fill="hold" repeatCount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326"/>
                                  </p:stCondLst>
                                  <p:childTnLst>
                                    <p:animScale>
                                      <p:cBhvr>
                                        <p:cTn id="10" dur="720" fill="hold" repeatCount="indefinite" autoRev="1"/>
                                        <p:tgtEl>
                                          <p:spTgt spid="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586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2" dur="6586" fill="hold" repeatCount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6" presetClass="emph" presetSubtype="0" fill="hold" nodeType="withEffect">
                                  <p:stCondLst>
                                    <p:cond delay="24"/>
                                  </p:stCondLst>
                                  <p:childTnLst>
                                    <p:animScale>
                                      <p:cBhvr>
                                        <p:cTn id="14" dur="1188" fill="hold" repeatCount="indefinite" autoRev="1"/>
                                        <p:tgtEl>
                                          <p:spTgt spid="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908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6" dur="7005" fill="hold" repeatCount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6" presetClass="emph" presetSubtype="0" fill="hold" nodeType="withEffect">
                                  <p:stCondLst>
                                    <p:cond delay="40"/>
                                  </p:stCondLst>
                                  <p:childTnLst>
                                    <p:animScale>
                                      <p:cBhvr>
                                        <p:cTn id="18" dur="1000" fill="hold" repeatCount="indefinite" autoRev="1"/>
                                        <p:tgtEl>
                                          <p:spTgt spid="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27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20" dur="7967" fill="hold" repeatCount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6" presetClass="emph" presetSubtype="0" fill="hold" nodeType="withEffect">
                                  <p:stCondLst>
                                    <p:cond delay="573"/>
                                  </p:stCondLst>
                                  <p:childTnLst>
                                    <p:animScale>
                                      <p:cBhvr>
                                        <p:cTn id="22" dur="1245" fill="hold" repeatCount="indefinite" autoRev="1"/>
                                        <p:tgtEl>
                                          <p:spTgt spid="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4" dur="800" fill="hold" repeatCount="indefinite" autoRev="1"/>
                                        <p:tgtEl>
                                          <p:spTgt spid="8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27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26" dur="18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9" presetID="6" presetClass="emp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Scale>
                                      <p:cBhvr>
                                        <p:cTn id="28" dur="1060" fill="hold" repeatCount="indefinite" autoRev="1"/>
                                        <p:tgtEl>
                                          <p:spTgt spid="9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31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30" dur="22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3" presetID="6" presetClass="emp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32" dur="1320" fill="hold" repeatCount="indefinite" autoRev="1"/>
                                        <p:tgtEl>
                                          <p:spTgt spid="10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35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34" dur="26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40" dur="280" fill="hold" repeatCount="2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3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42" dur="280" fill="hold" repeatCount="2000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70000">
                                        <p:cTn id="4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3" name="jum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4" name="star_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4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xit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_forest" descr="Magical forest full of hiding plac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0537" y="5109700"/>
            <a:ext cx="355600" cy="355600"/>
          </a:xfrm>
          <a:prstGeom prst="rect">
            <a:avLst/>
          </a:prstGeom>
        </p:spPr>
      </p:pic>
      <p:pic>
        <p:nvPicPr>
          <p:cNvPr id="4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45051" y="4159373"/>
            <a:ext cx="355600" cy="355600"/>
          </a:xfrm>
          <a:prstGeom prst="rect">
            <a:avLst/>
          </a:prstGeom>
        </p:spPr>
      </p:pic>
      <p:pic>
        <p:nvPicPr>
          <p:cNvPr id="5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48857" y="3255984"/>
            <a:ext cx="355600" cy="355600"/>
          </a:xfrm>
          <a:prstGeom prst="rect">
            <a:avLst/>
          </a:prstGeom>
        </p:spPr>
      </p:pic>
      <p:pic>
        <p:nvPicPr>
          <p:cNvPr id="6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3504" y="2289066"/>
            <a:ext cx="355600" cy="355600"/>
          </a:xfrm>
          <a:prstGeom prst="rect">
            <a:avLst/>
          </a:prstGeom>
        </p:spPr>
      </p:pic>
      <p:pic>
        <p:nvPicPr>
          <p:cNvPr id="7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39195" y="3307761"/>
            <a:ext cx="355600" cy="355600"/>
          </a:xfrm>
          <a:prstGeom prst="rect">
            <a:avLst/>
          </a:prstGeom>
        </p:spPr>
      </p:pic>
      <p:pic>
        <p:nvPicPr>
          <p:cNvPr id="8" name="Hidden star 3" descr="sparkling star to collect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8000" y="2540000"/>
            <a:ext cx="1079500" cy="1079500"/>
          </a:xfrm>
          <a:prstGeom prst="rect">
            <a:avLst/>
          </a:prstGeom>
        </p:spPr>
      </p:pic>
      <p:pic>
        <p:nvPicPr>
          <p:cNvPr id="9" name="Hidden star 5" descr="sparkling star to collect">
            <a:hlinkClick action="ppaction://hlinksldjump" r:id="rId10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500" y="3810000"/>
            <a:ext cx="1079500" cy="1079500"/>
          </a:xfrm>
          <a:prstGeom prst="rect">
            <a:avLst/>
          </a:prstGeom>
        </p:spPr>
      </p:pic>
      <p:pic>
        <p:nvPicPr>
          <p:cNvPr id="10" name="Star counter 3 of 5" descr="3 of 5 stars collecte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3500" y="152400"/>
            <a:ext cx="4445000" cy="825500"/>
          </a:xfrm>
          <a:prstGeom prst="rect">
            <a:avLst/>
          </a:prstGeom>
        </p:spPr>
      </p:pic>
      <p:pic>
        <p:nvPicPr>
          <p:cNvPr id="11" name="Lumi (cheer)" descr="Lumi the baby dragon, cheer pos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2" name="Lumi (lookUp)" descr="Lumi the baby dragon, lookUp pos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3" name="star sparkle" descr="star sparkl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43500" y="-387350"/>
            <a:ext cx="1905000" cy="1905000"/>
          </a:xfrm>
          <a:prstGeom prst="rect">
            <a:avLst/>
          </a:prstGeom>
        </p:spPr>
      </p:pic>
      <p:pic>
        <p:nvPicPr>
          <p:cNvPr id="14" name="sound anchor" descr="sound anchor (invisible)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75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4" dur="7006" fill="hold" repeatCount="indefinite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274"/>
                                  </p:stCondLst>
                                  <p:childTnLst>
                                    <p:animScale>
                                      <p:cBhvr>
                                        <p:cTn id="6" dur="1201" fill="hold" repeatCount="indefinite" autoRev="1"/>
                                        <p:tgtEl>
                                          <p:spTgt spid="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585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8" dur="7200" fill="hold" repeatCount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622"/>
                                  </p:stCondLst>
                                  <p:childTnLst>
                                    <p:animScale>
                                      <p:cBhvr>
                                        <p:cTn id="10" dur="1204" fill="hold" repeatCount="indefinite" autoRev="1"/>
                                        <p:tgtEl>
                                          <p:spTgt spid="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1236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2" dur="9607" fill="hold" repeatCount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6" presetClass="emph" presetSubtype="0" fill="hold" nodeType="withEffect">
                                  <p:stCondLst>
                                    <p:cond delay="16"/>
                                  </p:stCondLst>
                                  <p:childTnLst>
                                    <p:animScale>
                                      <p:cBhvr>
                                        <p:cTn id="14" dur="821" fill="hold" repeatCount="indefinite" autoRev="1"/>
                                        <p:tgtEl>
                                          <p:spTgt spid="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1092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6" dur="8900" fill="hold" repeatCount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6" presetClass="emph" presetSubtype="0" fill="hold" nodeType="withEffect">
                                  <p:stCondLst>
                                    <p:cond delay="628"/>
                                  </p:stCondLst>
                                  <p:childTnLst>
                                    <p:animScale>
                                      <p:cBhvr>
                                        <p:cTn id="18" dur="1044" fill="hold" repeatCount="indefinite" autoRev="1"/>
                                        <p:tgtEl>
                                          <p:spTgt spid="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950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20" dur="7432" fill="hold" repeatCount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6" presetClass="emph" presetSubtype="0" fill="hold" nodeType="withEffect">
                                  <p:stCondLst>
                                    <p:cond delay="698"/>
                                  </p:stCondLst>
                                  <p:childTnLst>
                                    <p:animScale>
                                      <p:cBhvr>
                                        <p:cTn id="22" dur="1069" fill="hold" repeatCount="indefinite" autoRev="1"/>
                                        <p:tgtEl>
                                          <p:spTgt spid="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6" presetClass="emp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Scale>
                                      <p:cBhvr>
                                        <p:cTn id="24" dur="1060" fill="hold" repeatCount="indefinite" autoRev="1"/>
                                        <p:tgtEl>
                                          <p:spTgt spid="8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27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26" dur="22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9" presetID="6" presetClass="emp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28" dur="1320" fill="hold" repeatCount="indefinite" autoRev="1"/>
                                        <p:tgtEl>
                                          <p:spTgt spid="9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31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30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36" dur="280" fill="hold" repeatCount="2000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9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38" dur="280" fill="hold" repeatCount="2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7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jum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3" name="star_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3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3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xit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_forest" descr="Magical forest full of hiding plac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7461" y="3578627"/>
            <a:ext cx="355600" cy="355600"/>
          </a:xfrm>
          <a:prstGeom prst="rect">
            <a:avLst/>
          </a:prstGeom>
        </p:spPr>
      </p:pic>
      <p:pic>
        <p:nvPicPr>
          <p:cNvPr id="4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3350" y="5026668"/>
            <a:ext cx="355600" cy="355600"/>
          </a:xfrm>
          <a:prstGeom prst="rect">
            <a:avLst/>
          </a:prstGeom>
        </p:spPr>
      </p:pic>
      <p:pic>
        <p:nvPicPr>
          <p:cNvPr id="5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3293" y="4541976"/>
            <a:ext cx="355600" cy="355600"/>
          </a:xfrm>
          <a:prstGeom prst="rect">
            <a:avLst/>
          </a:prstGeom>
        </p:spPr>
      </p:pic>
      <p:pic>
        <p:nvPicPr>
          <p:cNvPr id="6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6884" y="5005075"/>
            <a:ext cx="355600" cy="355600"/>
          </a:xfrm>
          <a:prstGeom prst="rect">
            <a:avLst/>
          </a:prstGeom>
        </p:spPr>
      </p:pic>
      <p:pic>
        <p:nvPicPr>
          <p:cNvPr id="7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31275" y="1825801"/>
            <a:ext cx="355600" cy="355600"/>
          </a:xfrm>
          <a:prstGeom prst="rect">
            <a:avLst/>
          </a:prstGeom>
        </p:spPr>
      </p:pic>
      <p:pic>
        <p:nvPicPr>
          <p:cNvPr id="8" name="Hidden star 1" descr="sparkling star to collect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6500" y="952500"/>
            <a:ext cx="1079500" cy="1079500"/>
          </a:xfrm>
          <a:prstGeom prst="rect">
            <a:avLst/>
          </a:prstGeom>
        </p:spPr>
      </p:pic>
      <p:pic>
        <p:nvPicPr>
          <p:cNvPr id="9" name="Hidden star 2" descr="sparkling star to collect">
            <a:hlinkClick action="ppaction://hlinksldjump" r:id="rId10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9000" y="444500"/>
            <a:ext cx="1079500" cy="1079500"/>
          </a:xfrm>
          <a:prstGeom prst="rect">
            <a:avLst/>
          </a:prstGeom>
        </p:spPr>
      </p:pic>
      <p:pic>
        <p:nvPicPr>
          <p:cNvPr id="10" name="Hidden star 5" descr="sparkling star to collect">
            <a:hlinkClick action="ppaction://hlinksldjump" r:id="rId11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500" y="3810000"/>
            <a:ext cx="1079500" cy="1079500"/>
          </a:xfrm>
          <a:prstGeom prst="rect">
            <a:avLst/>
          </a:prstGeom>
        </p:spPr>
      </p:pic>
      <p:pic>
        <p:nvPicPr>
          <p:cNvPr id="11" name="Star counter 2 of 5" descr="2 of 5 stars collecte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3500" y="152400"/>
            <a:ext cx="4445000" cy="825500"/>
          </a:xfrm>
          <a:prstGeom prst="rect">
            <a:avLst/>
          </a:prstGeom>
        </p:spPr>
      </p:pic>
      <p:pic>
        <p:nvPicPr>
          <p:cNvPr id="12" name="Lumi (cheer)" descr="Lumi the baby dragon, cheer pos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3" name="Lumi (lookUp)" descr="Lumi the baby dragon, lookUp pos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4" name="star sparkle" descr="star sparkl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8000" y="-387350"/>
            <a:ext cx="1905000" cy="1905000"/>
          </a:xfrm>
          <a:prstGeom prst="rect">
            <a:avLst/>
          </a:prstGeom>
        </p:spPr>
      </p:pic>
      <p:pic>
        <p:nvPicPr>
          <p:cNvPr id="15" name="sound anchor" descr="sound anchor (invisible)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74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4" dur="6011" fill="hold" repeatCount="indefinite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566"/>
                                  </p:stCondLst>
                                  <p:childTnLst>
                                    <p:animScale>
                                      <p:cBhvr>
                                        <p:cTn id="6" dur="958" fill="hold" repeatCount="indefinite" autoRev="1"/>
                                        <p:tgtEl>
                                          <p:spTgt spid="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407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8" dur="8234" fill="hold" repeatCount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14"/>
                                  </p:stCondLst>
                                  <p:childTnLst>
                                    <p:animScale>
                                      <p:cBhvr>
                                        <p:cTn id="10" dur="895" fill="hold" repeatCount="indefinite" autoRev="1"/>
                                        <p:tgtEl>
                                          <p:spTgt spid="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1218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2" dur="8357" fill="hold" repeatCount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6" presetClass="emph" presetSubtype="0" fill="hold" nodeType="withEffect">
                                  <p:stCondLst>
                                    <p:cond delay="664"/>
                                  </p:stCondLst>
                                  <p:childTnLst>
                                    <p:animScale>
                                      <p:cBhvr>
                                        <p:cTn id="14" dur="1347" fill="hold" repeatCount="indefinite" autoRev="1"/>
                                        <p:tgtEl>
                                          <p:spTgt spid="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789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6" dur="7948" fill="hold" repeatCount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6" presetClass="emph" presetSubtype="0" fill="hold" nodeType="withEffect">
                                  <p:stCondLst>
                                    <p:cond delay="698"/>
                                  </p:stCondLst>
                                  <p:childTnLst>
                                    <p:animScale>
                                      <p:cBhvr>
                                        <p:cTn id="18" dur="1101" fill="hold" repeatCount="indefinite" autoRev="1"/>
                                        <p:tgtEl>
                                          <p:spTgt spid="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07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20" dur="7904" fill="hold" repeatCount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6" presetClass="emph" presetSubtype="0" fill="hold" nodeType="withEffect">
                                  <p:stCondLst>
                                    <p:cond delay="310"/>
                                  </p:stCondLst>
                                  <p:childTnLst>
                                    <p:animScale>
                                      <p:cBhvr>
                                        <p:cTn id="22" dur="767" fill="hold" repeatCount="indefinite" autoRev="1"/>
                                        <p:tgtEl>
                                          <p:spTgt spid="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4" dur="800" fill="hold" repeatCount="indefinite" autoRev="1"/>
                                        <p:tgtEl>
                                          <p:spTgt spid="8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27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26" dur="18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9" presetID="6" presetClass="emph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Scale>
                                      <p:cBhvr>
                                        <p:cTn id="28" dur="930" fill="hold" repeatCount="indefinite" autoRev="1"/>
                                        <p:tgtEl>
                                          <p:spTgt spid="9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31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30" dur="20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3" presetID="6" presetClass="emp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32" dur="1320" fill="hold" repeatCount="indefinite" autoRev="1"/>
                                        <p:tgtEl>
                                          <p:spTgt spid="10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35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34" dur="26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40" dur="280" fill="hold" repeatCount="2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3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42" dur="280" fill="hold" repeatCount="2000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70000">
                                        <p:cTn id="4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3" name="jum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4" name="star_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4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xit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_forest" descr="Magical forest full of hiding plac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62628" y="4040093"/>
            <a:ext cx="355600" cy="355600"/>
          </a:xfrm>
          <a:prstGeom prst="rect">
            <a:avLst/>
          </a:prstGeom>
        </p:spPr>
      </p:pic>
      <p:pic>
        <p:nvPicPr>
          <p:cNvPr id="4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2971" y="5000453"/>
            <a:ext cx="355600" cy="355600"/>
          </a:xfrm>
          <a:prstGeom prst="rect">
            <a:avLst/>
          </a:prstGeom>
        </p:spPr>
      </p:pic>
      <p:pic>
        <p:nvPicPr>
          <p:cNvPr id="5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484" y="3164696"/>
            <a:ext cx="355600" cy="355600"/>
          </a:xfrm>
          <a:prstGeom prst="rect">
            <a:avLst/>
          </a:prstGeom>
        </p:spPr>
      </p:pic>
      <p:pic>
        <p:nvPicPr>
          <p:cNvPr id="6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9275" y="4561053"/>
            <a:ext cx="355600" cy="355600"/>
          </a:xfrm>
          <a:prstGeom prst="rect">
            <a:avLst/>
          </a:prstGeom>
        </p:spPr>
      </p:pic>
      <p:pic>
        <p:nvPicPr>
          <p:cNvPr id="7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2514" y="4471831"/>
            <a:ext cx="355600" cy="355600"/>
          </a:xfrm>
          <a:prstGeom prst="rect">
            <a:avLst/>
          </a:prstGeom>
        </p:spPr>
      </p:pic>
      <p:pic>
        <p:nvPicPr>
          <p:cNvPr id="8" name="Hidden star 2" descr="sparkling star to collect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9000" y="444500"/>
            <a:ext cx="1079500" cy="1079500"/>
          </a:xfrm>
          <a:prstGeom prst="rect">
            <a:avLst/>
          </a:prstGeom>
        </p:spPr>
      </p:pic>
      <p:pic>
        <p:nvPicPr>
          <p:cNvPr id="9" name="Hidden star 5" descr="sparkling star to collect">
            <a:hlinkClick action="ppaction://hlinksldjump" r:id="rId10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500" y="3810000"/>
            <a:ext cx="1079500" cy="1079500"/>
          </a:xfrm>
          <a:prstGeom prst="rect">
            <a:avLst/>
          </a:prstGeom>
        </p:spPr>
      </p:pic>
      <p:pic>
        <p:nvPicPr>
          <p:cNvPr id="10" name="Star counter 3 of 5" descr="3 of 5 stars collecte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3500" y="152400"/>
            <a:ext cx="4445000" cy="825500"/>
          </a:xfrm>
          <a:prstGeom prst="rect">
            <a:avLst/>
          </a:prstGeom>
        </p:spPr>
      </p:pic>
      <p:pic>
        <p:nvPicPr>
          <p:cNvPr id="11" name="Lumi (cheer)" descr="Lumi the baby dragon, cheer pos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2" name="Lumi (lookUp)" descr="Lumi the baby dragon, lookUp pos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3" name="star sparkle" descr="star sparkl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43500" y="-387350"/>
            <a:ext cx="1905000" cy="1905000"/>
          </a:xfrm>
          <a:prstGeom prst="rect">
            <a:avLst/>
          </a:prstGeom>
        </p:spPr>
      </p:pic>
      <p:pic>
        <p:nvPicPr>
          <p:cNvPr id="14" name="sound anchor" descr="sound anchor (invisible)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886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4" dur="8384" fill="hold" repeatCount="indefinite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663"/>
                                  </p:stCondLst>
                                  <p:childTnLst>
                                    <p:animScale>
                                      <p:cBhvr>
                                        <p:cTn id="6" dur="993" fill="hold" repeatCount="indefinite" autoRev="1"/>
                                        <p:tgtEl>
                                          <p:spTgt spid="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292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8" dur="6677" fill="hold" repeatCount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711"/>
                                  </p:stCondLst>
                                  <p:childTnLst>
                                    <p:animScale>
                                      <p:cBhvr>
                                        <p:cTn id="10" dur="1189" fill="hold" repeatCount="indefinite" autoRev="1"/>
                                        <p:tgtEl>
                                          <p:spTgt spid="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77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2" dur="8203" fill="hold" repeatCount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6" presetClass="emph" presetSubtype="0" fill="hold" nodeType="withEffect">
                                  <p:stCondLst>
                                    <p:cond delay="435"/>
                                  </p:stCondLst>
                                  <p:childTnLst>
                                    <p:animScale>
                                      <p:cBhvr>
                                        <p:cTn id="14" dur="857" fill="hold" repeatCount="indefinite" autoRev="1"/>
                                        <p:tgtEl>
                                          <p:spTgt spid="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140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6" dur="9000" fill="hold" repeatCount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6" presetClass="emph" presetSubtype="0" fill="hold" nodeType="withEffect">
                                  <p:stCondLst>
                                    <p:cond delay="273"/>
                                  </p:stCondLst>
                                  <p:childTnLst>
                                    <p:animScale>
                                      <p:cBhvr>
                                        <p:cTn id="18" dur="935" fill="hold" repeatCount="indefinite" autoRev="1"/>
                                        <p:tgtEl>
                                          <p:spTgt spid="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1359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20" dur="9859" fill="hold" repeatCount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6" presetClass="emph" presetSubtype="0" fill="hold" nodeType="withEffect">
                                  <p:stCondLst>
                                    <p:cond delay="341"/>
                                  </p:stCondLst>
                                  <p:childTnLst>
                                    <p:animScale>
                                      <p:cBhvr>
                                        <p:cTn id="22" dur="726" fill="hold" repeatCount="indefinite" autoRev="1"/>
                                        <p:tgtEl>
                                          <p:spTgt spid="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6" presetClass="emph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Scale>
                                      <p:cBhvr>
                                        <p:cTn id="24" dur="930" fill="hold" repeatCount="indefinite" autoRev="1"/>
                                        <p:tgtEl>
                                          <p:spTgt spid="8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27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26" dur="20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9" presetID="6" presetClass="emp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28" dur="1320" fill="hold" repeatCount="indefinite" autoRev="1"/>
                                        <p:tgtEl>
                                          <p:spTgt spid="9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31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30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36" dur="280" fill="hold" repeatCount="2000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9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38" dur="280" fill="hold" repeatCount="2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7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jum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3" name="star_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3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3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xit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_forest" descr="Magical forest full of hiding plac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452" y="5302759"/>
            <a:ext cx="355600" cy="355600"/>
          </a:xfrm>
          <a:prstGeom prst="rect">
            <a:avLst/>
          </a:prstGeom>
        </p:spPr>
      </p:pic>
      <p:pic>
        <p:nvPicPr>
          <p:cNvPr id="4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6833" y="1496375"/>
            <a:ext cx="355600" cy="355600"/>
          </a:xfrm>
          <a:prstGeom prst="rect">
            <a:avLst/>
          </a:prstGeom>
        </p:spPr>
      </p:pic>
      <p:pic>
        <p:nvPicPr>
          <p:cNvPr id="5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4868" y="5371066"/>
            <a:ext cx="355600" cy="355600"/>
          </a:xfrm>
          <a:prstGeom prst="rect">
            <a:avLst/>
          </a:prstGeom>
        </p:spPr>
      </p:pic>
      <p:pic>
        <p:nvPicPr>
          <p:cNvPr id="6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1412" y="1776097"/>
            <a:ext cx="355600" cy="355600"/>
          </a:xfrm>
          <a:prstGeom prst="rect">
            <a:avLst/>
          </a:prstGeom>
        </p:spPr>
      </p:pic>
      <p:pic>
        <p:nvPicPr>
          <p:cNvPr id="7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261" y="1433514"/>
            <a:ext cx="355600" cy="355600"/>
          </a:xfrm>
          <a:prstGeom prst="rect">
            <a:avLst/>
          </a:prstGeom>
        </p:spPr>
      </p:pic>
      <p:pic>
        <p:nvPicPr>
          <p:cNvPr id="8" name="Hidden star 1" descr="sparkling star to collect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6500" y="952500"/>
            <a:ext cx="1079500" cy="1079500"/>
          </a:xfrm>
          <a:prstGeom prst="rect">
            <a:avLst/>
          </a:prstGeom>
        </p:spPr>
      </p:pic>
      <p:pic>
        <p:nvPicPr>
          <p:cNvPr id="9" name="Hidden star 5" descr="sparkling star to collect">
            <a:hlinkClick action="ppaction://hlinksldjump" r:id="rId10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500" y="3810000"/>
            <a:ext cx="1079500" cy="1079500"/>
          </a:xfrm>
          <a:prstGeom prst="rect">
            <a:avLst/>
          </a:prstGeom>
        </p:spPr>
      </p:pic>
      <p:pic>
        <p:nvPicPr>
          <p:cNvPr id="10" name="Star counter 3 of 5" descr="3 of 5 stars collecte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3500" y="152400"/>
            <a:ext cx="4445000" cy="825500"/>
          </a:xfrm>
          <a:prstGeom prst="rect">
            <a:avLst/>
          </a:prstGeom>
        </p:spPr>
      </p:pic>
      <p:pic>
        <p:nvPicPr>
          <p:cNvPr id="11" name="Lumi (cheer)" descr="Lumi the baby dragon, cheer pos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2" name="Lumi (lookUp)" descr="Lumi the baby dragon, lookUp pos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3" name="star sparkle" descr="star sparkl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43500" y="-387350"/>
            <a:ext cx="1905000" cy="1905000"/>
          </a:xfrm>
          <a:prstGeom prst="rect">
            <a:avLst/>
          </a:prstGeom>
        </p:spPr>
      </p:pic>
      <p:pic>
        <p:nvPicPr>
          <p:cNvPr id="14" name="sound anchor" descr="sound anchor (invisible)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829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4" dur="8872" fill="hold" repeatCount="indefinite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50"/>
                                  </p:stCondLst>
                                  <p:childTnLst>
                                    <p:animScale>
                                      <p:cBhvr>
                                        <p:cTn id="6" dur="1198" fill="hold" repeatCount="indefinite" autoRev="1"/>
                                        <p:tgtEl>
                                          <p:spTgt spid="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258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8" dur="8644" fill="hold" repeatCount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729"/>
                                  </p:stCondLst>
                                  <p:childTnLst>
                                    <p:animScale>
                                      <p:cBhvr>
                                        <p:cTn id="10" dur="813" fill="hold" repeatCount="indefinite" autoRev="1"/>
                                        <p:tgtEl>
                                          <p:spTgt spid="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1445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2" dur="9760" fill="hold" repeatCount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6" presetClass="emph" presetSubtype="0" fill="hold" nodeType="withEffect">
                                  <p:stCondLst>
                                    <p:cond delay="153"/>
                                  </p:stCondLst>
                                  <p:childTnLst>
                                    <p:animScale>
                                      <p:cBhvr>
                                        <p:cTn id="14" dur="1148" fill="hold" repeatCount="indefinite" autoRev="1"/>
                                        <p:tgtEl>
                                          <p:spTgt spid="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330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6" dur="6275" fill="hold" repeatCount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6" presetClass="emph" presetSubtype="0" fill="hold" nodeType="withEffect">
                                  <p:stCondLst>
                                    <p:cond delay="218"/>
                                  </p:stCondLst>
                                  <p:childTnLst>
                                    <p:animScale>
                                      <p:cBhvr>
                                        <p:cTn id="18" dur="1337" fill="hold" repeatCount="indefinite" autoRev="1"/>
                                        <p:tgtEl>
                                          <p:spTgt spid="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776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20" dur="9053" fill="hold" repeatCount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6" presetClass="emph" presetSubtype="0" fill="hold" nodeType="withEffect">
                                  <p:stCondLst>
                                    <p:cond delay="286"/>
                                  </p:stCondLst>
                                  <p:childTnLst>
                                    <p:animScale>
                                      <p:cBhvr>
                                        <p:cTn id="22" dur="773" fill="hold" repeatCount="indefinite" autoRev="1"/>
                                        <p:tgtEl>
                                          <p:spTgt spid="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4" dur="800" fill="hold" repeatCount="indefinite" autoRev="1"/>
                                        <p:tgtEl>
                                          <p:spTgt spid="8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27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26" dur="18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9" presetID="6" presetClass="emp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28" dur="1320" fill="hold" repeatCount="indefinite" autoRev="1"/>
                                        <p:tgtEl>
                                          <p:spTgt spid="9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31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30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36" dur="280" fill="hold" repeatCount="2000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9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38" dur="280" fill="hold" repeatCount="2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7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jum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3" name="star_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3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3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xit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_forest" descr="Magical forest full of hiding plac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6374" y="3509512"/>
            <a:ext cx="355600" cy="355600"/>
          </a:xfrm>
          <a:prstGeom prst="rect">
            <a:avLst/>
          </a:prstGeom>
        </p:spPr>
      </p:pic>
      <p:pic>
        <p:nvPicPr>
          <p:cNvPr id="4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614" y="1358941"/>
            <a:ext cx="355600" cy="355600"/>
          </a:xfrm>
          <a:prstGeom prst="rect">
            <a:avLst/>
          </a:prstGeom>
        </p:spPr>
      </p:pic>
      <p:pic>
        <p:nvPicPr>
          <p:cNvPr id="5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9984" y="3869108"/>
            <a:ext cx="355600" cy="355600"/>
          </a:xfrm>
          <a:prstGeom prst="rect">
            <a:avLst/>
          </a:prstGeom>
        </p:spPr>
      </p:pic>
      <p:pic>
        <p:nvPicPr>
          <p:cNvPr id="6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3557" y="3965975"/>
            <a:ext cx="355600" cy="355600"/>
          </a:xfrm>
          <a:prstGeom prst="rect">
            <a:avLst/>
          </a:prstGeom>
        </p:spPr>
      </p:pic>
      <p:pic>
        <p:nvPicPr>
          <p:cNvPr id="7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7376" y="2122632"/>
            <a:ext cx="355600" cy="355600"/>
          </a:xfrm>
          <a:prstGeom prst="rect">
            <a:avLst/>
          </a:prstGeom>
        </p:spPr>
      </p:pic>
      <p:pic>
        <p:nvPicPr>
          <p:cNvPr id="8" name="Hidden star 5" descr="sparkling star to collect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500" y="3810000"/>
            <a:ext cx="1079500" cy="1079500"/>
          </a:xfrm>
          <a:prstGeom prst="rect">
            <a:avLst/>
          </a:prstGeom>
        </p:spPr>
      </p:pic>
      <p:pic>
        <p:nvPicPr>
          <p:cNvPr id="9" name="Star counter 4 of 5" descr="4 of 5 stars collecte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3500" y="152400"/>
            <a:ext cx="4445000" cy="825500"/>
          </a:xfrm>
          <a:prstGeom prst="rect">
            <a:avLst/>
          </a:prstGeom>
        </p:spPr>
      </p:pic>
      <p:pic>
        <p:nvPicPr>
          <p:cNvPr id="10" name="Lumi (cheer)" descr="Lumi the baby dragon, cheer pos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1" name="Lumi (lookUp)" descr="Lumi the baby dragon, lookUp pos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2" name="star sparkle" descr="star sparkl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69000" y="-387350"/>
            <a:ext cx="1905000" cy="1905000"/>
          </a:xfrm>
          <a:prstGeom prst="rect">
            <a:avLst/>
          </a:prstGeom>
        </p:spPr>
      </p:pic>
      <p:pic>
        <p:nvPicPr>
          <p:cNvPr id="13" name="sound anchor" descr="sound anchor (invisible)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816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4" dur="9598" fill="hold" repeatCount="indefinite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137"/>
                                  </p:stCondLst>
                                  <p:childTnLst>
                                    <p:animScale>
                                      <p:cBhvr>
                                        <p:cTn id="6" dur="1338" fill="hold" repeatCount="indefinite" autoRev="1"/>
                                        <p:tgtEl>
                                          <p:spTgt spid="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403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8" dur="8458" fill="hold" repeatCount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501"/>
                                  </p:stCondLst>
                                  <p:childTnLst>
                                    <p:animScale>
                                      <p:cBhvr>
                                        <p:cTn id="10" dur="1201" fill="hold" repeatCount="indefinite" autoRev="1"/>
                                        <p:tgtEl>
                                          <p:spTgt spid="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114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2" dur="6566" fill="hold" repeatCount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6" presetClass="emph" presetSubtype="0" fill="hold" nodeType="withEffect">
                                  <p:stCondLst>
                                    <p:cond delay="154"/>
                                  </p:stCondLst>
                                  <p:childTnLst>
                                    <p:animScale>
                                      <p:cBhvr>
                                        <p:cTn id="14" dur="1001" fill="hold" repeatCount="indefinite" autoRev="1"/>
                                        <p:tgtEl>
                                          <p:spTgt spid="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594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6" dur="9729" fill="hold" repeatCount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6" presetClass="emph" presetSubtype="0" fill="hold" nodeType="withEffect">
                                  <p:stCondLst>
                                    <p:cond delay="563"/>
                                  </p:stCondLst>
                                  <p:childTnLst>
                                    <p:animScale>
                                      <p:cBhvr>
                                        <p:cTn id="18" dur="1268" fill="hold" repeatCount="indefinite" autoRev="1"/>
                                        <p:tgtEl>
                                          <p:spTgt spid="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1129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20" dur="6965" fill="hold" repeatCount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6" presetClass="emph" presetSubtype="0" fill="hold" nodeType="withEffect">
                                  <p:stCondLst>
                                    <p:cond delay="768"/>
                                  </p:stCondLst>
                                  <p:childTnLst>
                                    <p:animScale>
                                      <p:cBhvr>
                                        <p:cTn id="22" dur="960" fill="hold" repeatCount="indefinite" autoRev="1"/>
                                        <p:tgtEl>
                                          <p:spTgt spid="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6" presetClass="emp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24" dur="1320" fill="hold" repeatCount="indefinite" autoRev="1"/>
                                        <p:tgtEl>
                                          <p:spTgt spid="8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27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26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32" dur="280" fill="hold" repeatCount="2000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34" dur="280" fill="hold" repeatCount="2000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7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1" name="jum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star_4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6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3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3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xit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_forest" descr="Magical forest full of hiding plac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4759" y="5286833"/>
            <a:ext cx="355600" cy="355600"/>
          </a:xfrm>
          <a:prstGeom prst="rect">
            <a:avLst/>
          </a:prstGeom>
        </p:spPr>
      </p:pic>
      <p:pic>
        <p:nvPicPr>
          <p:cNvPr id="4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8247" y="1749579"/>
            <a:ext cx="355600" cy="355600"/>
          </a:xfrm>
          <a:prstGeom prst="rect">
            <a:avLst/>
          </a:prstGeom>
        </p:spPr>
      </p:pic>
      <p:pic>
        <p:nvPicPr>
          <p:cNvPr id="5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202" y="3921552"/>
            <a:ext cx="355600" cy="355600"/>
          </a:xfrm>
          <a:prstGeom prst="rect">
            <a:avLst/>
          </a:prstGeom>
        </p:spPr>
      </p:pic>
      <p:pic>
        <p:nvPicPr>
          <p:cNvPr id="6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6952" y="2013011"/>
            <a:ext cx="355600" cy="355600"/>
          </a:xfrm>
          <a:prstGeom prst="rect">
            <a:avLst/>
          </a:prstGeom>
        </p:spPr>
      </p:pic>
      <p:pic>
        <p:nvPicPr>
          <p:cNvPr id="7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2824" y="1083454"/>
            <a:ext cx="355600" cy="355600"/>
          </a:xfrm>
          <a:prstGeom prst="rect">
            <a:avLst/>
          </a:prstGeom>
        </p:spPr>
      </p:pic>
      <p:pic>
        <p:nvPicPr>
          <p:cNvPr id="8" name="Hidden star 1" descr="sparkling star to collect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6500" y="952500"/>
            <a:ext cx="1079500" cy="1079500"/>
          </a:xfrm>
          <a:prstGeom prst="rect">
            <a:avLst/>
          </a:prstGeom>
        </p:spPr>
      </p:pic>
      <p:pic>
        <p:nvPicPr>
          <p:cNvPr id="9" name="Hidden star 2" descr="sparkling star to collect">
            <a:hlinkClick action="ppaction://hlinksldjump" r:id="rId10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9000" y="444500"/>
            <a:ext cx="1079500" cy="1079500"/>
          </a:xfrm>
          <a:prstGeom prst="rect">
            <a:avLst/>
          </a:prstGeom>
        </p:spPr>
      </p:pic>
      <p:pic>
        <p:nvPicPr>
          <p:cNvPr id="10" name="Hidden star 3" descr="sparkling star to collect">
            <a:hlinkClick action="ppaction://hlinksldjump" r:id="rId11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8000" y="2540000"/>
            <a:ext cx="1079500" cy="1079500"/>
          </a:xfrm>
          <a:prstGeom prst="rect">
            <a:avLst/>
          </a:prstGeom>
        </p:spPr>
      </p:pic>
      <p:pic>
        <p:nvPicPr>
          <p:cNvPr id="11" name="Hidden star 4" descr="sparkling star to collect">
            <a:hlinkClick action="ppaction://hlinksldjump" r:id="rId12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2500" y="5016500"/>
            <a:ext cx="1079500" cy="1079500"/>
          </a:xfrm>
          <a:prstGeom prst="rect">
            <a:avLst/>
          </a:prstGeom>
        </p:spPr>
      </p:pic>
      <p:pic>
        <p:nvPicPr>
          <p:cNvPr id="12" name="Star counter 1 of 5" descr="1 of 5 stars collecte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3500" y="152400"/>
            <a:ext cx="4445000" cy="825500"/>
          </a:xfrm>
          <a:prstGeom prst="rect">
            <a:avLst/>
          </a:prstGeom>
        </p:spPr>
      </p:pic>
      <p:pic>
        <p:nvPicPr>
          <p:cNvPr id="13" name="Lumi (cheer)" descr="Lumi the baby dragon, cheer pos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4" name="Lumi (lookUp)" descr="Lumi the baby dragon, lookUp pos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5" name="star sparkle" descr="star sparkl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92500" y="-387350"/>
            <a:ext cx="1905000" cy="1905000"/>
          </a:xfrm>
          <a:prstGeom prst="rect">
            <a:avLst/>
          </a:prstGeom>
        </p:spPr>
      </p:pic>
      <p:pic>
        <p:nvPicPr>
          <p:cNvPr id="16" name="sound anchor" descr="sound anchor (invisible)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4" dur="9536" fill="hold" repeatCount="indefinite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464"/>
                                  </p:stCondLst>
                                  <p:childTnLst>
                                    <p:animScale>
                                      <p:cBhvr>
                                        <p:cTn id="6" dur="1080" fill="hold" repeatCount="indefinite" autoRev="1"/>
                                        <p:tgtEl>
                                          <p:spTgt spid="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460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8" dur="6076" fill="hold" repeatCount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349"/>
                                  </p:stCondLst>
                                  <p:childTnLst>
                                    <p:animScale>
                                      <p:cBhvr>
                                        <p:cTn id="10" dur="1370" fill="hold" repeatCount="indefinite" autoRev="1"/>
                                        <p:tgtEl>
                                          <p:spTgt spid="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186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2" dur="9536" fill="hold" repeatCount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6" presetClass="emph" presetSubtype="0" fill="hold" nodeType="withEffect">
                                  <p:stCondLst>
                                    <p:cond delay="518"/>
                                  </p:stCondLst>
                                  <p:childTnLst>
                                    <p:animScale>
                                      <p:cBhvr>
                                        <p:cTn id="14" dur="827" fill="hold" repeatCount="indefinite" autoRev="1"/>
                                        <p:tgtEl>
                                          <p:spTgt spid="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947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6" dur="7967" fill="hold" repeatCount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6" presetClass="emph" presetSubtype="0" fill="hold" nodeType="withEffect">
                                  <p:stCondLst>
                                    <p:cond delay="110"/>
                                  </p:stCondLst>
                                  <p:childTnLst>
                                    <p:animScale>
                                      <p:cBhvr>
                                        <p:cTn id="18" dur="1031" fill="hold" repeatCount="indefinite" autoRev="1"/>
                                        <p:tgtEl>
                                          <p:spTgt spid="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1484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20" dur="7575" fill="hold" repeatCount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6" presetClass="emph" presetSubtype="0" fill="hold" nodeType="withEffect">
                                  <p:stCondLst>
                                    <p:cond delay="154"/>
                                  </p:stCondLst>
                                  <p:childTnLst>
                                    <p:animScale>
                                      <p:cBhvr>
                                        <p:cTn id="22" dur="754" fill="hold" repeatCount="indefinite" autoRev="1"/>
                                        <p:tgtEl>
                                          <p:spTgt spid="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4" dur="800" fill="hold" repeatCount="indefinite" autoRev="1"/>
                                        <p:tgtEl>
                                          <p:spTgt spid="8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27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26" dur="18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9" presetID="6" presetClass="emph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Scale>
                                      <p:cBhvr>
                                        <p:cTn id="28" dur="930" fill="hold" repeatCount="indefinite" autoRev="1"/>
                                        <p:tgtEl>
                                          <p:spTgt spid="9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31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30" dur="20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3" presetID="6" presetClass="emp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Scale>
                                      <p:cBhvr>
                                        <p:cTn id="32" dur="1060" fill="hold" repeatCount="indefinite" autoRev="1"/>
                                        <p:tgtEl>
                                          <p:spTgt spid="10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35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34" dur="22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7" presetID="6" presetClass="emp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Scale>
                                      <p:cBhvr>
                                        <p:cTn id="36" dur="1190" fill="hold" repeatCount="indefinite" autoRev="1"/>
                                        <p:tgtEl>
                                          <p:spTgt spid="11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39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38" dur="24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44" dur="280" fill="hold" repeatCount="2000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46" dur="280" fill="hold" repeatCount="2000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70000">
                                        <p:cTn id="4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4" name="jum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5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5" name="star_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8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3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3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xit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_forest" descr="Magical forest full of hiding plac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2168" y="2860893"/>
            <a:ext cx="355600" cy="355600"/>
          </a:xfrm>
          <a:prstGeom prst="rect">
            <a:avLst/>
          </a:prstGeom>
        </p:spPr>
      </p:pic>
      <p:pic>
        <p:nvPicPr>
          <p:cNvPr id="4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5269" y="3908704"/>
            <a:ext cx="355600" cy="355600"/>
          </a:xfrm>
          <a:prstGeom prst="rect">
            <a:avLst/>
          </a:prstGeom>
        </p:spPr>
      </p:pic>
      <p:pic>
        <p:nvPicPr>
          <p:cNvPr id="5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9650" y="1997159"/>
            <a:ext cx="355600" cy="355600"/>
          </a:xfrm>
          <a:prstGeom prst="rect">
            <a:avLst/>
          </a:prstGeom>
        </p:spPr>
      </p:pic>
      <p:pic>
        <p:nvPicPr>
          <p:cNvPr id="6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8911" y="2667150"/>
            <a:ext cx="355600" cy="355600"/>
          </a:xfrm>
          <a:prstGeom prst="rect">
            <a:avLst/>
          </a:prstGeom>
        </p:spPr>
      </p:pic>
      <p:pic>
        <p:nvPicPr>
          <p:cNvPr id="7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9377" y="3758810"/>
            <a:ext cx="355600" cy="355600"/>
          </a:xfrm>
          <a:prstGeom prst="rect">
            <a:avLst/>
          </a:prstGeom>
        </p:spPr>
      </p:pic>
      <p:pic>
        <p:nvPicPr>
          <p:cNvPr id="8" name="Hidden star 2" descr="sparkling star to collect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9000" y="444500"/>
            <a:ext cx="1079500" cy="1079500"/>
          </a:xfrm>
          <a:prstGeom prst="rect">
            <a:avLst/>
          </a:prstGeom>
        </p:spPr>
      </p:pic>
      <p:pic>
        <p:nvPicPr>
          <p:cNvPr id="9" name="Hidden star 3" descr="sparkling star to collect">
            <a:hlinkClick action="ppaction://hlinksldjump" r:id="rId10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8000" y="2540000"/>
            <a:ext cx="1079500" cy="1079500"/>
          </a:xfrm>
          <a:prstGeom prst="rect">
            <a:avLst/>
          </a:prstGeom>
        </p:spPr>
      </p:pic>
      <p:pic>
        <p:nvPicPr>
          <p:cNvPr id="10" name="Hidden star 4" descr="sparkling star to collect">
            <a:hlinkClick action="ppaction://hlinksldjump" r:id="rId11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2500" y="5016500"/>
            <a:ext cx="1079500" cy="1079500"/>
          </a:xfrm>
          <a:prstGeom prst="rect">
            <a:avLst/>
          </a:prstGeom>
        </p:spPr>
      </p:pic>
      <p:pic>
        <p:nvPicPr>
          <p:cNvPr id="11" name="Star counter 2 of 5" descr="2 of 5 stars collecte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3500" y="152400"/>
            <a:ext cx="4445000" cy="825500"/>
          </a:xfrm>
          <a:prstGeom prst="rect">
            <a:avLst/>
          </a:prstGeom>
        </p:spPr>
      </p:pic>
      <p:pic>
        <p:nvPicPr>
          <p:cNvPr id="12" name="Lumi (cheer)" descr="Lumi the baby dragon, cheer pos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3" name="Lumi (lookUp)" descr="Lumi the baby dragon, lookUp pos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4" name="star sparkle" descr="star sparkl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8000" y="-387350"/>
            <a:ext cx="1905000" cy="1905000"/>
          </a:xfrm>
          <a:prstGeom prst="rect">
            <a:avLst/>
          </a:prstGeom>
        </p:spPr>
      </p:pic>
      <p:pic>
        <p:nvPicPr>
          <p:cNvPr id="15" name="sound anchor" descr="sound anchor (invisible)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456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4" dur="9070" fill="hold" repeatCount="indefinite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85"/>
                                  </p:stCondLst>
                                  <p:childTnLst>
                                    <p:animScale>
                                      <p:cBhvr>
                                        <p:cTn id="6" dur="818" fill="hold" repeatCount="indefinite" autoRev="1"/>
                                        <p:tgtEl>
                                          <p:spTgt spid="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33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8" dur="6572" fill="hold" repeatCount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384"/>
                                  </p:stCondLst>
                                  <p:childTnLst>
                                    <p:animScale>
                                      <p:cBhvr>
                                        <p:cTn id="10" dur="1339" fill="hold" repeatCount="indefinite" autoRev="1"/>
                                        <p:tgtEl>
                                          <p:spTgt spid="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82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2" dur="9811" fill="hold" repeatCount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6" presetClass="emph" presetSubtype="0" fill="hold" nodeType="withEffect">
                                  <p:stCondLst>
                                    <p:cond delay="722"/>
                                  </p:stCondLst>
                                  <p:childTnLst>
                                    <p:animScale>
                                      <p:cBhvr>
                                        <p:cTn id="14" dur="1328" fill="hold" repeatCount="indefinite" autoRev="1"/>
                                        <p:tgtEl>
                                          <p:spTgt spid="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279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6" dur="8960" fill="hold" repeatCount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6" presetClass="emph" presetSubtype="0" fill="hold" nodeType="withEffect">
                                  <p:stCondLst>
                                    <p:cond delay="663"/>
                                  </p:stCondLst>
                                  <p:childTnLst>
                                    <p:animScale>
                                      <p:cBhvr>
                                        <p:cTn id="18" dur="1066" fill="hold" repeatCount="indefinite" autoRev="1"/>
                                        <p:tgtEl>
                                          <p:spTgt spid="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741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20" dur="8119" fill="hold" repeatCount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6" presetClass="emph" presetSubtype="0" fill="hold" nodeType="withEffect">
                                  <p:stCondLst>
                                    <p:cond delay="606"/>
                                  </p:stCondLst>
                                  <p:childTnLst>
                                    <p:animScale>
                                      <p:cBhvr>
                                        <p:cTn id="22" dur="737" fill="hold" repeatCount="indefinite" autoRev="1"/>
                                        <p:tgtEl>
                                          <p:spTgt spid="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6" presetClass="emph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Scale>
                                      <p:cBhvr>
                                        <p:cTn id="24" dur="930" fill="hold" repeatCount="indefinite" autoRev="1"/>
                                        <p:tgtEl>
                                          <p:spTgt spid="8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27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26" dur="20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9" presetID="6" presetClass="emp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Scale>
                                      <p:cBhvr>
                                        <p:cTn id="28" dur="1060" fill="hold" repeatCount="indefinite" autoRev="1"/>
                                        <p:tgtEl>
                                          <p:spTgt spid="9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31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30" dur="22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3" presetID="6" presetClass="emp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Scale>
                                      <p:cBhvr>
                                        <p:cTn id="32" dur="1190" fill="hold" repeatCount="indefinite" autoRev="1"/>
                                        <p:tgtEl>
                                          <p:spTgt spid="10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35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34" dur="24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40" dur="280" fill="hold" repeatCount="2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3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42" dur="280" fill="hold" repeatCount="2000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70000">
                                        <p:cTn id="4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3" name="jum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4" name="star_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4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xit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_forest" descr="Magical forest full of hiding plac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55203" y="1907645"/>
            <a:ext cx="355600" cy="355600"/>
          </a:xfrm>
          <a:prstGeom prst="rect">
            <a:avLst/>
          </a:prstGeom>
        </p:spPr>
      </p:pic>
      <p:pic>
        <p:nvPicPr>
          <p:cNvPr id="4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5518" y="1780789"/>
            <a:ext cx="355600" cy="355600"/>
          </a:xfrm>
          <a:prstGeom prst="rect">
            <a:avLst/>
          </a:prstGeom>
        </p:spPr>
      </p:pic>
      <p:pic>
        <p:nvPicPr>
          <p:cNvPr id="5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3165" y="2501661"/>
            <a:ext cx="355600" cy="355600"/>
          </a:xfrm>
          <a:prstGeom prst="rect">
            <a:avLst/>
          </a:prstGeom>
        </p:spPr>
      </p:pic>
      <p:pic>
        <p:nvPicPr>
          <p:cNvPr id="6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4900" y="2389384"/>
            <a:ext cx="355600" cy="355600"/>
          </a:xfrm>
          <a:prstGeom prst="rect">
            <a:avLst/>
          </a:prstGeom>
        </p:spPr>
      </p:pic>
      <p:pic>
        <p:nvPicPr>
          <p:cNvPr id="7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8040" y="1268942"/>
            <a:ext cx="355600" cy="355600"/>
          </a:xfrm>
          <a:prstGeom prst="rect">
            <a:avLst/>
          </a:prstGeom>
        </p:spPr>
      </p:pic>
      <p:pic>
        <p:nvPicPr>
          <p:cNvPr id="8" name="Hidden star 1" descr="sparkling star to collect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6500" y="952500"/>
            <a:ext cx="1079500" cy="1079500"/>
          </a:xfrm>
          <a:prstGeom prst="rect">
            <a:avLst/>
          </a:prstGeom>
        </p:spPr>
      </p:pic>
      <p:pic>
        <p:nvPicPr>
          <p:cNvPr id="9" name="Hidden star 3" descr="sparkling star to collect">
            <a:hlinkClick action="ppaction://hlinksldjump" r:id="rId10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8000" y="2540000"/>
            <a:ext cx="1079500" cy="1079500"/>
          </a:xfrm>
          <a:prstGeom prst="rect">
            <a:avLst/>
          </a:prstGeom>
        </p:spPr>
      </p:pic>
      <p:pic>
        <p:nvPicPr>
          <p:cNvPr id="10" name="Hidden star 4" descr="sparkling star to collect">
            <a:hlinkClick action="ppaction://hlinksldjump" r:id="rId11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2500" y="5016500"/>
            <a:ext cx="1079500" cy="1079500"/>
          </a:xfrm>
          <a:prstGeom prst="rect">
            <a:avLst/>
          </a:prstGeom>
        </p:spPr>
      </p:pic>
      <p:pic>
        <p:nvPicPr>
          <p:cNvPr id="11" name="Star counter 2 of 5" descr="2 of 5 stars collecte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3500" y="152400"/>
            <a:ext cx="4445000" cy="825500"/>
          </a:xfrm>
          <a:prstGeom prst="rect">
            <a:avLst/>
          </a:prstGeom>
        </p:spPr>
      </p:pic>
      <p:pic>
        <p:nvPicPr>
          <p:cNvPr id="12" name="Lumi (cheer)" descr="Lumi the baby dragon, cheer pos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3" name="Lumi (lookUp)" descr="Lumi the baby dragon, lookUp pos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4" name="star sparkle" descr="star sparkl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8000" y="-387350"/>
            <a:ext cx="1905000" cy="1905000"/>
          </a:xfrm>
          <a:prstGeom prst="rect">
            <a:avLst/>
          </a:prstGeom>
        </p:spPr>
      </p:pic>
      <p:pic>
        <p:nvPicPr>
          <p:cNvPr id="15" name="sound anchor" descr="sound anchor (invisible)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369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4" dur="7620" fill="hold" repeatCount="indefinite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99"/>
                                  </p:stCondLst>
                                  <p:childTnLst>
                                    <p:animScale>
                                      <p:cBhvr>
                                        <p:cTn id="6" dur="764" fill="hold" repeatCount="indefinite" autoRev="1"/>
                                        <p:tgtEl>
                                          <p:spTgt spid="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8" dur="6161" fill="hold" repeatCount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492"/>
                                  </p:stCondLst>
                                  <p:childTnLst>
                                    <p:animScale>
                                      <p:cBhvr>
                                        <p:cTn id="10" dur="1201" fill="hold" repeatCount="indefinite" autoRev="1"/>
                                        <p:tgtEl>
                                          <p:spTgt spid="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874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2" dur="7925" fill="hold" repeatCount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6" presetClass="emph" presetSubtype="0" fill="hold" nodeType="withEffect">
                                  <p:stCondLst>
                                    <p:cond delay="634"/>
                                  </p:stCondLst>
                                  <p:childTnLst>
                                    <p:animScale>
                                      <p:cBhvr>
                                        <p:cTn id="14" dur="1007" fill="hold" repeatCount="indefinite" autoRev="1"/>
                                        <p:tgtEl>
                                          <p:spTgt spid="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945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6" dur="6408" fill="hold" repeatCount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6" presetClass="emph" presetSubtype="0" fill="hold" nodeType="withEffect">
                                  <p:stCondLst>
                                    <p:cond delay="158"/>
                                  </p:stCondLst>
                                  <p:childTnLst>
                                    <p:animScale>
                                      <p:cBhvr>
                                        <p:cTn id="18" dur="896" fill="hold" repeatCount="indefinite" autoRev="1"/>
                                        <p:tgtEl>
                                          <p:spTgt spid="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789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20" dur="9559" fill="hold" repeatCount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6" presetClass="emph" presetSubtype="0" fill="hold" nodeType="withEffect">
                                  <p:stCondLst>
                                    <p:cond delay="155"/>
                                  </p:stCondLst>
                                  <p:childTnLst>
                                    <p:animScale>
                                      <p:cBhvr>
                                        <p:cTn id="22" dur="1180" fill="hold" repeatCount="indefinite" autoRev="1"/>
                                        <p:tgtEl>
                                          <p:spTgt spid="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4" dur="800" fill="hold" repeatCount="indefinite" autoRev="1"/>
                                        <p:tgtEl>
                                          <p:spTgt spid="8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27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26" dur="18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9" presetID="6" presetClass="emp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Scale>
                                      <p:cBhvr>
                                        <p:cTn id="28" dur="1060" fill="hold" repeatCount="indefinite" autoRev="1"/>
                                        <p:tgtEl>
                                          <p:spTgt spid="9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31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30" dur="22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3" presetID="6" presetClass="emp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Scale>
                                      <p:cBhvr>
                                        <p:cTn id="32" dur="1190" fill="hold" repeatCount="indefinite" autoRev="1"/>
                                        <p:tgtEl>
                                          <p:spTgt spid="10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35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34" dur="24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40" dur="280" fill="hold" repeatCount="2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3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42" dur="280" fill="hold" repeatCount="2000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70000">
                                        <p:cTn id="4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3" name="jum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4" name="star_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4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xit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_forest" descr="Magical forest full of hiding plac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4521" y="1442503"/>
            <a:ext cx="355600" cy="355600"/>
          </a:xfrm>
          <a:prstGeom prst="rect">
            <a:avLst/>
          </a:prstGeom>
        </p:spPr>
      </p:pic>
      <p:pic>
        <p:nvPicPr>
          <p:cNvPr id="4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3636" y="3095150"/>
            <a:ext cx="355600" cy="355600"/>
          </a:xfrm>
          <a:prstGeom prst="rect">
            <a:avLst/>
          </a:prstGeom>
        </p:spPr>
      </p:pic>
      <p:pic>
        <p:nvPicPr>
          <p:cNvPr id="5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60084" y="4009390"/>
            <a:ext cx="355600" cy="355600"/>
          </a:xfrm>
          <a:prstGeom prst="rect">
            <a:avLst/>
          </a:prstGeom>
        </p:spPr>
      </p:pic>
      <p:pic>
        <p:nvPicPr>
          <p:cNvPr id="6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7874" y="3924274"/>
            <a:ext cx="355600" cy="355600"/>
          </a:xfrm>
          <a:prstGeom prst="rect">
            <a:avLst/>
          </a:prstGeom>
        </p:spPr>
      </p:pic>
      <p:pic>
        <p:nvPicPr>
          <p:cNvPr id="7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7772" y="1678051"/>
            <a:ext cx="355600" cy="355600"/>
          </a:xfrm>
          <a:prstGeom prst="rect">
            <a:avLst/>
          </a:prstGeom>
        </p:spPr>
      </p:pic>
      <p:pic>
        <p:nvPicPr>
          <p:cNvPr id="8" name="Hidden star 3" descr="sparkling star to collect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8000" y="2540000"/>
            <a:ext cx="1079500" cy="1079500"/>
          </a:xfrm>
          <a:prstGeom prst="rect">
            <a:avLst/>
          </a:prstGeom>
        </p:spPr>
      </p:pic>
      <p:pic>
        <p:nvPicPr>
          <p:cNvPr id="9" name="Hidden star 4" descr="sparkling star to collect">
            <a:hlinkClick action="ppaction://hlinksldjump" r:id="rId10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2500" y="5016500"/>
            <a:ext cx="1079500" cy="1079500"/>
          </a:xfrm>
          <a:prstGeom prst="rect">
            <a:avLst/>
          </a:prstGeom>
        </p:spPr>
      </p:pic>
      <p:pic>
        <p:nvPicPr>
          <p:cNvPr id="10" name="Star counter 3 of 5" descr="3 of 5 stars collecte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3500" y="152400"/>
            <a:ext cx="4445000" cy="825500"/>
          </a:xfrm>
          <a:prstGeom prst="rect">
            <a:avLst/>
          </a:prstGeom>
        </p:spPr>
      </p:pic>
      <p:pic>
        <p:nvPicPr>
          <p:cNvPr id="11" name="Lumi (cheer)" descr="Lumi the baby dragon, cheer pos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2" name="Lumi (lookUp)" descr="Lumi the baby dragon, lookUp pos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3" name="star sparkle" descr="star sparkl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43500" y="-387350"/>
            <a:ext cx="1905000" cy="1905000"/>
          </a:xfrm>
          <a:prstGeom prst="rect">
            <a:avLst/>
          </a:prstGeom>
        </p:spPr>
      </p:pic>
      <p:pic>
        <p:nvPicPr>
          <p:cNvPr id="14" name="sound anchor" descr="sound anchor (invisible)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330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4" dur="9073" fill="hold" repeatCount="indefinite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688"/>
                                  </p:stCondLst>
                                  <p:childTnLst>
                                    <p:animScale>
                                      <p:cBhvr>
                                        <p:cTn id="6" dur="993" fill="hold" repeatCount="indefinite" autoRev="1"/>
                                        <p:tgtEl>
                                          <p:spTgt spid="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65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8" dur="7410" fill="hold" repeatCount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323"/>
                                  </p:stCondLst>
                                  <p:childTnLst>
                                    <p:animScale>
                                      <p:cBhvr>
                                        <p:cTn id="10" dur="1077" fill="hold" repeatCount="indefinite" autoRev="1"/>
                                        <p:tgtEl>
                                          <p:spTgt spid="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1379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2" dur="7870" fill="hold" repeatCount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6" presetClass="emph" presetSubtype="0" fill="hold" nodeType="withEffect">
                                  <p:stCondLst>
                                    <p:cond delay="159"/>
                                  </p:stCondLst>
                                  <p:childTnLst>
                                    <p:animScale>
                                      <p:cBhvr>
                                        <p:cTn id="14" dur="1183" fill="hold" repeatCount="indefinite" autoRev="1"/>
                                        <p:tgtEl>
                                          <p:spTgt spid="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596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6" dur="7859" fill="hold" repeatCount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6" presetClass="emph" presetSubtype="0" fill="hold" nodeType="withEffect">
                                  <p:stCondLst>
                                    <p:cond delay="245"/>
                                  </p:stCondLst>
                                  <p:childTnLst>
                                    <p:animScale>
                                      <p:cBhvr>
                                        <p:cTn id="18" dur="1390" fill="hold" repeatCount="indefinite" autoRev="1"/>
                                        <p:tgtEl>
                                          <p:spTgt spid="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411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20" dur="8927" fill="hold" repeatCount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6" presetClass="emph" presetSubtype="0" fill="hold" nodeType="withEffect">
                                  <p:stCondLst>
                                    <p:cond delay="588"/>
                                  </p:stCondLst>
                                  <p:childTnLst>
                                    <p:animScale>
                                      <p:cBhvr>
                                        <p:cTn id="22" dur="725" fill="hold" repeatCount="indefinite" autoRev="1"/>
                                        <p:tgtEl>
                                          <p:spTgt spid="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6" presetClass="emp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Scale>
                                      <p:cBhvr>
                                        <p:cTn id="24" dur="1060" fill="hold" repeatCount="indefinite" autoRev="1"/>
                                        <p:tgtEl>
                                          <p:spTgt spid="8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27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26" dur="22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9" presetID="6" presetClass="emp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Scale>
                                      <p:cBhvr>
                                        <p:cTn id="28" dur="1190" fill="hold" repeatCount="indefinite" autoRev="1"/>
                                        <p:tgtEl>
                                          <p:spTgt spid="9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31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30" dur="24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36" dur="280" fill="hold" repeatCount="2000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9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38" dur="280" fill="hold" repeatCount="2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7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jum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3" name="star_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3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3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xit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_forest" descr="Magical forest full of hiding plac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2950" y="1300114"/>
            <a:ext cx="355600" cy="355600"/>
          </a:xfrm>
          <a:prstGeom prst="rect">
            <a:avLst/>
          </a:prstGeom>
        </p:spPr>
      </p:pic>
      <p:pic>
        <p:nvPicPr>
          <p:cNvPr id="4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1305" y="3032924"/>
            <a:ext cx="355600" cy="355600"/>
          </a:xfrm>
          <a:prstGeom prst="rect">
            <a:avLst/>
          </a:prstGeom>
        </p:spPr>
      </p:pic>
      <p:pic>
        <p:nvPicPr>
          <p:cNvPr id="5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0214" y="1733244"/>
            <a:ext cx="355600" cy="355600"/>
          </a:xfrm>
          <a:prstGeom prst="rect">
            <a:avLst/>
          </a:prstGeom>
        </p:spPr>
      </p:pic>
      <p:pic>
        <p:nvPicPr>
          <p:cNvPr id="6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5709" y="4181447"/>
            <a:ext cx="355600" cy="355600"/>
          </a:xfrm>
          <a:prstGeom prst="rect">
            <a:avLst/>
          </a:prstGeom>
        </p:spPr>
      </p:pic>
      <p:pic>
        <p:nvPicPr>
          <p:cNvPr id="7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5501" y="3981000"/>
            <a:ext cx="355600" cy="355600"/>
          </a:xfrm>
          <a:prstGeom prst="rect">
            <a:avLst/>
          </a:prstGeom>
        </p:spPr>
      </p:pic>
      <p:pic>
        <p:nvPicPr>
          <p:cNvPr id="8" name="Hidden star 1" descr="sparkling star to collect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6500" y="952500"/>
            <a:ext cx="1079500" cy="1079500"/>
          </a:xfrm>
          <a:prstGeom prst="rect">
            <a:avLst/>
          </a:prstGeom>
        </p:spPr>
      </p:pic>
      <p:pic>
        <p:nvPicPr>
          <p:cNvPr id="9" name="Hidden star 2" descr="sparkling star to collect">
            <a:hlinkClick action="ppaction://hlinksldjump" r:id="rId10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9000" y="444500"/>
            <a:ext cx="1079500" cy="1079500"/>
          </a:xfrm>
          <a:prstGeom prst="rect">
            <a:avLst/>
          </a:prstGeom>
        </p:spPr>
      </p:pic>
      <p:pic>
        <p:nvPicPr>
          <p:cNvPr id="10" name="Hidden star 4" descr="sparkling star to collect">
            <a:hlinkClick action="ppaction://hlinksldjump" r:id="rId11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2500" y="5016500"/>
            <a:ext cx="1079500" cy="1079500"/>
          </a:xfrm>
          <a:prstGeom prst="rect">
            <a:avLst/>
          </a:prstGeom>
        </p:spPr>
      </p:pic>
      <p:pic>
        <p:nvPicPr>
          <p:cNvPr id="11" name="Star counter 2 of 5" descr="2 of 5 stars collecte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3500" y="152400"/>
            <a:ext cx="4445000" cy="825500"/>
          </a:xfrm>
          <a:prstGeom prst="rect">
            <a:avLst/>
          </a:prstGeom>
        </p:spPr>
      </p:pic>
      <p:pic>
        <p:nvPicPr>
          <p:cNvPr id="12" name="Lumi (cheer)" descr="Lumi the baby dragon, cheer pos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3" name="Lumi (lookUp)" descr="Lumi the baby dragon, lookUp pos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4" name="star sparkle" descr="star sparkl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8000" y="-387350"/>
            <a:ext cx="1905000" cy="1905000"/>
          </a:xfrm>
          <a:prstGeom prst="rect">
            <a:avLst/>
          </a:prstGeom>
        </p:spPr>
      </p:pic>
      <p:pic>
        <p:nvPicPr>
          <p:cNvPr id="15" name="sound anchor" descr="sound anchor (invisible)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821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4" dur="9734" fill="hold" repeatCount="indefinite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696"/>
                                  </p:stCondLst>
                                  <p:childTnLst>
                                    <p:animScale>
                                      <p:cBhvr>
                                        <p:cTn id="6" dur="1072" fill="hold" repeatCount="indefinite" autoRev="1"/>
                                        <p:tgtEl>
                                          <p:spTgt spid="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579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8" dur="6273" fill="hold" repeatCount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167"/>
                                  </p:stCondLst>
                                  <p:childTnLst>
                                    <p:animScale>
                                      <p:cBhvr>
                                        <p:cTn id="10" dur="1179" fill="hold" repeatCount="indefinite" autoRev="1"/>
                                        <p:tgtEl>
                                          <p:spTgt spid="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427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2" dur="9852" fill="hold" repeatCount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6" presetClass="emph" presetSubtype="0" fill="hold" nodeType="withEffect">
                                  <p:stCondLst>
                                    <p:cond delay="661"/>
                                  </p:stCondLst>
                                  <p:childTnLst>
                                    <p:animScale>
                                      <p:cBhvr>
                                        <p:cTn id="14" dur="744" fill="hold" repeatCount="indefinite" autoRev="1"/>
                                        <p:tgtEl>
                                          <p:spTgt spid="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554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6" dur="6025" fill="hold" repeatCount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6" presetClass="emph" presetSubtype="0" fill="hold" nodeType="withEffect">
                                  <p:stCondLst>
                                    <p:cond delay="62"/>
                                  </p:stCondLst>
                                  <p:childTnLst>
                                    <p:animScale>
                                      <p:cBhvr>
                                        <p:cTn id="18" dur="1173" fill="hold" repeatCount="indefinite" autoRev="1"/>
                                        <p:tgtEl>
                                          <p:spTgt spid="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347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20" dur="6184" fill="hold" repeatCount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6" presetClass="emph" presetSubtype="0" fill="hold" nodeType="withEffect">
                                  <p:stCondLst>
                                    <p:cond delay="561"/>
                                  </p:stCondLst>
                                  <p:childTnLst>
                                    <p:animScale>
                                      <p:cBhvr>
                                        <p:cTn id="22" dur="734" fill="hold" repeatCount="indefinite" autoRev="1"/>
                                        <p:tgtEl>
                                          <p:spTgt spid="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4" dur="800" fill="hold" repeatCount="indefinite" autoRev="1"/>
                                        <p:tgtEl>
                                          <p:spTgt spid="8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27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26" dur="18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9" presetID="6" presetClass="emph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Scale>
                                      <p:cBhvr>
                                        <p:cTn id="28" dur="930" fill="hold" repeatCount="indefinite" autoRev="1"/>
                                        <p:tgtEl>
                                          <p:spTgt spid="9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31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30" dur="20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3" presetID="6" presetClass="emp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Scale>
                                      <p:cBhvr>
                                        <p:cTn id="32" dur="1190" fill="hold" repeatCount="indefinite" autoRev="1"/>
                                        <p:tgtEl>
                                          <p:spTgt spid="10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35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34" dur="24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40" dur="280" fill="hold" repeatCount="2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3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42" dur="280" fill="hold" repeatCount="2000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70000">
                                        <p:cTn id="4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3" name="jum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4" name="star_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4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xit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_forest" descr="Magical forest full of hiding plac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4636" y="4674152"/>
            <a:ext cx="355600" cy="355600"/>
          </a:xfrm>
          <a:prstGeom prst="rect">
            <a:avLst/>
          </a:prstGeom>
        </p:spPr>
      </p:pic>
      <p:pic>
        <p:nvPicPr>
          <p:cNvPr id="4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3802" y="4947630"/>
            <a:ext cx="355600" cy="355600"/>
          </a:xfrm>
          <a:prstGeom prst="rect">
            <a:avLst/>
          </a:prstGeom>
        </p:spPr>
      </p:pic>
      <p:pic>
        <p:nvPicPr>
          <p:cNvPr id="5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5727" y="3816172"/>
            <a:ext cx="355600" cy="355600"/>
          </a:xfrm>
          <a:prstGeom prst="rect">
            <a:avLst/>
          </a:prstGeom>
        </p:spPr>
      </p:pic>
      <p:pic>
        <p:nvPicPr>
          <p:cNvPr id="6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2367" y="2763713"/>
            <a:ext cx="355600" cy="355600"/>
          </a:xfrm>
          <a:prstGeom prst="rect">
            <a:avLst/>
          </a:prstGeom>
        </p:spPr>
      </p:pic>
      <p:pic>
        <p:nvPicPr>
          <p:cNvPr id="7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91715" y="1817040"/>
            <a:ext cx="355600" cy="355600"/>
          </a:xfrm>
          <a:prstGeom prst="rect">
            <a:avLst/>
          </a:prstGeom>
        </p:spPr>
      </p:pic>
      <p:pic>
        <p:nvPicPr>
          <p:cNvPr id="8" name="Hidden star 2" descr="sparkling star to collect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9000" y="444500"/>
            <a:ext cx="1079500" cy="1079500"/>
          </a:xfrm>
          <a:prstGeom prst="rect">
            <a:avLst/>
          </a:prstGeom>
        </p:spPr>
      </p:pic>
      <p:pic>
        <p:nvPicPr>
          <p:cNvPr id="9" name="Hidden star 4" descr="sparkling star to collect">
            <a:hlinkClick action="ppaction://hlinksldjump" r:id="rId10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2500" y="5016500"/>
            <a:ext cx="1079500" cy="1079500"/>
          </a:xfrm>
          <a:prstGeom prst="rect">
            <a:avLst/>
          </a:prstGeom>
        </p:spPr>
      </p:pic>
      <p:pic>
        <p:nvPicPr>
          <p:cNvPr id="10" name="Star counter 3 of 5" descr="3 of 5 stars collecte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3500" y="152400"/>
            <a:ext cx="4445000" cy="825500"/>
          </a:xfrm>
          <a:prstGeom prst="rect">
            <a:avLst/>
          </a:prstGeom>
        </p:spPr>
      </p:pic>
      <p:pic>
        <p:nvPicPr>
          <p:cNvPr id="11" name="Lumi (cheer)" descr="Lumi the baby dragon, cheer pos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2" name="Lumi (lookUp)" descr="Lumi the baby dragon, lookUp pos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3" name="star sparkle" descr="star sparkl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43500" y="-387350"/>
            <a:ext cx="1905000" cy="1905000"/>
          </a:xfrm>
          <a:prstGeom prst="rect">
            <a:avLst/>
          </a:prstGeom>
        </p:spPr>
      </p:pic>
      <p:pic>
        <p:nvPicPr>
          <p:cNvPr id="14" name="sound anchor" descr="sound anchor (invisible)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1157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4" dur="7433" fill="hold" repeatCount="indefinite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733"/>
                                  </p:stCondLst>
                                  <p:childTnLst>
                                    <p:animScale>
                                      <p:cBhvr>
                                        <p:cTn id="6" dur="796" fill="hold" repeatCount="indefinite" autoRev="1"/>
                                        <p:tgtEl>
                                          <p:spTgt spid="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005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8" dur="6376" fill="hold" repeatCount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55"/>
                                  </p:stCondLst>
                                  <p:childTnLst>
                                    <p:animScale>
                                      <p:cBhvr>
                                        <p:cTn id="10" dur="1182" fill="hold" repeatCount="indefinite" autoRev="1"/>
                                        <p:tgtEl>
                                          <p:spTgt spid="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1018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2" dur="7627" fill="hold" repeatCount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6" presetClass="emph" presetSubtype="0" fill="hold" nodeType="withEffect">
                                  <p:stCondLst>
                                    <p:cond delay="49"/>
                                  </p:stCondLst>
                                  <p:childTnLst>
                                    <p:animScale>
                                      <p:cBhvr>
                                        <p:cTn id="14" dur="761" fill="hold" repeatCount="indefinite" autoRev="1"/>
                                        <p:tgtEl>
                                          <p:spTgt spid="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626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6" dur="8623" fill="hold" repeatCount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6" presetClass="emph" presetSubtype="0" fill="hold" nodeType="withEffect">
                                  <p:stCondLst>
                                    <p:cond delay="38"/>
                                  </p:stCondLst>
                                  <p:childTnLst>
                                    <p:animScale>
                                      <p:cBhvr>
                                        <p:cTn id="18" dur="752" fill="hold" repeatCount="indefinite" autoRev="1"/>
                                        <p:tgtEl>
                                          <p:spTgt spid="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1424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20" dur="8083" fill="hold" repeatCount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6" presetClass="emph" presetSubtype="0" fill="hold" nodeType="withEffect">
                                  <p:stCondLst>
                                    <p:cond delay="412"/>
                                  </p:stCondLst>
                                  <p:childTnLst>
                                    <p:animScale>
                                      <p:cBhvr>
                                        <p:cTn id="22" dur="1355" fill="hold" repeatCount="indefinite" autoRev="1"/>
                                        <p:tgtEl>
                                          <p:spTgt spid="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6" presetClass="emph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Scale>
                                      <p:cBhvr>
                                        <p:cTn id="24" dur="930" fill="hold" repeatCount="indefinite" autoRev="1"/>
                                        <p:tgtEl>
                                          <p:spTgt spid="8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27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26" dur="20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9" presetID="6" presetClass="emp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Scale>
                                      <p:cBhvr>
                                        <p:cTn id="28" dur="1190" fill="hold" repeatCount="indefinite" autoRev="1"/>
                                        <p:tgtEl>
                                          <p:spTgt spid="9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31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30" dur="24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36" dur="280" fill="hold" repeatCount="2000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9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38" dur="280" fill="hold" repeatCount="2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7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jum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3" name="star_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3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3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xit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_forest" descr="Magical forest full of hiding plac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5095" y="1991400"/>
            <a:ext cx="355600" cy="355600"/>
          </a:xfrm>
          <a:prstGeom prst="rect">
            <a:avLst/>
          </a:prstGeom>
        </p:spPr>
      </p:pic>
      <p:pic>
        <p:nvPicPr>
          <p:cNvPr id="4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5211" y="5047690"/>
            <a:ext cx="355600" cy="355600"/>
          </a:xfrm>
          <a:prstGeom prst="rect">
            <a:avLst/>
          </a:prstGeom>
        </p:spPr>
      </p:pic>
      <p:pic>
        <p:nvPicPr>
          <p:cNvPr id="5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22" y="3351169"/>
            <a:ext cx="355600" cy="355600"/>
          </a:xfrm>
          <a:prstGeom prst="rect">
            <a:avLst/>
          </a:prstGeom>
        </p:spPr>
      </p:pic>
      <p:pic>
        <p:nvPicPr>
          <p:cNvPr id="6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0706" y="3731066"/>
            <a:ext cx="355600" cy="355600"/>
          </a:xfrm>
          <a:prstGeom prst="rect">
            <a:avLst/>
          </a:prstGeom>
        </p:spPr>
      </p:pic>
      <p:pic>
        <p:nvPicPr>
          <p:cNvPr id="7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2408" y="4625918"/>
            <a:ext cx="355600" cy="355600"/>
          </a:xfrm>
          <a:prstGeom prst="rect">
            <a:avLst/>
          </a:prstGeom>
        </p:spPr>
      </p:pic>
      <p:pic>
        <p:nvPicPr>
          <p:cNvPr id="8" name="Hidden star 1" descr="sparkling star to collect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6500" y="952500"/>
            <a:ext cx="1079500" cy="1079500"/>
          </a:xfrm>
          <a:prstGeom prst="rect">
            <a:avLst/>
          </a:prstGeom>
        </p:spPr>
      </p:pic>
      <p:pic>
        <p:nvPicPr>
          <p:cNvPr id="9" name="Hidden star 4" descr="sparkling star to collect">
            <a:hlinkClick action="ppaction://hlinksldjump" r:id="rId10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2500" y="5016500"/>
            <a:ext cx="1079500" cy="1079500"/>
          </a:xfrm>
          <a:prstGeom prst="rect">
            <a:avLst/>
          </a:prstGeom>
        </p:spPr>
      </p:pic>
      <p:pic>
        <p:nvPicPr>
          <p:cNvPr id="10" name="Star counter 3 of 5" descr="3 of 5 stars collecte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3500" y="152400"/>
            <a:ext cx="4445000" cy="825500"/>
          </a:xfrm>
          <a:prstGeom prst="rect">
            <a:avLst/>
          </a:prstGeom>
        </p:spPr>
      </p:pic>
      <p:pic>
        <p:nvPicPr>
          <p:cNvPr id="11" name="Lumi (cheer)" descr="Lumi the baby dragon, cheer pos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2" name="Lumi (lookUp)" descr="Lumi the baby dragon, lookUp pos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3" name="star sparkle" descr="star sparkl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43500" y="-387350"/>
            <a:ext cx="1905000" cy="1905000"/>
          </a:xfrm>
          <a:prstGeom prst="rect">
            <a:avLst/>
          </a:prstGeom>
        </p:spPr>
      </p:pic>
      <p:pic>
        <p:nvPicPr>
          <p:cNvPr id="14" name="sound anchor" descr="sound anchor (invisible)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642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4" dur="9239" fill="hold" repeatCount="indefinite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88"/>
                                  </p:stCondLst>
                                  <p:childTnLst>
                                    <p:animScale>
                                      <p:cBhvr>
                                        <p:cTn id="6" dur="810" fill="hold" repeatCount="indefinite" autoRev="1"/>
                                        <p:tgtEl>
                                          <p:spTgt spid="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225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8" dur="6308" fill="hold" repeatCount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639"/>
                                  </p:stCondLst>
                                  <p:childTnLst>
                                    <p:animScale>
                                      <p:cBhvr>
                                        <p:cTn id="10" dur="919" fill="hold" repeatCount="indefinite" autoRev="1"/>
                                        <p:tgtEl>
                                          <p:spTgt spid="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996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2" dur="7733" fill="hold" repeatCount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6" presetClass="emph" presetSubtype="0" fill="hold" nodeType="withEffect">
                                  <p:stCondLst>
                                    <p:cond delay="786"/>
                                  </p:stCondLst>
                                  <p:childTnLst>
                                    <p:animScale>
                                      <p:cBhvr>
                                        <p:cTn id="14" dur="1285" fill="hold" repeatCount="indefinite" autoRev="1"/>
                                        <p:tgtEl>
                                          <p:spTgt spid="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1486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6" dur="6050" fill="hold" repeatCount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6" presetClass="emph" presetSubtype="0" fill="hold" nodeType="withEffect">
                                  <p:stCondLst>
                                    <p:cond delay="705"/>
                                  </p:stCondLst>
                                  <p:childTnLst>
                                    <p:animScale>
                                      <p:cBhvr>
                                        <p:cTn id="18" dur="1014" fill="hold" repeatCount="indefinite" autoRev="1"/>
                                        <p:tgtEl>
                                          <p:spTgt spid="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458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20" dur="8271" fill="hold" repeatCount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6" presetClass="emph" presetSubtype="0" fill="hold" nodeType="withEffect">
                                  <p:stCondLst>
                                    <p:cond delay="142"/>
                                  </p:stCondLst>
                                  <p:childTnLst>
                                    <p:animScale>
                                      <p:cBhvr>
                                        <p:cTn id="22" dur="818" fill="hold" repeatCount="indefinite" autoRev="1"/>
                                        <p:tgtEl>
                                          <p:spTgt spid="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4" dur="800" fill="hold" repeatCount="indefinite" autoRev="1"/>
                                        <p:tgtEl>
                                          <p:spTgt spid="8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27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26" dur="18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9" presetID="6" presetClass="emp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Scale>
                                      <p:cBhvr>
                                        <p:cTn id="28" dur="1190" fill="hold" repeatCount="indefinite" autoRev="1"/>
                                        <p:tgtEl>
                                          <p:spTgt spid="9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31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30" dur="24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36" dur="280" fill="hold" repeatCount="2000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9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38" dur="280" fill="hold" repeatCount="2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7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jum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3" name="star_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3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3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xit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_forest" descr="Magical forest full of hiding plac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9991" y="1342036"/>
            <a:ext cx="355600" cy="355600"/>
          </a:xfrm>
          <a:prstGeom prst="rect">
            <a:avLst/>
          </a:prstGeom>
        </p:spPr>
      </p:pic>
      <p:pic>
        <p:nvPicPr>
          <p:cNvPr id="4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7150" y="3338396"/>
            <a:ext cx="355600" cy="355600"/>
          </a:xfrm>
          <a:prstGeom prst="rect">
            <a:avLst/>
          </a:prstGeom>
        </p:spPr>
      </p:pic>
      <p:pic>
        <p:nvPicPr>
          <p:cNvPr id="5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2073" y="3914198"/>
            <a:ext cx="355600" cy="355600"/>
          </a:xfrm>
          <a:prstGeom prst="rect">
            <a:avLst/>
          </a:prstGeom>
        </p:spPr>
      </p:pic>
      <p:pic>
        <p:nvPicPr>
          <p:cNvPr id="6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0543" y="4080012"/>
            <a:ext cx="355600" cy="355600"/>
          </a:xfrm>
          <a:prstGeom prst="rect">
            <a:avLst/>
          </a:prstGeom>
        </p:spPr>
      </p:pic>
      <p:pic>
        <p:nvPicPr>
          <p:cNvPr id="7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0893" y="4372736"/>
            <a:ext cx="355600" cy="355600"/>
          </a:xfrm>
          <a:prstGeom prst="rect">
            <a:avLst/>
          </a:prstGeom>
        </p:spPr>
      </p:pic>
      <p:pic>
        <p:nvPicPr>
          <p:cNvPr id="8" name="Hidden star 4" descr="sparkling star to collect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2500" y="5016500"/>
            <a:ext cx="1079500" cy="1079500"/>
          </a:xfrm>
          <a:prstGeom prst="rect">
            <a:avLst/>
          </a:prstGeom>
        </p:spPr>
      </p:pic>
      <p:pic>
        <p:nvPicPr>
          <p:cNvPr id="9" name="Star counter 4 of 5" descr="4 of 5 stars collecte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3500" y="152400"/>
            <a:ext cx="4445000" cy="825500"/>
          </a:xfrm>
          <a:prstGeom prst="rect">
            <a:avLst/>
          </a:prstGeom>
        </p:spPr>
      </p:pic>
      <p:pic>
        <p:nvPicPr>
          <p:cNvPr id="10" name="Lumi (cheer)" descr="Lumi the baby dragon, cheer pos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1" name="Lumi (lookUp)" descr="Lumi the baby dragon, lookUp pos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2" name="star sparkle" descr="star sparkl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69000" y="-387350"/>
            <a:ext cx="1905000" cy="1905000"/>
          </a:xfrm>
          <a:prstGeom prst="rect">
            <a:avLst/>
          </a:prstGeom>
        </p:spPr>
      </p:pic>
      <p:pic>
        <p:nvPicPr>
          <p:cNvPr id="13" name="sound anchor" descr="sound anchor (invisible)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539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4" dur="9356" fill="hold" repeatCount="indefinite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Scale>
                                      <p:cBhvr>
                                        <p:cTn id="6" dur="1112" fill="hold" repeatCount="indefinite" autoRev="1"/>
                                        <p:tgtEl>
                                          <p:spTgt spid="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965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8" dur="7002" fill="hold" repeatCount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438"/>
                                  </p:stCondLst>
                                  <p:childTnLst>
                                    <p:animScale>
                                      <p:cBhvr>
                                        <p:cTn id="10" dur="786" fill="hold" repeatCount="indefinite" autoRev="1"/>
                                        <p:tgtEl>
                                          <p:spTgt spid="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564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2" dur="6251" fill="hold" repeatCount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6" presetClass="emph" presetSubtype="0" fill="hold" nodeType="withEffect">
                                  <p:stCondLst>
                                    <p:cond delay="717"/>
                                  </p:stCondLst>
                                  <p:childTnLst>
                                    <p:animScale>
                                      <p:cBhvr>
                                        <p:cTn id="14" dur="1204" fill="hold" repeatCount="indefinite" autoRev="1"/>
                                        <p:tgtEl>
                                          <p:spTgt spid="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585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6" dur="9615" fill="hold" repeatCount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6" presetClass="emph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Scale>
                                      <p:cBhvr>
                                        <p:cTn id="18" dur="1082" fill="hold" repeatCount="indefinite" autoRev="1"/>
                                        <p:tgtEl>
                                          <p:spTgt spid="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777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20" dur="9081" fill="hold" repeatCount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2" dur="1269" fill="hold" repeatCount="indefinite" autoRev="1"/>
                                        <p:tgtEl>
                                          <p:spTgt spid="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6" presetClass="emp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Scale>
                                      <p:cBhvr>
                                        <p:cTn id="24" dur="1190" fill="hold" repeatCount="indefinite" autoRev="1"/>
                                        <p:tgtEl>
                                          <p:spTgt spid="8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27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26" dur="24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32" dur="280" fill="hold" repeatCount="2000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34" dur="280" fill="hold" repeatCount="2000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7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1" name="jum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star_4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6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3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3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xit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_forest" descr="Magical forest full of hiding plac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8291" y="3859966"/>
            <a:ext cx="355600" cy="355600"/>
          </a:xfrm>
          <a:prstGeom prst="rect">
            <a:avLst/>
          </a:prstGeom>
        </p:spPr>
      </p:pic>
      <p:pic>
        <p:nvPicPr>
          <p:cNvPr id="4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3775" y="4008775"/>
            <a:ext cx="355600" cy="355600"/>
          </a:xfrm>
          <a:prstGeom prst="rect">
            <a:avLst/>
          </a:prstGeom>
        </p:spPr>
      </p:pic>
      <p:pic>
        <p:nvPicPr>
          <p:cNvPr id="5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0891" y="1426058"/>
            <a:ext cx="355600" cy="355600"/>
          </a:xfrm>
          <a:prstGeom prst="rect">
            <a:avLst/>
          </a:prstGeom>
        </p:spPr>
      </p:pic>
      <p:pic>
        <p:nvPicPr>
          <p:cNvPr id="6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6702" y="1705317"/>
            <a:ext cx="355600" cy="355600"/>
          </a:xfrm>
          <a:prstGeom prst="rect">
            <a:avLst/>
          </a:prstGeom>
        </p:spPr>
      </p:pic>
      <p:pic>
        <p:nvPicPr>
          <p:cNvPr id="7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7201" y="1234862"/>
            <a:ext cx="355600" cy="355600"/>
          </a:xfrm>
          <a:prstGeom prst="rect">
            <a:avLst/>
          </a:prstGeom>
        </p:spPr>
      </p:pic>
      <p:pic>
        <p:nvPicPr>
          <p:cNvPr id="8" name="Hidden star 1" descr="sparkling star to collect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6500" y="952500"/>
            <a:ext cx="1079500" cy="1079500"/>
          </a:xfrm>
          <a:prstGeom prst="rect">
            <a:avLst/>
          </a:prstGeom>
        </p:spPr>
      </p:pic>
      <p:pic>
        <p:nvPicPr>
          <p:cNvPr id="9" name="Hidden star 2" descr="sparkling star to collect">
            <a:hlinkClick action="ppaction://hlinksldjump" r:id="rId10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9000" y="444500"/>
            <a:ext cx="1079500" cy="1079500"/>
          </a:xfrm>
          <a:prstGeom prst="rect">
            <a:avLst/>
          </a:prstGeom>
        </p:spPr>
      </p:pic>
      <p:pic>
        <p:nvPicPr>
          <p:cNvPr id="10" name="Hidden star 3" descr="sparkling star to collect">
            <a:hlinkClick action="ppaction://hlinksldjump" r:id="rId11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8000" y="2540000"/>
            <a:ext cx="1079500" cy="1079500"/>
          </a:xfrm>
          <a:prstGeom prst="rect">
            <a:avLst/>
          </a:prstGeom>
        </p:spPr>
      </p:pic>
      <p:pic>
        <p:nvPicPr>
          <p:cNvPr id="11" name="Star counter 2 of 5" descr="2 of 5 stars collecte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3500" y="152400"/>
            <a:ext cx="4445000" cy="825500"/>
          </a:xfrm>
          <a:prstGeom prst="rect">
            <a:avLst/>
          </a:prstGeom>
        </p:spPr>
      </p:pic>
      <p:pic>
        <p:nvPicPr>
          <p:cNvPr id="12" name="Lumi (cheer)" descr="Lumi the baby dragon, cheer pos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3" name="Lumi (lookUp)" descr="Lumi the baby dragon, lookUp pos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4" name="star sparkle" descr="star sparkl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8000" y="-387350"/>
            <a:ext cx="1905000" cy="1905000"/>
          </a:xfrm>
          <a:prstGeom prst="rect">
            <a:avLst/>
          </a:prstGeom>
        </p:spPr>
      </p:pic>
      <p:pic>
        <p:nvPicPr>
          <p:cNvPr id="15" name="sound anchor" descr="sound anchor (invisible)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269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4" dur="8354" fill="hold" repeatCount="indefinite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452"/>
                                  </p:stCondLst>
                                  <p:childTnLst>
                                    <p:animScale>
                                      <p:cBhvr>
                                        <p:cTn id="6" dur="728" fill="hold" repeatCount="indefinite" autoRev="1"/>
                                        <p:tgtEl>
                                          <p:spTgt spid="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8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8" dur="8981" fill="hold" repeatCount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718"/>
                                  </p:stCondLst>
                                  <p:childTnLst>
                                    <p:animScale>
                                      <p:cBhvr>
                                        <p:cTn id="10" dur="748" fill="hold" repeatCount="indefinite" autoRev="1"/>
                                        <p:tgtEl>
                                          <p:spTgt spid="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783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2" dur="8301" fill="hold" repeatCount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6" presetClass="emph" presetSubtype="0" fill="hold" nodeType="withEffect">
                                  <p:stCondLst>
                                    <p:cond delay="328"/>
                                  </p:stCondLst>
                                  <p:childTnLst>
                                    <p:animScale>
                                      <p:cBhvr>
                                        <p:cTn id="14" dur="833" fill="hold" repeatCount="indefinite" autoRev="1"/>
                                        <p:tgtEl>
                                          <p:spTgt spid="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537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6" dur="8038" fill="hold" repeatCount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6" presetClass="emph" presetSubtype="0" fill="hold" nodeType="withEffect">
                                  <p:stCondLst>
                                    <p:cond delay="330"/>
                                  </p:stCondLst>
                                  <p:childTnLst>
                                    <p:animScale>
                                      <p:cBhvr>
                                        <p:cTn id="18" dur="1392" fill="hold" repeatCount="indefinite" autoRev="1"/>
                                        <p:tgtEl>
                                          <p:spTgt spid="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1141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20" dur="6114" fill="hold" repeatCount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6" presetClass="emph" presetSubtype="0" fill="hold" nodeType="withEffect">
                                  <p:stCondLst>
                                    <p:cond delay="124"/>
                                  </p:stCondLst>
                                  <p:childTnLst>
                                    <p:animScale>
                                      <p:cBhvr>
                                        <p:cTn id="22" dur="728" fill="hold" repeatCount="indefinite" autoRev="1"/>
                                        <p:tgtEl>
                                          <p:spTgt spid="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4" dur="800" fill="hold" repeatCount="indefinite" autoRev="1"/>
                                        <p:tgtEl>
                                          <p:spTgt spid="8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27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26" dur="18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9" presetID="6" presetClass="emph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Scale>
                                      <p:cBhvr>
                                        <p:cTn id="28" dur="930" fill="hold" repeatCount="indefinite" autoRev="1"/>
                                        <p:tgtEl>
                                          <p:spTgt spid="9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31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30" dur="20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3" presetID="6" presetClass="emp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Scale>
                                      <p:cBhvr>
                                        <p:cTn id="32" dur="1060" fill="hold" repeatCount="indefinite" autoRev="1"/>
                                        <p:tgtEl>
                                          <p:spTgt spid="10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35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34" dur="22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40" dur="280" fill="hold" repeatCount="2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3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42" dur="280" fill="hold" repeatCount="2000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70000">
                                        <p:cTn id="4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3" name="jum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4" name="star_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4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xit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_forest" descr="Magical forest full of hiding plac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1557" y="1530875"/>
            <a:ext cx="355600" cy="355600"/>
          </a:xfrm>
          <a:prstGeom prst="rect">
            <a:avLst/>
          </a:prstGeom>
        </p:spPr>
      </p:pic>
      <p:pic>
        <p:nvPicPr>
          <p:cNvPr id="4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451" y="3296960"/>
            <a:ext cx="355600" cy="355600"/>
          </a:xfrm>
          <a:prstGeom prst="rect">
            <a:avLst/>
          </a:prstGeom>
        </p:spPr>
      </p:pic>
      <p:pic>
        <p:nvPicPr>
          <p:cNvPr id="5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2238" y="1678347"/>
            <a:ext cx="355600" cy="355600"/>
          </a:xfrm>
          <a:prstGeom prst="rect">
            <a:avLst/>
          </a:prstGeom>
        </p:spPr>
      </p:pic>
      <p:pic>
        <p:nvPicPr>
          <p:cNvPr id="6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5801" y="2144471"/>
            <a:ext cx="355600" cy="355600"/>
          </a:xfrm>
          <a:prstGeom prst="rect">
            <a:avLst/>
          </a:prstGeom>
        </p:spPr>
      </p:pic>
      <p:pic>
        <p:nvPicPr>
          <p:cNvPr id="7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9837" y="4351519"/>
            <a:ext cx="355600" cy="355600"/>
          </a:xfrm>
          <a:prstGeom prst="rect">
            <a:avLst/>
          </a:prstGeom>
        </p:spPr>
      </p:pic>
      <p:pic>
        <p:nvPicPr>
          <p:cNvPr id="8" name="Hidden star 2" descr="sparkling star to collect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9000" y="444500"/>
            <a:ext cx="1079500" cy="1079500"/>
          </a:xfrm>
          <a:prstGeom prst="rect">
            <a:avLst/>
          </a:prstGeom>
        </p:spPr>
      </p:pic>
      <p:pic>
        <p:nvPicPr>
          <p:cNvPr id="9" name="Hidden star 3" descr="sparkling star to collect">
            <a:hlinkClick action="ppaction://hlinksldjump" r:id="rId10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8000" y="2540000"/>
            <a:ext cx="1079500" cy="1079500"/>
          </a:xfrm>
          <a:prstGeom prst="rect">
            <a:avLst/>
          </a:prstGeom>
        </p:spPr>
      </p:pic>
      <p:pic>
        <p:nvPicPr>
          <p:cNvPr id="10" name="Star counter 3 of 5" descr="3 of 5 stars collecte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3500" y="152400"/>
            <a:ext cx="4445000" cy="825500"/>
          </a:xfrm>
          <a:prstGeom prst="rect">
            <a:avLst/>
          </a:prstGeom>
        </p:spPr>
      </p:pic>
      <p:pic>
        <p:nvPicPr>
          <p:cNvPr id="11" name="Lumi (cheer)" descr="Lumi the baby dragon, cheer pos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2" name="Lumi (lookUp)" descr="Lumi the baby dragon, lookUp pos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3" name="star sparkle" descr="star sparkl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43500" y="-387350"/>
            <a:ext cx="1905000" cy="1905000"/>
          </a:xfrm>
          <a:prstGeom prst="rect">
            <a:avLst/>
          </a:prstGeom>
        </p:spPr>
      </p:pic>
      <p:pic>
        <p:nvPicPr>
          <p:cNvPr id="14" name="sound anchor" descr="sound anchor (invisible)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731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4" dur="7785" fill="hold" repeatCount="indefinite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626"/>
                                  </p:stCondLst>
                                  <p:childTnLst>
                                    <p:animScale>
                                      <p:cBhvr>
                                        <p:cTn id="6" dur="964" fill="hold" repeatCount="indefinite" autoRev="1"/>
                                        <p:tgtEl>
                                          <p:spTgt spid="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256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8" dur="7484" fill="hold" repeatCount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338"/>
                                  </p:stCondLst>
                                  <p:childTnLst>
                                    <p:animScale>
                                      <p:cBhvr>
                                        <p:cTn id="10" dur="906" fill="hold" repeatCount="indefinite" autoRev="1"/>
                                        <p:tgtEl>
                                          <p:spTgt spid="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1268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2" dur="9387" fill="hold" repeatCount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6" presetClass="emph" presetSubtype="0" fill="hold" nodeType="withEffect">
                                  <p:stCondLst>
                                    <p:cond delay="744"/>
                                  </p:stCondLst>
                                  <p:childTnLst>
                                    <p:animScale>
                                      <p:cBhvr>
                                        <p:cTn id="14" dur="867" fill="hold" repeatCount="indefinite" autoRev="1"/>
                                        <p:tgtEl>
                                          <p:spTgt spid="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1240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6" dur="6701" fill="hold" repeatCount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6" presetClass="emph" presetSubtype="0" fill="hold" nodeType="withEffect">
                                  <p:stCondLst>
                                    <p:cond delay="726"/>
                                  </p:stCondLst>
                                  <p:childTnLst>
                                    <p:animScale>
                                      <p:cBhvr>
                                        <p:cTn id="18" dur="1345" fill="hold" repeatCount="indefinite" autoRev="1"/>
                                        <p:tgtEl>
                                          <p:spTgt spid="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889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20" dur="9255" fill="hold" repeatCount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6" presetClass="emph" presetSubtype="0" fill="hold" nodeType="withEffect">
                                  <p:stCondLst>
                                    <p:cond delay="121"/>
                                  </p:stCondLst>
                                  <p:childTnLst>
                                    <p:animScale>
                                      <p:cBhvr>
                                        <p:cTn id="22" dur="1139" fill="hold" repeatCount="indefinite" autoRev="1"/>
                                        <p:tgtEl>
                                          <p:spTgt spid="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6" presetClass="emph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Scale>
                                      <p:cBhvr>
                                        <p:cTn id="24" dur="930" fill="hold" repeatCount="indefinite" autoRev="1"/>
                                        <p:tgtEl>
                                          <p:spTgt spid="8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27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26" dur="20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9" presetID="6" presetClass="emp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Scale>
                                      <p:cBhvr>
                                        <p:cTn id="28" dur="1060" fill="hold" repeatCount="indefinite" autoRev="1"/>
                                        <p:tgtEl>
                                          <p:spTgt spid="9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31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30" dur="22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36" dur="280" fill="hold" repeatCount="2000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9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38" dur="280" fill="hold" repeatCount="2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7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jum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3" name="star_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3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3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xit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_forest" descr="Magical forest full of hiding plac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4968" y="2934214"/>
            <a:ext cx="355600" cy="355600"/>
          </a:xfrm>
          <a:prstGeom prst="rect">
            <a:avLst/>
          </a:prstGeom>
        </p:spPr>
      </p:pic>
      <p:pic>
        <p:nvPicPr>
          <p:cNvPr id="4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6631" y="1167768"/>
            <a:ext cx="355600" cy="355600"/>
          </a:xfrm>
          <a:prstGeom prst="rect">
            <a:avLst/>
          </a:prstGeom>
        </p:spPr>
      </p:pic>
      <p:pic>
        <p:nvPicPr>
          <p:cNvPr id="5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4373" y="3136877"/>
            <a:ext cx="355600" cy="355600"/>
          </a:xfrm>
          <a:prstGeom prst="rect">
            <a:avLst/>
          </a:prstGeom>
        </p:spPr>
      </p:pic>
      <p:pic>
        <p:nvPicPr>
          <p:cNvPr id="6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4953" y="1875092"/>
            <a:ext cx="355600" cy="355600"/>
          </a:xfrm>
          <a:prstGeom prst="rect">
            <a:avLst/>
          </a:prstGeom>
        </p:spPr>
      </p:pic>
      <p:pic>
        <p:nvPicPr>
          <p:cNvPr id="7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8128" y="4872053"/>
            <a:ext cx="355600" cy="355600"/>
          </a:xfrm>
          <a:prstGeom prst="rect">
            <a:avLst/>
          </a:prstGeom>
        </p:spPr>
      </p:pic>
      <p:pic>
        <p:nvPicPr>
          <p:cNvPr id="8" name="Hidden star 1" descr="sparkling star to collect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6500" y="952500"/>
            <a:ext cx="1079500" cy="1079500"/>
          </a:xfrm>
          <a:prstGeom prst="rect">
            <a:avLst/>
          </a:prstGeom>
        </p:spPr>
      </p:pic>
      <p:pic>
        <p:nvPicPr>
          <p:cNvPr id="9" name="Hidden star 3" descr="sparkling star to collect">
            <a:hlinkClick action="ppaction://hlinksldjump" r:id="rId10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8000" y="2540000"/>
            <a:ext cx="1079500" cy="1079500"/>
          </a:xfrm>
          <a:prstGeom prst="rect">
            <a:avLst/>
          </a:prstGeom>
        </p:spPr>
      </p:pic>
      <p:pic>
        <p:nvPicPr>
          <p:cNvPr id="10" name="Star counter 3 of 5" descr="3 of 5 stars collecte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3500" y="152400"/>
            <a:ext cx="4445000" cy="825500"/>
          </a:xfrm>
          <a:prstGeom prst="rect">
            <a:avLst/>
          </a:prstGeom>
        </p:spPr>
      </p:pic>
      <p:pic>
        <p:nvPicPr>
          <p:cNvPr id="11" name="Lumi (cheer)" descr="Lumi the baby dragon, cheer pos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2" name="Lumi (lookUp)" descr="Lumi the baby dragon, lookUp pos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3" name="star sparkle" descr="star sparkl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43500" y="-387350"/>
            <a:ext cx="1905000" cy="1905000"/>
          </a:xfrm>
          <a:prstGeom prst="rect">
            <a:avLst/>
          </a:prstGeom>
        </p:spPr>
      </p:pic>
      <p:pic>
        <p:nvPicPr>
          <p:cNvPr id="14" name="sound anchor" descr="sound anchor (invisible)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467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4" dur="7888" fill="hold" repeatCount="indefinite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444"/>
                                  </p:stCondLst>
                                  <p:childTnLst>
                                    <p:animScale>
                                      <p:cBhvr>
                                        <p:cTn id="6" dur="1310" fill="hold" repeatCount="indefinite" autoRev="1"/>
                                        <p:tgtEl>
                                          <p:spTgt spid="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368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8" dur="9835" fill="hold" repeatCount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545"/>
                                  </p:stCondLst>
                                  <p:childTnLst>
                                    <p:animScale>
                                      <p:cBhvr>
                                        <p:cTn id="10" dur="864" fill="hold" repeatCount="indefinite" autoRev="1"/>
                                        <p:tgtEl>
                                          <p:spTgt spid="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2" dur="6424" fill="hold" repeatCount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6" presetClass="emph" presetSubtype="0" fill="hold" nodeType="withEffect">
                                  <p:stCondLst>
                                    <p:cond delay="429"/>
                                  </p:stCondLst>
                                  <p:childTnLst>
                                    <p:animScale>
                                      <p:cBhvr>
                                        <p:cTn id="14" dur="829" fill="hold" repeatCount="indefinite" autoRev="1"/>
                                        <p:tgtEl>
                                          <p:spTgt spid="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2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6" dur="6134" fill="hold" repeatCount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6" presetClass="emph" presetSubtype="0" fill="hold" nodeType="withEffect">
                                  <p:stCondLst>
                                    <p:cond delay="241"/>
                                  </p:stCondLst>
                                  <p:childTnLst>
                                    <p:animScale>
                                      <p:cBhvr>
                                        <p:cTn id="18" dur="1290" fill="hold" repeatCount="indefinite" autoRev="1"/>
                                        <p:tgtEl>
                                          <p:spTgt spid="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804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20" dur="7901" fill="hold" repeatCount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6" presetClass="emph" presetSubtype="0" fill="hold" nodeType="withEffect">
                                  <p:stCondLst>
                                    <p:cond delay="206"/>
                                  </p:stCondLst>
                                  <p:childTnLst>
                                    <p:animScale>
                                      <p:cBhvr>
                                        <p:cTn id="22" dur="920" fill="hold" repeatCount="indefinite" autoRev="1"/>
                                        <p:tgtEl>
                                          <p:spTgt spid="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4" dur="800" fill="hold" repeatCount="indefinite" autoRev="1"/>
                                        <p:tgtEl>
                                          <p:spTgt spid="8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27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26" dur="18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9" presetID="6" presetClass="emp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Scale>
                                      <p:cBhvr>
                                        <p:cTn id="28" dur="1060" fill="hold" repeatCount="indefinite" autoRev="1"/>
                                        <p:tgtEl>
                                          <p:spTgt spid="9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31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30" dur="22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36" dur="280" fill="hold" repeatCount="2000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9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38" dur="280" fill="hold" repeatCount="2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7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jum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3" name="star_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3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3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xit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_forest" descr="Magical forest full of hiding plac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5698" y="1846640"/>
            <a:ext cx="355600" cy="355600"/>
          </a:xfrm>
          <a:prstGeom prst="rect">
            <a:avLst/>
          </a:prstGeom>
        </p:spPr>
      </p:pic>
      <p:pic>
        <p:nvPicPr>
          <p:cNvPr id="4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2910" y="2026226"/>
            <a:ext cx="355600" cy="355600"/>
          </a:xfrm>
          <a:prstGeom prst="rect">
            <a:avLst/>
          </a:prstGeom>
        </p:spPr>
      </p:pic>
      <p:pic>
        <p:nvPicPr>
          <p:cNvPr id="5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5066" y="4730013"/>
            <a:ext cx="355600" cy="355600"/>
          </a:xfrm>
          <a:prstGeom prst="rect">
            <a:avLst/>
          </a:prstGeom>
        </p:spPr>
      </p:pic>
      <p:pic>
        <p:nvPicPr>
          <p:cNvPr id="6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9270" y="4649313"/>
            <a:ext cx="355600" cy="355600"/>
          </a:xfrm>
          <a:prstGeom prst="rect">
            <a:avLst/>
          </a:prstGeom>
        </p:spPr>
      </p:pic>
      <p:pic>
        <p:nvPicPr>
          <p:cNvPr id="7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5358" y="1391311"/>
            <a:ext cx="355600" cy="355600"/>
          </a:xfrm>
          <a:prstGeom prst="rect">
            <a:avLst/>
          </a:prstGeom>
        </p:spPr>
      </p:pic>
      <p:pic>
        <p:nvPicPr>
          <p:cNvPr id="8" name="Hidden star 3" descr="sparkling star to collect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8000" y="2540000"/>
            <a:ext cx="1079500" cy="1079500"/>
          </a:xfrm>
          <a:prstGeom prst="rect">
            <a:avLst/>
          </a:prstGeom>
        </p:spPr>
      </p:pic>
      <p:pic>
        <p:nvPicPr>
          <p:cNvPr id="9" name="Star counter 4 of 5" descr="4 of 5 stars collecte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3500" y="152400"/>
            <a:ext cx="4445000" cy="825500"/>
          </a:xfrm>
          <a:prstGeom prst="rect">
            <a:avLst/>
          </a:prstGeom>
        </p:spPr>
      </p:pic>
      <p:pic>
        <p:nvPicPr>
          <p:cNvPr id="10" name="Lumi (cheer)" descr="Lumi the baby dragon, cheer pos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1" name="Lumi (lookUp)" descr="Lumi the baby dragon, lookUp pos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2" name="star sparkle" descr="star sparkl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69000" y="-387350"/>
            <a:ext cx="1905000" cy="1905000"/>
          </a:xfrm>
          <a:prstGeom prst="rect">
            <a:avLst/>
          </a:prstGeom>
        </p:spPr>
      </p:pic>
      <p:pic>
        <p:nvPicPr>
          <p:cNvPr id="13" name="sound anchor" descr="sound anchor (invisible)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1151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4" dur="8112" fill="hold" repeatCount="indefinite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782"/>
                                  </p:stCondLst>
                                  <p:childTnLst>
                                    <p:animScale>
                                      <p:cBhvr>
                                        <p:cTn id="6" dur="1065" fill="hold" repeatCount="indefinite" autoRev="1"/>
                                        <p:tgtEl>
                                          <p:spTgt spid="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720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8" dur="9313" fill="hold" repeatCount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679"/>
                                  </p:stCondLst>
                                  <p:childTnLst>
                                    <p:animScale>
                                      <p:cBhvr>
                                        <p:cTn id="10" dur="954" fill="hold" repeatCount="indefinite" autoRev="1"/>
                                        <p:tgtEl>
                                          <p:spTgt spid="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1265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2" dur="8024" fill="hold" repeatCount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6" presetClass="emph" presetSubtype="0" fill="hold" nodeType="withEffect">
                                  <p:stCondLst>
                                    <p:cond delay="357"/>
                                  </p:stCondLst>
                                  <p:childTnLst>
                                    <p:animScale>
                                      <p:cBhvr>
                                        <p:cTn id="14" dur="1110" fill="hold" repeatCount="indefinite" autoRev="1"/>
                                        <p:tgtEl>
                                          <p:spTgt spid="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1003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6" dur="7562" fill="hold" repeatCount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6" presetClass="emph" presetSubtype="0" fill="hold" nodeType="withEffect">
                                  <p:stCondLst>
                                    <p:cond delay="96"/>
                                  </p:stCondLst>
                                  <p:childTnLst>
                                    <p:animScale>
                                      <p:cBhvr>
                                        <p:cTn id="18" dur="738" fill="hold" repeatCount="indefinite" autoRev="1"/>
                                        <p:tgtEl>
                                          <p:spTgt spid="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1469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20" dur="7152" fill="hold" repeatCount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6" presetClass="emph" presetSubtype="0" fill="hold" nodeType="withEffect">
                                  <p:stCondLst>
                                    <p:cond delay="773"/>
                                  </p:stCondLst>
                                  <p:childTnLst>
                                    <p:animScale>
                                      <p:cBhvr>
                                        <p:cTn id="22" dur="904" fill="hold" repeatCount="indefinite" autoRev="1"/>
                                        <p:tgtEl>
                                          <p:spTgt spid="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6" presetClass="emp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Scale>
                                      <p:cBhvr>
                                        <p:cTn id="24" dur="1060" fill="hold" repeatCount="indefinite" autoRev="1"/>
                                        <p:tgtEl>
                                          <p:spTgt spid="8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27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26" dur="22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32" dur="280" fill="hold" repeatCount="2000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34" dur="280" fill="hold" repeatCount="2000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7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1" name="jum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star_4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6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3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3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xit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_forest" descr="Magical forest full of hiding plac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3233" y="3988006"/>
            <a:ext cx="355600" cy="355600"/>
          </a:xfrm>
          <a:prstGeom prst="rect">
            <a:avLst/>
          </a:prstGeom>
        </p:spPr>
      </p:pic>
      <p:pic>
        <p:nvPicPr>
          <p:cNvPr id="4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8620" y="997315"/>
            <a:ext cx="355600" cy="355600"/>
          </a:xfrm>
          <a:prstGeom prst="rect">
            <a:avLst/>
          </a:prstGeom>
        </p:spPr>
      </p:pic>
      <p:pic>
        <p:nvPicPr>
          <p:cNvPr id="5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9264" y="2682024"/>
            <a:ext cx="355600" cy="355600"/>
          </a:xfrm>
          <a:prstGeom prst="rect">
            <a:avLst/>
          </a:prstGeom>
        </p:spPr>
      </p:pic>
      <p:pic>
        <p:nvPicPr>
          <p:cNvPr id="6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3875" y="2654209"/>
            <a:ext cx="355600" cy="355600"/>
          </a:xfrm>
          <a:prstGeom prst="rect">
            <a:avLst/>
          </a:prstGeom>
        </p:spPr>
      </p:pic>
      <p:pic>
        <p:nvPicPr>
          <p:cNvPr id="7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9872" y="4577523"/>
            <a:ext cx="355600" cy="355600"/>
          </a:xfrm>
          <a:prstGeom prst="rect">
            <a:avLst/>
          </a:prstGeom>
        </p:spPr>
      </p:pic>
      <p:pic>
        <p:nvPicPr>
          <p:cNvPr id="8" name="Hidden star 1" descr="sparkling star to collect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6500" y="952500"/>
            <a:ext cx="1079500" cy="1079500"/>
          </a:xfrm>
          <a:prstGeom prst="rect">
            <a:avLst/>
          </a:prstGeom>
        </p:spPr>
      </p:pic>
      <p:pic>
        <p:nvPicPr>
          <p:cNvPr id="9" name="Hidden star 2" descr="sparkling star to collect">
            <a:hlinkClick action="ppaction://hlinksldjump" r:id="rId10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9000" y="444500"/>
            <a:ext cx="1079500" cy="1079500"/>
          </a:xfrm>
          <a:prstGeom prst="rect">
            <a:avLst/>
          </a:prstGeom>
        </p:spPr>
      </p:pic>
      <p:pic>
        <p:nvPicPr>
          <p:cNvPr id="10" name="Star counter 3 of 5" descr="3 of 5 stars collecte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3500" y="152400"/>
            <a:ext cx="4445000" cy="825500"/>
          </a:xfrm>
          <a:prstGeom prst="rect">
            <a:avLst/>
          </a:prstGeom>
        </p:spPr>
      </p:pic>
      <p:pic>
        <p:nvPicPr>
          <p:cNvPr id="11" name="Lumi (cheer)" descr="Lumi the baby dragon, cheer pos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2" name="Lumi (lookUp)" descr="Lumi the baby dragon, lookUp pos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3" name="star sparkle" descr="star sparkl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43500" y="-387350"/>
            <a:ext cx="1905000" cy="1905000"/>
          </a:xfrm>
          <a:prstGeom prst="rect">
            <a:avLst/>
          </a:prstGeom>
        </p:spPr>
      </p:pic>
      <p:pic>
        <p:nvPicPr>
          <p:cNvPr id="14" name="sound anchor" descr="sound anchor (invisible)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1093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4" dur="8552" fill="hold" repeatCount="indefinite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203"/>
                                  </p:stCondLst>
                                  <p:childTnLst>
                                    <p:animScale>
                                      <p:cBhvr>
                                        <p:cTn id="6" dur="793" fill="hold" repeatCount="indefinite" autoRev="1"/>
                                        <p:tgtEl>
                                          <p:spTgt spid="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048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8" dur="8479" fill="hold" repeatCount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635"/>
                                  </p:stCondLst>
                                  <p:childTnLst>
                                    <p:animScale>
                                      <p:cBhvr>
                                        <p:cTn id="10" dur="1300" fill="hold" repeatCount="indefinite" autoRev="1"/>
                                        <p:tgtEl>
                                          <p:spTgt spid="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49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2" dur="8776" fill="hold" repeatCount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6" presetClass="emph" presetSubtype="0" fill="hold" nodeType="withEffect">
                                  <p:stCondLst>
                                    <p:cond delay="624"/>
                                  </p:stCondLst>
                                  <p:childTnLst>
                                    <p:animScale>
                                      <p:cBhvr>
                                        <p:cTn id="14" dur="727" fill="hold" repeatCount="indefinite" autoRev="1"/>
                                        <p:tgtEl>
                                          <p:spTgt spid="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975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6" dur="8235" fill="hold" repeatCount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6" presetClass="emph" presetSubtype="0" fill="hold" nodeType="withEffect">
                                  <p:stCondLst>
                                    <p:cond delay="460"/>
                                  </p:stCondLst>
                                  <p:childTnLst>
                                    <p:animScale>
                                      <p:cBhvr>
                                        <p:cTn id="18" dur="1108" fill="hold" repeatCount="indefinite" autoRev="1"/>
                                        <p:tgtEl>
                                          <p:spTgt spid="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1418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20" dur="8283" fill="hold" repeatCount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6" presetClass="emph" presetSubtype="0" fill="hold" nodeType="withEffect">
                                  <p:stCondLst>
                                    <p:cond delay="62"/>
                                  </p:stCondLst>
                                  <p:childTnLst>
                                    <p:animScale>
                                      <p:cBhvr>
                                        <p:cTn id="22" dur="1386" fill="hold" repeatCount="indefinite" autoRev="1"/>
                                        <p:tgtEl>
                                          <p:spTgt spid="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4" dur="800" fill="hold" repeatCount="indefinite" autoRev="1"/>
                                        <p:tgtEl>
                                          <p:spTgt spid="8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27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26" dur="18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9" presetID="6" presetClass="emph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Scale>
                                      <p:cBhvr>
                                        <p:cTn id="28" dur="930" fill="hold" repeatCount="indefinite" autoRev="1"/>
                                        <p:tgtEl>
                                          <p:spTgt spid="9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31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30" dur="20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36" dur="280" fill="hold" repeatCount="2000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9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38" dur="280" fill="hold" repeatCount="2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7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jum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3" name="star_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3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3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xit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_forest" descr="Magical forest full of hiding plac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8876" y="4502641"/>
            <a:ext cx="355600" cy="355600"/>
          </a:xfrm>
          <a:prstGeom prst="rect">
            <a:avLst/>
          </a:prstGeom>
        </p:spPr>
      </p:pic>
      <p:pic>
        <p:nvPicPr>
          <p:cNvPr id="4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9789" y="3273716"/>
            <a:ext cx="355600" cy="355600"/>
          </a:xfrm>
          <a:prstGeom prst="rect">
            <a:avLst/>
          </a:prstGeom>
        </p:spPr>
      </p:pic>
      <p:pic>
        <p:nvPicPr>
          <p:cNvPr id="5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7068" y="2534329"/>
            <a:ext cx="355600" cy="355600"/>
          </a:xfrm>
          <a:prstGeom prst="rect">
            <a:avLst/>
          </a:prstGeom>
        </p:spPr>
      </p:pic>
      <p:pic>
        <p:nvPicPr>
          <p:cNvPr id="6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309" y="1016775"/>
            <a:ext cx="355600" cy="355600"/>
          </a:xfrm>
          <a:prstGeom prst="rect">
            <a:avLst/>
          </a:prstGeom>
        </p:spPr>
      </p:pic>
      <p:pic>
        <p:nvPicPr>
          <p:cNvPr id="7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7883" y="3930388"/>
            <a:ext cx="355600" cy="355600"/>
          </a:xfrm>
          <a:prstGeom prst="rect">
            <a:avLst/>
          </a:prstGeom>
        </p:spPr>
      </p:pic>
      <p:pic>
        <p:nvPicPr>
          <p:cNvPr id="8" name="Hidden star 2" descr="sparkling star to collect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9000" y="444500"/>
            <a:ext cx="1079500" cy="1079500"/>
          </a:xfrm>
          <a:prstGeom prst="rect">
            <a:avLst/>
          </a:prstGeom>
        </p:spPr>
      </p:pic>
      <p:pic>
        <p:nvPicPr>
          <p:cNvPr id="9" name="Star counter 4 of 5" descr="4 of 5 stars collecte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3500" y="152400"/>
            <a:ext cx="4445000" cy="825500"/>
          </a:xfrm>
          <a:prstGeom prst="rect">
            <a:avLst/>
          </a:prstGeom>
        </p:spPr>
      </p:pic>
      <p:pic>
        <p:nvPicPr>
          <p:cNvPr id="10" name="Lumi (cheer)" descr="Lumi the baby dragon, cheer pos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1" name="Lumi (lookUp)" descr="Lumi the baby dragon, lookUp pos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2" name="star sparkle" descr="star sparkl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69000" y="-387350"/>
            <a:ext cx="1905000" cy="1905000"/>
          </a:xfrm>
          <a:prstGeom prst="rect">
            <a:avLst/>
          </a:prstGeom>
        </p:spPr>
      </p:pic>
      <p:pic>
        <p:nvPicPr>
          <p:cNvPr id="13" name="sound anchor" descr="sound anchor (invisible)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743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4" dur="9925" fill="hold" repeatCount="indefinite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20"/>
                                  </p:stCondLst>
                                  <p:childTnLst>
                                    <p:animScale>
                                      <p:cBhvr>
                                        <p:cTn id="6" dur="1307" fill="hold" repeatCount="indefinite" autoRev="1"/>
                                        <p:tgtEl>
                                          <p:spTgt spid="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581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8" dur="7173" fill="hold" repeatCount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27"/>
                                  </p:stCondLst>
                                  <p:childTnLst>
                                    <p:animScale>
                                      <p:cBhvr>
                                        <p:cTn id="10" dur="779" fill="hold" repeatCount="indefinite" autoRev="1"/>
                                        <p:tgtEl>
                                          <p:spTgt spid="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1188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2" dur="9534" fill="hold" repeatCount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6" presetClass="emph" presetSubtype="0" fill="hold" nodeType="withEffect">
                                  <p:stCondLst>
                                    <p:cond delay="314"/>
                                  </p:stCondLst>
                                  <p:childTnLst>
                                    <p:animScale>
                                      <p:cBhvr>
                                        <p:cTn id="14" dur="1123" fill="hold" repeatCount="indefinite" autoRev="1"/>
                                        <p:tgtEl>
                                          <p:spTgt spid="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1466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6" dur="6960" fill="hold" repeatCount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6" presetClass="emph" presetSubtype="0" fill="hold" nodeType="withEffect">
                                  <p:stCondLst>
                                    <p:cond delay="38"/>
                                  </p:stCondLst>
                                  <p:childTnLst>
                                    <p:animScale>
                                      <p:cBhvr>
                                        <p:cTn id="18" dur="773" fill="hold" repeatCount="indefinite" autoRev="1"/>
                                        <p:tgtEl>
                                          <p:spTgt spid="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15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20" dur="9674" fill="hold" repeatCount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6" presetClass="emph" presetSubtype="0" fill="hold" nodeType="withEffect">
                                  <p:stCondLst>
                                    <p:cond delay="704"/>
                                  </p:stCondLst>
                                  <p:childTnLst>
                                    <p:animScale>
                                      <p:cBhvr>
                                        <p:cTn id="22" dur="1059" fill="hold" repeatCount="indefinite" autoRev="1"/>
                                        <p:tgtEl>
                                          <p:spTgt spid="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6" presetClass="emph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Scale>
                                      <p:cBhvr>
                                        <p:cTn id="24" dur="930" fill="hold" repeatCount="indefinite" autoRev="1"/>
                                        <p:tgtEl>
                                          <p:spTgt spid="8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27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26" dur="20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32" dur="280" fill="hold" repeatCount="2000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34" dur="280" fill="hold" repeatCount="2000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7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1" name="jum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star_4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6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3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3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xit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_forest" descr="Magical forest full of hiding plac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3760" y="5096075"/>
            <a:ext cx="355600" cy="355600"/>
          </a:xfrm>
          <a:prstGeom prst="rect">
            <a:avLst/>
          </a:prstGeom>
        </p:spPr>
      </p:pic>
      <p:pic>
        <p:nvPicPr>
          <p:cNvPr id="4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9926" y="1361168"/>
            <a:ext cx="355600" cy="355600"/>
          </a:xfrm>
          <a:prstGeom prst="rect">
            <a:avLst/>
          </a:prstGeom>
        </p:spPr>
      </p:pic>
      <p:pic>
        <p:nvPicPr>
          <p:cNvPr id="5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7556" y="5260003"/>
            <a:ext cx="355600" cy="355600"/>
          </a:xfrm>
          <a:prstGeom prst="rect">
            <a:avLst/>
          </a:prstGeom>
        </p:spPr>
      </p:pic>
      <p:pic>
        <p:nvPicPr>
          <p:cNvPr id="6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9901" y="3300946"/>
            <a:ext cx="355600" cy="355600"/>
          </a:xfrm>
          <a:prstGeom prst="rect">
            <a:avLst/>
          </a:prstGeom>
        </p:spPr>
      </p:pic>
      <p:pic>
        <p:nvPicPr>
          <p:cNvPr id="7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4610" y="2393644"/>
            <a:ext cx="355600" cy="355600"/>
          </a:xfrm>
          <a:prstGeom prst="rect">
            <a:avLst/>
          </a:prstGeom>
        </p:spPr>
      </p:pic>
      <p:pic>
        <p:nvPicPr>
          <p:cNvPr id="8" name="Hidden star 1" descr="sparkling star to collect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6500" y="952500"/>
            <a:ext cx="1079500" cy="1079500"/>
          </a:xfrm>
          <a:prstGeom prst="rect">
            <a:avLst/>
          </a:prstGeom>
        </p:spPr>
      </p:pic>
      <p:pic>
        <p:nvPicPr>
          <p:cNvPr id="9" name="Star counter 4 of 5" descr="4 of 5 stars collecte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3500" y="152400"/>
            <a:ext cx="4445000" cy="825500"/>
          </a:xfrm>
          <a:prstGeom prst="rect">
            <a:avLst/>
          </a:prstGeom>
        </p:spPr>
      </p:pic>
      <p:pic>
        <p:nvPicPr>
          <p:cNvPr id="10" name="Lumi (cheer)" descr="Lumi the baby dragon, cheer pos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1" name="Lumi (lookUp)" descr="Lumi the baby dragon, lookUp pos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2" name="star sparkle" descr="star sparkl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69000" y="-387350"/>
            <a:ext cx="1905000" cy="1905000"/>
          </a:xfrm>
          <a:prstGeom prst="rect">
            <a:avLst/>
          </a:prstGeom>
        </p:spPr>
      </p:pic>
      <p:pic>
        <p:nvPicPr>
          <p:cNvPr id="13" name="sound anchor" descr="sound anchor (invisible)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1240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4" dur="8502" fill="hold" repeatCount="indefinite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213"/>
                                  </p:stCondLst>
                                  <p:childTnLst>
                                    <p:animScale>
                                      <p:cBhvr>
                                        <p:cTn id="6" dur="1275" fill="hold" repeatCount="indefinite" autoRev="1"/>
                                        <p:tgtEl>
                                          <p:spTgt spid="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247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8" dur="6979" fill="hold" repeatCount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557"/>
                                  </p:stCondLst>
                                  <p:childTnLst>
                                    <p:animScale>
                                      <p:cBhvr>
                                        <p:cTn id="10" dur="1050" fill="hold" repeatCount="indefinite" autoRev="1"/>
                                        <p:tgtEl>
                                          <p:spTgt spid="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1374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2" dur="7598" fill="hold" repeatCount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6" presetClass="emph" presetSubtype="0" fill="hold" nodeType="withEffect">
                                  <p:stCondLst>
                                    <p:cond delay="182"/>
                                  </p:stCondLst>
                                  <p:childTnLst>
                                    <p:animScale>
                                      <p:cBhvr>
                                        <p:cTn id="14" dur="1087" fill="hold" repeatCount="indefinite" autoRev="1"/>
                                        <p:tgtEl>
                                          <p:spTgt spid="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24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6" dur="9728" fill="hold" repeatCount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6" presetClass="emph" presetSubtype="0" fill="hold" nodeType="withEffect">
                                  <p:stCondLst>
                                    <p:cond delay="628"/>
                                  </p:stCondLst>
                                  <p:childTnLst>
                                    <p:animScale>
                                      <p:cBhvr>
                                        <p:cTn id="18" dur="1393" fill="hold" repeatCount="indefinite" autoRev="1"/>
                                        <p:tgtEl>
                                          <p:spTgt spid="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1410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20" dur="9642" fill="hold" repeatCount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6" presetClass="emph" presetSubtype="0" fill="hold" nodeType="withEffect">
                                  <p:stCondLst>
                                    <p:cond delay="704"/>
                                  </p:stCondLst>
                                  <p:childTnLst>
                                    <p:animScale>
                                      <p:cBhvr>
                                        <p:cTn id="22" dur="1266" fill="hold" repeatCount="indefinite" autoRev="1"/>
                                        <p:tgtEl>
                                          <p:spTgt spid="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4" dur="800" fill="hold" repeatCount="indefinite" autoRev="1"/>
                                        <p:tgtEl>
                                          <p:spTgt spid="8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27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840000">
                                      <p:cBhvr>
                                        <p:cTn id="26" dur="18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32" dur="280" fill="hold" repeatCount="2000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34" dur="280" fill="hold" repeatCount="2000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7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1" name="jum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star_4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6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3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3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xit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_forest" descr="Magical forest full of hiding plac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6247" y="2615008"/>
            <a:ext cx="355600" cy="355600"/>
          </a:xfrm>
          <a:prstGeom prst="rect">
            <a:avLst/>
          </a:prstGeom>
        </p:spPr>
      </p:pic>
      <p:pic>
        <p:nvPicPr>
          <p:cNvPr id="4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2924" y="4495935"/>
            <a:ext cx="355600" cy="355600"/>
          </a:xfrm>
          <a:prstGeom prst="rect">
            <a:avLst/>
          </a:prstGeom>
        </p:spPr>
      </p:pic>
      <p:pic>
        <p:nvPicPr>
          <p:cNvPr id="5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6157" y="4359538"/>
            <a:ext cx="355600" cy="355600"/>
          </a:xfrm>
          <a:prstGeom prst="rect">
            <a:avLst/>
          </a:prstGeom>
        </p:spPr>
      </p:pic>
      <p:pic>
        <p:nvPicPr>
          <p:cNvPr id="6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3811" y="4643050"/>
            <a:ext cx="355600" cy="355600"/>
          </a:xfrm>
          <a:prstGeom prst="rect">
            <a:avLst/>
          </a:prstGeom>
        </p:spPr>
      </p:pic>
      <p:pic>
        <p:nvPicPr>
          <p:cNvPr id="7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6082" y="3100480"/>
            <a:ext cx="355600" cy="355600"/>
          </a:xfrm>
          <a:prstGeom prst="rect">
            <a:avLst/>
          </a:prstGeom>
        </p:spPr>
      </p:pic>
      <p:pic>
        <p:nvPicPr>
          <p:cNvPr id="8" name="Star counter 5 of 5" descr="5 of 5 stars collecte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3500" y="152400"/>
            <a:ext cx="4445000" cy="825500"/>
          </a:xfrm>
          <a:prstGeom prst="rect">
            <a:avLst/>
          </a:prstGeom>
        </p:spPr>
      </p:pic>
      <p:pic>
        <p:nvPicPr>
          <p:cNvPr id="9" name="Lumi (cheer)" descr="Lumi the baby dragon, cheer pos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0" name="Lumi (flyUp)" descr="Lumi the baby dragon, flyUp pos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1" name="Lumi (fly)" descr="Lumi the baby dragon, fly pos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63750" y="3574415"/>
            <a:ext cx="2984500" cy="2984500"/>
          </a:xfrm>
          <a:prstGeom prst="rect">
            <a:avLst/>
          </a:prstGeom>
        </p:spPr>
      </p:pic>
      <p:pic>
        <p:nvPicPr>
          <p:cNvPr id="12" name="star sparkle" descr="star sparkl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94500" y="-387350"/>
            <a:ext cx="1905000" cy="1905000"/>
          </a:xfrm>
          <a:prstGeom prst="rect">
            <a:avLst/>
          </a:prstGeom>
        </p:spPr>
      </p:pic>
      <p:pic>
        <p:nvPicPr>
          <p:cNvPr id="13" name="confetti" descr="falling confetti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6000" y="-4572000"/>
            <a:ext cx="7620000" cy="4445000"/>
          </a:xfrm>
          <a:prstGeom prst="rect">
            <a:avLst/>
          </a:prstGeom>
        </p:spPr>
      </p:pic>
      <p:pic>
        <p:nvPicPr>
          <p:cNvPr id="14" name="portal glow" descr="portal glow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50000" y="1270000"/>
            <a:ext cx="4826000" cy="4826000"/>
          </a:xfrm>
          <a:prstGeom prst="rect">
            <a:avLst/>
          </a:prstGeom>
        </p:spPr>
      </p:pic>
      <p:pic>
        <p:nvPicPr>
          <p:cNvPr id="15" name="Magic portal to the balloon sky" descr="glowing portal to the sky">
            <a:hlinkClick action="ppaction://hlinksldjump" r:id="rId12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12000" y="2032000"/>
            <a:ext cx="3302000" cy="3302000"/>
          </a:xfrm>
          <a:prstGeom prst="rect">
            <a:avLst/>
          </a:prstGeom>
        </p:spPr>
      </p:pic>
      <p:pic>
        <p:nvPicPr>
          <p:cNvPr id="16" name="sound anchor" descr="sound anchor (invisible)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204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4" dur="6871" fill="hold" repeatCount="indefinite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312"/>
                                  </p:stCondLst>
                                  <p:childTnLst>
                                    <p:animScale>
                                      <p:cBhvr>
                                        <p:cTn id="6" dur="1000" fill="hold" repeatCount="indefinite" autoRev="1"/>
                                        <p:tgtEl>
                                          <p:spTgt spid="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9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8" dur="9675" fill="hold" repeatCount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78"/>
                                  </p:stCondLst>
                                  <p:childTnLst>
                                    <p:animScale>
                                      <p:cBhvr>
                                        <p:cTn id="10" dur="871" fill="hold" repeatCount="indefinite" autoRev="1"/>
                                        <p:tgtEl>
                                          <p:spTgt spid="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460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2" dur="8686" fill="hold" repeatCount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6" presetClass="emph" presetSubtype="0" fill="hold" nodeType="withEffect">
                                  <p:stCondLst>
                                    <p:cond delay="583"/>
                                  </p:stCondLst>
                                  <p:childTnLst>
                                    <p:animScale>
                                      <p:cBhvr>
                                        <p:cTn id="14" dur="764" fill="hold" repeatCount="indefinite" autoRev="1"/>
                                        <p:tgtEl>
                                          <p:spTgt spid="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1118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6" dur="8982" fill="hold" repeatCount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6" presetClass="emph" presetSubtype="0" fill="hold" nodeType="withEffect">
                                  <p:stCondLst>
                                    <p:cond delay="426"/>
                                  </p:stCondLst>
                                  <p:childTnLst>
                                    <p:animScale>
                                      <p:cBhvr>
                                        <p:cTn id="18" dur="1116" fill="hold" repeatCount="indefinite" autoRev="1"/>
                                        <p:tgtEl>
                                          <p:spTgt spid="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1221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20" dur="9705" fill="hold" repeatCount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6" presetClass="emph" presetSubtype="0" fill="hold" nodeType="withEffect">
                                  <p:stCondLst>
                                    <p:cond delay="309"/>
                                  </p:stCondLst>
                                  <p:childTnLst>
                                    <p:animScale>
                                      <p:cBhvr>
                                        <p:cTn id="22" dur="950" fill="hold" repeatCount="indefinite" autoRev="1"/>
                                        <p:tgtEl>
                                          <p:spTgt spid="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1" presetClass="exit" presetSubtype="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xit" presetSubtype="0" fill="hold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32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32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56" dur="280" fill="hold" repeatCount="2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9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58" dur="280" fill="hold" repeatCount="2000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1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800 E" pathEditMode="relative" ptsTypes="AA">
                                      <p:cBhvr>
                                        <p:cTn id="60" dur="280" fill="hold" repeatCount="2000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70000">
                                        <p:cTn id="6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4" name="jum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6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5" name="star_al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72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9" dur="3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3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xit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0" presetClass="path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0 0 L 0.0000 1.6000 E" pathEditMode="relative" ptsTypes="AA">
                                      <p:cBhvr>
                                        <p:cTn id="76" dur="3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53" presetClass="entr" presetSubtype="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2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4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8" presetClass="emph" presetSubtype="0" fill="hold" nodeType="withEffect">
                                  <p:stCondLst>
                                    <p:cond delay="2700"/>
                                  </p:stCondLst>
                                  <p:childTnLst>
                                    <p:animRot by="21600000">
                                      <p:cBhvr>
                                        <p:cTn id="86" dur="8000" fill="hold" repeatCount="indefinite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89" presetID="6" presetClass="emph" presetSubtype="0" fill="hold" nodeType="withEffect">
                                  <p:stCondLst>
                                    <p:cond delay="2700"/>
                                  </p:stCondLst>
                                  <p:childTnLst>
                                    <p:animScale>
                                      <p:cBhvr>
                                        <p:cTn id="88" dur="1100" fill="hold" repeatCount="indefinite" autoRev="1"/>
                                        <p:tgtEl>
                                          <p:spTgt spid="14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_sky" descr="Sunny sky with a rainbow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umi (fly)" descr="Lumi the baby dragon, fly pos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5500" y="3823970"/>
            <a:ext cx="2921000" cy="2921000"/>
          </a:xfrm>
          <a:prstGeom prst="rect">
            <a:avLst/>
          </a:prstGeom>
        </p:spPr>
      </p:pic>
      <p:pic>
        <p:nvPicPr>
          <p:cNvPr id="4" name="Lumi (flyUp)" descr="Lumi the baby dragon, flyUp pos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5500" y="3823970"/>
            <a:ext cx="2921000" cy="2921000"/>
          </a:xfrm>
          <a:prstGeom prst="rect">
            <a:avLst/>
          </a:prstGeom>
        </p:spPr>
      </p:pic>
      <p:pic>
        <p:nvPicPr>
          <p:cNvPr id="5" name="Lumi (welcome)" descr="Lumi the baby dragon, welcome pos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5500" y="3823970"/>
            <a:ext cx="2921000" cy="2921000"/>
          </a:xfrm>
          <a:prstGeom prst="rect">
            <a:avLst/>
          </a:prstGeom>
        </p:spPr>
      </p:pic>
      <p:pic>
        <p:nvPicPr>
          <p:cNvPr id="6" name="golden balloon glow" descr="golden balloon glow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35500" y="-127000"/>
            <a:ext cx="2921000" cy="2921000"/>
          </a:xfrm>
          <a:prstGeom prst="rect">
            <a:avLst/>
          </a:prstGeom>
        </p:spPr>
      </p:pic>
      <p:pic>
        <p:nvPicPr>
          <p:cNvPr id="7" name="Golden balloon with food basket" descr="golden balloon carrying a basket of treats">
            <a:hlinkClick action="ppaction://hlinksldjump" r:id="rId29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43500" y="254000"/>
            <a:ext cx="1905000" cy="3175000"/>
          </a:xfrm>
          <a:prstGeom prst="rect">
            <a:avLst/>
          </a:prstGeom>
        </p:spPr>
      </p:pic>
      <p:pic>
        <p:nvPicPr>
          <p:cNvPr id="8" name="red balloon" descr="red balloo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381000"/>
            <a:ext cx="1143000" cy="2286000"/>
          </a:xfrm>
          <a:prstGeom prst="rect">
            <a:avLst/>
          </a:prstGeom>
        </p:spPr>
      </p:pic>
      <p:pic>
        <p:nvPicPr>
          <p:cNvPr id="9" name="pop burst" descr="pop burst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0500" y="254000"/>
            <a:ext cx="1905000" cy="1905000"/>
          </a:xfrm>
          <a:prstGeom prst="rect">
            <a:avLst/>
          </a:prstGeom>
        </p:spPr>
      </p:pic>
      <p:pic>
        <p:nvPicPr>
          <p:cNvPr id="10" name="surprise reward" descr="surprise reward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6250" y="641350"/>
            <a:ext cx="1333500" cy="1130300"/>
          </a:xfrm>
          <a:prstGeom prst="rect">
            <a:avLst/>
          </a:prstGeom>
        </p:spPr>
      </p:pic>
      <p:sp>
        <p:nvSpPr>
          <p:cNvPr id="11" name="pop red balloon"/>
          <p:cNvSpPr/>
          <p:nvPr/>
        </p:nvSpPr>
        <p:spPr>
          <a:xfrm>
            <a:off x="571500" y="381000"/>
            <a:ext cx="1143000" cy="1714500"/>
          </a:xfrm>
          <a:prstGeom prst="rect">
            <a:avLst/>
          </a:prstGeom>
          <a:solidFill>
            <a:srgbClr val="FFFFFF">
              <a:alpha val="1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blue balloon" descr="blue balloon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032000" y="1587500"/>
            <a:ext cx="1143000" cy="2286000"/>
          </a:xfrm>
          <a:prstGeom prst="rect">
            <a:avLst/>
          </a:prstGeom>
        </p:spPr>
      </p:pic>
      <p:pic>
        <p:nvPicPr>
          <p:cNvPr id="13" name="pop burst" descr="pop burst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651000" y="1460500"/>
            <a:ext cx="1905000" cy="1905000"/>
          </a:xfrm>
          <a:prstGeom prst="rect">
            <a:avLst/>
          </a:prstGeom>
        </p:spPr>
      </p:pic>
      <p:pic>
        <p:nvPicPr>
          <p:cNvPr id="14" name="surprise reward" descr="surprise reward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73250" y="1828800"/>
            <a:ext cx="1460500" cy="1168400"/>
          </a:xfrm>
          <a:prstGeom prst="rect">
            <a:avLst/>
          </a:prstGeom>
        </p:spPr>
      </p:pic>
      <p:sp>
        <p:nvSpPr>
          <p:cNvPr id="15" name="pop blue balloon"/>
          <p:cNvSpPr/>
          <p:nvPr/>
        </p:nvSpPr>
        <p:spPr>
          <a:xfrm>
            <a:off x="2032000" y="1587500"/>
            <a:ext cx="1143000" cy="1714500"/>
          </a:xfrm>
          <a:prstGeom prst="rect">
            <a:avLst/>
          </a:prstGeom>
          <a:solidFill>
            <a:srgbClr val="FFFFFF">
              <a:alpha val="1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green balloon" descr="green balloon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556000" y="444500"/>
            <a:ext cx="1143000" cy="2286000"/>
          </a:xfrm>
          <a:prstGeom prst="rect">
            <a:avLst/>
          </a:prstGeom>
        </p:spPr>
      </p:pic>
      <p:pic>
        <p:nvPicPr>
          <p:cNvPr id="17" name="pop burst" descr="pop burst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75000" y="317500"/>
            <a:ext cx="1905000" cy="1905000"/>
          </a:xfrm>
          <a:prstGeom prst="rect">
            <a:avLst/>
          </a:prstGeom>
        </p:spPr>
      </p:pic>
      <p:pic>
        <p:nvPicPr>
          <p:cNvPr id="18" name="surprise reward" descr="surprise reward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079750" y="673100"/>
            <a:ext cx="2095500" cy="1193800"/>
          </a:xfrm>
          <a:prstGeom prst="rect">
            <a:avLst/>
          </a:prstGeom>
        </p:spPr>
      </p:pic>
      <p:sp>
        <p:nvSpPr>
          <p:cNvPr id="19" name="pop green balloon"/>
          <p:cNvSpPr/>
          <p:nvPr/>
        </p:nvSpPr>
        <p:spPr>
          <a:xfrm>
            <a:off x="3556000" y="444500"/>
            <a:ext cx="1143000" cy="1714500"/>
          </a:xfrm>
          <a:prstGeom prst="rect">
            <a:avLst/>
          </a:prstGeom>
          <a:solidFill>
            <a:srgbClr val="FFFFFF">
              <a:alpha val="1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yellow balloon" descr="yellow balloon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81000" y="2794000"/>
            <a:ext cx="1143000" cy="2286000"/>
          </a:xfrm>
          <a:prstGeom prst="rect">
            <a:avLst/>
          </a:prstGeom>
        </p:spPr>
      </p:pic>
      <p:pic>
        <p:nvPicPr>
          <p:cNvPr id="21" name="pop burst" descr="pop burst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0" y="2667000"/>
            <a:ext cx="1905000" cy="1905000"/>
          </a:xfrm>
          <a:prstGeom prst="rect">
            <a:avLst/>
          </a:prstGeom>
        </p:spPr>
      </p:pic>
      <p:pic>
        <p:nvPicPr>
          <p:cNvPr id="22" name="surprise reward" descr="surprise reward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81000" y="3048000"/>
            <a:ext cx="1143000" cy="1143000"/>
          </a:xfrm>
          <a:prstGeom prst="rect">
            <a:avLst/>
          </a:prstGeom>
        </p:spPr>
      </p:pic>
      <p:sp>
        <p:nvSpPr>
          <p:cNvPr id="23" name="pop yellow balloon"/>
          <p:cNvSpPr/>
          <p:nvPr/>
        </p:nvSpPr>
        <p:spPr>
          <a:xfrm>
            <a:off x="381000" y="2794000"/>
            <a:ext cx="1143000" cy="1714500"/>
          </a:xfrm>
          <a:prstGeom prst="rect">
            <a:avLst/>
          </a:prstGeom>
          <a:solidFill>
            <a:srgbClr val="FFFFFF">
              <a:alpha val="1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4" name="pink balloon" descr="pink balloon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493000" y="444500"/>
            <a:ext cx="1143000" cy="2286000"/>
          </a:xfrm>
          <a:prstGeom prst="rect">
            <a:avLst/>
          </a:prstGeom>
        </p:spPr>
      </p:pic>
      <p:pic>
        <p:nvPicPr>
          <p:cNvPr id="25" name="pop burst" descr="pop burst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112000" y="317500"/>
            <a:ext cx="1905000" cy="1905000"/>
          </a:xfrm>
          <a:prstGeom prst="rect">
            <a:avLst/>
          </a:prstGeom>
        </p:spPr>
      </p:pic>
      <p:pic>
        <p:nvPicPr>
          <p:cNvPr id="26" name="surprise reward" descr="surprise reward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524750" y="730250"/>
            <a:ext cx="1079500" cy="1079500"/>
          </a:xfrm>
          <a:prstGeom prst="rect">
            <a:avLst/>
          </a:prstGeom>
        </p:spPr>
      </p:pic>
      <p:sp>
        <p:nvSpPr>
          <p:cNvPr id="27" name="pop pink balloon"/>
          <p:cNvSpPr/>
          <p:nvPr/>
        </p:nvSpPr>
        <p:spPr>
          <a:xfrm>
            <a:off x="7493000" y="444500"/>
            <a:ext cx="1143000" cy="1714500"/>
          </a:xfrm>
          <a:prstGeom prst="rect">
            <a:avLst/>
          </a:prstGeom>
          <a:solidFill>
            <a:srgbClr val="FFFFFF">
              <a:alpha val="1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urple balloon" descr="purple balloon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017000" y="1651000"/>
            <a:ext cx="1143000" cy="2286000"/>
          </a:xfrm>
          <a:prstGeom prst="rect">
            <a:avLst/>
          </a:prstGeom>
        </p:spPr>
      </p:pic>
      <p:pic>
        <p:nvPicPr>
          <p:cNvPr id="29" name="pop burst" descr="pop burst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636000" y="1524000"/>
            <a:ext cx="1905000" cy="1905000"/>
          </a:xfrm>
          <a:prstGeom prst="rect">
            <a:avLst/>
          </a:prstGeom>
        </p:spPr>
      </p:pic>
      <p:pic>
        <p:nvPicPr>
          <p:cNvPr id="30" name="surprise reward" descr="surprise reward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048750" y="1803400"/>
            <a:ext cx="1079500" cy="1346200"/>
          </a:xfrm>
          <a:prstGeom prst="rect">
            <a:avLst/>
          </a:prstGeom>
        </p:spPr>
      </p:pic>
      <p:sp>
        <p:nvSpPr>
          <p:cNvPr id="31" name="pop purple balloon"/>
          <p:cNvSpPr/>
          <p:nvPr/>
        </p:nvSpPr>
        <p:spPr>
          <a:xfrm>
            <a:off x="9017000" y="1651000"/>
            <a:ext cx="1143000" cy="1714500"/>
          </a:xfrm>
          <a:prstGeom prst="rect">
            <a:avLst/>
          </a:prstGeom>
          <a:solidFill>
            <a:srgbClr val="FFFFFF">
              <a:alpha val="1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2" name="orange balloon" descr="orange balloon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477500" y="381000"/>
            <a:ext cx="1143000" cy="2286000"/>
          </a:xfrm>
          <a:prstGeom prst="rect">
            <a:avLst/>
          </a:prstGeom>
        </p:spPr>
      </p:pic>
      <p:pic>
        <p:nvPicPr>
          <p:cNvPr id="33" name="pop burst" descr="pop burst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096500" y="254000"/>
            <a:ext cx="1905000" cy="1905000"/>
          </a:xfrm>
          <a:prstGeom prst="rect">
            <a:avLst/>
          </a:prstGeom>
        </p:spPr>
      </p:pic>
      <p:pic>
        <p:nvPicPr>
          <p:cNvPr id="34" name="surprise reward" descr="surprise reward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0572750" y="809625"/>
            <a:ext cx="952500" cy="793750"/>
          </a:xfrm>
          <a:prstGeom prst="rect">
            <a:avLst/>
          </a:prstGeom>
        </p:spPr>
      </p:pic>
      <p:sp>
        <p:nvSpPr>
          <p:cNvPr id="35" name="pop orange balloon"/>
          <p:cNvSpPr/>
          <p:nvPr/>
        </p:nvSpPr>
        <p:spPr>
          <a:xfrm>
            <a:off x="10477500" y="381000"/>
            <a:ext cx="1143000" cy="1714500"/>
          </a:xfrm>
          <a:prstGeom prst="rect">
            <a:avLst/>
          </a:prstGeom>
          <a:solidFill>
            <a:srgbClr val="FFFFFF">
              <a:alpha val="1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6" name="sound anchor" descr="sound anchor (invisible)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1" name="portal_go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0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9" dur="1200" fill="hold" repeatCount="indefinite" autoRev="1"/>
                                        <p:tgtEl>
                                          <p:spTgt spid="6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  <p:par>
                                <p:cTn id="2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40 -0.0150 E" pathEditMode="relative" ptsTypes="AA">
                                      <p:cBhvr>
                                        <p:cTn id="21" dur="2600" fill="hold" repeatCount="indefinite" autoRev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050 -0.0200 E" pathEditMode="relative" ptsTypes="AA">
                                      <p:cBhvr>
                                        <p:cTn id="23" dur="22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50 -0.0200 E" pathEditMode="relative" ptsTypes="AA">
                                      <p:cBhvr>
                                        <p:cTn id="25" dur="25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050 -0.0200 E" pathEditMode="relative" ptsTypes="AA">
                                      <p:cBhvr>
                                        <p:cTn id="27" dur="280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0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50 -0.0200 E" pathEditMode="relative" ptsTypes="AA">
                                      <p:cBhvr>
                                        <p:cTn id="29" dur="3100" fill="hold" repeatCount="indefinite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050 -0.0200 E" pathEditMode="relative" ptsTypes="AA">
                                      <p:cBhvr>
                                        <p:cTn id="31" dur="3400" fill="hold" repeatCount="indefinite" autoRev="1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4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50 -0.0200 E" pathEditMode="relative" ptsTypes="AA">
                                      <p:cBhvr>
                                        <p:cTn id="33" dur="3700" fill="hold" repeatCount="indefinite" autoRev="1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6" presetID="0" presetClass="path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-0.0050 -0.0200 E" pathEditMode="relative" ptsTypes="AA">
                                      <p:cBhvr>
                                        <p:cTn id="35" dur="4000" fill="hold" repeatCount="indefinite" autoRev="1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0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1" fill="hold">
                      <p:stCondLst>
                        <p:cond delay="0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2" name="pop_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1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1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53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0" presetClass="path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0 0 L 0.0000 -0.0600 E" pathEditMode="relative" ptsTypes="AA">
                                      <p:cBhvr>
                                        <p:cTn id="54" dur="220" fill="hold" repeatCount="2000" autoRev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7" presetID="0" presetClass="path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0 0 L 0.0000 -0.0600 E" pathEditMode="relative" ptsTypes="AA">
                                      <p:cBhvr>
                                        <p:cTn id="56" dur="220" fill="hold" repeatCount="2000" autoRev="1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9" presetID="0" presetClass="path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0 0 L 0.0000 -0.0600 E" pathEditMode="relative" ptsTypes="AA">
                                      <p:cBhvr>
                                        <p:cTn id="58" dur="220" fill="hold" repeatCount="2000" autoRev="1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1" presetID="6" presetClass="emph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animScale>
                                      <p:cBhvr>
                                        <p:cTn id="60" dur="220" fill="hold"/>
                                        <p:tgtEl>
                                          <p:spTgt spid="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5000 -0.2500 E" pathEditMode="relative" ptsTypes="AA">
                                      <p:cBhvr>
                                        <p:cTn id="65" dur="2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9" presetID="10" presetClass="exit" presetSubtype="0" fill="hold" nodeType="withEffect">
                                  <p:stCondLst>
                                    <p:cond delay="2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04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5" fill="hold">
                      <p:stCondLst>
                        <p:cond delay="0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7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3" name="pop_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7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9" dur="1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1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1" dur="1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53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4" dur="3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3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6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0" presetClass="path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0 0 L 0.0000 -0.0600 E" pathEditMode="relative" ptsTypes="AA">
                                      <p:cBhvr>
                                        <p:cTn id="88" dur="220" fill="hold" repeatCount="2000" autoRev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1" presetID="0" presetClass="path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0 0 L 0.0000 -0.0600 E" pathEditMode="relative" ptsTypes="AA">
                                      <p:cBhvr>
                                        <p:cTn id="90" dur="220" fill="hold" repeatCount="2000" autoRev="1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3" presetID="0" presetClass="path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0 0 L 0.0000 -0.0600 E" pathEditMode="relative" ptsTypes="AA">
                                      <p:cBhvr>
                                        <p:cTn id="92" dur="220" fill="hold" repeatCount="2000" autoRev="1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5" presetID="6" presetClass="emph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animScale>
                                      <p:cBhvr>
                                        <p:cTn id="94" dur="220" fill="hold"/>
                                        <p:tgtEl>
                                          <p:spTgt spid="1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8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6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500 -0.1000 L -0.0300 -0.2000 L 0.0700 -0.3000 L 0.0000 -0.4200 E" pathEditMode="relative" ptsTypes="AAAAA">
                                      <p:cBhvr>
                                        <p:cTn id="99" dur="3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3" presetID="10" presetClass="exit" presetSubtype="0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38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9" fill="hold">
                      <p:stCondLst>
                        <p:cond delay="0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1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4" name="pop_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6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3" dur="1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1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5" dur="1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53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8" dur="3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3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0" presetClass="path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0 0 L 0.0000 -0.0600 E" pathEditMode="relative" ptsTypes="AA">
                                      <p:cBhvr>
                                        <p:cTn id="122" dur="220" fill="hold" repeatCount="2000" autoRev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5" presetID="0" presetClass="path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0 0 L 0.0000 -0.0600 E" pathEditMode="relative" ptsTypes="AA">
                                      <p:cBhvr>
                                        <p:cTn id="124" dur="220" fill="hold" repeatCount="2000" autoRev="1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7" presetID="0" presetClass="path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0 0 L 0.0000 -0.0600 E" pathEditMode="relative" ptsTypes="AA">
                                      <p:cBhvr>
                                        <p:cTn id="126" dur="220" fill="hold" repeatCount="2000" autoRev="1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9" presetID="6" presetClass="emph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animScale>
                                      <p:cBhvr>
                                        <p:cTn id="128" dur="220" fill="hold"/>
                                        <p:tgtEl>
                                          <p:spTgt spid="1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2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0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4" presetID="6" presetClass="emp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Scale>
                                      <p:cBhvr>
                                        <p:cTn id="133" dur="1400" fill="hold"/>
                                        <p:tgtEl>
                                          <p:spTgt spid="18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137" presetID="10" presetClass="exit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5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74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5" fill="hold">
                      <p:stCondLst>
                        <p:cond delay="0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14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5" name="pop_4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7" dur="1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8" dur="1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9" dur="1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53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2" dur="3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3" dur="3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4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0" presetClass="path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0 0 L 0.0000 -0.0600 E" pathEditMode="relative" ptsTypes="AA">
                                      <p:cBhvr>
                                        <p:cTn id="156" dur="220" fill="hold" repeatCount="2000" autoRev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9" presetID="0" presetClass="path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0 0 L 0.0000 -0.0600 E" pathEditMode="relative" ptsTypes="AA">
                                      <p:cBhvr>
                                        <p:cTn id="158" dur="220" fill="hold" repeatCount="2000" autoRev="1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1" presetID="0" presetClass="path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0 0 L 0.0000 -0.0600 E" pathEditMode="relative" ptsTypes="AA">
                                      <p:cBhvr>
                                        <p:cTn id="160" dur="220" fill="hold" repeatCount="2000" autoRev="1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3" presetID="6" presetClass="emph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animScale>
                                      <p:cBhvr>
                                        <p:cTn id="162" dur="220" fill="hold"/>
                                        <p:tgtEl>
                                          <p:spTgt spid="2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66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4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8" presetID="8" presetClass="emp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Rot by="43200000">
                                      <p:cBhvr>
                                        <p:cTn id="167" dur="18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70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500 -0.3500 E" pathEditMode="relative" ptsTypes="AA">
                                      <p:cBhvr>
                                        <p:cTn id="169" dur="18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3" presetID="10" presetClass="exit" presetSubtype="0" fill="hold" nodeType="withEffect">
                                  <p:stCondLst>
                                    <p:cond delay="1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10" restart="whenNotActive" fill="hold" evtFilter="cancelBubble" nodeType="interactiveSeq">
                <p:stCondLst>
                  <p:cond evt="onClick" delay="0">
                    <p:tgtEl>
                      <p:spTgt spid="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1" fill="hold">
                      <p:stCondLst>
                        <p:cond delay="0"/>
                      </p:stCondLst>
                      <p:childTnLst>
                        <p:par>
                          <p:cTn id="212" fill="hold">
                            <p:stCondLst>
                              <p:cond delay="0"/>
                            </p:stCondLst>
                            <p:childTnLst>
                              <p:par>
                                <p:cTn id="17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17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6" name="pop_5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8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6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3" dur="1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4" dur="1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5" dur="1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presetID="53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8" dur="3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9" dur="3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0" presetClass="path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0 0 L 0.0000 -0.0600 E" pathEditMode="relative" ptsTypes="AA">
                                      <p:cBhvr>
                                        <p:cTn id="192" dur="220" fill="hold" repeatCount="2000" autoRev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5" presetID="0" presetClass="path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0 0 L 0.0000 -0.0600 E" pathEditMode="relative" ptsTypes="AA">
                                      <p:cBhvr>
                                        <p:cTn id="194" dur="220" fill="hold" repeatCount="2000" autoRev="1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7" presetID="0" presetClass="path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0 0 L 0.0000 -0.0600 E" pathEditMode="relative" ptsTypes="AA">
                                      <p:cBhvr>
                                        <p:cTn id="196" dur="220" fill="hold" repeatCount="2000" autoRev="1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9" presetID="6" presetClass="emph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animScale>
                                      <p:cBhvr>
                                        <p:cTn id="198" dur="220" fill="hold"/>
                                        <p:tgtEl>
                                          <p:spTgt spid="2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02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0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4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4000 E" pathEditMode="relative" ptsTypes="AA">
                                      <p:cBhvr>
                                        <p:cTn id="203" dur="2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6" presetID="6" presetClass="emp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Scale>
                                      <p:cBhvr>
                                        <p:cTn id="205" dur="2000" fill="hold"/>
                                        <p:tgtEl>
                                          <p:spTgt spid="26"/>
                                        </p:tgtEl>
                                      </p:cBhvr>
                                      <p:by x="160000" y="160000"/>
                                    </p:animScale>
                                  </p:childTnLst>
                                </p:cTn>
                              </p:par>
                              <p:par>
                                <p:cTn id="209" presetID="10" presetClass="exit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44" restart="whenNotActive" fill="hold" evtFilter="cancelBubble" nodeType="interactiveSeq">
                <p:stCondLst>
                  <p:cond evt="onClick" delay="0">
                    <p:tgtEl>
                      <p:spTgt spid="3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5" fill="hold">
                      <p:stCondLst>
                        <p:cond delay="0"/>
                      </p:stCondLst>
                      <p:childTnLst>
                        <p:par>
                          <p:cTn id="246" fill="hold">
                            <p:stCondLst>
                              <p:cond delay="0"/>
                            </p:stCondLst>
                            <p:childTnLst>
                              <p:par>
                                <p:cTn id="2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1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7" name="pop_6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2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9" dur="1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0" dur="1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1" dur="1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7" presetID="53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4" dur="3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5" dur="3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6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9" presetID="0" presetClass="path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0 0 L 0.0000 -0.0600 E" pathEditMode="relative" ptsTypes="AA">
                                      <p:cBhvr>
                                        <p:cTn id="228" dur="220" fill="hold" repeatCount="2000" autoRev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1" presetID="0" presetClass="path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0 0 L 0.0000 -0.0600 E" pathEditMode="relative" ptsTypes="AA">
                                      <p:cBhvr>
                                        <p:cTn id="230" dur="220" fill="hold" repeatCount="2000" autoRev="1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3" presetID="0" presetClass="path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0 0 L 0.0000 -0.0600 E" pathEditMode="relative" ptsTypes="AA">
                                      <p:cBhvr>
                                        <p:cTn id="232" dur="220" fill="hold" repeatCount="2000" autoRev="1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5" presetID="6" presetClass="emph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animScale>
                                      <p:cBhvr>
                                        <p:cTn id="234" dur="220" fill="hold"/>
                                        <p:tgtEl>
                                          <p:spTgt spid="2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38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6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0" presetID="6" presetClass="emp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Scale>
                                      <p:cBhvr>
                                        <p:cTn id="239" dur="700" fill="hold" repeatCount="2000" autoRev="1"/>
                                        <p:tgtEl>
                                          <p:spTgt spid="30"/>
                                        </p:tgtEl>
                                      </p:cBhvr>
                                      <p:by x="140000" y="140000"/>
                                    </p:animScale>
                                  </p:childTnLst>
                                </p:cTn>
                              </p:par>
                              <p:par>
                                <p:cTn id="243" presetID="10" presetClass="exit" presetSubtype="0" fill="hold" nodeType="withEffect">
                                  <p:stCondLst>
                                    <p:cond delay="2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78" restart="whenNotActive" fill="hold" evtFilter="cancelBubble" nodeType="interactiveSeq">
                <p:stCondLst>
                  <p:cond evt="onClick" delay="0">
                    <p:tgtEl>
                      <p:spTgt spid="3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9" fill="hold">
                      <p:stCondLst>
                        <p:cond delay="0"/>
                      </p:stCondLst>
                      <p:childTnLst>
                        <p:par>
                          <p:cTn id="280" fill="hold">
                            <p:stCondLst>
                              <p:cond delay="0"/>
                            </p:stCondLst>
                            <p:childTnLst>
                              <p:par>
                                <p:cTn id="2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4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8" name="pop_7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5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6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3" dur="1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4" dur="1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5" dur="1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53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8" dur="3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9" dur="3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3" presetID="0" presetClass="path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0 0 L 0.0000 -0.0600 E" pathEditMode="relative" ptsTypes="AA">
                                      <p:cBhvr>
                                        <p:cTn id="262" dur="220" fill="hold" repeatCount="2000" autoRev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5" presetID="0" presetClass="path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0 0 L 0.0000 -0.0600 E" pathEditMode="relative" ptsTypes="AA">
                                      <p:cBhvr>
                                        <p:cTn id="264" dur="220" fill="hold" repeatCount="2000" autoRev="1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7" presetID="0" presetClass="path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0 0 L 0.0000 -0.0600 E" pathEditMode="relative" ptsTypes="AA">
                                      <p:cBhvr>
                                        <p:cTn id="266" dur="220" fill="hold" repeatCount="2000" autoRev="1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9" presetID="6" presetClass="emph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animScale>
                                      <p:cBhvr>
                                        <p:cTn id="268" dur="220" fill="hold"/>
                                        <p:tgtEl>
                                          <p:spTgt spid="3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72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0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4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600 0.0400 L 0.1200 -0.0200 L 0.2000 0.0500 E" pathEditMode="relative" ptsTypes="AAAA">
                                      <p:cBhvr>
                                        <p:cTn id="273" dur="2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7" presetID="10" presetClass="exit" presetSubtype="0" fill="hold" nodeType="withEffect">
                                  <p:stCondLst>
                                    <p:cond delay="2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_feed" descr="Picnic blanket in a sunny meadow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Feed apple" descr="apple to feed Lumi">
            <a:hlinkClick action="ppaction://hlinksldjump" r:id="rId11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5016500"/>
            <a:ext cx="1460500" cy="1460500"/>
          </a:xfrm>
          <a:prstGeom prst="rect">
            <a:avLst/>
          </a:prstGeom>
        </p:spPr>
      </p:pic>
      <p:pic>
        <p:nvPicPr>
          <p:cNvPr id="4" name="Feed cupcake" descr="cupcake to feed Lumi">
            <a:hlinkClick action="ppaction://hlinksldjump" r:id="rId12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4000" y="5016500"/>
            <a:ext cx="1460500" cy="1460500"/>
          </a:xfrm>
          <a:prstGeom prst="rect">
            <a:avLst/>
          </a:prstGeom>
        </p:spPr>
      </p:pic>
      <p:pic>
        <p:nvPicPr>
          <p:cNvPr id="5" name="Feed banana" descr="banana to feed Lumi">
            <a:hlinkClick action="ppaction://hlinksldjump" r:id="rId13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5500" y="5016500"/>
            <a:ext cx="1460500" cy="1460500"/>
          </a:xfrm>
          <a:prstGeom prst="rect">
            <a:avLst/>
          </a:prstGeom>
        </p:spPr>
      </p:pic>
      <p:pic>
        <p:nvPicPr>
          <p:cNvPr id="6" name="Feed melon" descr="melon to feed Lumi">
            <a:hlinkClick action="ppaction://hlinksldjump" r:id="rId14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7000" y="5016500"/>
            <a:ext cx="1460500" cy="1460500"/>
          </a:xfrm>
          <a:prstGeom prst="rect">
            <a:avLst/>
          </a:prstGeom>
        </p:spPr>
      </p:pic>
      <p:pic>
        <p:nvPicPr>
          <p:cNvPr id="7" name="Feed broccoli" descr="broccoli to feed Lumi">
            <a:hlinkClick action="ppaction://hlinksldjump" r:id="rId15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8500" y="5016500"/>
            <a:ext cx="1460500" cy="1460500"/>
          </a:xfrm>
          <a:prstGeom prst="rect">
            <a:avLst/>
          </a:prstGeom>
        </p:spPr>
      </p:pic>
      <p:pic>
        <p:nvPicPr>
          <p:cNvPr id="8" name="Feed chili" descr="chili to feed Lumi">
            <a:hlinkClick action="ppaction://hlinksldjump" r:id="rId16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60000" y="5016500"/>
            <a:ext cx="1460500" cy="1460500"/>
          </a:xfrm>
          <a:prstGeom prst="rect">
            <a:avLst/>
          </a:prstGeom>
        </p:spPr>
      </p:pic>
      <p:pic>
        <p:nvPicPr>
          <p:cNvPr id="9" name="Lumi (surprised)" descr="Lumi the baby dragon, surprised pose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27500" y="1228090"/>
            <a:ext cx="3937000" cy="3937000"/>
          </a:xfrm>
          <a:prstGeom prst="rect">
            <a:avLst/>
          </a:prstGeom>
        </p:spPr>
      </p:pic>
      <p:pic>
        <p:nvPicPr>
          <p:cNvPr id="10" name="Lumi (wait)" descr="Lumi the baby dragon, wait pose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27500" y="1228090"/>
            <a:ext cx="3937000" cy="3937000"/>
          </a:xfrm>
          <a:prstGeom prst="rect">
            <a:avLst/>
          </a:prstGeom>
        </p:spPr>
      </p:pic>
      <p:pic>
        <p:nvPicPr>
          <p:cNvPr id="11" name="sound anchor" descr="sound anchor (invisible)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" dur="800" fill="hold" repeatCount="indefinite" autoRev="1"/>
                                        <p:tgtEl>
                                          <p:spTgt spid="3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animScale>
                                      <p:cBhvr>
                                        <p:cTn id="6" dur="900" fill="hold" repeatCount="indefinite" autoRev="1"/>
                                        <p:tgtEl>
                                          <p:spTgt spid="4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6" presetClass="emph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animScale>
                                      <p:cBhvr>
                                        <p:cTn id="8" dur="1000" fill="hold" repeatCount="indefinite" autoRev="1"/>
                                        <p:tgtEl>
                                          <p:spTgt spid="5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Scale>
                                      <p:cBhvr>
                                        <p:cTn id="10" dur="1100" fill="hold" repeatCount="indefinite" autoRev="1"/>
                                        <p:tgtEl>
                                          <p:spTgt spid="6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6" presetClass="emph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animScale>
                                      <p:cBhvr>
                                        <p:cTn id="12" dur="1200" fill="hold" repeatCount="indefinite" autoRev="1"/>
                                        <p:tgtEl>
                                          <p:spTgt spid="7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6" presetClass="emp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Scale>
                                      <p:cBhvr>
                                        <p:cTn id="14" dur="1300" fill="hold" repeatCount="indefinite" autoRev="1"/>
                                        <p:tgtEl>
                                          <p:spTgt spid="8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700 E" pathEditMode="relative" ptsTypes="AA">
                                      <p:cBhvr>
                                        <p:cTn id="20" dur="260" fill="hold" repeatCount="2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700 E" pathEditMode="relative" ptsTypes="AA">
                                      <p:cBhvr>
                                        <p:cTn id="22" dur="260" fill="hold" repeatCount="2000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8" name="pop_gold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9" name="feed_wait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4" presetID="53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3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3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0" fill="hold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" dur="3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3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53" presetClass="entr" presetSubtype="0" fill="hold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3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3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53" presetClass="entr" presetSubtype="0" fill="hold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3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3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53" presetClass="entr" presetSubtype="0" fill="hold" nodeType="withEffect">
                                  <p:stCondLst>
                                    <p:cond delay="142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3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3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53" presetClass="entr" presetSubtype="0" fill="hold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" dur="3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3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_feed" descr="Picnic blanket in a sunny meadow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apple (flying to Lumi)" descr="app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5016500"/>
            <a:ext cx="1460500" cy="1460500"/>
          </a:xfrm>
          <a:prstGeom prst="rect">
            <a:avLst/>
          </a:prstGeom>
        </p:spPr>
      </p:pic>
      <p:pic>
        <p:nvPicPr>
          <p:cNvPr id="4" name="Feed cupcake" descr="cupcake to feed Lumi">
            <a:hlinkClick action="ppaction://hlinksldjump" r:id="rId1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4000" y="5016500"/>
            <a:ext cx="1460500" cy="1460500"/>
          </a:xfrm>
          <a:prstGeom prst="rect">
            <a:avLst/>
          </a:prstGeom>
        </p:spPr>
      </p:pic>
      <p:pic>
        <p:nvPicPr>
          <p:cNvPr id="5" name="Feed banana" descr="banana to feed Lumi">
            <a:hlinkClick action="ppaction://hlinksldjump" r:id="rId1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5500" y="5016500"/>
            <a:ext cx="1460500" cy="1460500"/>
          </a:xfrm>
          <a:prstGeom prst="rect">
            <a:avLst/>
          </a:prstGeom>
        </p:spPr>
      </p:pic>
      <p:pic>
        <p:nvPicPr>
          <p:cNvPr id="6" name="Feed melon" descr="melon to feed Lumi">
            <a:hlinkClick action="ppaction://hlinksldjump" r:id="rId18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7000" y="5016500"/>
            <a:ext cx="1460500" cy="1460500"/>
          </a:xfrm>
          <a:prstGeom prst="rect">
            <a:avLst/>
          </a:prstGeom>
        </p:spPr>
      </p:pic>
      <p:pic>
        <p:nvPicPr>
          <p:cNvPr id="7" name="Feed broccoli" descr="broccoli to feed Lumi">
            <a:hlinkClick action="ppaction://hlinksldjump" r:id="rId19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8500" y="5016500"/>
            <a:ext cx="1460500" cy="1460500"/>
          </a:xfrm>
          <a:prstGeom prst="rect">
            <a:avLst/>
          </a:prstGeom>
        </p:spPr>
      </p:pic>
      <p:pic>
        <p:nvPicPr>
          <p:cNvPr id="8" name="Feed chili" descr="chili to feed Lumi">
            <a:hlinkClick action="ppaction://hlinksldjump" r:id="rId20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60000" y="5016500"/>
            <a:ext cx="1460500" cy="1460500"/>
          </a:xfrm>
          <a:prstGeom prst="rect">
            <a:avLst/>
          </a:prstGeom>
        </p:spPr>
      </p:pic>
      <p:pic>
        <p:nvPicPr>
          <p:cNvPr id="9" name="Lumi (wait)" descr="Lumi the baby dragon, wait pose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27500" y="1228090"/>
            <a:ext cx="3937000" cy="3937000"/>
          </a:xfrm>
          <a:prstGeom prst="rect">
            <a:avLst/>
          </a:prstGeom>
        </p:spPr>
      </p:pic>
      <p:pic>
        <p:nvPicPr>
          <p:cNvPr id="10" name="Lumi (chewA)" descr="Lumi the baby dragon, chewA pose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27500" y="1228090"/>
            <a:ext cx="3937000" cy="3937000"/>
          </a:xfrm>
          <a:prstGeom prst="rect">
            <a:avLst/>
          </a:prstGeom>
        </p:spPr>
      </p:pic>
      <p:pic>
        <p:nvPicPr>
          <p:cNvPr id="11" name="Lumi (chewB)" descr="Lumi the baby dragon, chewB pose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27500" y="1228090"/>
            <a:ext cx="3937000" cy="3937000"/>
          </a:xfrm>
          <a:prstGeom prst="rect">
            <a:avLst/>
          </a:prstGeom>
        </p:spPr>
      </p:pic>
      <p:pic>
        <p:nvPicPr>
          <p:cNvPr id="12" name="Lumi (yum)" descr="Lumi the baby dragon, yum pose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27500" y="1228090"/>
            <a:ext cx="3937000" cy="3937000"/>
          </a:xfrm>
          <a:prstGeom prst="rect">
            <a:avLst/>
          </a:prstGeom>
        </p:spPr>
      </p:pic>
      <p:pic>
        <p:nvPicPr>
          <p:cNvPr id="13" name="Lumi (yummy)" descr="Lumi the baby dragon, yummy pose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27500" y="1228090"/>
            <a:ext cx="3937000" cy="3937000"/>
          </a:xfrm>
          <a:prstGeom prst="rect">
            <a:avLst/>
          </a:prstGeom>
        </p:spPr>
      </p:pic>
      <p:pic>
        <p:nvPicPr>
          <p:cNvPr id="14" name="yummy sparkles" descr="yummy sparkles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08500" y="1143000"/>
            <a:ext cx="3175000" cy="3175000"/>
          </a:xfrm>
          <a:prstGeom prst="rect">
            <a:avLst/>
          </a:prstGeom>
        </p:spPr>
      </p:pic>
      <p:pic>
        <p:nvPicPr>
          <p:cNvPr id="15" name="Magic heart: tap for a hug" descr="glowing magic heart">
            <a:hlinkClick action="ppaction://hlinksldjump" r:id="rId21"/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906000" y="254000"/>
            <a:ext cx="1778000" cy="1778000"/>
          </a:xfrm>
          <a:prstGeom prst="rect">
            <a:avLst/>
          </a:prstGeom>
        </p:spPr>
      </p:pic>
      <p:pic>
        <p:nvPicPr>
          <p:cNvPr id="16" name="sound anchor" descr="sound anchor (invisible)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animScale>
                                      <p:cBhvr>
                                        <p:cTn id="4" dur="900" fill="hold" repeatCount="indefinite" autoRev="1"/>
                                        <p:tgtEl>
                                          <p:spTgt spid="4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animScale>
                                      <p:cBhvr>
                                        <p:cTn id="6" dur="1000" fill="hold" repeatCount="indefinite" autoRev="1"/>
                                        <p:tgtEl>
                                          <p:spTgt spid="5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6" presetClass="emph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Scale>
                                      <p:cBhvr>
                                        <p:cTn id="8" dur="1100" fill="hold" repeatCount="indefinite" autoRev="1"/>
                                        <p:tgtEl>
                                          <p:spTgt spid="6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animScale>
                                      <p:cBhvr>
                                        <p:cTn id="10" dur="1200" fill="hold" repeatCount="indefinite" autoRev="1"/>
                                        <p:tgtEl>
                                          <p:spTgt spid="7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6" presetClass="emp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Scale>
                                      <p:cBhvr>
                                        <p:cTn id="12" dur="1300" fill="hold" repeatCount="indefinite" autoRev="1"/>
                                        <p:tgtEl>
                                          <p:spTgt spid="8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89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89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133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133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3" name="feed_munc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3620 -0.3648 E" pathEditMode="relative" ptsTypes="AA">
                                      <p:cBhvr>
                                        <p:cTn id="45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7" dur="450" fill="hold"/>
                                        <p:tgtEl>
                                          <p:spTgt spid="3"/>
                                        </p:tgtEl>
                                      </p:cBhvr>
                                      <p:by x="35000" y="35000"/>
                                    </p:animScale>
                                  </p:childTnLst>
                                </p:cTn>
                              </p:par>
                              <p:par>
                                <p:cTn id="50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49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52" presetID="1" presetClass="exit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53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xit" presetSubtype="0" fill="hold" nodeType="withEffect">
                                  <p:stCondLst>
                                    <p:cond delay="2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53" presetClass="entr" presetSubtype="0" fill="hold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6" presetClass="emph" presetSubtype="0" fill="hold" nodeType="withEffect">
                                  <p:stCondLst>
                                    <p:cond delay="3200"/>
                                  </p:stCondLst>
                                  <p:childTnLst>
                                    <p:animScale>
                                      <p:cBhvr>
                                        <p:cTn id="66" dur="700" fill="hold" repeatCount="indefinite" autoRev="1"/>
                                        <p:tgtEl>
                                          <p:spTgt spid="15"/>
                                        </p:tgtEl>
                                      </p:cBhvr>
                                      <p:by x="115000" y="11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_feed" descr="Picnic blanket in a sunny meadow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Feed apple" descr="apple to feed Lumi">
            <a:hlinkClick action="ppaction://hlinksldjump" r:id="rId1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5016500"/>
            <a:ext cx="1460500" cy="1460500"/>
          </a:xfrm>
          <a:prstGeom prst="rect">
            <a:avLst/>
          </a:prstGeom>
        </p:spPr>
      </p:pic>
      <p:pic>
        <p:nvPicPr>
          <p:cNvPr id="4" name="cupcake (flying to Lumi)" descr="cupcak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4000" y="5016500"/>
            <a:ext cx="1460500" cy="1460500"/>
          </a:xfrm>
          <a:prstGeom prst="rect">
            <a:avLst/>
          </a:prstGeom>
        </p:spPr>
      </p:pic>
      <p:pic>
        <p:nvPicPr>
          <p:cNvPr id="5" name="Feed banana" descr="banana to feed Lumi">
            <a:hlinkClick action="ppaction://hlinksldjump" r:id="rId1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5500" y="5016500"/>
            <a:ext cx="1460500" cy="1460500"/>
          </a:xfrm>
          <a:prstGeom prst="rect">
            <a:avLst/>
          </a:prstGeom>
        </p:spPr>
      </p:pic>
      <p:pic>
        <p:nvPicPr>
          <p:cNvPr id="6" name="Feed melon" descr="melon to feed Lumi">
            <a:hlinkClick action="ppaction://hlinksldjump" r:id="rId18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7000" y="5016500"/>
            <a:ext cx="1460500" cy="1460500"/>
          </a:xfrm>
          <a:prstGeom prst="rect">
            <a:avLst/>
          </a:prstGeom>
        </p:spPr>
      </p:pic>
      <p:pic>
        <p:nvPicPr>
          <p:cNvPr id="7" name="Feed broccoli" descr="broccoli to feed Lumi">
            <a:hlinkClick action="ppaction://hlinksldjump" r:id="rId19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8500" y="5016500"/>
            <a:ext cx="1460500" cy="1460500"/>
          </a:xfrm>
          <a:prstGeom prst="rect">
            <a:avLst/>
          </a:prstGeom>
        </p:spPr>
      </p:pic>
      <p:pic>
        <p:nvPicPr>
          <p:cNvPr id="8" name="Feed chili" descr="chili to feed Lumi">
            <a:hlinkClick action="ppaction://hlinksldjump" r:id="rId20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60000" y="5016500"/>
            <a:ext cx="1460500" cy="1460500"/>
          </a:xfrm>
          <a:prstGeom prst="rect">
            <a:avLst/>
          </a:prstGeom>
        </p:spPr>
      </p:pic>
      <p:pic>
        <p:nvPicPr>
          <p:cNvPr id="9" name="Lumi (wait)" descr="Lumi the baby dragon, wait pose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27500" y="1228090"/>
            <a:ext cx="3937000" cy="3937000"/>
          </a:xfrm>
          <a:prstGeom prst="rect">
            <a:avLst/>
          </a:prstGeom>
        </p:spPr>
      </p:pic>
      <p:pic>
        <p:nvPicPr>
          <p:cNvPr id="10" name="Lumi (chewA)" descr="Lumi the baby dragon, chewA pose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27500" y="1228090"/>
            <a:ext cx="3937000" cy="3937000"/>
          </a:xfrm>
          <a:prstGeom prst="rect">
            <a:avLst/>
          </a:prstGeom>
        </p:spPr>
      </p:pic>
      <p:pic>
        <p:nvPicPr>
          <p:cNvPr id="11" name="Lumi (chewB)" descr="Lumi the baby dragon, chewB pose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27500" y="1228090"/>
            <a:ext cx="3937000" cy="3937000"/>
          </a:xfrm>
          <a:prstGeom prst="rect">
            <a:avLst/>
          </a:prstGeom>
        </p:spPr>
      </p:pic>
      <p:pic>
        <p:nvPicPr>
          <p:cNvPr id="12" name="Lumi (yum)" descr="Lumi the baby dragon, yum pose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27500" y="1228090"/>
            <a:ext cx="3937000" cy="3937000"/>
          </a:xfrm>
          <a:prstGeom prst="rect">
            <a:avLst/>
          </a:prstGeom>
        </p:spPr>
      </p:pic>
      <p:pic>
        <p:nvPicPr>
          <p:cNvPr id="13" name="Lumi (yummy)" descr="Lumi the baby dragon, yummy pose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27500" y="1228090"/>
            <a:ext cx="3937000" cy="3937000"/>
          </a:xfrm>
          <a:prstGeom prst="rect">
            <a:avLst/>
          </a:prstGeom>
        </p:spPr>
      </p:pic>
      <p:pic>
        <p:nvPicPr>
          <p:cNvPr id="14" name="yummy sparkles" descr="yummy sparkles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08500" y="1143000"/>
            <a:ext cx="3175000" cy="3175000"/>
          </a:xfrm>
          <a:prstGeom prst="rect">
            <a:avLst/>
          </a:prstGeom>
        </p:spPr>
      </p:pic>
      <p:pic>
        <p:nvPicPr>
          <p:cNvPr id="15" name="Magic heart: tap for a hug" descr="glowing magic heart">
            <a:hlinkClick action="ppaction://hlinksldjump" r:id="rId21"/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906000" y="254000"/>
            <a:ext cx="1778000" cy="1778000"/>
          </a:xfrm>
          <a:prstGeom prst="rect">
            <a:avLst/>
          </a:prstGeom>
        </p:spPr>
      </p:pic>
      <p:pic>
        <p:nvPicPr>
          <p:cNvPr id="16" name="sound anchor" descr="sound anchor (invisible)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" dur="800" fill="hold" repeatCount="indefinite" autoRev="1"/>
                                        <p:tgtEl>
                                          <p:spTgt spid="3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animScale>
                                      <p:cBhvr>
                                        <p:cTn id="6" dur="1000" fill="hold" repeatCount="indefinite" autoRev="1"/>
                                        <p:tgtEl>
                                          <p:spTgt spid="5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6" presetClass="emph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Scale>
                                      <p:cBhvr>
                                        <p:cTn id="8" dur="1100" fill="hold" repeatCount="indefinite" autoRev="1"/>
                                        <p:tgtEl>
                                          <p:spTgt spid="6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animScale>
                                      <p:cBhvr>
                                        <p:cTn id="10" dur="1200" fill="hold" repeatCount="indefinite" autoRev="1"/>
                                        <p:tgtEl>
                                          <p:spTgt spid="7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6" presetClass="emp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Scale>
                                      <p:cBhvr>
                                        <p:cTn id="12" dur="1300" fill="hold" repeatCount="indefinite" autoRev="1"/>
                                        <p:tgtEl>
                                          <p:spTgt spid="8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89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89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3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3" name="feed_cake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8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2109 -0.3648 E" pathEditMode="relative" ptsTypes="AA">
                                      <p:cBhvr>
                                        <p:cTn id="37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0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9" dur="450" fill="hold"/>
                                        <p:tgtEl>
                                          <p:spTgt spid="4"/>
                                        </p:tgtEl>
                                      </p:cBhvr>
                                      <p:by x="35000" y="35000"/>
                                    </p:animScale>
                                  </p:childTnLst>
                                </p:cTn>
                              </p:par>
                              <p:par>
                                <p:cTn id="42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41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4" presetID="1" presetClass="exit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53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53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6" presetClass="emph" presetSubtype="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58" dur="700" fill="hold" repeatCount="indefinite" autoRev="1"/>
                                        <p:tgtEl>
                                          <p:spTgt spid="15"/>
                                        </p:tgtEl>
                                      </p:cBhvr>
                                      <p:by x="115000" y="11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_feed" descr="Picnic blanket in a sunny meadow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Feed apple" descr="apple to feed Lumi">
            <a:hlinkClick action="ppaction://hlinksldjump" r:id="rId1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5016500"/>
            <a:ext cx="1460500" cy="1460500"/>
          </a:xfrm>
          <a:prstGeom prst="rect">
            <a:avLst/>
          </a:prstGeom>
        </p:spPr>
      </p:pic>
      <p:pic>
        <p:nvPicPr>
          <p:cNvPr id="4" name="Feed cupcake" descr="cupcake to feed Lumi">
            <a:hlinkClick action="ppaction://hlinksldjump" r:id="rId1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4000" y="5016500"/>
            <a:ext cx="1460500" cy="1460500"/>
          </a:xfrm>
          <a:prstGeom prst="rect">
            <a:avLst/>
          </a:prstGeom>
        </p:spPr>
      </p:pic>
      <p:pic>
        <p:nvPicPr>
          <p:cNvPr id="5" name="banana (flying to Lumi)" descr="banana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5500" y="5016500"/>
            <a:ext cx="1460500" cy="1460500"/>
          </a:xfrm>
          <a:prstGeom prst="rect">
            <a:avLst/>
          </a:prstGeom>
        </p:spPr>
      </p:pic>
      <p:pic>
        <p:nvPicPr>
          <p:cNvPr id="6" name="Feed melon" descr="melon to feed Lumi">
            <a:hlinkClick action="ppaction://hlinksldjump" r:id="rId18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7000" y="5016500"/>
            <a:ext cx="1460500" cy="1460500"/>
          </a:xfrm>
          <a:prstGeom prst="rect">
            <a:avLst/>
          </a:prstGeom>
        </p:spPr>
      </p:pic>
      <p:pic>
        <p:nvPicPr>
          <p:cNvPr id="7" name="Feed broccoli" descr="broccoli to feed Lumi">
            <a:hlinkClick action="ppaction://hlinksldjump" r:id="rId19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8500" y="5016500"/>
            <a:ext cx="1460500" cy="1460500"/>
          </a:xfrm>
          <a:prstGeom prst="rect">
            <a:avLst/>
          </a:prstGeom>
        </p:spPr>
      </p:pic>
      <p:pic>
        <p:nvPicPr>
          <p:cNvPr id="8" name="Feed chili" descr="chili to feed Lumi">
            <a:hlinkClick action="ppaction://hlinksldjump" r:id="rId20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60000" y="5016500"/>
            <a:ext cx="1460500" cy="1460500"/>
          </a:xfrm>
          <a:prstGeom prst="rect">
            <a:avLst/>
          </a:prstGeom>
        </p:spPr>
      </p:pic>
      <p:pic>
        <p:nvPicPr>
          <p:cNvPr id="9" name="Lumi (wait)" descr="Lumi the baby dragon, wait pose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27500" y="1228090"/>
            <a:ext cx="3937000" cy="3937000"/>
          </a:xfrm>
          <a:prstGeom prst="rect">
            <a:avLst/>
          </a:prstGeom>
        </p:spPr>
      </p:pic>
      <p:pic>
        <p:nvPicPr>
          <p:cNvPr id="10" name="Lumi (chewA)" descr="Lumi the baby dragon, chewA pose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27500" y="1228090"/>
            <a:ext cx="3937000" cy="3937000"/>
          </a:xfrm>
          <a:prstGeom prst="rect">
            <a:avLst/>
          </a:prstGeom>
        </p:spPr>
      </p:pic>
      <p:pic>
        <p:nvPicPr>
          <p:cNvPr id="11" name="Lumi (chewB)" descr="Lumi the baby dragon, chewB pose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27500" y="1228090"/>
            <a:ext cx="3937000" cy="3937000"/>
          </a:xfrm>
          <a:prstGeom prst="rect">
            <a:avLst/>
          </a:prstGeom>
        </p:spPr>
      </p:pic>
      <p:pic>
        <p:nvPicPr>
          <p:cNvPr id="12" name="Lumi (yum)" descr="Lumi the baby dragon, yum pose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27500" y="1228090"/>
            <a:ext cx="3937000" cy="3937000"/>
          </a:xfrm>
          <a:prstGeom prst="rect">
            <a:avLst/>
          </a:prstGeom>
        </p:spPr>
      </p:pic>
      <p:pic>
        <p:nvPicPr>
          <p:cNvPr id="13" name="Lumi (yummy)" descr="Lumi the baby dragon, yummy pose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27500" y="1228090"/>
            <a:ext cx="3937000" cy="3937000"/>
          </a:xfrm>
          <a:prstGeom prst="rect">
            <a:avLst/>
          </a:prstGeom>
        </p:spPr>
      </p:pic>
      <p:pic>
        <p:nvPicPr>
          <p:cNvPr id="14" name="yummy sparkles" descr="yummy sparkles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08500" y="1143000"/>
            <a:ext cx="3175000" cy="3175000"/>
          </a:xfrm>
          <a:prstGeom prst="rect">
            <a:avLst/>
          </a:prstGeom>
        </p:spPr>
      </p:pic>
      <p:pic>
        <p:nvPicPr>
          <p:cNvPr id="15" name="Magic heart: tap for a hug" descr="glowing magic heart">
            <a:hlinkClick action="ppaction://hlinksldjump" r:id="rId21"/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906000" y="254000"/>
            <a:ext cx="1778000" cy="1778000"/>
          </a:xfrm>
          <a:prstGeom prst="rect">
            <a:avLst/>
          </a:prstGeom>
        </p:spPr>
      </p:pic>
      <p:pic>
        <p:nvPicPr>
          <p:cNvPr id="16" name="sound anchor" descr="sound anchor (invisible)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" dur="800" fill="hold" repeatCount="indefinite" autoRev="1"/>
                                        <p:tgtEl>
                                          <p:spTgt spid="3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animScale>
                                      <p:cBhvr>
                                        <p:cTn id="6" dur="900" fill="hold" repeatCount="indefinite" autoRev="1"/>
                                        <p:tgtEl>
                                          <p:spTgt spid="4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6" presetClass="emph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Scale>
                                      <p:cBhvr>
                                        <p:cTn id="8" dur="1100" fill="hold" repeatCount="indefinite" autoRev="1"/>
                                        <p:tgtEl>
                                          <p:spTgt spid="6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animScale>
                                      <p:cBhvr>
                                        <p:cTn id="10" dur="1200" fill="hold" repeatCount="indefinite" autoRev="1"/>
                                        <p:tgtEl>
                                          <p:spTgt spid="7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6" presetClass="emp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Scale>
                                      <p:cBhvr>
                                        <p:cTn id="12" dur="1300" fill="hold" repeatCount="indefinite" autoRev="1"/>
                                        <p:tgtEl>
                                          <p:spTgt spid="8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89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89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133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133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3" name="feed_munc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599 -0.3648 E" pathEditMode="relative" ptsTypes="AA">
                                      <p:cBhvr>
                                        <p:cTn id="45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7" dur="450" fill="hold"/>
                                        <p:tgtEl>
                                          <p:spTgt spid="5"/>
                                        </p:tgtEl>
                                      </p:cBhvr>
                                      <p:by x="35000" y="35000"/>
                                    </p:animScale>
                                  </p:childTnLst>
                                </p:cTn>
                              </p:par>
                              <p:par>
                                <p:cTn id="50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49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52" presetID="1" presetClass="exit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53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xit" presetSubtype="0" fill="hold" nodeType="withEffect">
                                  <p:stCondLst>
                                    <p:cond delay="2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53" presetClass="entr" presetSubtype="0" fill="hold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6" presetClass="emph" presetSubtype="0" fill="hold" nodeType="withEffect">
                                  <p:stCondLst>
                                    <p:cond delay="3200"/>
                                  </p:stCondLst>
                                  <p:childTnLst>
                                    <p:animScale>
                                      <p:cBhvr>
                                        <p:cTn id="66" dur="700" fill="hold" repeatCount="indefinite" autoRev="1"/>
                                        <p:tgtEl>
                                          <p:spTgt spid="15"/>
                                        </p:tgtEl>
                                      </p:cBhvr>
                                      <p:by x="115000" y="11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_feed" descr="Picnic blanket in a sunny meadow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Feed apple" descr="apple to feed Lumi">
            <a:hlinkClick action="ppaction://hlinksldjump" r:id="rId1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5016500"/>
            <a:ext cx="1460500" cy="1460500"/>
          </a:xfrm>
          <a:prstGeom prst="rect">
            <a:avLst/>
          </a:prstGeom>
        </p:spPr>
      </p:pic>
      <p:pic>
        <p:nvPicPr>
          <p:cNvPr id="4" name="Feed cupcake" descr="cupcake to feed Lumi">
            <a:hlinkClick action="ppaction://hlinksldjump" r:id="rId1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4000" y="5016500"/>
            <a:ext cx="1460500" cy="1460500"/>
          </a:xfrm>
          <a:prstGeom prst="rect">
            <a:avLst/>
          </a:prstGeom>
        </p:spPr>
      </p:pic>
      <p:pic>
        <p:nvPicPr>
          <p:cNvPr id="5" name="Feed banana" descr="banana to feed Lumi">
            <a:hlinkClick action="ppaction://hlinksldjump" r:id="rId18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5500" y="5016500"/>
            <a:ext cx="1460500" cy="1460500"/>
          </a:xfrm>
          <a:prstGeom prst="rect">
            <a:avLst/>
          </a:prstGeom>
        </p:spPr>
      </p:pic>
      <p:pic>
        <p:nvPicPr>
          <p:cNvPr id="6" name="melon (flying to Lumi)" descr="mel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7000" y="5016500"/>
            <a:ext cx="1460500" cy="1460500"/>
          </a:xfrm>
          <a:prstGeom prst="rect">
            <a:avLst/>
          </a:prstGeom>
        </p:spPr>
      </p:pic>
      <p:pic>
        <p:nvPicPr>
          <p:cNvPr id="7" name="Feed broccoli" descr="broccoli to feed Lumi">
            <a:hlinkClick action="ppaction://hlinksldjump" r:id="rId19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8500" y="5016500"/>
            <a:ext cx="1460500" cy="1460500"/>
          </a:xfrm>
          <a:prstGeom prst="rect">
            <a:avLst/>
          </a:prstGeom>
        </p:spPr>
      </p:pic>
      <p:pic>
        <p:nvPicPr>
          <p:cNvPr id="8" name="Feed chili" descr="chili to feed Lumi">
            <a:hlinkClick action="ppaction://hlinksldjump" r:id="rId20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60000" y="5016500"/>
            <a:ext cx="1460500" cy="1460500"/>
          </a:xfrm>
          <a:prstGeom prst="rect">
            <a:avLst/>
          </a:prstGeom>
        </p:spPr>
      </p:pic>
      <p:pic>
        <p:nvPicPr>
          <p:cNvPr id="9" name="Lumi (wait)" descr="Lumi the baby dragon, wait pose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27500" y="1228090"/>
            <a:ext cx="3937000" cy="3937000"/>
          </a:xfrm>
          <a:prstGeom prst="rect">
            <a:avLst/>
          </a:prstGeom>
        </p:spPr>
      </p:pic>
      <p:pic>
        <p:nvPicPr>
          <p:cNvPr id="10" name="Lumi (chewA)" descr="Lumi the baby dragon, chewA pose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27500" y="1228090"/>
            <a:ext cx="3937000" cy="3937000"/>
          </a:xfrm>
          <a:prstGeom prst="rect">
            <a:avLst/>
          </a:prstGeom>
        </p:spPr>
      </p:pic>
      <p:pic>
        <p:nvPicPr>
          <p:cNvPr id="11" name="Lumi (chewB)" descr="Lumi the baby dragon, chewB pose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27500" y="1228090"/>
            <a:ext cx="3937000" cy="3937000"/>
          </a:xfrm>
          <a:prstGeom prst="rect">
            <a:avLst/>
          </a:prstGeom>
        </p:spPr>
      </p:pic>
      <p:pic>
        <p:nvPicPr>
          <p:cNvPr id="12" name="Lumi (yum)" descr="Lumi the baby dragon, yum pose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27500" y="1228090"/>
            <a:ext cx="3937000" cy="3937000"/>
          </a:xfrm>
          <a:prstGeom prst="rect">
            <a:avLst/>
          </a:prstGeom>
        </p:spPr>
      </p:pic>
      <p:pic>
        <p:nvPicPr>
          <p:cNvPr id="13" name="Lumi (yummy)" descr="Lumi the baby dragon, yummy pose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27500" y="1228090"/>
            <a:ext cx="3937000" cy="3937000"/>
          </a:xfrm>
          <a:prstGeom prst="rect">
            <a:avLst/>
          </a:prstGeom>
        </p:spPr>
      </p:pic>
      <p:pic>
        <p:nvPicPr>
          <p:cNvPr id="14" name="yummy sparkles" descr="yummy sparkles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08500" y="1143000"/>
            <a:ext cx="3175000" cy="3175000"/>
          </a:xfrm>
          <a:prstGeom prst="rect">
            <a:avLst/>
          </a:prstGeom>
        </p:spPr>
      </p:pic>
      <p:pic>
        <p:nvPicPr>
          <p:cNvPr id="15" name="Magic heart: tap for a hug" descr="glowing magic heart">
            <a:hlinkClick action="ppaction://hlinksldjump" r:id="rId21"/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906000" y="254000"/>
            <a:ext cx="1778000" cy="1778000"/>
          </a:xfrm>
          <a:prstGeom prst="rect">
            <a:avLst/>
          </a:prstGeom>
        </p:spPr>
      </p:pic>
      <p:pic>
        <p:nvPicPr>
          <p:cNvPr id="16" name="sound anchor" descr="sound anchor (invisible)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" dur="800" fill="hold" repeatCount="indefinite" autoRev="1"/>
                                        <p:tgtEl>
                                          <p:spTgt spid="3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animScale>
                                      <p:cBhvr>
                                        <p:cTn id="6" dur="900" fill="hold" repeatCount="indefinite" autoRev="1"/>
                                        <p:tgtEl>
                                          <p:spTgt spid="4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6" presetClass="emph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animScale>
                                      <p:cBhvr>
                                        <p:cTn id="8" dur="1000" fill="hold" repeatCount="indefinite" autoRev="1"/>
                                        <p:tgtEl>
                                          <p:spTgt spid="5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animScale>
                                      <p:cBhvr>
                                        <p:cTn id="10" dur="1200" fill="hold" repeatCount="indefinite" autoRev="1"/>
                                        <p:tgtEl>
                                          <p:spTgt spid="7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6" presetClass="emp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Scale>
                                      <p:cBhvr>
                                        <p:cTn id="12" dur="1300" fill="hold" repeatCount="indefinite" autoRev="1"/>
                                        <p:tgtEl>
                                          <p:spTgt spid="8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89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89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133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133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3" name="feed_munc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11 -0.3648 E" pathEditMode="relative" ptsTypes="AA">
                                      <p:cBhvr>
                                        <p:cTn id="4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7" dur="450" fill="hold"/>
                                        <p:tgtEl>
                                          <p:spTgt spid="6"/>
                                        </p:tgtEl>
                                      </p:cBhvr>
                                      <p:by x="35000" y="35000"/>
                                    </p:animScale>
                                  </p:childTnLst>
                                </p:cTn>
                              </p:par>
                              <p:par>
                                <p:cTn id="50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49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52" presetID="1" presetClass="exit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53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xit" presetSubtype="0" fill="hold" nodeType="withEffect">
                                  <p:stCondLst>
                                    <p:cond delay="2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53" presetClass="entr" presetSubtype="0" fill="hold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6" presetClass="emph" presetSubtype="0" fill="hold" nodeType="withEffect">
                                  <p:stCondLst>
                                    <p:cond delay="3200"/>
                                  </p:stCondLst>
                                  <p:childTnLst>
                                    <p:animScale>
                                      <p:cBhvr>
                                        <p:cTn id="66" dur="700" fill="hold" repeatCount="indefinite" autoRev="1"/>
                                        <p:tgtEl>
                                          <p:spTgt spid="15"/>
                                        </p:tgtEl>
                                      </p:cBhvr>
                                      <p:by x="115000" y="11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_feed" descr="Picnic blanket in a sunny meadow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Feed apple" descr="apple to feed Lumi">
            <a:hlinkClick action="ppaction://hlinksldjump" r:id="rId1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5016500"/>
            <a:ext cx="1460500" cy="1460500"/>
          </a:xfrm>
          <a:prstGeom prst="rect">
            <a:avLst/>
          </a:prstGeom>
        </p:spPr>
      </p:pic>
      <p:pic>
        <p:nvPicPr>
          <p:cNvPr id="4" name="Feed cupcake" descr="cupcake to feed Lumi">
            <a:hlinkClick action="ppaction://hlinksldjump" r:id="rId1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4000" y="5016500"/>
            <a:ext cx="1460500" cy="1460500"/>
          </a:xfrm>
          <a:prstGeom prst="rect">
            <a:avLst/>
          </a:prstGeom>
        </p:spPr>
      </p:pic>
      <p:pic>
        <p:nvPicPr>
          <p:cNvPr id="5" name="Feed banana" descr="banana to feed Lumi">
            <a:hlinkClick action="ppaction://hlinksldjump" r:id="rId18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5500" y="5016500"/>
            <a:ext cx="1460500" cy="1460500"/>
          </a:xfrm>
          <a:prstGeom prst="rect">
            <a:avLst/>
          </a:prstGeom>
        </p:spPr>
      </p:pic>
      <p:pic>
        <p:nvPicPr>
          <p:cNvPr id="6" name="Feed melon" descr="melon to feed Lumi">
            <a:hlinkClick action="ppaction://hlinksldjump" r:id="rId19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7000" y="5016500"/>
            <a:ext cx="1460500" cy="1460500"/>
          </a:xfrm>
          <a:prstGeom prst="rect">
            <a:avLst/>
          </a:prstGeom>
        </p:spPr>
      </p:pic>
      <p:pic>
        <p:nvPicPr>
          <p:cNvPr id="7" name="broccoli (flying to Lumi)" descr="broccoli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8500" y="5016500"/>
            <a:ext cx="1460500" cy="1460500"/>
          </a:xfrm>
          <a:prstGeom prst="rect">
            <a:avLst/>
          </a:prstGeom>
        </p:spPr>
      </p:pic>
      <p:pic>
        <p:nvPicPr>
          <p:cNvPr id="8" name="Feed chili" descr="chili to feed Lumi">
            <a:hlinkClick action="ppaction://hlinksldjump" r:id="rId20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60000" y="5016500"/>
            <a:ext cx="1460500" cy="1460500"/>
          </a:xfrm>
          <a:prstGeom prst="rect">
            <a:avLst/>
          </a:prstGeom>
        </p:spPr>
      </p:pic>
      <p:pic>
        <p:nvPicPr>
          <p:cNvPr id="9" name="Lumi (wait)" descr="Lumi the baby dragon, wait pose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27500" y="1228090"/>
            <a:ext cx="3937000" cy="3937000"/>
          </a:xfrm>
          <a:prstGeom prst="rect">
            <a:avLst/>
          </a:prstGeom>
        </p:spPr>
      </p:pic>
      <p:pic>
        <p:nvPicPr>
          <p:cNvPr id="10" name="Lumi (chewA)" descr="Lumi the baby dragon, chewA pose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27500" y="1228090"/>
            <a:ext cx="3937000" cy="3937000"/>
          </a:xfrm>
          <a:prstGeom prst="rect">
            <a:avLst/>
          </a:prstGeom>
        </p:spPr>
      </p:pic>
      <p:pic>
        <p:nvPicPr>
          <p:cNvPr id="11" name="Lumi (chewB)" descr="Lumi the baby dragon, chewB pose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27500" y="1228090"/>
            <a:ext cx="3937000" cy="3937000"/>
          </a:xfrm>
          <a:prstGeom prst="rect">
            <a:avLst/>
          </a:prstGeom>
        </p:spPr>
      </p:pic>
      <p:pic>
        <p:nvPicPr>
          <p:cNvPr id="12" name="Lumi (yuck)" descr="Lumi the baby dragon, yuck pose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27500" y="1228090"/>
            <a:ext cx="3937000" cy="3937000"/>
          </a:xfrm>
          <a:prstGeom prst="rect">
            <a:avLst/>
          </a:prstGeom>
        </p:spPr>
      </p:pic>
      <p:pic>
        <p:nvPicPr>
          <p:cNvPr id="13" name="Lumi (happyAgain)" descr="Lumi the baby dragon, happyAgain pose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27500" y="1228090"/>
            <a:ext cx="3937000" cy="3937000"/>
          </a:xfrm>
          <a:prstGeom prst="rect">
            <a:avLst/>
          </a:prstGeom>
        </p:spPr>
      </p:pic>
      <p:pic>
        <p:nvPicPr>
          <p:cNvPr id="14" name="sweat drop" descr="sweat drop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175500" y="1714500"/>
            <a:ext cx="381000" cy="533400"/>
          </a:xfrm>
          <a:prstGeom prst="rect">
            <a:avLst/>
          </a:prstGeom>
        </p:spPr>
      </p:pic>
      <p:pic>
        <p:nvPicPr>
          <p:cNvPr id="15" name="Magic heart: tap for a hug" descr="glowing magic heart">
            <a:hlinkClick action="ppaction://hlinksldjump" r:id="rId21"/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906000" y="254000"/>
            <a:ext cx="1778000" cy="1778000"/>
          </a:xfrm>
          <a:prstGeom prst="rect">
            <a:avLst/>
          </a:prstGeom>
        </p:spPr>
      </p:pic>
      <p:pic>
        <p:nvPicPr>
          <p:cNvPr id="16" name="sound anchor" descr="sound anchor (invisible)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" dur="800" fill="hold" repeatCount="indefinite" autoRev="1"/>
                                        <p:tgtEl>
                                          <p:spTgt spid="3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animScale>
                                      <p:cBhvr>
                                        <p:cTn id="6" dur="900" fill="hold" repeatCount="indefinite" autoRev="1"/>
                                        <p:tgtEl>
                                          <p:spTgt spid="4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6" presetClass="emph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animScale>
                                      <p:cBhvr>
                                        <p:cTn id="8" dur="1000" fill="hold" repeatCount="indefinite" autoRev="1"/>
                                        <p:tgtEl>
                                          <p:spTgt spid="5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Scale>
                                      <p:cBhvr>
                                        <p:cTn id="10" dur="1100" fill="hold" repeatCount="indefinite" autoRev="1"/>
                                        <p:tgtEl>
                                          <p:spTgt spid="6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6" presetClass="emp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Scale>
                                      <p:cBhvr>
                                        <p:cTn id="12" dur="1300" fill="hold" repeatCount="indefinite" autoRev="1"/>
                                        <p:tgtEl>
                                          <p:spTgt spid="8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3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3" name="feed_ve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2422 -0.3648 E" pathEditMode="relative" ptsTypes="AA">
                                      <p:cBhvr>
                                        <p:cTn id="41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4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3" dur="450" fill="hold"/>
                                        <p:tgtEl>
                                          <p:spTgt spid="7"/>
                                        </p:tgtEl>
                                      </p:cBhvr>
                                      <p:by x="35000" y="35000"/>
                                    </p:animScale>
                                  </p:childTnLst>
                                </p:cTn>
                              </p:par>
                              <p:par>
                                <p:cTn id="46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4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8" presetID="1" presetClass="exit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0" presetClass="path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Motion origin="layout" path="M 0 0 L 0.0000 -0.0500 E" pathEditMode="relative" ptsTypes="AA">
                                      <p:cBhvr>
                                        <p:cTn id="49" dur="200" fill="hold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2" presetID="0" presetClass="path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Motion origin="layout" path="M 0 0 L 0.0000 -0.0500 E" pathEditMode="relative" ptsTypes="AA">
                                      <p:cBhvr>
                                        <p:cTn id="51" dur="200" fill="hold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4" presetID="0" presetClass="path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Motion origin="layout" path="M 0 0 L 0.0000 -0.0500 E" pathEditMode="relative" ptsTypes="AA">
                                      <p:cBhvr>
                                        <p:cTn id="53" dur="200" fill="hold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6" presetID="0" presetClass="path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Motion origin="layout" path="M 0 0 L 0.0000 -0.0500 E" pathEditMode="relative" ptsTypes="AA">
                                      <p:cBhvr>
                                        <p:cTn id="55" dur="200" fill="hold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8" presetID="0" presetClass="path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Motion origin="layout" path="M 0 0 L 0.0000 -0.0500 E" pathEditMode="relative" ptsTypes="AA">
                                      <p:cBhvr>
                                        <p:cTn id="57" dur="200" fill="hold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3" presetID="53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2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0" presetClass="path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animMotion origin="layout" path="M 0 0 L 0.0000 0.1000 E" pathEditMode="relative" ptsTypes="AA">
                                      <p:cBhvr>
                                        <p:cTn id="64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8" presetID="10" presetClass="exit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53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6" presetClass="emph" presetSubtype="0" fill="hold" nodeType="withEffect">
                                  <p:stCondLst>
                                    <p:cond delay="3100"/>
                                  </p:stCondLst>
                                  <p:childTnLst>
                                    <p:animScale>
                                      <p:cBhvr>
                                        <p:cTn id="74" dur="700" fill="hold" repeatCount="indefinite" autoRev="1"/>
                                        <p:tgtEl>
                                          <p:spTgt spid="15"/>
                                        </p:tgtEl>
                                      </p:cBhvr>
                                      <p:by x="115000" y="11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_feed" descr="Picnic blanket in a sunny meadow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Feed apple" descr="apple to feed Lumi">
            <a:hlinkClick action="ppaction://hlinksldjump" r:id="rId18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5016500"/>
            <a:ext cx="1460500" cy="1460500"/>
          </a:xfrm>
          <a:prstGeom prst="rect">
            <a:avLst/>
          </a:prstGeom>
        </p:spPr>
      </p:pic>
      <p:pic>
        <p:nvPicPr>
          <p:cNvPr id="4" name="Feed cupcake" descr="cupcake to feed Lumi">
            <a:hlinkClick action="ppaction://hlinksldjump" r:id="rId19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4000" y="5016500"/>
            <a:ext cx="1460500" cy="1460500"/>
          </a:xfrm>
          <a:prstGeom prst="rect">
            <a:avLst/>
          </a:prstGeom>
        </p:spPr>
      </p:pic>
      <p:pic>
        <p:nvPicPr>
          <p:cNvPr id="5" name="Feed banana" descr="banana to feed Lumi">
            <a:hlinkClick action="ppaction://hlinksldjump" r:id="rId20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5500" y="5016500"/>
            <a:ext cx="1460500" cy="1460500"/>
          </a:xfrm>
          <a:prstGeom prst="rect">
            <a:avLst/>
          </a:prstGeom>
        </p:spPr>
      </p:pic>
      <p:pic>
        <p:nvPicPr>
          <p:cNvPr id="6" name="Feed melon" descr="melon to feed Lumi">
            <a:hlinkClick action="ppaction://hlinksldjump" r:id="rId21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7000" y="5016500"/>
            <a:ext cx="1460500" cy="1460500"/>
          </a:xfrm>
          <a:prstGeom prst="rect">
            <a:avLst/>
          </a:prstGeom>
        </p:spPr>
      </p:pic>
      <p:pic>
        <p:nvPicPr>
          <p:cNvPr id="7" name="Feed broccoli" descr="broccoli to feed Lumi">
            <a:hlinkClick action="ppaction://hlinksldjump" r:id="rId22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8500" y="5016500"/>
            <a:ext cx="1460500" cy="1460500"/>
          </a:xfrm>
          <a:prstGeom prst="rect">
            <a:avLst/>
          </a:prstGeom>
        </p:spPr>
      </p:pic>
      <p:pic>
        <p:nvPicPr>
          <p:cNvPr id="8" name="chili (flying to Lumi)" descr="chili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60000" y="5016500"/>
            <a:ext cx="1460500" cy="1460500"/>
          </a:xfrm>
          <a:prstGeom prst="rect">
            <a:avLst/>
          </a:prstGeom>
        </p:spPr>
      </p:pic>
      <p:pic>
        <p:nvPicPr>
          <p:cNvPr id="9" name="Lumi (wait)" descr="Lumi the baby dragon, wait pose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27500" y="1228090"/>
            <a:ext cx="3937000" cy="3937000"/>
          </a:xfrm>
          <a:prstGeom prst="rect">
            <a:avLst/>
          </a:prstGeom>
        </p:spPr>
      </p:pic>
      <p:pic>
        <p:nvPicPr>
          <p:cNvPr id="10" name="Lumi (chewA)" descr="Lumi the baby dragon, chewA pose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27500" y="1228090"/>
            <a:ext cx="3937000" cy="3937000"/>
          </a:xfrm>
          <a:prstGeom prst="rect">
            <a:avLst/>
          </a:prstGeom>
        </p:spPr>
      </p:pic>
      <p:pic>
        <p:nvPicPr>
          <p:cNvPr id="11" name="Lumi (chewB)" descr="Lumi the baby dragon, chewB pose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27500" y="1228090"/>
            <a:ext cx="3937000" cy="3937000"/>
          </a:xfrm>
          <a:prstGeom prst="rect">
            <a:avLst/>
          </a:prstGeom>
        </p:spPr>
      </p:pic>
      <p:pic>
        <p:nvPicPr>
          <p:cNvPr id="12" name="Lumi (hot)" descr="Lumi the baby dragon, hot pose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27500" y="1228090"/>
            <a:ext cx="3937000" cy="3937000"/>
          </a:xfrm>
          <a:prstGeom prst="rect">
            <a:avLst/>
          </a:prstGeom>
        </p:spPr>
      </p:pic>
      <p:pic>
        <p:nvPicPr>
          <p:cNvPr id="13" name="Lumi (fire)" descr="Lumi the baby dragon, fire pose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27500" y="1228090"/>
            <a:ext cx="3937000" cy="3937000"/>
          </a:xfrm>
          <a:prstGeom prst="rect">
            <a:avLst/>
          </a:prstGeom>
        </p:spPr>
      </p:pic>
      <p:pic>
        <p:nvPicPr>
          <p:cNvPr id="14" name="Lumi (yummy)" descr="Lumi the baby dragon, yummy pose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127500" y="1228090"/>
            <a:ext cx="3937000" cy="3937000"/>
          </a:xfrm>
          <a:prstGeom prst="rect">
            <a:avLst/>
          </a:prstGeom>
        </p:spPr>
      </p:pic>
      <p:pic>
        <p:nvPicPr>
          <p:cNvPr id="15" name="Lumi breathes fire" descr="funny flame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191250" y="2101850"/>
            <a:ext cx="3937000" cy="2286000"/>
          </a:xfrm>
          <a:prstGeom prst="rect">
            <a:avLst/>
          </a:prstGeom>
        </p:spPr>
      </p:pic>
      <p:pic>
        <p:nvPicPr>
          <p:cNvPr id="16" name="smoke puff" descr="smoke puff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112000" y="1587500"/>
            <a:ext cx="1143000" cy="914400"/>
          </a:xfrm>
          <a:prstGeom prst="rect">
            <a:avLst/>
          </a:prstGeom>
        </p:spPr>
      </p:pic>
      <p:pic>
        <p:nvPicPr>
          <p:cNvPr id="17" name="smoke puff" descr="smoke puff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01000" y="1206500"/>
            <a:ext cx="952500" cy="762000"/>
          </a:xfrm>
          <a:prstGeom prst="rect">
            <a:avLst/>
          </a:prstGeom>
        </p:spPr>
      </p:pic>
      <p:pic>
        <p:nvPicPr>
          <p:cNvPr id="18" name="Magic heart: tap for a hug" descr="glowing magic heart">
            <a:hlinkClick action="ppaction://hlinksldjump" r:id="rId23"/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906000" y="254000"/>
            <a:ext cx="1778000" cy="1778000"/>
          </a:xfrm>
          <a:prstGeom prst="rect">
            <a:avLst/>
          </a:prstGeom>
        </p:spPr>
      </p:pic>
      <p:pic>
        <p:nvPicPr>
          <p:cNvPr id="19" name="sound anchor" descr="sound anchor (invisible)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" dur="800" fill="hold" repeatCount="indefinite" autoRev="1"/>
                                        <p:tgtEl>
                                          <p:spTgt spid="3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animScale>
                                      <p:cBhvr>
                                        <p:cTn id="6" dur="900" fill="hold" repeatCount="indefinite" autoRev="1"/>
                                        <p:tgtEl>
                                          <p:spTgt spid="4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6" presetClass="emph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animScale>
                                      <p:cBhvr>
                                        <p:cTn id="8" dur="1000" fill="hold" repeatCount="indefinite" autoRev="1"/>
                                        <p:tgtEl>
                                          <p:spTgt spid="5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animScale>
                                      <p:cBhvr>
                                        <p:cTn id="10" dur="1100" fill="hold" repeatCount="indefinite" autoRev="1"/>
                                        <p:tgtEl>
                                          <p:spTgt spid="6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6" presetClass="emph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animScale>
                                      <p:cBhvr>
                                        <p:cTn id="12" dur="1200" fill="hold" repeatCount="indefinite" autoRev="1"/>
                                        <p:tgtEl>
                                          <p:spTgt spid="7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3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5" name="feed_chili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3932 -0.3648 E" pathEditMode="relative" ptsTypes="AA">
                                      <p:cBhvr>
                                        <p:cTn id="41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4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3" dur="450" fill="hold"/>
                                        <p:tgtEl>
                                          <p:spTgt spid="8"/>
                                        </p:tgtEl>
                                      </p:cBhvr>
                                      <p:by x="35000" y="35000"/>
                                    </p:animScale>
                                  </p:childTnLst>
                                </p:cTn>
                              </p:par>
                              <p:par>
                                <p:cTn id="46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45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8" presetID="1" presetClass="exit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53" presetClass="entr" presetSubtype="0" fill="hold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3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3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6" presetClass="emph" presetSubtype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animScale>
                                      <p:cBhvr>
                                        <p:cTn id="54" dur="250" fill="hold" repeatCount="3000" autoRev="1"/>
                                        <p:tgtEl>
                                          <p:spTgt spid="15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34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53" presetClass="entr" presetSubtype="0" fill="hold" nodeType="withEffect">
                                  <p:stCondLst>
                                    <p:cond delay="30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0" dur="2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2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0" presetClass="path" presetSubtype="0" fill="hold" nodeType="withEffect">
                                  <p:stCondLst>
                                    <p:cond delay="3050"/>
                                  </p:stCondLst>
                                  <p:childTnLst>
                                    <p:animMotion origin="layout" path="M 0 0 L 0.0500 -0.1500 E" pathEditMode="relative" ptsTypes="AA">
                                      <p:cBhvr>
                                        <p:cTn id="64" dur="12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8" presetID="10" presetClass="exit" presetSubtype="0" fill="hold" nodeType="withEffect">
                                  <p:stCondLst>
                                    <p:cond delay="3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53" presetClass="entr" presetSubtype="0" fill="hold" nodeType="withEffect">
                                  <p:stCondLst>
                                    <p:cond delay="325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0" dur="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2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0" presetClass="path" presetSubtype="0" fill="hold" nodeType="withEffect">
                                  <p:stCondLst>
                                    <p:cond delay="3250"/>
                                  </p:stCondLst>
                                  <p:childTnLst>
                                    <p:animMotion origin="layout" path="M 0 0 L 0.0700 -0.1200 E" pathEditMode="relative" ptsTypes="AA">
                                      <p:cBhvr>
                                        <p:cTn id="74" dur="12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8" presetID="10" presetClass="exit" presetSubtype="0" fill="hold" nodeType="withEffect">
                                  <p:stCondLst>
                                    <p:cond delay="3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0" presetClass="path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-0.0400 E" pathEditMode="relative" ptsTypes="AA">
                                      <p:cBhvr>
                                        <p:cTn id="79" dur="15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2" presetID="0" presetClass="path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-0.0400 E" pathEditMode="relative" ptsTypes="AA">
                                      <p:cBhvr>
                                        <p:cTn id="81" dur="150" fill="hold" repeatCount="3000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4" presetID="0" presetClass="path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-0.0400 E" pathEditMode="relative" ptsTypes="AA">
                                      <p:cBhvr>
                                        <p:cTn id="83" dur="150" fill="hold" repeatCount="3000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6" presetID="0" presetClass="path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-0.0400 E" pathEditMode="relative" ptsTypes="AA">
                                      <p:cBhvr>
                                        <p:cTn id="85" dur="15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8" presetID="0" presetClass="path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-0.0400 E" pathEditMode="relative" ptsTypes="AA">
                                      <p:cBhvr>
                                        <p:cTn id="87" dur="150" fill="hold" repeatCount="3000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0" presetID="0" presetClass="path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-0.0400 E" pathEditMode="relative" ptsTypes="AA">
                                      <p:cBhvr>
                                        <p:cTn id="89" dur="150" fill="hold" repeatCount="3000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5" presetID="53" presetClass="entr" presetSubtype="0" fill="hold" nodeType="withEffect">
                                  <p:stCondLst>
                                    <p:cond delay="36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6" presetClass="emph" presetSubtype="0" fill="hold" nodeType="withEffect">
                                  <p:stCondLst>
                                    <p:cond delay="4100"/>
                                  </p:stCondLst>
                                  <p:childTnLst>
                                    <p:animScale>
                                      <p:cBhvr>
                                        <p:cTn id="96" dur="700" fill="hold" repeatCount="indefinite" autoRev="1"/>
                                        <p:tgtEl>
                                          <p:spTgt spid="18"/>
                                        </p:tgtEl>
                                      </p:cBhvr>
                                      <p:by x="115000" y="11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_hug" descr="Sunset meadow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warm hug glow" descr="warm hug glo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3500" y="825500"/>
            <a:ext cx="6985000" cy="6985000"/>
          </a:xfrm>
          <a:prstGeom prst="rect">
            <a:avLst/>
          </a:prstGeom>
        </p:spPr>
      </p:pic>
      <p:pic>
        <p:nvPicPr>
          <p:cNvPr id="4" name="Lumi (far away)" descr="Lumi wait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3000" y="2954020"/>
            <a:ext cx="2286000" cy="2286000"/>
          </a:xfrm>
          <a:prstGeom prst="rect">
            <a:avLst/>
          </a:prstGeom>
        </p:spPr>
      </p:pic>
      <p:pic>
        <p:nvPicPr>
          <p:cNvPr id="5" name="Lumi surprised" descr="Lumi surprise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13000" y="2954020"/>
            <a:ext cx="2286000" cy="2286000"/>
          </a:xfrm>
          <a:prstGeom prst="rect">
            <a:avLst/>
          </a:prstGeom>
        </p:spPr>
      </p:pic>
      <p:pic>
        <p:nvPicPr>
          <p:cNvPr id="6" name="Lumi running with open arms" descr="Lumi running with open arm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13000" y="2954020"/>
            <a:ext cx="2286000" cy="2286000"/>
          </a:xfrm>
          <a:prstGeom prst="rect">
            <a:avLst/>
          </a:prstGeom>
        </p:spPr>
      </p:pic>
      <p:pic>
        <p:nvPicPr>
          <p:cNvPr id="7" name="Lumi hugging (close-up)" descr="Lumi hugging (close-up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38500" y="1352550"/>
            <a:ext cx="5715000" cy="5715000"/>
          </a:xfrm>
          <a:prstGeom prst="rect">
            <a:avLst/>
          </a:prstGeom>
        </p:spPr>
      </p:pic>
      <p:pic>
        <p:nvPicPr>
          <p:cNvPr id="8" name="Big glowing heart" descr="big glowing heart: tap it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29500" y="2984500"/>
            <a:ext cx="3302000" cy="3302000"/>
          </a:xfrm>
          <a:prstGeom prst="rect">
            <a:avLst/>
          </a:prstGeom>
        </p:spPr>
      </p:pic>
      <p:sp>
        <p:nvSpPr>
          <p:cNvPr id="9" name="Tap the heart"/>
          <p:cNvSpPr/>
          <p:nvPr/>
        </p:nvSpPr>
        <p:spPr>
          <a:xfrm>
            <a:off x="7810500" y="3429000"/>
            <a:ext cx="2540000" cy="2540000"/>
          </a:xfrm>
          <a:prstGeom prst="rect">
            <a:avLst/>
          </a:prstGeom>
          <a:solidFill>
            <a:srgbClr val="FFFFFF">
              <a:alpha val="1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" name="Heart key to the secret door" descr="golden heart key">
            <a:hlinkClick action="ppaction://hlinksldjump" r:id="rId12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45500" y="762000"/>
            <a:ext cx="2032000" cy="1270000"/>
          </a:xfrm>
          <a:prstGeom prst="rect">
            <a:avLst/>
          </a:prstGeom>
        </p:spPr>
      </p:pic>
      <p:pic>
        <p:nvPicPr>
          <p:cNvPr id="11" name="firefly" descr="glowing firefly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61874" y="956658"/>
            <a:ext cx="355600" cy="355600"/>
          </a:xfrm>
          <a:prstGeom prst="rect">
            <a:avLst/>
          </a:prstGeom>
        </p:spPr>
      </p:pic>
      <p:pic>
        <p:nvPicPr>
          <p:cNvPr id="12" name="firefly" descr="glowing firefly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086019" y="1761449"/>
            <a:ext cx="355600" cy="355600"/>
          </a:xfrm>
          <a:prstGeom prst="rect">
            <a:avLst/>
          </a:prstGeom>
        </p:spPr>
      </p:pic>
      <p:pic>
        <p:nvPicPr>
          <p:cNvPr id="13" name="firefly" descr="glowing firefly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39666" y="1877275"/>
            <a:ext cx="355600" cy="355600"/>
          </a:xfrm>
          <a:prstGeom prst="rect">
            <a:avLst/>
          </a:prstGeom>
        </p:spPr>
      </p:pic>
      <p:pic>
        <p:nvPicPr>
          <p:cNvPr id="14" name="firefly" descr="glowing firefly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52057" y="4263271"/>
            <a:ext cx="355600" cy="355600"/>
          </a:xfrm>
          <a:prstGeom prst="rect">
            <a:avLst/>
          </a:prstGeom>
        </p:spPr>
      </p:pic>
      <p:pic>
        <p:nvPicPr>
          <p:cNvPr id="15" name="firefly" descr="glowing firefly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20841" y="3874786"/>
            <a:ext cx="355600" cy="355600"/>
          </a:xfrm>
          <a:prstGeom prst="rect">
            <a:avLst/>
          </a:prstGeom>
        </p:spPr>
      </p:pic>
      <p:pic>
        <p:nvPicPr>
          <p:cNvPr id="16" name="firefly" descr="glowing firefly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13727" y="3674697"/>
            <a:ext cx="355600" cy="355600"/>
          </a:xfrm>
          <a:prstGeom prst="rect">
            <a:avLst/>
          </a:prstGeom>
        </p:spPr>
      </p:pic>
      <p:pic>
        <p:nvPicPr>
          <p:cNvPr id="17" name="floating heart" descr="floating heart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64000" y="2730500"/>
            <a:ext cx="698500" cy="698500"/>
          </a:xfrm>
          <a:prstGeom prst="rect">
            <a:avLst/>
          </a:prstGeom>
        </p:spPr>
      </p:pic>
      <p:pic>
        <p:nvPicPr>
          <p:cNvPr id="18" name="floating heart" descr="floating heart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33950" y="3181350"/>
            <a:ext cx="952500" cy="952500"/>
          </a:xfrm>
          <a:prstGeom prst="rect">
            <a:avLst/>
          </a:prstGeom>
        </p:spPr>
      </p:pic>
      <p:pic>
        <p:nvPicPr>
          <p:cNvPr id="19" name="floating heart" descr="floating heart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803900" y="3632200"/>
            <a:ext cx="1206500" cy="1206500"/>
          </a:xfrm>
          <a:prstGeom prst="rect">
            <a:avLst/>
          </a:prstGeom>
        </p:spPr>
      </p:pic>
      <p:pic>
        <p:nvPicPr>
          <p:cNvPr id="20" name="floating heart" descr="floating heart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673850" y="2813050"/>
            <a:ext cx="698500" cy="698500"/>
          </a:xfrm>
          <a:prstGeom prst="rect">
            <a:avLst/>
          </a:prstGeom>
        </p:spPr>
      </p:pic>
      <p:pic>
        <p:nvPicPr>
          <p:cNvPr id="21" name="floating heart" descr="floating heart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43800" y="3263900"/>
            <a:ext cx="952500" cy="952500"/>
          </a:xfrm>
          <a:prstGeom prst="rect">
            <a:avLst/>
          </a:prstGeom>
        </p:spPr>
      </p:pic>
      <p:pic>
        <p:nvPicPr>
          <p:cNvPr id="22" name="floating heart" descr="floating heart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03750" y="3714750"/>
            <a:ext cx="1206500" cy="1206500"/>
          </a:xfrm>
          <a:prstGeom prst="rect">
            <a:avLst/>
          </a:prstGeom>
        </p:spPr>
      </p:pic>
      <p:pic>
        <p:nvPicPr>
          <p:cNvPr id="23" name="floating heart" descr="floating heart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73700" y="2895600"/>
            <a:ext cx="698500" cy="698500"/>
          </a:xfrm>
          <a:prstGeom prst="rect">
            <a:avLst/>
          </a:prstGeom>
        </p:spPr>
      </p:pic>
      <p:pic>
        <p:nvPicPr>
          <p:cNvPr id="24" name="floating heart" descr="floating heart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43650" y="3346450"/>
            <a:ext cx="952500" cy="952500"/>
          </a:xfrm>
          <a:prstGeom prst="rect">
            <a:avLst/>
          </a:prstGeom>
        </p:spPr>
      </p:pic>
      <p:pic>
        <p:nvPicPr>
          <p:cNvPr id="25" name="sound anchor" descr="sound anchor (invisible)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" dur="800" fill="hold" repeatCount="indefinite" autoRev="1"/>
                                        <p:tgtEl>
                                          <p:spTgt spid="8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1500" fill="hold" repeatCount="indefinite" autoRev="1"/>
                                        <p:tgtEl>
                                          <p:spTgt spid="4"/>
                                        </p:tgtEl>
                                      </p:cBhvr>
                                      <p:by x="102000" y="103000"/>
                                    </p:animScale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4" name="lumi_ta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677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1" dur="6766" fill="hold" repeatCount="indefinite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6" presetClass="emph" presetSubtype="0" fill="hold" nodeType="withEffect">
                                  <p:stCondLst>
                                    <p:cond delay="31"/>
                                  </p:stCondLst>
                                  <p:childTnLst>
                                    <p:animScale>
                                      <p:cBhvr>
                                        <p:cTn id="13" dur="1131" fill="hold" repeatCount="indefinite" autoRev="1"/>
                                        <p:tgtEl>
                                          <p:spTgt spid="1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1136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5" dur="8471" fill="hold" repeatCount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6" presetClass="emph" presetSubtype="0" fill="hold" nodeType="withEffect">
                                  <p:stCondLst>
                                    <p:cond delay="188"/>
                                  </p:stCondLst>
                                  <p:childTnLst>
                                    <p:animScale>
                                      <p:cBhvr>
                                        <p:cTn id="17" dur="1276" fill="hold" repeatCount="indefinite" autoRev="1"/>
                                        <p:tgtEl>
                                          <p:spTgt spid="1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209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9" dur="8647" fill="hold" repeatCount="indefinite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6" presetClass="emph" presetSubtype="0" fill="hold" nodeType="withEffect">
                                  <p:stCondLst>
                                    <p:cond delay="746"/>
                                  </p:stCondLst>
                                  <p:childTnLst>
                                    <p:animScale>
                                      <p:cBhvr>
                                        <p:cTn id="21" dur="1038" fill="hold" repeatCount="indefinite" autoRev="1"/>
                                        <p:tgtEl>
                                          <p:spTgt spid="1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4" presetID="0" presetClass="path" presetSubtype="0" fill="hold" nodeType="withEffect">
                                  <p:stCondLst>
                                    <p:cond delay="282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23" dur="9418" fill="hold" repeatCount="indefinite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" presetID="6" presetClass="emph" presetSubtype="0" fill="hold" nodeType="withEffect">
                                  <p:stCondLst>
                                    <p:cond delay="74"/>
                                  </p:stCondLst>
                                  <p:childTnLst>
                                    <p:animScale>
                                      <p:cBhvr>
                                        <p:cTn id="25" dur="1231" fill="hold" repeatCount="indefinite" autoRev="1"/>
                                        <p:tgtEl>
                                          <p:spTgt spid="1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8" presetID="0" presetClass="path" presetSubtype="0" fill="hold" nodeType="withEffect">
                                  <p:stCondLst>
                                    <p:cond delay="1321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27" dur="7573" fill="hold" repeatCount="indefinite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0" presetID="6" presetClass="emph" presetSubtype="0" fill="hold" nodeType="withEffect">
                                  <p:stCondLst>
                                    <p:cond delay="713"/>
                                  </p:stCondLst>
                                  <p:childTnLst>
                                    <p:animScale>
                                      <p:cBhvr>
                                        <p:cTn id="29" dur="934" fill="hold" repeatCount="indefinite" autoRev="1"/>
                                        <p:tgtEl>
                                          <p:spTgt spid="1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2" presetID="0" presetClass="path" presetSubtype="0" fill="hold" nodeType="withEffect">
                                  <p:stCondLst>
                                    <p:cond delay="206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31" dur="6006" fill="hold" repeatCount="indefinite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4" presetID="6" presetClass="emph" presetSubtype="0" fill="hold" nodeType="withEffect">
                                  <p:stCondLst>
                                    <p:cond delay="688"/>
                                  </p:stCondLst>
                                  <p:childTnLst>
                                    <p:animScale>
                                      <p:cBhvr>
                                        <p:cTn id="33" dur="898" fill="hold" repeatCount="indefinite" autoRev="1"/>
                                        <p:tgtEl>
                                          <p:spTgt spid="1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59" restart="never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0" fill="hold">
                      <p:stCondLst>
                        <p:cond delay="0"/>
                      </p:stCondLst>
                      <p:childTnLst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3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5" name="hug_sequence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1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0" dur="300" fill="hold" autoRev="1"/>
                                        <p:tgtEl>
                                          <p:spTgt spid="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500 E" pathEditMode="relative" ptsTypes="AA">
                                      <p:cBhvr>
                                        <p:cTn id="46" dur="250" fill="hold" autoRev="1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0" presetClass="path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2083 0.0165 E" pathEditMode="relative" ptsTypes="AA">
                                      <p:cBhvr>
                                        <p:cTn id="52" dur="13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5" presetID="6" presetClass="emph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animScale>
                                      <p:cBhvr>
                                        <p:cTn id="54" dur="1300" fill="hold"/>
                                        <p:tgtEl>
                                          <p:spTgt spid="6"/>
                                        </p:tgtEl>
                                      </p:cBhvr>
                                      <p:by x="250000" y="250000"/>
                                    </p:animScale>
                                  </p:childTnLst>
                                </p:cTn>
                              </p:par>
                              <p:par>
                                <p:cTn id="57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53" presetClass="entr" presetSubtype="0" fill="hold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2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0" presetClass="path" presetSubtype="0" fill="hold" nodeType="withEffect">
                                  <p:stCondLst>
                                    <p:cond delay="2200"/>
                                  </p:stCondLst>
                                  <p:childTnLst>
                                    <p:animMotion origin="layout" path="M 0 0 L 0.0400 -0.5000 E" pathEditMode="relative" ptsTypes="AA">
                                      <p:cBhvr>
                                        <p:cTn id="68" dur="23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4" presetID="53" presetClass="entr" presetSubtype="0" fill="hold" nodeType="withEffect">
                                  <p:stCondLst>
                                    <p:cond delay="243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2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2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0" presetClass="path" presetSubtype="0" fill="hold" nodeType="withEffect">
                                  <p:stCondLst>
                                    <p:cond delay="2430"/>
                                  </p:stCondLst>
                                  <p:childTnLst>
                                    <p:animMotion origin="layout" path="M 0 0 L -0.0600 -0.5000 E" pathEditMode="relative" ptsTypes="AA">
                                      <p:cBhvr>
                                        <p:cTn id="75" dur="23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1" presetID="53" presetClass="entr" presetSubtype="0" fill="hold" nodeType="withEffect">
                                  <p:stCondLst>
                                    <p:cond delay="26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2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0" presetClass="path" presetSubtype="0" fill="hold" nodeType="withEffect">
                                  <p:stCondLst>
                                    <p:cond delay="2660"/>
                                  </p:stCondLst>
                                  <p:childTnLst>
                                    <p:animMotion origin="layout" path="M 0 0 L 0.0800 -0.5000 E" pathEditMode="relative" ptsTypes="AA">
                                      <p:cBhvr>
                                        <p:cTn id="82" dur="23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5" presetID="6" presetClass="emph" presetSubtype="0" fill="hold" nodeType="withEffect">
                                  <p:stCondLst>
                                    <p:cond delay="2700"/>
                                  </p:stCondLst>
                                  <p:childTnLst>
                                    <p:animScale>
                                      <p:cBhvr>
                                        <p:cTn id="84" dur="1200" fill="hold" repeatCount="indefinite" autoRev="1"/>
                                        <p:tgtEl>
                                          <p:spTgt spid="3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90" presetID="53" presetClass="entr" presetSubtype="0" fill="hold" nodeType="withEffect">
                                  <p:stCondLst>
                                    <p:cond delay="289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7" dur="2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2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9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0" presetClass="path" presetSubtype="0" fill="hold" nodeType="withEffect">
                                  <p:stCondLst>
                                    <p:cond delay="2890"/>
                                  </p:stCondLst>
                                  <p:childTnLst>
                                    <p:animMotion origin="layout" path="M 0 0 L -0.1000 -0.5000 E" pathEditMode="relative" ptsTypes="AA">
                                      <p:cBhvr>
                                        <p:cTn id="91" dur="23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4" presetID="6" presetClass="emph" presetSubtype="0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animScale>
                                      <p:cBhvr>
                                        <p:cTn id="93" dur="500" fill="hold" repeatCount="3000" autoRev="1"/>
                                        <p:tgtEl>
                                          <p:spTgt spid="7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  <p:par>
                                <p:cTn id="99" presetID="53" presetClass="entr" presetSubtype="0" fill="hold" nodeType="withEffect">
                                  <p:stCondLst>
                                    <p:cond delay="312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6" dur="2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2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8" dur="2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0" presetClass="path" presetSubtype="0" fill="hold" nodeType="withEffect">
                                  <p:stCondLst>
                                    <p:cond delay="3120"/>
                                  </p:stCondLst>
                                  <p:childTnLst>
                                    <p:animMotion origin="layout" path="M 0 0 L 0.1200 -0.5000 E" pathEditMode="relative" ptsTypes="AA">
                                      <p:cBhvr>
                                        <p:cTn id="100" dur="23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6" presetID="53" presetClass="entr" presetSubtype="0" fill="hold" nodeType="withEffect">
                                  <p:stCondLst>
                                    <p:cond delay="335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3" dur="2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2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5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0" presetClass="path" presetSubtype="0" fill="hold" nodeType="withEffect">
                                  <p:stCondLst>
                                    <p:cond delay="3350"/>
                                  </p:stCondLst>
                                  <p:childTnLst>
                                    <p:animMotion origin="layout" path="M 0 0 L -0.1400 -0.5000 E" pathEditMode="relative" ptsTypes="AA">
                                      <p:cBhvr>
                                        <p:cTn id="107" dur="23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3" presetID="53" presetClass="entr" presetSubtype="0" fill="hold" nodeType="withEffect">
                                  <p:stCondLst>
                                    <p:cond delay="358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0" dur="2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2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2" dur="2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0" presetClass="path" presetSubtype="0" fill="hold" nodeType="withEffect">
                                  <p:stCondLst>
                                    <p:cond delay="3580"/>
                                  </p:stCondLst>
                                  <p:childTnLst>
                                    <p:animMotion origin="layout" path="M 0 0 L 0.1600 -0.5000 E" pathEditMode="relative" ptsTypes="AA">
                                      <p:cBhvr>
                                        <p:cTn id="114" dur="23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0" presetID="53" presetClass="entr" presetSubtype="0" fill="hold" nodeType="withEffect">
                                  <p:stCondLst>
                                    <p:cond delay="381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7" dur="2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2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9" dur="2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0" presetClass="path" presetSubtype="0" fill="hold" nodeType="withEffect">
                                  <p:stCondLst>
                                    <p:cond delay="3810"/>
                                  </p:stCondLst>
                                  <p:childTnLst>
                                    <p:animMotion origin="layout" path="M 0 0 L -0.1800 -0.5000 E" pathEditMode="relative" ptsTypes="AA">
                                      <p:cBhvr>
                                        <p:cTn id="121" dur="23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7" presetID="53" presetClass="entr" presetSubtype="0" fill="hold" nodeType="withEffect">
                                  <p:stCondLst>
                                    <p:cond delay="39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nodeType="withEffect">
                                  <p:stCondLst>
                                    <p:cond delay="390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12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6" name="key_appea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33" presetID="10" presetClass="exit" presetSubtype="0" fill="hold" nodeType="withEffect">
                                  <p:stCondLst>
                                    <p:cond delay="4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6" presetID="10" presetClass="exit" presetSubtype="0" fill="hold" nodeType="withEffect">
                                  <p:stCondLst>
                                    <p:cond delay="42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8" presetID="0" presetClass="path" presetSubtype="0" fill="hold" nodeType="withEffect">
                                  <p:stCondLst>
                                    <p:cond delay="44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37" dur="12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0" presetID="6" presetClass="emph" presetSubtype="0" fill="hold" nodeType="withEffect">
                                  <p:stCondLst>
                                    <p:cond delay="4400"/>
                                  </p:stCondLst>
                                  <p:childTnLst>
                                    <p:animScale>
                                      <p:cBhvr>
                                        <p:cTn id="139" dur="900" fill="hold" repeatCount="indefinite" autoRev="1"/>
                                        <p:tgtEl>
                                          <p:spTgt spid="10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43" presetID="10" presetClass="exit" presetSubtype="0" fill="hold" nodeType="withEffect">
                                  <p:stCondLst>
                                    <p:cond delay="44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6" presetID="10" presetClass="exit" presetSubtype="0" fill="hold" nodeType="withEffect">
                                  <p:stCondLst>
                                    <p:cond delay="46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0" presetClass="exit" presetSubtype="0" fill="hold" nodeType="withEffect">
                                  <p:stCondLst>
                                    <p:cond delay="49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2" presetID="10" presetClass="exit" presetSubtype="0" fill="hold" nodeType="withEffect">
                                  <p:stCondLst>
                                    <p:cond delay="5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0" presetClass="exit" presetSubtype="0" fill="hold" nodeType="withEffect">
                                  <p:stCondLst>
                                    <p:cond delay="53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8" presetID="10" presetClass="exit" presetSubtype="0" fill="hold" nodeType="withEffect">
                                  <p:stCondLst>
                                    <p:cond delay="561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_door" descr="Ancient stone wall with a magic doo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1465" y="988682"/>
            <a:ext cx="355600" cy="355600"/>
          </a:xfrm>
          <a:prstGeom prst="rect">
            <a:avLst/>
          </a:prstGeom>
        </p:spPr>
      </p:pic>
      <p:pic>
        <p:nvPicPr>
          <p:cNvPr id="4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0019" y="3523236"/>
            <a:ext cx="355600" cy="355600"/>
          </a:xfrm>
          <a:prstGeom prst="rect">
            <a:avLst/>
          </a:prstGeom>
        </p:spPr>
      </p:pic>
      <p:pic>
        <p:nvPicPr>
          <p:cNvPr id="5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5507" y="2727001"/>
            <a:ext cx="355600" cy="355600"/>
          </a:xfrm>
          <a:prstGeom prst="rect">
            <a:avLst/>
          </a:prstGeom>
        </p:spPr>
      </p:pic>
      <p:pic>
        <p:nvPicPr>
          <p:cNvPr id="6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6943" y="880583"/>
            <a:ext cx="355600" cy="355600"/>
          </a:xfrm>
          <a:prstGeom prst="rect">
            <a:avLst/>
          </a:prstGeom>
        </p:spPr>
      </p:pic>
      <p:pic>
        <p:nvPicPr>
          <p:cNvPr id="7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642" y="3227706"/>
            <a:ext cx="355600" cy="355600"/>
          </a:xfrm>
          <a:prstGeom prst="rect">
            <a:avLst/>
          </a:prstGeom>
        </p:spPr>
      </p:pic>
      <p:pic>
        <p:nvPicPr>
          <p:cNvPr id="8" name="Lantern (dark)" descr="dark lantern: tap it">
            <a:hlinkClick action="ppaction://hlinksldjump" r:id="rId11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7000" y="1016000"/>
            <a:ext cx="1397000" cy="2540000"/>
          </a:xfrm>
          <a:prstGeom prst="rect">
            <a:avLst/>
          </a:prstGeom>
        </p:spPr>
      </p:pic>
      <p:pic>
        <p:nvPicPr>
          <p:cNvPr id="9" name="Owl (sleepy)" descr="sleepy owl: tap it">
            <a:hlinkClick action="ppaction://hlinksldjump" r:id="rId12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06000" y="2984500"/>
            <a:ext cx="1905000" cy="2032000"/>
          </a:xfrm>
          <a:prstGeom prst="rect">
            <a:avLst/>
          </a:prstGeom>
        </p:spPr>
      </p:pic>
      <p:pic>
        <p:nvPicPr>
          <p:cNvPr id="10" name="Magic flower (bud)" descr="flower bud: tap it">
            <a:hlinkClick action="ppaction://hlinksldjump" r:id="rId13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1000" y="4064000"/>
            <a:ext cx="1651000" cy="2311400"/>
          </a:xfrm>
          <a:prstGeom prst="rect">
            <a:avLst/>
          </a:prstGeom>
        </p:spPr>
      </p:pic>
      <p:pic>
        <p:nvPicPr>
          <p:cNvPr id="11" name="Magic door" descr="locked magic doo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45000" y="1016000"/>
            <a:ext cx="3302000" cy="4826000"/>
          </a:xfrm>
          <a:prstGeom prst="rect">
            <a:avLst/>
          </a:prstGeom>
        </p:spPr>
      </p:pic>
      <p:pic>
        <p:nvPicPr>
          <p:cNvPr id="12" name="Lumi (surprised)" descr="Lumi the baby dragon, surprised pos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pic>
        <p:nvPicPr>
          <p:cNvPr id="13" name="Lumi (welcome)" descr="Lumi the baby dragon, welcome pose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sp>
        <p:nvSpPr>
          <p:cNvPr id="14" name="Locked door (tap)"/>
          <p:cNvSpPr/>
          <p:nvPr/>
        </p:nvSpPr>
        <p:spPr>
          <a:xfrm>
            <a:off x="4445000" y="1016000"/>
            <a:ext cx="3302000" cy="4826000"/>
          </a:xfrm>
          <a:prstGeom prst="rect">
            <a:avLst/>
          </a:prstGeom>
          <a:solidFill>
            <a:srgbClr val="FFFFFF">
              <a:alpha val="1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Lumi sad" descr="Lumi looks sad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pic>
        <p:nvPicPr>
          <p:cNvPr id="16" name="sound anchor" descr="sound anchor (invisible)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311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4" dur="7506" fill="hold" repeatCount="indefinite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778"/>
                                  </p:stCondLst>
                                  <p:childTnLst>
                                    <p:animScale>
                                      <p:cBhvr>
                                        <p:cTn id="6" dur="1330" fill="hold" repeatCount="indefinite" autoRev="1"/>
                                        <p:tgtEl>
                                          <p:spTgt spid="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661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8" dur="9343" fill="hold" repeatCount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730"/>
                                  </p:stCondLst>
                                  <p:childTnLst>
                                    <p:animScale>
                                      <p:cBhvr>
                                        <p:cTn id="10" dur="887" fill="hold" repeatCount="indefinite" autoRev="1"/>
                                        <p:tgtEl>
                                          <p:spTgt spid="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1188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2" dur="8560" fill="hold" repeatCount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6" presetClass="emph" presetSubtype="0" fill="hold" nodeType="withEffect">
                                  <p:stCondLst>
                                    <p:cond delay="374"/>
                                  </p:stCondLst>
                                  <p:childTnLst>
                                    <p:animScale>
                                      <p:cBhvr>
                                        <p:cTn id="14" dur="805" fill="hold" repeatCount="indefinite" autoRev="1"/>
                                        <p:tgtEl>
                                          <p:spTgt spid="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22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6" dur="7327" fill="hold" repeatCount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6" presetClass="emph" presetSubtype="0" fill="hold" nodeType="withEffect">
                                  <p:stCondLst>
                                    <p:cond delay="177"/>
                                  </p:stCondLst>
                                  <p:childTnLst>
                                    <p:animScale>
                                      <p:cBhvr>
                                        <p:cTn id="18" dur="1083" fill="hold" repeatCount="indefinite" autoRev="1"/>
                                        <p:tgtEl>
                                          <p:spTgt spid="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171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20" dur="7007" fill="hold" repeatCount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6" presetClass="emph" presetSubtype="0" fill="hold" nodeType="withEffect">
                                  <p:stCondLst>
                                    <p:cond delay="556"/>
                                  </p:stCondLst>
                                  <p:childTnLst>
                                    <p:animScale>
                                      <p:cBhvr>
                                        <p:cTn id="22" dur="1112" fill="hold" repeatCount="indefinite" autoRev="1"/>
                                        <p:tgtEl>
                                          <p:spTgt spid="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40000">
                                      <p:cBhvr>
                                        <p:cTn id="24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7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6" dur="1800" fill="hold" repeatCount="indefinite" autoRev="1"/>
                                        <p:tgtEl>
                                          <p:spTgt spid="9"/>
                                        </p:tgtEl>
                                      </p:cBhvr>
                                      <p:by x="102000" y="103000"/>
                                    </p:animScale>
                                  </p:childTnLst>
                                </p:cTn>
                              </p:par>
                              <p:par>
                                <p:cTn id="29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8" dur="1000" fill="hold" repeatCount="indefinite" autoRev="1"/>
                                        <p:tgtEl>
                                          <p:spTgt spid="1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3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5" name="portal_go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8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600 E" pathEditMode="relative" ptsTypes="AA">
                                      <p:cBhvr>
                                        <p:cTn id="37" dur="240" fill="hold" repeatCount="2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600 E" pathEditMode="relative" ptsTypes="AA">
                                      <p:cBhvr>
                                        <p:cTn id="39" dur="240" fill="hold" repeatCount="2000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61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2" fill="hold">
                      <p:stCondLst>
                        <p:cond delay="0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6" name="door_locked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7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180000">
                                      <p:cBhvr>
                                        <p:cTn id="46" dur="90" fill="hold" repeatCount="3000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5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7" name="recov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6" presetID="1" presetClass="exit" presetSubtype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" presetClass="entr" presetSubtype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0" presetClass="path" presetSubtype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animMotion origin="layout" path="M 0 0 L 0.0000 -0.0600 E" pathEditMode="relative" ptsTypes="AA">
                                      <p:cBhvr>
                                        <p:cTn id="59" dur="220" fill="hold" repeatCount="2000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_door" descr="Ancient stone wall with a magic doo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7365" y="656411"/>
            <a:ext cx="355600" cy="355600"/>
          </a:xfrm>
          <a:prstGeom prst="rect">
            <a:avLst/>
          </a:prstGeom>
        </p:spPr>
      </p:pic>
      <p:pic>
        <p:nvPicPr>
          <p:cNvPr id="4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5963" y="2522894"/>
            <a:ext cx="355600" cy="355600"/>
          </a:xfrm>
          <a:prstGeom prst="rect">
            <a:avLst/>
          </a:prstGeom>
        </p:spPr>
      </p:pic>
      <p:pic>
        <p:nvPicPr>
          <p:cNvPr id="5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5431" y="3382974"/>
            <a:ext cx="355600" cy="355600"/>
          </a:xfrm>
          <a:prstGeom prst="rect">
            <a:avLst/>
          </a:prstGeom>
        </p:spPr>
      </p:pic>
      <p:pic>
        <p:nvPicPr>
          <p:cNvPr id="6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00240" y="3496063"/>
            <a:ext cx="355600" cy="355600"/>
          </a:xfrm>
          <a:prstGeom prst="rect">
            <a:avLst/>
          </a:prstGeom>
        </p:spPr>
      </p:pic>
      <p:pic>
        <p:nvPicPr>
          <p:cNvPr id="7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9715" y="4085837"/>
            <a:ext cx="355600" cy="355600"/>
          </a:xfrm>
          <a:prstGeom prst="rect">
            <a:avLst/>
          </a:prstGeom>
        </p:spPr>
      </p:pic>
      <p:pic>
        <p:nvPicPr>
          <p:cNvPr id="8" name="Lantern (dark)" descr="dark lanter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7000" y="1016000"/>
            <a:ext cx="1397000" cy="2540000"/>
          </a:xfrm>
          <a:prstGeom prst="rect">
            <a:avLst/>
          </a:prstGeom>
        </p:spPr>
      </p:pic>
      <p:pic>
        <p:nvPicPr>
          <p:cNvPr id="9" name="Lantern (lit)" descr="glowing lantern">
            <a:hlinkClick action="ppaction://hlinksldjump" r:id="rId15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762000"/>
            <a:ext cx="2794000" cy="4064000"/>
          </a:xfrm>
          <a:prstGeom prst="rect">
            <a:avLst/>
          </a:prstGeom>
        </p:spPr>
      </p:pic>
      <p:pic>
        <p:nvPicPr>
          <p:cNvPr id="10" name="Owl (sleepy)" descr="sleepy owl: tap it">
            <a:hlinkClick action="ppaction://hlinksldjump" r:id="rId16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06000" y="2984500"/>
            <a:ext cx="1905000" cy="2032000"/>
          </a:xfrm>
          <a:prstGeom prst="rect">
            <a:avLst/>
          </a:prstGeom>
        </p:spPr>
      </p:pic>
      <p:pic>
        <p:nvPicPr>
          <p:cNvPr id="11" name="Magic flower (bud)" descr="flower bud: tap it">
            <a:hlinkClick action="ppaction://hlinksldjump" r:id="rId17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1000" y="4064000"/>
            <a:ext cx="1651000" cy="2311400"/>
          </a:xfrm>
          <a:prstGeom prst="rect">
            <a:avLst/>
          </a:prstGeom>
        </p:spPr>
      </p:pic>
      <p:pic>
        <p:nvPicPr>
          <p:cNvPr id="12" name="Magic door" descr="locked magic door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45000" y="1016000"/>
            <a:ext cx="3302000" cy="4826000"/>
          </a:xfrm>
          <a:prstGeom prst="rect">
            <a:avLst/>
          </a:prstGeom>
        </p:spPr>
      </p:pic>
      <p:pic>
        <p:nvPicPr>
          <p:cNvPr id="13" name="gem flying to the door" descr="magic gem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78000" y="1968500"/>
            <a:ext cx="635000" cy="635000"/>
          </a:xfrm>
          <a:prstGeom prst="rect">
            <a:avLst/>
          </a:prstGeom>
        </p:spPr>
      </p:pic>
      <p:pic>
        <p:nvPicPr>
          <p:cNvPr id="14" name="Lumi (surprised)" descr="Lumi the baby dragon, surprised pose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pic>
        <p:nvPicPr>
          <p:cNvPr id="15" name="Lumi (jump)" descr="Lumi the baby dragon, jump pose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pic>
        <p:nvPicPr>
          <p:cNvPr id="16" name="Lumi (laughA)" descr="Lumi the baby dragon, laughA pose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pic>
        <p:nvPicPr>
          <p:cNvPr id="17" name="Lumi (happyAgain)" descr="Lumi the baby dragon, happyAgain pose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sp>
        <p:nvSpPr>
          <p:cNvPr id="18" name="Locked door (tap)"/>
          <p:cNvSpPr/>
          <p:nvPr/>
        </p:nvSpPr>
        <p:spPr>
          <a:xfrm>
            <a:off x="4445000" y="1016000"/>
            <a:ext cx="3302000" cy="4826000"/>
          </a:xfrm>
          <a:prstGeom prst="rect">
            <a:avLst/>
          </a:prstGeom>
          <a:solidFill>
            <a:srgbClr val="FFFFFF">
              <a:alpha val="1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Lumi sad" descr="Lumi looks sad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pic>
        <p:nvPicPr>
          <p:cNvPr id="20" name="sound anchor" descr="sound anchor (invisible)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1222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4" dur="9940" fill="hold" repeatCount="indefinite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135"/>
                                  </p:stCondLst>
                                  <p:childTnLst>
                                    <p:animScale>
                                      <p:cBhvr>
                                        <p:cTn id="6" dur="1083" fill="hold" repeatCount="indefinite" autoRev="1"/>
                                        <p:tgtEl>
                                          <p:spTgt spid="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701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8" dur="9870" fill="hold" repeatCount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502"/>
                                  </p:stCondLst>
                                  <p:childTnLst>
                                    <p:animScale>
                                      <p:cBhvr>
                                        <p:cTn id="10" dur="773" fill="hold" repeatCount="indefinite" autoRev="1"/>
                                        <p:tgtEl>
                                          <p:spTgt spid="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6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2" dur="6064" fill="hold" repeatCount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6" presetClass="emph" presetSubtype="0" fill="hold" nodeType="withEffect">
                                  <p:stCondLst>
                                    <p:cond delay="490"/>
                                  </p:stCondLst>
                                  <p:childTnLst>
                                    <p:animScale>
                                      <p:cBhvr>
                                        <p:cTn id="14" dur="819" fill="hold" repeatCount="indefinite" autoRev="1"/>
                                        <p:tgtEl>
                                          <p:spTgt spid="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6" dur="9761" fill="hold" repeatCount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6" presetClass="emph" presetSubtype="0" fill="hold" nodeType="withEffect">
                                  <p:stCondLst>
                                    <p:cond delay="391"/>
                                  </p:stCondLst>
                                  <p:childTnLst>
                                    <p:animScale>
                                      <p:cBhvr>
                                        <p:cTn id="18" dur="1051" fill="hold" repeatCount="indefinite" autoRev="1"/>
                                        <p:tgtEl>
                                          <p:spTgt spid="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1315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20" dur="8854" fill="hold" repeatCount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6" presetClass="emph" presetSubtype="0" fill="hold" nodeType="withEffect">
                                  <p:stCondLst>
                                    <p:cond delay="589"/>
                                  </p:stCondLst>
                                  <p:childTnLst>
                                    <p:animScale>
                                      <p:cBhvr>
                                        <p:cTn id="22" dur="790" fill="hold" repeatCount="indefinite" autoRev="1"/>
                                        <p:tgtEl>
                                          <p:spTgt spid="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1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6" presetClass="emph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animScale>
                                      <p:cBhvr>
                                        <p:cTn id="29" dur="350" fill="hold" repeatCount="2000" autoRev="1"/>
                                        <p:tgtEl>
                                          <p:spTgt spid="9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32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1" dur="1800" fill="hold" repeatCount="indefinite" autoRev="1"/>
                                        <p:tgtEl>
                                          <p:spTgt spid="10"/>
                                        </p:tgtEl>
                                      </p:cBhvr>
                                      <p:by x="102000" y="103000"/>
                                    </p:animScale>
                                  </p:childTnLst>
                                </p:cTn>
                              </p:par>
                              <p:par>
                                <p:cTn id="34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3" dur="1000" fill="hold" repeatCount="indefinite" autoRev="1"/>
                                        <p:tgtEl>
                                          <p:spTgt spid="1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3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9" name="lanter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0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3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0" name="ge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5" presetID="53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0" presetClass="path" presetSubtype="0" fill="hold" nodeType="withEffect">
                                  <p:stCondLst>
                                    <p:cond delay="950"/>
                                  </p:stCondLst>
                                  <p:childTnLst>
                                    <p:animMotion origin="layout" path="M 0 0 L 0.2604 0.0926 E" pathEditMode="relative" ptsTypes="AA">
                                      <p:cBhvr>
                                        <p:cTn id="46" dur="9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0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700 E" pathEditMode="relative" ptsTypes="AA">
                                      <p:cBhvr>
                                        <p:cTn id="60" dur="260" fill="hold" repeatCount="2000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3" presetID="0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700 E" pathEditMode="relative" ptsTypes="AA">
                                      <p:cBhvr>
                                        <p:cTn id="62" dur="260" fill="hold" repeatCount="2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5" presetID="0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700 E" pathEditMode="relative" ptsTypes="AA">
                                      <p:cBhvr>
                                        <p:cTn id="64" dur="260" fill="hold" repeatCount="2000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7" presetID="0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700 E" pathEditMode="relative" ptsTypes="AA">
                                      <p:cBhvr>
                                        <p:cTn id="66" dur="260" fill="hold" repeatCount="2000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6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1" name="jum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91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2" fill="hold">
                      <p:stCondLst>
                        <p:cond delay="0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7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2" name="door_locked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77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180000">
                                      <p:cBhvr>
                                        <p:cTn id="76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9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8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3" name="recov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6" presetID="1" presetClass="exit" presetSubtype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" presetClass="entr" presetSubtype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0" presetClass="path" presetSubtype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animMotion origin="layout" path="M 0 0 L 0.0000 -0.0600 E" pathEditMode="relative" ptsTypes="AA">
                                      <p:cBhvr>
                                        <p:cTn id="89" dur="220" fill="hold" repeatCount="2000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_door" descr="Ancient stone wall with a magic doo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7044" y="2189870"/>
            <a:ext cx="355600" cy="355600"/>
          </a:xfrm>
          <a:prstGeom prst="rect">
            <a:avLst/>
          </a:prstGeom>
        </p:spPr>
      </p:pic>
      <p:pic>
        <p:nvPicPr>
          <p:cNvPr id="4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9498" y="4391501"/>
            <a:ext cx="355600" cy="355600"/>
          </a:xfrm>
          <a:prstGeom prst="rect">
            <a:avLst/>
          </a:prstGeom>
        </p:spPr>
      </p:pic>
      <p:pic>
        <p:nvPicPr>
          <p:cNvPr id="5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8990" y="1000836"/>
            <a:ext cx="355600" cy="355600"/>
          </a:xfrm>
          <a:prstGeom prst="rect">
            <a:avLst/>
          </a:prstGeom>
        </p:spPr>
      </p:pic>
      <p:pic>
        <p:nvPicPr>
          <p:cNvPr id="6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6068" y="3894396"/>
            <a:ext cx="355600" cy="355600"/>
          </a:xfrm>
          <a:prstGeom prst="rect">
            <a:avLst/>
          </a:prstGeom>
        </p:spPr>
      </p:pic>
      <p:pic>
        <p:nvPicPr>
          <p:cNvPr id="7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5658" y="953611"/>
            <a:ext cx="355600" cy="355600"/>
          </a:xfrm>
          <a:prstGeom prst="rect">
            <a:avLst/>
          </a:prstGeom>
        </p:spPr>
      </p:pic>
      <p:pic>
        <p:nvPicPr>
          <p:cNvPr id="8" name="Lantern (dark)" descr="dark lantern: tap it">
            <a:hlinkClick action="ppaction://hlinksldjump" r:id="rId1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7000" y="1016000"/>
            <a:ext cx="1397000" cy="2540000"/>
          </a:xfrm>
          <a:prstGeom prst="rect">
            <a:avLst/>
          </a:prstGeom>
        </p:spPr>
      </p:pic>
      <p:pic>
        <p:nvPicPr>
          <p:cNvPr id="9" name="Owl (sleepy)" descr="sleepy owl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06000" y="2984500"/>
            <a:ext cx="1905000" cy="2032000"/>
          </a:xfrm>
          <a:prstGeom prst="rect">
            <a:avLst/>
          </a:prstGeom>
        </p:spPr>
      </p:pic>
      <p:pic>
        <p:nvPicPr>
          <p:cNvPr id="10" name="Owl (awake)" descr="owl">
            <a:hlinkClick action="ppaction://hlinksldjump" r:id="rId1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06000" y="2984500"/>
            <a:ext cx="1905000" cy="2032000"/>
          </a:xfrm>
          <a:prstGeom prst="rect">
            <a:avLst/>
          </a:prstGeom>
        </p:spPr>
      </p:pic>
      <p:pic>
        <p:nvPicPr>
          <p:cNvPr id="11" name="falling feather" descr="falling feathe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77500" y="4826000"/>
            <a:ext cx="381000" cy="762000"/>
          </a:xfrm>
          <a:prstGeom prst="rect">
            <a:avLst/>
          </a:prstGeom>
        </p:spPr>
      </p:pic>
      <p:pic>
        <p:nvPicPr>
          <p:cNvPr id="12" name="Magic flower (bud)" descr="flower bud: tap it">
            <a:hlinkClick action="ppaction://hlinksldjump" r:id="rId18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01000" y="4064000"/>
            <a:ext cx="1651000" cy="2311400"/>
          </a:xfrm>
          <a:prstGeom prst="rect">
            <a:avLst/>
          </a:prstGeom>
        </p:spPr>
      </p:pic>
      <p:pic>
        <p:nvPicPr>
          <p:cNvPr id="13" name="Magic door" descr="locked magic door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45000" y="1016000"/>
            <a:ext cx="3302000" cy="4826000"/>
          </a:xfrm>
          <a:prstGeom prst="rect">
            <a:avLst/>
          </a:prstGeom>
        </p:spPr>
      </p:pic>
      <p:pic>
        <p:nvPicPr>
          <p:cNvPr id="14" name="gem flying to the door" descr="magic gem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41000" y="3238500"/>
            <a:ext cx="635000" cy="635000"/>
          </a:xfrm>
          <a:prstGeom prst="rect">
            <a:avLst/>
          </a:prstGeom>
        </p:spPr>
      </p:pic>
      <p:pic>
        <p:nvPicPr>
          <p:cNvPr id="15" name="Lumi (surprised)" descr="Lumi the baby dragon, surprised pose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pic>
        <p:nvPicPr>
          <p:cNvPr id="16" name="Lumi (jump)" descr="Lumi the baby dragon, jump pose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pic>
        <p:nvPicPr>
          <p:cNvPr id="17" name="Lumi (laughA)" descr="Lumi the baby dragon, laughA pose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pic>
        <p:nvPicPr>
          <p:cNvPr id="18" name="Lumi (happyAgain)" descr="Lumi the baby dragon, happyAgain pose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sp>
        <p:nvSpPr>
          <p:cNvPr id="19" name="Locked door (tap)"/>
          <p:cNvSpPr/>
          <p:nvPr/>
        </p:nvSpPr>
        <p:spPr>
          <a:xfrm>
            <a:off x="4445000" y="1016000"/>
            <a:ext cx="3302000" cy="4826000"/>
          </a:xfrm>
          <a:prstGeom prst="rect">
            <a:avLst/>
          </a:prstGeom>
          <a:solidFill>
            <a:srgbClr val="FFFFFF">
              <a:alpha val="1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Lumi sad" descr="Lumi looks sad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pic>
        <p:nvPicPr>
          <p:cNvPr id="21" name="sound anchor" descr="sound anchor (invisible)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129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4" dur="8126" fill="hold" repeatCount="indefinite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51"/>
                                  </p:stCondLst>
                                  <p:childTnLst>
                                    <p:animScale>
                                      <p:cBhvr>
                                        <p:cTn id="6" dur="1142" fill="hold" repeatCount="indefinite" autoRev="1"/>
                                        <p:tgtEl>
                                          <p:spTgt spid="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555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8" dur="8728" fill="hold" repeatCount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149"/>
                                  </p:stCondLst>
                                  <p:childTnLst>
                                    <p:animScale>
                                      <p:cBhvr>
                                        <p:cTn id="10" dur="775" fill="hold" repeatCount="indefinite" autoRev="1"/>
                                        <p:tgtEl>
                                          <p:spTgt spid="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978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2" dur="7771" fill="hold" repeatCount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6" presetClass="emph" presetSubtype="0" fill="hold" nodeType="withEffect">
                                  <p:stCondLst>
                                    <p:cond delay="554"/>
                                  </p:stCondLst>
                                  <p:childTnLst>
                                    <p:animScale>
                                      <p:cBhvr>
                                        <p:cTn id="14" dur="884" fill="hold" repeatCount="indefinite" autoRev="1"/>
                                        <p:tgtEl>
                                          <p:spTgt spid="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501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6" dur="6376" fill="hold" repeatCount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6" presetClass="emph" presetSubtype="0" fill="hold" nodeType="withEffect">
                                  <p:stCondLst>
                                    <p:cond delay="364"/>
                                  </p:stCondLst>
                                  <p:childTnLst>
                                    <p:animScale>
                                      <p:cBhvr>
                                        <p:cTn id="18" dur="1163" fill="hold" repeatCount="indefinite" autoRev="1"/>
                                        <p:tgtEl>
                                          <p:spTgt spid="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288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20" dur="7478" fill="hold" repeatCount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6" presetClass="emph" presetSubtype="0" fill="hold" nodeType="withEffect">
                                  <p:stCondLst>
                                    <p:cond delay="21"/>
                                  </p:stCondLst>
                                  <p:childTnLst>
                                    <p:animScale>
                                      <p:cBhvr>
                                        <p:cTn id="22" dur="716" fill="hold" repeatCount="indefinite" autoRev="1"/>
                                        <p:tgtEl>
                                          <p:spTgt spid="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40000">
                                      <p:cBhvr>
                                        <p:cTn id="24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0" presetClass="path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 0 L 0.0000 -0.0400 E" pathEditMode="relative" ptsTypes="AA">
                                      <p:cBhvr>
                                        <p:cTn id="30" dur="220" fill="hold" repeatCount="2000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6" presetID="53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2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0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200 0.0600 L -0.0200 0.1200 L 0.0100 0.1800 E" pathEditMode="relative" ptsTypes="AAAA">
                                      <p:cBhvr>
                                        <p:cTn id="37" dur="22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1" presetID="10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2" dur="1000" fill="hold" repeatCount="indefinite" autoRev="1"/>
                                        <p:tgtEl>
                                          <p:spTgt spid="1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4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0" name="ow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1" name="ge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4" presetID="53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0" presetClass="path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Motion origin="layout" path="M 0 0 L -0.3906 -0.0926 E" pathEditMode="relative" ptsTypes="AA">
                                      <p:cBhvr>
                                        <p:cTn id="55" dur="9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8" presetID="1" presetClass="exit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xit" presetSubtype="0" fill="hold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" presetClass="entr" presetSubtype="0" fill="hold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0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700 E" pathEditMode="relative" ptsTypes="AA">
                                      <p:cBhvr>
                                        <p:cTn id="69" dur="260" fill="hold" repeatCount="2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2" presetID="0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700 E" pathEditMode="relative" ptsTypes="AA">
                                      <p:cBhvr>
                                        <p:cTn id="71" dur="260" fill="hold" repeatCount="2000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4" presetID="0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700 E" pathEditMode="relative" ptsTypes="AA">
                                      <p:cBhvr>
                                        <p:cTn id="73" dur="260" fill="hold" repeatCount="2000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6" presetID="0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700 E" pathEditMode="relative" ptsTypes="AA">
                                      <p:cBhvr>
                                        <p:cTn id="75" dur="260" fill="hold" repeatCount="2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7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2" name="jum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00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1" fill="hold">
                      <p:stCondLst>
                        <p:cond delay="0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8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3" name="door_locked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6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180000">
                                      <p:cBhvr>
                                        <p:cTn id="85" dur="90" fill="hold" repeatCount="3000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88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9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4" name="recov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95" presetID="1" presetClass="exit" presetSubtype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0" presetClass="path" presetSubtype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animMotion origin="layout" path="M 0 0 L 0.0000 -0.0600 E" pathEditMode="relative" ptsTypes="AA">
                                      <p:cBhvr>
                                        <p:cTn id="98" dur="220" fill="hold" repeatCount="2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_door" descr="Ancient stone wall with a magic doo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8258" y="2380860"/>
            <a:ext cx="355600" cy="355600"/>
          </a:xfrm>
          <a:prstGeom prst="rect">
            <a:avLst/>
          </a:prstGeom>
        </p:spPr>
      </p:pic>
      <p:pic>
        <p:nvPicPr>
          <p:cNvPr id="4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238" y="1467815"/>
            <a:ext cx="355600" cy="355600"/>
          </a:xfrm>
          <a:prstGeom prst="rect">
            <a:avLst/>
          </a:prstGeom>
        </p:spPr>
      </p:pic>
      <p:pic>
        <p:nvPicPr>
          <p:cNvPr id="5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6531" y="1698601"/>
            <a:ext cx="355600" cy="355600"/>
          </a:xfrm>
          <a:prstGeom prst="rect">
            <a:avLst/>
          </a:prstGeom>
        </p:spPr>
      </p:pic>
      <p:pic>
        <p:nvPicPr>
          <p:cNvPr id="6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738" y="2131247"/>
            <a:ext cx="355600" cy="355600"/>
          </a:xfrm>
          <a:prstGeom prst="rect">
            <a:avLst/>
          </a:prstGeom>
        </p:spPr>
      </p:pic>
      <p:pic>
        <p:nvPicPr>
          <p:cNvPr id="7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4877" y="3057589"/>
            <a:ext cx="355600" cy="355600"/>
          </a:xfrm>
          <a:prstGeom prst="rect">
            <a:avLst/>
          </a:prstGeom>
        </p:spPr>
      </p:pic>
      <p:pic>
        <p:nvPicPr>
          <p:cNvPr id="8" name="Lantern (dark)" descr="dark lanter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7000" y="1016000"/>
            <a:ext cx="1397000" cy="2540000"/>
          </a:xfrm>
          <a:prstGeom prst="rect">
            <a:avLst/>
          </a:prstGeom>
        </p:spPr>
      </p:pic>
      <p:pic>
        <p:nvPicPr>
          <p:cNvPr id="9" name="Lantern (lit)" descr="glowing lantern">
            <a:hlinkClick action="ppaction://hlinksldjump" r:id="rId1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762000"/>
            <a:ext cx="2794000" cy="4064000"/>
          </a:xfrm>
          <a:prstGeom prst="rect">
            <a:avLst/>
          </a:prstGeom>
        </p:spPr>
      </p:pic>
      <p:pic>
        <p:nvPicPr>
          <p:cNvPr id="10" name="Owl (awake)" descr="owl">
            <a:hlinkClick action="ppaction://hlinksldjump" r:id="rId1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06000" y="2984500"/>
            <a:ext cx="1905000" cy="2032000"/>
          </a:xfrm>
          <a:prstGeom prst="rect">
            <a:avLst/>
          </a:prstGeom>
        </p:spPr>
      </p:pic>
      <p:pic>
        <p:nvPicPr>
          <p:cNvPr id="11" name="Magic flower (bud)" descr="flower bud: tap it">
            <a:hlinkClick action="ppaction://hlinksldjump" r:id="rId18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1000" y="4064000"/>
            <a:ext cx="1651000" cy="2311400"/>
          </a:xfrm>
          <a:prstGeom prst="rect">
            <a:avLst/>
          </a:prstGeom>
        </p:spPr>
      </p:pic>
      <p:pic>
        <p:nvPicPr>
          <p:cNvPr id="12" name="Magic door" descr="locked magic door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45000" y="1016000"/>
            <a:ext cx="3302000" cy="4826000"/>
          </a:xfrm>
          <a:prstGeom prst="rect">
            <a:avLst/>
          </a:prstGeom>
        </p:spPr>
      </p:pic>
      <p:pic>
        <p:nvPicPr>
          <p:cNvPr id="13" name="gem flying to the door" descr="magic gem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78000" y="1968500"/>
            <a:ext cx="635000" cy="635000"/>
          </a:xfrm>
          <a:prstGeom prst="rect">
            <a:avLst/>
          </a:prstGeom>
        </p:spPr>
      </p:pic>
      <p:pic>
        <p:nvPicPr>
          <p:cNvPr id="14" name="gem in its socket" descr="magic gem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78500" y="2603500"/>
            <a:ext cx="635000" cy="635000"/>
          </a:xfrm>
          <a:prstGeom prst="rect">
            <a:avLst/>
          </a:prstGeom>
        </p:spPr>
      </p:pic>
      <p:pic>
        <p:nvPicPr>
          <p:cNvPr id="15" name="Lumi (surprised)" descr="Lumi the baby dragon, surprised pose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pic>
        <p:nvPicPr>
          <p:cNvPr id="16" name="Lumi (jump)" descr="Lumi the baby dragon, jump pose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pic>
        <p:nvPicPr>
          <p:cNvPr id="17" name="Lumi (laughA)" descr="Lumi the baby dragon, laughA pose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pic>
        <p:nvPicPr>
          <p:cNvPr id="18" name="Lumi (happyAgain)" descr="Lumi the baby dragon, happyAgain pose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sp>
        <p:nvSpPr>
          <p:cNvPr id="19" name="Locked door (tap)"/>
          <p:cNvSpPr/>
          <p:nvPr/>
        </p:nvSpPr>
        <p:spPr>
          <a:xfrm>
            <a:off x="4445000" y="1016000"/>
            <a:ext cx="3302000" cy="4826000"/>
          </a:xfrm>
          <a:prstGeom prst="rect">
            <a:avLst/>
          </a:prstGeom>
          <a:solidFill>
            <a:srgbClr val="FFFFFF">
              <a:alpha val="1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Lumi sad" descr="Lumi looks sad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pic>
        <p:nvPicPr>
          <p:cNvPr id="21" name="sound anchor" descr="sound anchor (invisible)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784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4" dur="9555" fill="hold" repeatCount="indefinite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Scale>
                                      <p:cBhvr>
                                        <p:cTn id="6" dur="1229" fill="hold" repeatCount="indefinite" autoRev="1"/>
                                        <p:tgtEl>
                                          <p:spTgt spid="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906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8" dur="6049" fill="hold" repeatCount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531"/>
                                  </p:stCondLst>
                                  <p:childTnLst>
                                    <p:animScale>
                                      <p:cBhvr>
                                        <p:cTn id="10" dur="1183" fill="hold" repeatCount="indefinite" autoRev="1"/>
                                        <p:tgtEl>
                                          <p:spTgt spid="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1407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2" dur="7926" fill="hold" repeatCount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6" presetClass="emph" presetSubtype="0" fill="hold" nodeType="withEffect">
                                  <p:stCondLst>
                                    <p:cond delay="23"/>
                                  </p:stCondLst>
                                  <p:childTnLst>
                                    <p:animScale>
                                      <p:cBhvr>
                                        <p:cTn id="14" dur="1220" fill="hold" repeatCount="indefinite" autoRev="1"/>
                                        <p:tgtEl>
                                          <p:spTgt spid="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1024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6" dur="7780" fill="hold" repeatCount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6" presetClass="emph" presetSubtype="0" fill="hold" nodeType="withEffect">
                                  <p:stCondLst>
                                    <p:cond delay="676"/>
                                  </p:stCondLst>
                                  <p:childTnLst>
                                    <p:animScale>
                                      <p:cBhvr>
                                        <p:cTn id="18" dur="1307" fill="hold" repeatCount="indefinite" autoRev="1"/>
                                        <p:tgtEl>
                                          <p:spTgt spid="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73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20" dur="6883" fill="hold" repeatCount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6" presetClass="emph" presetSubtype="0" fill="hold" nodeType="withEffect">
                                  <p:stCondLst>
                                    <p:cond delay="431"/>
                                  </p:stCondLst>
                                  <p:childTnLst>
                                    <p:animScale>
                                      <p:cBhvr>
                                        <p:cTn id="22" dur="724" fill="hold" repeatCount="indefinite" autoRev="1"/>
                                        <p:tgtEl>
                                          <p:spTgt spid="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1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6" presetClass="emph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animScale>
                                      <p:cBhvr>
                                        <p:cTn id="29" dur="350" fill="hold" repeatCount="2000" autoRev="1"/>
                                        <p:tgtEl>
                                          <p:spTgt spid="9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32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1" dur="1000" fill="hold" repeatCount="indefinite" autoRev="1"/>
                                        <p:tgtEl>
                                          <p:spTgt spid="1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3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0" name="lanter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8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1" name="ge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3" presetID="53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0" presetClass="path" presetSubtype="0" fill="hold" nodeType="withEffect">
                                  <p:stCondLst>
                                    <p:cond delay="950"/>
                                  </p:stCondLst>
                                  <p:childTnLst>
                                    <p:animMotion origin="layout" path="M 0 0 L 0.2604 0.0926 E" pathEditMode="relative" ptsTypes="AA">
                                      <p:cBhvr>
                                        <p:cTn id="44" dur="9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7" presetID="6" presetClass="emph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46" dur="1100" fill="hold" repeatCount="indefinite" autoRev="1"/>
                                        <p:tgtEl>
                                          <p:spTgt spid="14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0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700 E" pathEditMode="relative" ptsTypes="AA">
                                      <p:cBhvr>
                                        <p:cTn id="60" dur="260" fill="hold" repeatCount="2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3" presetID="0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700 E" pathEditMode="relative" ptsTypes="AA">
                                      <p:cBhvr>
                                        <p:cTn id="62" dur="260" fill="hold" repeatCount="2000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5" presetID="0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700 E" pathEditMode="relative" ptsTypes="AA">
                                      <p:cBhvr>
                                        <p:cTn id="64" dur="260" fill="hold" repeatCount="2000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7" presetID="0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700 E" pathEditMode="relative" ptsTypes="AA">
                                      <p:cBhvr>
                                        <p:cTn id="66" dur="260" fill="hold" repeatCount="2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6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2" name="jum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91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2" fill="hold">
                      <p:stCondLst>
                        <p:cond delay="0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7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3" name="door_locked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77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180000">
                                      <p:cBhvr>
                                        <p:cTn id="76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9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8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4" name="recov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6" presetID="1" presetClass="exit" presetSubtype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" presetClass="entr" presetSubtype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0" presetClass="path" presetSubtype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animMotion origin="layout" path="M 0 0 L 0.0000 -0.0600 E" pathEditMode="relative" ptsTypes="AA">
                                      <p:cBhvr>
                                        <p:cTn id="89" dur="220" fill="hold" repeatCount="2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_door" descr="Ancient stone wall with a magic doo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7068" y="2209503"/>
            <a:ext cx="355600" cy="355600"/>
          </a:xfrm>
          <a:prstGeom prst="rect">
            <a:avLst/>
          </a:prstGeom>
        </p:spPr>
      </p:pic>
      <p:pic>
        <p:nvPicPr>
          <p:cNvPr id="4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00145" y="3516298"/>
            <a:ext cx="355600" cy="355600"/>
          </a:xfrm>
          <a:prstGeom prst="rect">
            <a:avLst/>
          </a:prstGeom>
        </p:spPr>
      </p:pic>
      <p:pic>
        <p:nvPicPr>
          <p:cNvPr id="5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1163" y="3813331"/>
            <a:ext cx="355600" cy="355600"/>
          </a:xfrm>
          <a:prstGeom prst="rect">
            <a:avLst/>
          </a:prstGeom>
        </p:spPr>
      </p:pic>
      <p:pic>
        <p:nvPicPr>
          <p:cNvPr id="6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7776" y="1667148"/>
            <a:ext cx="355600" cy="355600"/>
          </a:xfrm>
          <a:prstGeom prst="rect">
            <a:avLst/>
          </a:prstGeom>
        </p:spPr>
      </p:pic>
      <p:pic>
        <p:nvPicPr>
          <p:cNvPr id="7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9170" y="1104909"/>
            <a:ext cx="355600" cy="355600"/>
          </a:xfrm>
          <a:prstGeom prst="rect">
            <a:avLst/>
          </a:prstGeom>
        </p:spPr>
      </p:pic>
      <p:pic>
        <p:nvPicPr>
          <p:cNvPr id="8" name="Lantern (lit)" descr="glowing lantern">
            <a:hlinkClick action="ppaction://hlinksldjump" r:id="rId1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762000"/>
            <a:ext cx="2794000" cy="4064000"/>
          </a:xfrm>
          <a:prstGeom prst="rect">
            <a:avLst/>
          </a:prstGeom>
        </p:spPr>
      </p:pic>
      <p:pic>
        <p:nvPicPr>
          <p:cNvPr id="9" name="Owl (sleepy)" descr="sleepy owl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06000" y="2984500"/>
            <a:ext cx="1905000" cy="2032000"/>
          </a:xfrm>
          <a:prstGeom prst="rect">
            <a:avLst/>
          </a:prstGeom>
        </p:spPr>
      </p:pic>
      <p:pic>
        <p:nvPicPr>
          <p:cNvPr id="10" name="Owl (awake)" descr="owl">
            <a:hlinkClick action="ppaction://hlinksldjump" r:id="rId18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06000" y="2984500"/>
            <a:ext cx="1905000" cy="2032000"/>
          </a:xfrm>
          <a:prstGeom prst="rect">
            <a:avLst/>
          </a:prstGeom>
        </p:spPr>
      </p:pic>
      <p:pic>
        <p:nvPicPr>
          <p:cNvPr id="11" name="falling feather" descr="falling feathe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77500" y="4826000"/>
            <a:ext cx="381000" cy="762000"/>
          </a:xfrm>
          <a:prstGeom prst="rect">
            <a:avLst/>
          </a:prstGeom>
        </p:spPr>
      </p:pic>
      <p:pic>
        <p:nvPicPr>
          <p:cNvPr id="12" name="Magic flower (bud)" descr="flower bud: tap it">
            <a:hlinkClick action="ppaction://hlinksldjump" r:id="rId1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01000" y="4064000"/>
            <a:ext cx="1651000" cy="2311400"/>
          </a:xfrm>
          <a:prstGeom prst="rect">
            <a:avLst/>
          </a:prstGeom>
        </p:spPr>
      </p:pic>
      <p:pic>
        <p:nvPicPr>
          <p:cNvPr id="13" name="Magic door" descr="locked magic door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45000" y="1016000"/>
            <a:ext cx="3302000" cy="4826000"/>
          </a:xfrm>
          <a:prstGeom prst="rect">
            <a:avLst/>
          </a:prstGeom>
        </p:spPr>
      </p:pic>
      <p:pic>
        <p:nvPicPr>
          <p:cNvPr id="14" name="gem in its socket" descr="magic gem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53000" y="2603500"/>
            <a:ext cx="635000" cy="635000"/>
          </a:xfrm>
          <a:prstGeom prst="rect">
            <a:avLst/>
          </a:prstGeom>
        </p:spPr>
      </p:pic>
      <p:pic>
        <p:nvPicPr>
          <p:cNvPr id="15" name="gem flying to the door" descr="magic gem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41000" y="3238500"/>
            <a:ext cx="635000" cy="635000"/>
          </a:xfrm>
          <a:prstGeom prst="rect">
            <a:avLst/>
          </a:prstGeom>
        </p:spPr>
      </p:pic>
      <p:pic>
        <p:nvPicPr>
          <p:cNvPr id="16" name="Lumi (surprised)" descr="Lumi the baby dragon, surprised pose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pic>
        <p:nvPicPr>
          <p:cNvPr id="17" name="Lumi (jump)" descr="Lumi the baby dragon, jump pose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pic>
        <p:nvPicPr>
          <p:cNvPr id="18" name="Lumi (laughA)" descr="Lumi the baby dragon, laughA pose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pic>
        <p:nvPicPr>
          <p:cNvPr id="19" name="Lumi (happyAgain)" descr="Lumi the baby dragon, happyAgain pose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sp>
        <p:nvSpPr>
          <p:cNvPr id="20" name="Locked door (tap)"/>
          <p:cNvSpPr/>
          <p:nvPr/>
        </p:nvSpPr>
        <p:spPr>
          <a:xfrm>
            <a:off x="4445000" y="1016000"/>
            <a:ext cx="3302000" cy="4826000"/>
          </a:xfrm>
          <a:prstGeom prst="rect">
            <a:avLst/>
          </a:prstGeom>
          <a:solidFill>
            <a:srgbClr val="FFFFFF">
              <a:alpha val="1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Lumi sad" descr="Lumi looks sad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pic>
        <p:nvPicPr>
          <p:cNvPr id="22" name="sound anchor" descr="sound anchor (invisible)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885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4" dur="9749" fill="hold" repeatCount="indefinite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15"/>
                                  </p:stCondLst>
                                  <p:childTnLst>
                                    <p:animScale>
                                      <p:cBhvr>
                                        <p:cTn id="6" dur="1087" fill="hold" repeatCount="indefinite" autoRev="1"/>
                                        <p:tgtEl>
                                          <p:spTgt spid="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693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8" dur="6607" fill="hold" repeatCount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799"/>
                                  </p:stCondLst>
                                  <p:childTnLst>
                                    <p:animScale>
                                      <p:cBhvr>
                                        <p:cTn id="10" dur="1010" fill="hold" repeatCount="indefinite" autoRev="1"/>
                                        <p:tgtEl>
                                          <p:spTgt spid="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157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2" dur="7513" fill="hold" repeatCount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6" presetClass="emph" presetSubtype="0" fill="hold" nodeType="withEffect">
                                  <p:stCondLst>
                                    <p:cond delay="403"/>
                                  </p:stCondLst>
                                  <p:childTnLst>
                                    <p:animScale>
                                      <p:cBhvr>
                                        <p:cTn id="14" dur="921" fill="hold" repeatCount="indefinite" autoRev="1"/>
                                        <p:tgtEl>
                                          <p:spTgt spid="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962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6" dur="7488" fill="hold" repeatCount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6" presetClass="emph" presetSubtype="0" fill="hold" nodeType="withEffect">
                                  <p:stCondLst>
                                    <p:cond delay="2"/>
                                  </p:stCondLst>
                                  <p:childTnLst>
                                    <p:animScale>
                                      <p:cBhvr>
                                        <p:cTn id="18" dur="993" fill="hold" repeatCount="indefinite" autoRev="1"/>
                                        <p:tgtEl>
                                          <p:spTgt spid="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346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20" dur="9104" fill="hold" repeatCount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6" presetClass="emph" presetSubtype="0" fill="hold" nodeType="withEffect">
                                  <p:stCondLst>
                                    <p:cond delay="78"/>
                                  </p:stCondLst>
                                  <p:childTnLst>
                                    <p:animScale>
                                      <p:cBhvr>
                                        <p:cTn id="22" dur="1168" fill="hold" repeatCount="indefinite" autoRev="1"/>
                                        <p:tgtEl>
                                          <p:spTgt spid="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1" presetClass="exit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0" presetClass="path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 0 L 0.0000 -0.0400 E" pathEditMode="relative" ptsTypes="AA">
                                      <p:cBhvr>
                                        <p:cTn id="28" dur="220" fill="hold" repeatCount="2000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4" presetID="53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2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2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0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200 0.0600 L -0.0200 0.1200 L 0.0100 0.1800 E" pathEditMode="relative" ptsTypes="AAAA">
                                      <p:cBhvr>
                                        <p:cTn id="35" dur="22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9" presetID="10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0" dur="1000" fill="hold" repeatCount="indefinite" autoRev="1"/>
                                        <p:tgtEl>
                                          <p:spTgt spid="1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43" presetID="6" presetClass="emph" presetSubtype="0" fill="hold" nodeType="withEffect">
                                  <p:stCondLst>
                                    <p:cond delay="1800"/>
                                  </p:stCondLst>
                                  <p:childTnLst>
                                    <p:animScale>
                                      <p:cBhvr>
                                        <p:cTn id="42" dur="1100" fill="hold" repeatCount="indefinite" autoRev="1"/>
                                        <p:tgtEl>
                                          <p:spTgt spid="14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4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1" name="ow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2" name="ge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4" presetID="53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2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2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0" presetClass="path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Motion origin="layout" path="M 0 0 L -0.3906 -0.0926 E" pathEditMode="relative" ptsTypes="AA">
                                      <p:cBhvr>
                                        <p:cTn id="55" dur="9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8" presetID="1" presetClass="exit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xit" presetSubtype="0" fill="hold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" presetClass="entr" presetSubtype="0" fill="hold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0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700 E" pathEditMode="relative" ptsTypes="AA">
                                      <p:cBhvr>
                                        <p:cTn id="69" dur="260" fill="hold" repeatCount="2000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2" presetID="0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700 E" pathEditMode="relative" ptsTypes="AA">
                                      <p:cBhvr>
                                        <p:cTn id="71" dur="260" fill="hold" repeatCount="2000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4" presetID="0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700 E" pathEditMode="relative" ptsTypes="AA">
                                      <p:cBhvr>
                                        <p:cTn id="73" dur="260" fill="hold" repeatCount="2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6" presetID="0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700 E" pathEditMode="relative" ptsTypes="AA">
                                      <p:cBhvr>
                                        <p:cTn id="75" dur="260" fill="hold" repeatCount="2000" autoRev="1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7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3" name="jum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00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1" fill="hold">
                      <p:stCondLst>
                        <p:cond delay="0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8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4" name="door_locked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6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180000">
                                      <p:cBhvr>
                                        <p:cTn id="85" dur="90" fill="hold" repeatCount="3000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88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9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5" name="recov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95" presetID="1" presetClass="exit" presetSubtype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0" presetClass="path" presetSubtype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animMotion origin="layout" path="M 0 0 L 0.0000 -0.0600 E" pathEditMode="relative" ptsTypes="AA">
                                      <p:cBhvr>
                                        <p:cTn id="98" dur="220" fill="hold" repeatCount="2000" autoRev="1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_door" descr="Ancient stone wall with a magic doo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5756" y="2087277"/>
            <a:ext cx="355600" cy="355600"/>
          </a:xfrm>
          <a:prstGeom prst="rect">
            <a:avLst/>
          </a:prstGeom>
        </p:spPr>
      </p:pic>
      <p:pic>
        <p:nvPicPr>
          <p:cNvPr id="4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9572" y="3482419"/>
            <a:ext cx="355600" cy="355600"/>
          </a:xfrm>
          <a:prstGeom prst="rect">
            <a:avLst/>
          </a:prstGeom>
        </p:spPr>
      </p:pic>
      <p:pic>
        <p:nvPicPr>
          <p:cNvPr id="5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7259" y="2418677"/>
            <a:ext cx="355600" cy="355600"/>
          </a:xfrm>
          <a:prstGeom prst="rect">
            <a:avLst/>
          </a:prstGeom>
        </p:spPr>
      </p:pic>
      <p:pic>
        <p:nvPicPr>
          <p:cNvPr id="6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473" y="1339099"/>
            <a:ext cx="355600" cy="355600"/>
          </a:xfrm>
          <a:prstGeom prst="rect">
            <a:avLst/>
          </a:prstGeom>
        </p:spPr>
      </p:pic>
      <p:pic>
        <p:nvPicPr>
          <p:cNvPr id="7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7822" y="2055910"/>
            <a:ext cx="355600" cy="355600"/>
          </a:xfrm>
          <a:prstGeom prst="rect">
            <a:avLst/>
          </a:prstGeom>
        </p:spPr>
      </p:pic>
      <p:pic>
        <p:nvPicPr>
          <p:cNvPr id="8" name="Lantern (dark)" descr="dark lantern: tap it">
            <a:hlinkClick action="ppaction://hlinksldjump" r:id="rId1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7000" y="1016000"/>
            <a:ext cx="1397000" cy="2540000"/>
          </a:xfrm>
          <a:prstGeom prst="rect">
            <a:avLst/>
          </a:prstGeom>
        </p:spPr>
      </p:pic>
      <p:pic>
        <p:nvPicPr>
          <p:cNvPr id="9" name="Owl (sleepy)" descr="sleepy owl: tap it">
            <a:hlinkClick action="ppaction://hlinksldjump" r:id="rId1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06000" y="2984500"/>
            <a:ext cx="1905000" cy="2032000"/>
          </a:xfrm>
          <a:prstGeom prst="rect">
            <a:avLst/>
          </a:prstGeom>
        </p:spPr>
      </p:pic>
      <p:pic>
        <p:nvPicPr>
          <p:cNvPr id="10" name="Magic flower (bud)" descr="flower bud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1000" y="4064000"/>
            <a:ext cx="1651000" cy="2311400"/>
          </a:xfrm>
          <a:prstGeom prst="rect">
            <a:avLst/>
          </a:prstGeom>
        </p:spPr>
      </p:pic>
      <p:pic>
        <p:nvPicPr>
          <p:cNvPr id="11" name="Magic flower (open)" descr="magic flower">
            <a:hlinkClick action="ppaction://hlinksldjump" r:id="rId17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1000" y="4064000"/>
            <a:ext cx="1651000" cy="2311400"/>
          </a:xfrm>
          <a:prstGeom prst="rect">
            <a:avLst/>
          </a:prstGeom>
        </p:spPr>
      </p:pic>
      <p:pic>
        <p:nvPicPr>
          <p:cNvPr id="12" name="Magic door" descr="locked magic door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45000" y="1016000"/>
            <a:ext cx="3302000" cy="4826000"/>
          </a:xfrm>
          <a:prstGeom prst="rect">
            <a:avLst/>
          </a:prstGeom>
        </p:spPr>
      </p:pic>
      <p:pic>
        <p:nvPicPr>
          <p:cNvPr id="13" name="gem flying to the door" descr="magic gem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09000" y="4127500"/>
            <a:ext cx="635000" cy="635000"/>
          </a:xfrm>
          <a:prstGeom prst="rect">
            <a:avLst/>
          </a:prstGeom>
        </p:spPr>
      </p:pic>
      <p:pic>
        <p:nvPicPr>
          <p:cNvPr id="14" name="Lumi (surprised)" descr="Lumi the baby dragon, surprised pose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pic>
        <p:nvPicPr>
          <p:cNvPr id="15" name="Lumi (jump)" descr="Lumi the baby dragon, jump pose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pic>
        <p:nvPicPr>
          <p:cNvPr id="16" name="Lumi (laughA)" descr="Lumi the baby dragon, laughA pose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pic>
        <p:nvPicPr>
          <p:cNvPr id="17" name="Lumi (happyAgain)" descr="Lumi the baby dragon, happyAgain pose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sp>
        <p:nvSpPr>
          <p:cNvPr id="18" name="Locked door (tap)"/>
          <p:cNvSpPr/>
          <p:nvPr/>
        </p:nvSpPr>
        <p:spPr>
          <a:xfrm>
            <a:off x="4445000" y="1016000"/>
            <a:ext cx="3302000" cy="4826000"/>
          </a:xfrm>
          <a:prstGeom prst="rect">
            <a:avLst/>
          </a:prstGeom>
          <a:solidFill>
            <a:srgbClr val="FFFFFF">
              <a:alpha val="1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Lumi sad" descr="Lumi looks sad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pic>
        <p:nvPicPr>
          <p:cNvPr id="20" name="sound anchor" descr="sound anchor (invisible)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838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4" dur="9626" fill="hold" repeatCount="indefinite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201"/>
                                  </p:stCondLst>
                                  <p:childTnLst>
                                    <p:animScale>
                                      <p:cBhvr>
                                        <p:cTn id="6" dur="853" fill="hold" repeatCount="indefinite" autoRev="1"/>
                                        <p:tgtEl>
                                          <p:spTgt spid="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011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8" dur="9935" fill="hold" repeatCount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613"/>
                                  </p:stCondLst>
                                  <p:childTnLst>
                                    <p:animScale>
                                      <p:cBhvr>
                                        <p:cTn id="10" dur="1025" fill="hold" repeatCount="indefinite" autoRev="1"/>
                                        <p:tgtEl>
                                          <p:spTgt spid="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158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2" dur="9769" fill="hold" repeatCount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6" presetClass="emph" presetSubtype="0" fill="hold" nodeType="withEffect">
                                  <p:stCondLst>
                                    <p:cond delay="633"/>
                                  </p:stCondLst>
                                  <p:childTnLst>
                                    <p:animScale>
                                      <p:cBhvr>
                                        <p:cTn id="14" dur="1073" fill="hold" repeatCount="indefinite" autoRev="1"/>
                                        <p:tgtEl>
                                          <p:spTgt spid="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878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6" dur="6350" fill="hold" repeatCount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6" presetClass="emph" presetSubtype="0" fill="hold" nodeType="withEffect">
                                  <p:stCondLst>
                                    <p:cond delay="134"/>
                                  </p:stCondLst>
                                  <p:childTnLst>
                                    <p:animScale>
                                      <p:cBhvr>
                                        <p:cTn id="18" dur="973" fill="hold" repeatCount="indefinite" autoRev="1"/>
                                        <p:tgtEl>
                                          <p:spTgt spid="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439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20" dur="6622" fill="hold" repeatCount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6" presetClass="emph" presetSubtype="0" fill="hold" nodeType="withEffect">
                                  <p:stCondLst>
                                    <p:cond delay="530"/>
                                  </p:stCondLst>
                                  <p:childTnLst>
                                    <p:animScale>
                                      <p:cBhvr>
                                        <p:cTn id="22" dur="1000" fill="hold" repeatCount="indefinite" autoRev="1"/>
                                        <p:tgtEl>
                                          <p:spTgt spid="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40000">
                                      <p:cBhvr>
                                        <p:cTn id="24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7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6" dur="1800" fill="hold" repeatCount="indefinite" autoRev="1"/>
                                        <p:tgtEl>
                                          <p:spTgt spid="9"/>
                                        </p:tgtEl>
                                      </p:cBhvr>
                                      <p:by x="102000" y="103000"/>
                                    </p:animScale>
                                  </p:childTnLst>
                                </p:cTn>
                              </p:par>
                              <p:par>
                                <p:cTn id="29" presetID="1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6" presetClass="emp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Scale>
                                      <p:cBhvr>
                                        <p:cTn id="35" dur="300" fill="hold" repeatCount="2000" autoRev="1"/>
                                        <p:tgtEl>
                                          <p:spTgt spid="11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3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9" name="flow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2" presetID="1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0" name="ge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7" presetID="53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0" presetClass="path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-0.1562 -0.2222 E" pathEditMode="relative" ptsTypes="AA">
                                      <p:cBhvr>
                                        <p:cTn id="48" dur="9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1" presetID="1" presetClass="exit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0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700 E" pathEditMode="relative" ptsTypes="AA">
                                      <p:cBhvr>
                                        <p:cTn id="62" dur="260" fill="hold" repeatCount="2000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5" presetID="0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700 E" pathEditMode="relative" ptsTypes="AA">
                                      <p:cBhvr>
                                        <p:cTn id="64" dur="260" fill="hold" repeatCount="2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7" presetID="0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700 E" pathEditMode="relative" ptsTypes="AA">
                                      <p:cBhvr>
                                        <p:cTn id="66" dur="260" fill="hold" repeatCount="2000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9" presetID="0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700 E" pathEditMode="relative" ptsTypes="AA">
                                      <p:cBhvr>
                                        <p:cTn id="68" dur="260" fill="hold" repeatCount="2000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2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7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1" name="jum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9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4" fill="hold">
                      <p:stCondLst>
                        <p:cond delay="0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7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2" name="door_locked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79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180000">
                                      <p:cBhvr>
                                        <p:cTn id="78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8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3" name="recov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8" presetID="1" presetClass="exit" presetSubtype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0" presetClass="path" presetSubtype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animMotion origin="layout" path="M 0 0 L 0.0000 -0.0600 E" pathEditMode="relative" ptsTypes="AA">
                                      <p:cBhvr>
                                        <p:cTn id="91" dur="220" fill="hold" repeatCount="2000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_door" descr="Ancient stone wall with a magic doo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25589" y="4035035"/>
            <a:ext cx="355600" cy="355600"/>
          </a:xfrm>
          <a:prstGeom prst="rect">
            <a:avLst/>
          </a:prstGeom>
        </p:spPr>
      </p:pic>
      <p:pic>
        <p:nvPicPr>
          <p:cNvPr id="4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0774" y="2156818"/>
            <a:ext cx="355600" cy="355600"/>
          </a:xfrm>
          <a:prstGeom prst="rect">
            <a:avLst/>
          </a:prstGeom>
        </p:spPr>
      </p:pic>
      <p:pic>
        <p:nvPicPr>
          <p:cNvPr id="5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9852" y="4314902"/>
            <a:ext cx="355600" cy="355600"/>
          </a:xfrm>
          <a:prstGeom prst="rect">
            <a:avLst/>
          </a:prstGeom>
        </p:spPr>
      </p:pic>
      <p:pic>
        <p:nvPicPr>
          <p:cNvPr id="6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7794" y="2712806"/>
            <a:ext cx="355600" cy="355600"/>
          </a:xfrm>
          <a:prstGeom prst="rect">
            <a:avLst/>
          </a:prstGeom>
        </p:spPr>
      </p:pic>
      <p:pic>
        <p:nvPicPr>
          <p:cNvPr id="7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0577" y="3323941"/>
            <a:ext cx="355600" cy="355600"/>
          </a:xfrm>
          <a:prstGeom prst="rect">
            <a:avLst/>
          </a:prstGeom>
        </p:spPr>
      </p:pic>
      <p:pic>
        <p:nvPicPr>
          <p:cNvPr id="8" name="Lantern (dark)" descr="dark lanter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7000" y="1016000"/>
            <a:ext cx="1397000" cy="2540000"/>
          </a:xfrm>
          <a:prstGeom prst="rect">
            <a:avLst/>
          </a:prstGeom>
        </p:spPr>
      </p:pic>
      <p:pic>
        <p:nvPicPr>
          <p:cNvPr id="9" name="Lantern (lit)" descr="glowing lantern">
            <a:hlinkClick action="ppaction://hlinksldjump" r:id="rId1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762000"/>
            <a:ext cx="2794000" cy="4064000"/>
          </a:xfrm>
          <a:prstGeom prst="rect">
            <a:avLst/>
          </a:prstGeom>
        </p:spPr>
      </p:pic>
      <p:pic>
        <p:nvPicPr>
          <p:cNvPr id="10" name="Owl (sleepy)" descr="sleepy owl: tap it">
            <a:hlinkClick action="ppaction://hlinksldjump" r:id="rId1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06000" y="2984500"/>
            <a:ext cx="1905000" cy="2032000"/>
          </a:xfrm>
          <a:prstGeom prst="rect">
            <a:avLst/>
          </a:prstGeom>
        </p:spPr>
      </p:pic>
      <p:pic>
        <p:nvPicPr>
          <p:cNvPr id="11" name="Magic flower (open)" descr="magic flower">
            <a:hlinkClick action="ppaction://hlinksldjump" r:id="rId18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1000" y="4064000"/>
            <a:ext cx="1651000" cy="2311400"/>
          </a:xfrm>
          <a:prstGeom prst="rect">
            <a:avLst/>
          </a:prstGeom>
        </p:spPr>
      </p:pic>
      <p:pic>
        <p:nvPicPr>
          <p:cNvPr id="12" name="Magic door" descr="locked magic door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45000" y="1016000"/>
            <a:ext cx="3302000" cy="4826000"/>
          </a:xfrm>
          <a:prstGeom prst="rect">
            <a:avLst/>
          </a:prstGeom>
        </p:spPr>
      </p:pic>
      <p:pic>
        <p:nvPicPr>
          <p:cNvPr id="13" name="gem flying to the door" descr="magic gem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78000" y="1968500"/>
            <a:ext cx="635000" cy="635000"/>
          </a:xfrm>
          <a:prstGeom prst="rect">
            <a:avLst/>
          </a:prstGeom>
        </p:spPr>
      </p:pic>
      <p:pic>
        <p:nvPicPr>
          <p:cNvPr id="14" name="gem in its socket" descr="magic gem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04000" y="2603500"/>
            <a:ext cx="635000" cy="635000"/>
          </a:xfrm>
          <a:prstGeom prst="rect">
            <a:avLst/>
          </a:prstGeom>
        </p:spPr>
      </p:pic>
      <p:pic>
        <p:nvPicPr>
          <p:cNvPr id="15" name="Lumi (surprised)" descr="Lumi the baby dragon, surprised pose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pic>
        <p:nvPicPr>
          <p:cNvPr id="16" name="Lumi (jump)" descr="Lumi the baby dragon, jump pose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pic>
        <p:nvPicPr>
          <p:cNvPr id="17" name="Lumi (laughA)" descr="Lumi the baby dragon, laughA pose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pic>
        <p:nvPicPr>
          <p:cNvPr id="18" name="Lumi (happyAgain)" descr="Lumi the baby dragon, happyAgain pose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sp>
        <p:nvSpPr>
          <p:cNvPr id="19" name="Locked door (tap)"/>
          <p:cNvSpPr/>
          <p:nvPr/>
        </p:nvSpPr>
        <p:spPr>
          <a:xfrm>
            <a:off x="4445000" y="1016000"/>
            <a:ext cx="3302000" cy="4826000"/>
          </a:xfrm>
          <a:prstGeom prst="rect">
            <a:avLst/>
          </a:prstGeom>
          <a:solidFill>
            <a:srgbClr val="FFFFFF">
              <a:alpha val="1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Lumi sad" descr="Lumi looks sad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pic>
        <p:nvPicPr>
          <p:cNvPr id="21" name="sound anchor" descr="sound anchor (invisible)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1141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4" dur="6368" fill="hold" repeatCount="indefinite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113"/>
                                  </p:stCondLst>
                                  <p:childTnLst>
                                    <p:animScale>
                                      <p:cBhvr>
                                        <p:cTn id="6" dur="990" fill="hold" repeatCount="indefinite" autoRev="1"/>
                                        <p:tgtEl>
                                          <p:spTgt spid="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621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8" dur="7510" fill="hold" repeatCount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Scale>
                                      <p:cBhvr>
                                        <p:cTn id="10" dur="1189" fill="hold" repeatCount="indefinite" autoRev="1"/>
                                        <p:tgtEl>
                                          <p:spTgt spid="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493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2" dur="9952" fill="hold" repeatCount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6" presetClass="emph" presetSubtype="0" fill="hold" nodeType="withEffect">
                                  <p:stCondLst>
                                    <p:cond delay="143"/>
                                  </p:stCondLst>
                                  <p:childTnLst>
                                    <p:animScale>
                                      <p:cBhvr>
                                        <p:cTn id="14" dur="1282" fill="hold" repeatCount="indefinite" autoRev="1"/>
                                        <p:tgtEl>
                                          <p:spTgt spid="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1498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6" dur="7578" fill="hold" repeatCount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6" presetClass="emph" presetSubtype="0" fill="hold" nodeType="withEffect">
                                  <p:stCondLst>
                                    <p:cond delay="243"/>
                                  </p:stCondLst>
                                  <p:childTnLst>
                                    <p:animScale>
                                      <p:cBhvr>
                                        <p:cTn id="18" dur="836" fill="hold" repeatCount="indefinite" autoRev="1"/>
                                        <p:tgtEl>
                                          <p:spTgt spid="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16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20" dur="6062" fill="hold" repeatCount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6" presetClass="emph" presetSubtype="0" fill="hold" nodeType="withEffect">
                                  <p:stCondLst>
                                    <p:cond delay="428"/>
                                  </p:stCondLst>
                                  <p:childTnLst>
                                    <p:animScale>
                                      <p:cBhvr>
                                        <p:cTn id="22" dur="916" fill="hold" repeatCount="indefinite" autoRev="1"/>
                                        <p:tgtEl>
                                          <p:spTgt spid="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1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6" presetClass="emph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animScale>
                                      <p:cBhvr>
                                        <p:cTn id="29" dur="350" fill="hold" repeatCount="2000" autoRev="1"/>
                                        <p:tgtEl>
                                          <p:spTgt spid="9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32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1" dur="1800" fill="hold" repeatCount="indefinite" autoRev="1"/>
                                        <p:tgtEl>
                                          <p:spTgt spid="10"/>
                                        </p:tgtEl>
                                      </p:cBhvr>
                                      <p:by x="102000" y="103000"/>
                                    </p:animScale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3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0" name="lanter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8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1" name="ge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3" presetID="53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0" presetClass="path" presetSubtype="0" fill="hold" nodeType="withEffect">
                                  <p:stCondLst>
                                    <p:cond delay="950"/>
                                  </p:stCondLst>
                                  <p:childTnLst>
                                    <p:animMotion origin="layout" path="M 0 0 L 0.2604 0.0926 E" pathEditMode="relative" ptsTypes="AA">
                                      <p:cBhvr>
                                        <p:cTn id="44" dur="9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7" presetID="6" presetClass="emph" presetSubtype="0" fill="hold" nodeType="withEffect">
                                  <p:stCondLst>
                                    <p:cond delay="2200"/>
                                  </p:stCondLst>
                                  <p:childTnLst>
                                    <p:animScale>
                                      <p:cBhvr>
                                        <p:cTn id="46" dur="1100" fill="hold" repeatCount="indefinite" autoRev="1"/>
                                        <p:tgtEl>
                                          <p:spTgt spid="14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0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700 E" pathEditMode="relative" ptsTypes="AA">
                                      <p:cBhvr>
                                        <p:cTn id="60" dur="260" fill="hold" repeatCount="2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3" presetID="0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700 E" pathEditMode="relative" ptsTypes="AA">
                                      <p:cBhvr>
                                        <p:cTn id="62" dur="260" fill="hold" repeatCount="2000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5" presetID="0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700 E" pathEditMode="relative" ptsTypes="AA">
                                      <p:cBhvr>
                                        <p:cTn id="64" dur="260" fill="hold" repeatCount="2000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7" presetID="0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700 E" pathEditMode="relative" ptsTypes="AA">
                                      <p:cBhvr>
                                        <p:cTn id="66" dur="260" fill="hold" repeatCount="2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6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2" name="jum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91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2" fill="hold">
                      <p:stCondLst>
                        <p:cond delay="0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7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3" name="door_locked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77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180000">
                                      <p:cBhvr>
                                        <p:cTn id="76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9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8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4" name="recov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6" presetID="1" presetClass="exit" presetSubtype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" presetClass="entr" presetSubtype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0" presetClass="path" presetSubtype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animMotion origin="layout" path="M 0 0 L 0.0000 -0.0600 E" pathEditMode="relative" ptsTypes="AA">
                                      <p:cBhvr>
                                        <p:cTn id="89" dur="220" fill="hold" repeatCount="2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_door" descr="Ancient stone wall with a magic doo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7592" y="3363734"/>
            <a:ext cx="355600" cy="355600"/>
          </a:xfrm>
          <a:prstGeom prst="rect">
            <a:avLst/>
          </a:prstGeom>
        </p:spPr>
      </p:pic>
      <p:pic>
        <p:nvPicPr>
          <p:cNvPr id="4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5198" y="1543767"/>
            <a:ext cx="355600" cy="355600"/>
          </a:xfrm>
          <a:prstGeom prst="rect">
            <a:avLst/>
          </a:prstGeom>
        </p:spPr>
      </p:pic>
      <p:pic>
        <p:nvPicPr>
          <p:cNvPr id="5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579" y="1769406"/>
            <a:ext cx="355600" cy="355600"/>
          </a:xfrm>
          <a:prstGeom prst="rect">
            <a:avLst/>
          </a:prstGeom>
        </p:spPr>
      </p:pic>
      <p:pic>
        <p:nvPicPr>
          <p:cNvPr id="6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1377" y="2046424"/>
            <a:ext cx="355600" cy="355600"/>
          </a:xfrm>
          <a:prstGeom prst="rect">
            <a:avLst/>
          </a:prstGeom>
        </p:spPr>
      </p:pic>
      <p:pic>
        <p:nvPicPr>
          <p:cNvPr id="7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5547" y="4399380"/>
            <a:ext cx="355600" cy="355600"/>
          </a:xfrm>
          <a:prstGeom prst="rect">
            <a:avLst/>
          </a:prstGeom>
        </p:spPr>
      </p:pic>
      <p:pic>
        <p:nvPicPr>
          <p:cNvPr id="8" name="Lantern (lit)" descr="glowing lantern">
            <a:hlinkClick action="ppaction://hlinksldjump" r:id="rId1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762000"/>
            <a:ext cx="2794000" cy="4064000"/>
          </a:xfrm>
          <a:prstGeom prst="rect">
            <a:avLst/>
          </a:prstGeom>
        </p:spPr>
      </p:pic>
      <p:pic>
        <p:nvPicPr>
          <p:cNvPr id="9" name="Owl (sleepy)" descr="sleepy owl: tap it">
            <a:hlinkClick action="ppaction://hlinksldjump" r:id="rId1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06000" y="2984500"/>
            <a:ext cx="1905000" cy="2032000"/>
          </a:xfrm>
          <a:prstGeom prst="rect">
            <a:avLst/>
          </a:prstGeom>
        </p:spPr>
      </p:pic>
      <p:pic>
        <p:nvPicPr>
          <p:cNvPr id="10" name="Magic flower (bud)" descr="flower bud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1000" y="4064000"/>
            <a:ext cx="1651000" cy="2311400"/>
          </a:xfrm>
          <a:prstGeom prst="rect">
            <a:avLst/>
          </a:prstGeom>
        </p:spPr>
      </p:pic>
      <p:pic>
        <p:nvPicPr>
          <p:cNvPr id="11" name="Magic flower (open)" descr="magic flower">
            <a:hlinkClick action="ppaction://hlinksldjump" r:id="rId18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1000" y="4064000"/>
            <a:ext cx="1651000" cy="2311400"/>
          </a:xfrm>
          <a:prstGeom prst="rect">
            <a:avLst/>
          </a:prstGeom>
        </p:spPr>
      </p:pic>
      <p:pic>
        <p:nvPicPr>
          <p:cNvPr id="12" name="Magic door" descr="locked magic door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45000" y="1016000"/>
            <a:ext cx="3302000" cy="4826000"/>
          </a:xfrm>
          <a:prstGeom prst="rect">
            <a:avLst/>
          </a:prstGeom>
        </p:spPr>
      </p:pic>
      <p:pic>
        <p:nvPicPr>
          <p:cNvPr id="13" name="gem in its socket" descr="magic gem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53000" y="2603500"/>
            <a:ext cx="635000" cy="635000"/>
          </a:xfrm>
          <a:prstGeom prst="rect">
            <a:avLst/>
          </a:prstGeom>
        </p:spPr>
      </p:pic>
      <p:pic>
        <p:nvPicPr>
          <p:cNvPr id="14" name="gem flying to the door" descr="magic gem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09000" y="4127500"/>
            <a:ext cx="635000" cy="635000"/>
          </a:xfrm>
          <a:prstGeom prst="rect">
            <a:avLst/>
          </a:prstGeom>
        </p:spPr>
      </p:pic>
      <p:pic>
        <p:nvPicPr>
          <p:cNvPr id="15" name="Lumi (surprised)" descr="Lumi the baby dragon, surprised pose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pic>
        <p:nvPicPr>
          <p:cNvPr id="16" name="Lumi (jump)" descr="Lumi the baby dragon, jump pose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pic>
        <p:nvPicPr>
          <p:cNvPr id="17" name="Lumi (laughA)" descr="Lumi the baby dragon, laughA pose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pic>
        <p:nvPicPr>
          <p:cNvPr id="18" name="Lumi (happyAgain)" descr="Lumi the baby dragon, happyAgain pose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sp>
        <p:nvSpPr>
          <p:cNvPr id="19" name="Locked door (tap)"/>
          <p:cNvSpPr/>
          <p:nvPr/>
        </p:nvSpPr>
        <p:spPr>
          <a:xfrm>
            <a:off x="4445000" y="1016000"/>
            <a:ext cx="3302000" cy="4826000"/>
          </a:xfrm>
          <a:prstGeom prst="rect">
            <a:avLst/>
          </a:prstGeom>
          <a:solidFill>
            <a:srgbClr val="FFFFFF">
              <a:alpha val="1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Lumi sad" descr="Lumi looks sad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pic>
        <p:nvPicPr>
          <p:cNvPr id="21" name="sound anchor" descr="sound anchor (invisible)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483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4" dur="9247" fill="hold" repeatCount="indefinite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57"/>
                                  </p:stCondLst>
                                  <p:childTnLst>
                                    <p:animScale>
                                      <p:cBhvr>
                                        <p:cTn id="6" dur="1014" fill="hold" repeatCount="indefinite" autoRev="1"/>
                                        <p:tgtEl>
                                          <p:spTgt spid="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417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8" dur="7578" fill="hold" repeatCount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795"/>
                                  </p:stCondLst>
                                  <p:childTnLst>
                                    <p:animScale>
                                      <p:cBhvr>
                                        <p:cTn id="10" dur="1054" fill="hold" repeatCount="indefinite" autoRev="1"/>
                                        <p:tgtEl>
                                          <p:spTgt spid="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921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2" dur="6420" fill="hold" repeatCount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6" presetClass="emph" presetSubtype="0" fill="hold" nodeType="withEffect">
                                  <p:stCondLst>
                                    <p:cond delay="126"/>
                                  </p:stCondLst>
                                  <p:childTnLst>
                                    <p:animScale>
                                      <p:cBhvr>
                                        <p:cTn id="14" dur="1370" fill="hold" repeatCount="indefinite" autoRev="1"/>
                                        <p:tgtEl>
                                          <p:spTgt spid="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1085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6" dur="7129" fill="hold" repeatCount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6" presetClass="emph" presetSubtype="0" fill="hold" nodeType="withEffect">
                                  <p:stCondLst>
                                    <p:cond delay="608"/>
                                  </p:stCondLst>
                                  <p:childTnLst>
                                    <p:animScale>
                                      <p:cBhvr>
                                        <p:cTn id="18" dur="1297" fill="hold" repeatCount="indefinite" autoRev="1"/>
                                        <p:tgtEl>
                                          <p:spTgt spid="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18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20" dur="9468" fill="hold" repeatCount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6" presetClass="emph" presetSubtype="0" fill="hold" nodeType="withEffect">
                                  <p:stCondLst>
                                    <p:cond delay="605"/>
                                  </p:stCondLst>
                                  <p:childTnLst>
                                    <p:animScale>
                                      <p:cBhvr>
                                        <p:cTn id="22" dur="870" fill="hold" repeatCount="indefinite" autoRev="1"/>
                                        <p:tgtEl>
                                          <p:spTgt spid="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4" dur="1800" fill="hold" repeatCount="indefinite" autoRev="1"/>
                                        <p:tgtEl>
                                          <p:spTgt spid="9"/>
                                        </p:tgtEl>
                                      </p:cBhvr>
                                      <p:by x="102000" y="103000"/>
                                    </p:animScale>
                                  </p:childTnLst>
                                </p:cTn>
                              </p:par>
                              <p:par>
                                <p:cTn id="27" presetID="1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6" presetClass="emp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Scale>
                                      <p:cBhvr>
                                        <p:cTn id="33" dur="300" fill="hold" repeatCount="2000" autoRev="1"/>
                                        <p:tgtEl>
                                          <p:spTgt spid="11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36" presetID="6" presetClass="emph" presetSubtype="0" fill="hold" nodeType="withEffect">
                                  <p:stCondLst>
                                    <p:cond delay="1800"/>
                                  </p:stCondLst>
                                  <p:childTnLst>
                                    <p:animScale>
                                      <p:cBhvr>
                                        <p:cTn id="35" dur="1100" fill="hold" repeatCount="indefinite" autoRev="1"/>
                                        <p:tgtEl>
                                          <p:spTgt spid="13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3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0" name="flow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2" presetID="1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1" name="ge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7" presetID="53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0" presetClass="path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-0.1562 -0.2222 E" pathEditMode="relative" ptsTypes="AA">
                                      <p:cBhvr>
                                        <p:cTn id="48" dur="9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1" presetID="1" presetClass="exit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0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700 E" pathEditMode="relative" ptsTypes="AA">
                                      <p:cBhvr>
                                        <p:cTn id="62" dur="260" fill="hold" repeatCount="2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5" presetID="0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700 E" pathEditMode="relative" ptsTypes="AA">
                                      <p:cBhvr>
                                        <p:cTn id="64" dur="260" fill="hold" repeatCount="2000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7" presetID="0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700 E" pathEditMode="relative" ptsTypes="AA">
                                      <p:cBhvr>
                                        <p:cTn id="66" dur="260" fill="hold" repeatCount="2000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9" presetID="0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700 E" pathEditMode="relative" ptsTypes="AA">
                                      <p:cBhvr>
                                        <p:cTn id="68" dur="260" fill="hold" repeatCount="2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2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7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2" name="jum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93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4" fill="hold">
                      <p:stCondLst>
                        <p:cond delay="0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7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3" name="door_locked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79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180000">
                                      <p:cBhvr>
                                        <p:cTn id="78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8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4" name="recov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8" presetID="1" presetClass="exit" presetSubtype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0" presetClass="path" presetSubtype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animMotion origin="layout" path="M 0 0 L 0.0000 -0.0600 E" pathEditMode="relative" ptsTypes="AA">
                                      <p:cBhvr>
                                        <p:cTn id="91" dur="220" fill="hold" repeatCount="2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_door" descr="Ancient stone wall with a magic doo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2512" y="929825"/>
            <a:ext cx="355600" cy="355600"/>
          </a:xfrm>
          <a:prstGeom prst="rect">
            <a:avLst/>
          </a:prstGeom>
        </p:spPr>
      </p:pic>
      <p:pic>
        <p:nvPicPr>
          <p:cNvPr id="4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9222" y="1010135"/>
            <a:ext cx="355600" cy="355600"/>
          </a:xfrm>
          <a:prstGeom prst="rect">
            <a:avLst/>
          </a:prstGeom>
        </p:spPr>
      </p:pic>
      <p:pic>
        <p:nvPicPr>
          <p:cNvPr id="5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4124" y="1160799"/>
            <a:ext cx="355600" cy="355600"/>
          </a:xfrm>
          <a:prstGeom prst="rect">
            <a:avLst/>
          </a:prstGeom>
        </p:spPr>
      </p:pic>
      <p:pic>
        <p:nvPicPr>
          <p:cNvPr id="6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9445" y="1425056"/>
            <a:ext cx="355600" cy="355600"/>
          </a:xfrm>
          <a:prstGeom prst="rect">
            <a:avLst/>
          </a:prstGeom>
        </p:spPr>
      </p:pic>
      <p:pic>
        <p:nvPicPr>
          <p:cNvPr id="7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5978" y="1938410"/>
            <a:ext cx="355600" cy="355600"/>
          </a:xfrm>
          <a:prstGeom prst="rect">
            <a:avLst/>
          </a:prstGeom>
        </p:spPr>
      </p:pic>
      <p:pic>
        <p:nvPicPr>
          <p:cNvPr id="8" name="Lantern (dark)" descr="dark lantern: tap it">
            <a:hlinkClick action="ppaction://hlinksldjump" r:id="rId1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7000" y="1016000"/>
            <a:ext cx="1397000" cy="2540000"/>
          </a:xfrm>
          <a:prstGeom prst="rect">
            <a:avLst/>
          </a:prstGeom>
        </p:spPr>
      </p:pic>
      <p:pic>
        <p:nvPicPr>
          <p:cNvPr id="9" name="Owl (sleepy)" descr="sleepy owl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06000" y="2984500"/>
            <a:ext cx="1905000" cy="2032000"/>
          </a:xfrm>
          <a:prstGeom prst="rect">
            <a:avLst/>
          </a:prstGeom>
        </p:spPr>
      </p:pic>
      <p:pic>
        <p:nvPicPr>
          <p:cNvPr id="10" name="Owl (awake)" descr="owl">
            <a:hlinkClick action="ppaction://hlinksldjump" r:id="rId18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06000" y="2984500"/>
            <a:ext cx="1905000" cy="2032000"/>
          </a:xfrm>
          <a:prstGeom prst="rect">
            <a:avLst/>
          </a:prstGeom>
        </p:spPr>
      </p:pic>
      <p:pic>
        <p:nvPicPr>
          <p:cNvPr id="11" name="falling feather" descr="falling feathe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77500" y="4826000"/>
            <a:ext cx="381000" cy="762000"/>
          </a:xfrm>
          <a:prstGeom prst="rect">
            <a:avLst/>
          </a:prstGeom>
        </p:spPr>
      </p:pic>
      <p:pic>
        <p:nvPicPr>
          <p:cNvPr id="12" name="Magic flower (open)" descr="magic flower">
            <a:hlinkClick action="ppaction://hlinksldjump" r:id="rId1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01000" y="4064000"/>
            <a:ext cx="1651000" cy="2311400"/>
          </a:xfrm>
          <a:prstGeom prst="rect">
            <a:avLst/>
          </a:prstGeom>
        </p:spPr>
      </p:pic>
      <p:pic>
        <p:nvPicPr>
          <p:cNvPr id="13" name="Magic door" descr="locked magic door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45000" y="1016000"/>
            <a:ext cx="3302000" cy="4826000"/>
          </a:xfrm>
          <a:prstGeom prst="rect">
            <a:avLst/>
          </a:prstGeom>
        </p:spPr>
      </p:pic>
      <p:pic>
        <p:nvPicPr>
          <p:cNvPr id="14" name="gem flying to the door" descr="magic gem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41000" y="3238500"/>
            <a:ext cx="635000" cy="635000"/>
          </a:xfrm>
          <a:prstGeom prst="rect">
            <a:avLst/>
          </a:prstGeom>
        </p:spPr>
      </p:pic>
      <p:pic>
        <p:nvPicPr>
          <p:cNvPr id="15" name="gem in its socket" descr="magic gem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604000" y="2603500"/>
            <a:ext cx="635000" cy="635000"/>
          </a:xfrm>
          <a:prstGeom prst="rect">
            <a:avLst/>
          </a:prstGeom>
        </p:spPr>
      </p:pic>
      <p:pic>
        <p:nvPicPr>
          <p:cNvPr id="16" name="Lumi (surprised)" descr="Lumi the baby dragon, surprised pose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pic>
        <p:nvPicPr>
          <p:cNvPr id="17" name="Lumi (jump)" descr="Lumi the baby dragon, jump pose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pic>
        <p:nvPicPr>
          <p:cNvPr id="18" name="Lumi (laughA)" descr="Lumi the baby dragon, laughA pose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pic>
        <p:nvPicPr>
          <p:cNvPr id="19" name="Lumi (happyAgain)" descr="Lumi the baby dragon, happyAgain pose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sp>
        <p:nvSpPr>
          <p:cNvPr id="20" name="Locked door (tap)"/>
          <p:cNvSpPr/>
          <p:nvPr/>
        </p:nvSpPr>
        <p:spPr>
          <a:xfrm>
            <a:off x="4445000" y="1016000"/>
            <a:ext cx="3302000" cy="4826000"/>
          </a:xfrm>
          <a:prstGeom prst="rect">
            <a:avLst/>
          </a:prstGeom>
          <a:solidFill>
            <a:srgbClr val="FFFFFF">
              <a:alpha val="1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Lumi sad" descr="Lumi looks sad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pic>
        <p:nvPicPr>
          <p:cNvPr id="22" name="sound anchor" descr="sound anchor (invisible)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918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4" dur="6226" fill="hold" repeatCount="indefinite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541"/>
                                  </p:stCondLst>
                                  <p:childTnLst>
                                    <p:animScale>
                                      <p:cBhvr>
                                        <p:cTn id="6" dur="917" fill="hold" repeatCount="indefinite" autoRev="1"/>
                                        <p:tgtEl>
                                          <p:spTgt spid="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051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8" dur="7225" fill="hold" repeatCount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382"/>
                                  </p:stCondLst>
                                  <p:childTnLst>
                                    <p:animScale>
                                      <p:cBhvr>
                                        <p:cTn id="10" dur="1264" fill="hold" repeatCount="indefinite" autoRev="1"/>
                                        <p:tgtEl>
                                          <p:spTgt spid="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718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2" dur="6258" fill="hold" repeatCount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6" presetClass="emph" presetSubtype="0" fill="hold" nodeType="withEffect">
                                  <p:stCondLst>
                                    <p:cond delay="3"/>
                                  </p:stCondLst>
                                  <p:childTnLst>
                                    <p:animScale>
                                      <p:cBhvr>
                                        <p:cTn id="14" dur="1206" fill="hold" repeatCount="indefinite" autoRev="1"/>
                                        <p:tgtEl>
                                          <p:spTgt spid="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929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6" dur="6172" fill="hold" repeatCount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6" presetClass="emph" presetSubtype="0" fill="hold" nodeType="withEffect">
                                  <p:stCondLst>
                                    <p:cond delay="759"/>
                                  </p:stCondLst>
                                  <p:childTnLst>
                                    <p:animScale>
                                      <p:cBhvr>
                                        <p:cTn id="18" dur="761" fill="hold" repeatCount="indefinite" autoRev="1"/>
                                        <p:tgtEl>
                                          <p:spTgt spid="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294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20" dur="7532" fill="hold" repeatCount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6" presetClass="emph" presetSubtype="0" fill="hold" nodeType="withEffect">
                                  <p:stCondLst>
                                    <p:cond delay="269"/>
                                  </p:stCondLst>
                                  <p:childTnLst>
                                    <p:animScale>
                                      <p:cBhvr>
                                        <p:cTn id="22" dur="1048" fill="hold" repeatCount="indefinite" autoRev="1"/>
                                        <p:tgtEl>
                                          <p:spTgt spid="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40000">
                                      <p:cBhvr>
                                        <p:cTn id="24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0" presetClass="path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 0 L 0.0000 -0.0400 E" pathEditMode="relative" ptsTypes="AA">
                                      <p:cBhvr>
                                        <p:cTn id="30" dur="220" fill="hold" repeatCount="2000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6" presetID="53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2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0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200 0.0600 L -0.0200 0.1200 L 0.0100 0.1800 E" pathEditMode="relative" ptsTypes="AAAA">
                                      <p:cBhvr>
                                        <p:cTn id="37" dur="22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1" presetID="10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1" name="ow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2" name="ge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2" presetID="53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0" presetClass="path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Motion origin="layout" path="M 0 0 L -0.3906 -0.0926 E" pathEditMode="relative" ptsTypes="AA">
                                      <p:cBhvr>
                                        <p:cTn id="53" dur="9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6" presetID="6" presetClass="emph" presetSubtype="0" fill="hold" nodeType="withEffect">
                                  <p:stCondLst>
                                    <p:cond delay="2200"/>
                                  </p:stCondLst>
                                  <p:childTnLst>
                                    <p:animScale>
                                      <p:cBhvr>
                                        <p:cTn id="55" dur="1100" fill="hold" repeatCount="indefinite" autoRev="1"/>
                                        <p:tgtEl>
                                          <p:spTgt spid="15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58" presetID="1" presetClass="exit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xit" presetSubtype="0" fill="hold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" presetClass="entr" presetSubtype="0" fill="hold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0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700 E" pathEditMode="relative" ptsTypes="AA">
                                      <p:cBhvr>
                                        <p:cTn id="69" dur="260" fill="hold" repeatCount="2000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2" presetID="0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700 E" pathEditMode="relative" ptsTypes="AA">
                                      <p:cBhvr>
                                        <p:cTn id="71" dur="260" fill="hold" repeatCount="2000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4" presetID="0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700 E" pathEditMode="relative" ptsTypes="AA">
                                      <p:cBhvr>
                                        <p:cTn id="73" dur="260" fill="hold" repeatCount="2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6" presetID="0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700 E" pathEditMode="relative" ptsTypes="AA">
                                      <p:cBhvr>
                                        <p:cTn id="75" dur="260" fill="hold" repeatCount="2000" autoRev="1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7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3" name="jum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00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1" fill="hold">
                      <p:stCondLst>
                        <p:cond delay="0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8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4" name="door_locked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6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180000">
                                      <p:cBhvr>
                                        <p:cTn id="85" dur="90" fill="hold" repeatCount="3000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88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9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5" name="recov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95" presetID="1" presetClass="exit" presetSubtype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0" presetClass="path" presetSubtype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animMotion origin="layout" path="M 0 0 L 0.0000 -0.0600 E" pathEditMode="relative" ptsTypes="AA">
                                      <p:cBhvr>
                                        <p:cTn id="98" dur="220" fill="hold" repeatCount="2000" autoRev="1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_door" descr="Ancient stone wall with a magic doo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7969" y="2478866"/>
            <a:ext cx="355600" cy="355600"/>
          </a:xfrm>
          <a:prstGeom prst="rect">
            <a:avLst/>
          </a:prstGeom>
        </p:spPr>
      </p:pic>
      <p:pic>
        <p:nvPicPr>
          <p:cNvPr id="4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3826" y="729544"/>
            <a:ext cx="355600" cy="355600"/>
          </a:xfrm>
          <a:prstGeom prst="rect">
            <a:avLst/>
          </a:prstGeom>
        </p:spPr>
      </p:pic>
      <p:pic>
        <p:nvPicPr>
          <p:cNvPr id="5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1512" y="3309666"/>
            <a:ext cx="355600" cy="355600"/>
          </a:xfrm>
          <a:prstGeom prst="rect">
            <a:avLst/>
          </a:prstGeom>
        </p:spPr>
      </p:pic>
      <p:pic>
        <p:nvPicPr>
          <p:cNvPr id="6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9009" y="2790039"/>
            <a:ext cx="355600" cy="355600"/>
          </a:xfrm>
          <a:prstGeom prst="rect">
            <a:avLst/>
          </a:prstGeom>
        </p:spPr>
      </p:pic>
      <p:pic>
        <p:nvPicPr>
          <p:cNvPr id="7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1863" y="3278143"/>
            <a:ext cx="355600" cy="355600"/>
          </a:xfrm>
          <a:prstGeom prst="rect">
            <a:avLst/>
          </a:prstGeom>
        </p:spPr>
      </p:pic>
      <p:pic>
        <p:nvPicPr>
          <p:cNvPr id="8" name="Lantern (dark)" descr="dark lantern: tap it">
            <a:hlinkClick action="ppaction://hlinksldjump" r:id="rId1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7000" y="1016000"/>
            <a:ext cx="1397000" cy="2540000"/>
          </a:xfrm>
          <a:prstGeom prst="rect">
            <a:avLst/>
          </a:prstGeom>
        </p:spPr>
      </p:pic>
      <p:pic>
        <p:nvPicPr>
          <p:cNvPr id="9" name="Owl (awake)" descr="owl">
            <a:hlinkClick action="ppaction://hlinksldjump" r:id="rId1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06000" y="2984500"/>
            <a:ext cx="1905000" cy="2032000"/>
          </a:xfrm>
          <a:prstGeom prst="rect">
            <a:avLst/>
          </a:prstGeom>
        </p:spPr>
      </p:pic>
      <p:pic>
        <p:nvPicPr>
          <p:cNvPr id="10" name="Magic flower (bud)" descr="flower bud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1000" y="4064000"/>
            <a:ext cx="1651000" cy="2311400"/>
          </a:xfrm>
          <a:prstGeom prst="rect">
            <a:avLst/>
          </a:prstGeom>
        </p:spPr>
      </p:pic>
      <p:pic>
        <p:nvPicPr>
          <p:cNvPr id="11" name="Magic flower (open)" descr="magic flower">
            <a:hlinkClick action="ppaction://hlinksldjump" r:id="rId18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1000" y="4064000"/>
            <a:ext cx="1651000" cy="2311400"/>
          </a:xfrm>
          <a:prstGeom prst="rect">
            <a:avLst/>
          </a:prstGeom>
        </p:spPr>
      </p:pic>
      <p:pic>
        <p:nvPicPr>
          <p:cNvPr id="12" name="Magic door" descr="locked magic door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45000" y="1016000"/>
            <a:ext cx="3302000" cy="4826000"/>
          </a:xfrm>
          <a:prstGeom prst="rect">
            <a:avLst/>
          </a:prstGeom>
        </p:spPr>
      </p:pic>
      <p:pic>
        <p:nvPicPr>
          <p:cNvPr id="13" name="gem in its socket" descr="magic gem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78500" y="2603500"/>
            <a:ext cx="635000" cy="635000"/>
          </a:xfrm>
          <a:prstGeom prst="rect">
            <a:avLst/>
          </a:prstGeom>
        </p:spPr>
      </p:pic>
      <p:pic>
        <p:nvPicPr>
          <p:cNvPr id="14" name="gem flying to the door" descr="magic gem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09000" y="4127500"/>
            <a:ext cx="635000" cy="635000"/>
          </a:xfrm>
          <a:prstGeom prst="rect">
            <a:avLst/>
          </a:prstGeom>
        </p:spPr>
      </p:pic>
      <p:pic>
        <p:nvPicPr>
          <p:cNvPr id="15" name="Lumi (surprised)" descr="Lumi the baby dragon, surprised pose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pic>
        <p:nvPicPr>
          <p:cNvPr id="16" name="Lumi (jump)" descr="Lumi the baby dragon, jump pose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pic>
        <p:nvPicPr>
          <p:cNvPr id="17" name="Lumi (laughA)" descr="Lumi the baby dragon, laughA pose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pic>
        <p:nvPicPr>
          <p:cNvPr id="18" name="Lumi (happyAgain)" descr="Lumi the baby dragon, happyAgain pose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sp>
        <p:nvSpPr>
          <p:cNvPr id="19" name="Locked door (tap)"/>
          <p:cNvSpPr/>
          <p:nvPr/>
        </p:nvSpPr>
        <p:spPr>
          <a:xfrm>
            <a:off x="4445000" y="1016000"/>
            <a:ext cx="3302000" cy="4826000"/>
          </a:xfrm>
          <a:prstGeom prst="rect">
            <a:avLst/>
          </a:prstGeom>
          <a:solidFill>
            <a:srgbClr val="FFFFFF">
              <a:alpha val="1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Lumi sad" descr="Lumi looks sad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pic>
        <p:nvPicPr>
          <p:cNvPr id="21" name="sound anchor" descr="sound anchor (invisible)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294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4" dur="9035" fill="hold" repeatCount="indefinite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268"/>
                                  </p:stCondLst>
                                  <p:childTnLst>
                                    <p:animScale>
                                      <p:cBhvr>
                                        <p:cTn id="6" dur="827" fill="hold" repeatCount="indefinite" autoRev="1"/>
                                        <p:tgtEl>
                                          <p:spTgt spid="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516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8" dur="7591" fill="hold" repeatCount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643"/>
                                  </p:stCondLst>
                                  <p:childTnLst>
                                    <p:animScale>
                                      <p:cBhvr>
                                        <p:cTn id="10" dur="870" fill="hold" repeatCount="indefinite" autoRev="1"/>
                                        <p:tgtEl>
                                          <p:spTgt spid="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1212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2" dur="9590" fill="hold" repeatCount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6" presetClass="emph" presetSubtype="0" fill="hold" nodeType="withEffect">
                                  <p:stCondLst>
                                    <p:cond delay="181"/>
                                  </p:stCondLst>
                                  <p:childTnLst>
                                    <p:animScale>
                                      <p:cBhvr>
                                        <p:cTn id="14" dur="1149" fill="hold" repeatCount="indefinite" autoRev="1"/>
                                        <p:tgtEl>
                                          <p:spTgt spid="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727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6" dur="8298" fill="hold" repeatCount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6" presetClass="emph" presetSubtype="0" fill="hold" nodeType="withEffect">
                                  <p:stCondLst>
                                    <p:cond delay="9"/>
                                  </p:stCondLst>
                                  <p:childTnLst>
                                    <p:animScale>
                                      <p:cBhvr>
                                        <p:cTn id="18" dur="826" fill="hold" repeatCount="indefinite" autoRev="1"/>
                                        <p:tgtEl>
                                          <p:spTgt spid="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1251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20" dur="8024" fill="hold" repeatCount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6" presetClass="emph" presetSubtype="0" fill="hold" nodeType="withEffect">
                                  <p:stCondLst>
                                    <p:cond delay="665"/>
                                  </p:stCondLst>
                                  <p:childTnLst>
                                    <p:animScale>
                                      <p:cBhvr>
                                        <p:cTn id="22" dur="1390" fill="hold" repeatCount="indefinite" autoRev="1"/>
                                        <p:tgtEl>
                                          <p:spTgt spid="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40000">
                                      <p:cBhvr>
                                        <p:cTn id="24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6" presetClass="emp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Scale>
                                      <p:cBhvr>
                                        <p:cTn id="33" dur="300" fill="hold" repeatCount="2000" autoRev="1"/>
                                        <p:tgtEl>
                                          <p:spTgt spid="11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36" presetID="6" presetClass="emph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35" dur="1100" fill="hold" repeatCount="indefinite" autoRev="1"/>
                                        <p:tgtEl>
                                          <p:spTgt spid="13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3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0" name="flow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2" presetID="1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1" name="ge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7" presetID="53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0" presetClass="path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-0.1562 -0.2222 E" pathEditMode="relative" ptsTypes="AA">
                                      <p:cBhvr>
                                        <p:cTn id="48" dur="9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1" presetID="1" presetClass="exit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0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700 E" pathEditMode="relative" ptsTypes="AA">
                                      <p:cBhvr>
                                        <p:cTn id="62" dur="260" fill="hold" repeatCount="2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5" presetID="0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700 E" pathEditMode="relative" ptsTypes="AA">
                                      <p:cBhvr>
                                        <p:cTn id="64" dur="260" fill="hold" repeatCount="2000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7" presetID="0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700 E" pathEditMode="relative" ptsTypes="AA">
                                      <p:cBhvr>
                                        <p:cTn id="66" dur="260" fill="hold" repeatCount="2000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9" presetID="0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700 E" pathEditMode="relative" ptsTypes="AA">
                                      <p:cBhvr>
                                        <p:cTn id="68" dur="260" fill="hold" repeatCount="2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2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7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2" name="jum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93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4" fill="hold">
                      <p:stCondLst>
                        <p:cond delay="0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7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3" name="door_locked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79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180000">
                                      <p:cBhvr>
                                        <p:cTn id="78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8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4" name="recov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8" presetID="1" presetClass="exit" presetSubtype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0" presetClass="path" presetSubtype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animMotion origin="layout" path="M 0 0 L 0.0000 -0.0600 E" pathEditMode="relative" ptsTypes="AA">
                                      <p:cBhvr>
                                        <p:cTn id="91" dur="220" fill="hold" repeatCount="2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_door" descr="Ancient stone wall with a magic doo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545" y="2878538"/>
            <a:ext cx="355600" cy="355600"/>
          </a:xfrm>
          <a:prstGeom prst="rect">
            <a:avLst/>
          </a:prstGeom>
        </p:spPr>
      </p:pic>
      <p:pic>
        <p:nvPicPr>
          <p:cNvPr id="4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1188" y="2833558"/>
            <a:ext cx="355600" cy="355600"/>
          </a:xfrm>
          <a:prstGeom prst="rect">
            <a:avLst/>
          </a:prstGeom>
        </p:spPr>
      </p:pic>
      <p:pic>
        <p:nvPicPr>
          <p:cNvPr id="5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2988" y="3241225"/>
            <a:ext cx="355600" cy="355600"/>
          </a:xfrm>
          <a:prstGeom prst="rect">
            <a:avLst/>
          </a:prstGeom>
        </p:spPr>
      </p:pic>
      <p:pic>
        <p:nvPicPr>
          <p:cNvPr id="6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2147" y="3107207"/>
            <a:ext cx="355600" cy="355600"/>
          </a:xfrm>
          <a:prstGeom prst="rect">
            <a:avLst/>
          </a:prstGeom>
        </p:spPr>
      </p:pic>
      <p:pic>
        <p:nvPicPr>
          <p:cNvPr id="7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0978" y="1676490"/>
            <a:ext cx="355600" cy="355600"/>
          </a:xfrm>
          <a:prstGeom prst="rect">
            <a:avLst/>
          </a:prstGeom>
        </p:spPr>
      </p:pic>
      <p:pic>
        <p:nvPicPr>
          <p:cNvPr id="8" name="Lantern (dark)" descr="dark lanter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7000" y="1016000"/>
            <a:ext cx="1397000" cy="2540000"/>
          </a:xfrm>
          <a:prstGeom prst="rect">
            <a:avLst/>
          </a:prstGeom>
        </p:spPr>
      </p:pic>
      <p:pic>
        <p:nvPicPr>
          <p:cNvPr id="9" name="Lantern (lit)" descr="glowing lantern">
            <a:hlinkClick action="ppaction://hlinksldjump" r:id="rId22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762000"/>
            <a:ext cx="2794000" cy="4064000"/>
          </a:xfrm>
          <a:prstGeom prst="rect">
            <a:avLst/>
          </a:prstGeom>
        </p:spPr>
      </p:pic>
      <p:pic>
        <p:nvPicPr>
          <p:cNvPr id="10" name="Owl (awake)" descr="owl">
            <a:hlinkClick action="ppaction://hlinksldjump" r:id="rId23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06000" y="2984500"/>
            <a:ext cx="1905000" cy="2032000"/>
          </a:xfrm>
          <a:prstGeom prst="rect">
            <a:avLst/>
          </a:prstGeom>
        </p:spPr>
      </p:pic>
      <p:pic>
        <p:nvPicPr>
          <p:cNvPr id="11" name="Magic flower (open)" descr="magic flower">
            <a:hlinkClick action="ppaction://hlinksldjump" r:id="rId24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1000" y="4064000"/>
            <a:ext cx="1651000" cy="2311400"/>
          </a:xfrm>
          <a:prstGeom prst="rect">
            <a:avLst/>
          </a:prstGeom>
        </p:spPr>
      </p:pic>
      <p:pic>
        <p:nvPicPr>
          <p:cNvPr id="12" name="Treasure room behind the door" descr="golden light behind the door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45000" y="1016000"/>
            <a:ext cx="3302000" cy="4826000"/>
          </a:xfrm>
          <a:prstGeom prst="rect">
            <a:avLst/>
          </a:prstGeom>
        </p:spPr>
      </p:pic>
      <p:pic>
        <p:nvPicPr>
          <p:cNvPr id="13" name="Magic door" descr="locked magic door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45000" y="1016000"/>
            <a:ext cx="3302000" cy="4826000"/>
          </a:xfrm>
          <a:prstGeom prst="rect">
            <a:avLst/>
          </a:prstGeom>
        </p:spPr>
      </p:pic>
      <p:pic>
        <p:nvPicPr>
          <p:cNvPr id="14" name="gem flying to the door" descr="magic gem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78000" y="1968500"/>
            <a:ext cx="635000" cy="635000"/>
          </a:xfrm>
          <a:prstGeom prst="rect">
            <a:avLst/>
          </a:prstGeom>
        </p:spPr>
      </p:pic>
      <p:pic>
        <p:nvPicPr>
          <p:cNvPr id="15" name="gem in its socket" descr="magic gem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78500" y="2603500"/>
            <a:ext cx="635000" cy="635000"/>
          </a:xfrm>
          <a:prstGeom prst="rect">
            <a:avLst/>
          </a:prstGeom>
        </p:spPr>
      </p:pic>
      <p:pic>
        <p:nvPicPr>
          <p:cNvPr id="16" name="gem in its socket" descr="magic gem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04000" y="2603500"/>
            <a:ext cx="635000" cy="635000"/>
          </a:xfrm>
          <a:prstGeom prst="rect">
            <a:avLst/>
          </a:prstGeom>
        </p:spPr>
      </p:pic>
      <p:pic>
        <p:nvPicPr>
          <p:cNvPr id="17" name="Lumi (surprised)" descr="Lumi the baby dragon, surprised pose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pic>
        <p:nvPicPr>
          <p:cNvPr id="18" name="Lumi (jump)" descr="Lumi the baby dragon, jump pose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pic>
        <p:nvPicPr>
          <p:cNvPr id="19" name="Lumi (laughA)" descr="Lumi the baby dragon, laughA pose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pic>
        <p:nvPicPr>
          <p:cNvPr id="20" name="Lumi (happyAgain)" descr="Lumi the baby dragon, happyAgain pose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pic>
        <p:nvPicPr>
          <p:cNvPr id="21" name="Lumi (cheer)" descr="Lumi the baby dragon, cheer pose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pic>
        <p:nvPicPr>
          <p:cNvPr id="22" name="Lumi (proud)" descr="Lumi the baby dragon, proud pose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pic>
        <p:nvPicPr>
          <p:cNvPr id="23" name="door sparkle" descr="door sparkle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873500" y="1206500"/>
            <a:ext cx="4445000" cy="4445000"/>
          </a:xfrm>
          <a:prstGeom prst="rect">
            <a:avLst/>
          </a:prstGeom>
        </p:spPr>
      </p:pic>
      <p:pic>
        <p:nvPicPr>
          <p:cNvPr id="24" name="chest glow" descr="chest glow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699000" y="3810000"/>
            <a:ext cx="2794000" cy="2794000"/>
          </a:xfrm>
          <a:prstGeom prst="rect">
            <a:avLst/>
          </a:prstGeom>
        </p:spPr>
      </p:pic>
      <p:pic>
        <p:nvPicPr>
          <p:cNvPr id="25" name="Secret treasure chest: tap it" descr="treasure chest">
            <a:hlinkClick action="ppaction://hlinksldjump" r:id="rId25"/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080000" y="4381500"/>
            <a:ext cx="2032000" cy="1657350"/>
          </a:xfrm>
          <a:prstGeom prst="rect">
            <a:avLst/>
          </a:prstGeom>
        </p:spPr>
      </p:pic>
      <p:pic>
        <p:nvPicPr>
          <p:cNvPr id="26" name="sound anchor" descr="sound anchor (invisible)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4" dur="7690" fill="hold" repeatCount="indefinite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625"/>
                                  </p:stCondLst>
                                  <p:childTnLst>
                                    <p:animScale>
                                      <p:cBhvr>
                                        <p:cTn id="6" dur="1243" fill="hold" repeatCount="indefinite" autoRev="1"/>
                                        <p:tgtEl>
                                          <p:spTgt spid="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098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8" dur="9887" fill="hold" repeatCount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722"/>
                                  </p:stCondLst>
                                  <p:childTnLst>
                                    <p:animScale>
                                      <p:cBhvr>
                                        <p:cTn id="10" dur="813" fill="hold" repeatCount="indefinite" autoRev="1"/>
                                        <p:tgtEl>
                                          <p:spTgt spid="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190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2" dur="6174" fill="hold" repeatCount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6" presetClass="emph" presetSubtype="0" fill="hold" nodeType="withEffect">
                                  <p:stCondLst>
                                    <p:cond delay="732"/>
                                  </p:stCondLst>
                                  <p:childTnLst>
                                    <p:animScale>
                                      <p:cBhvr>
                                        <p:cTn id="14" dur="768" fill="hold" repeatCount="indefinite" autoRev="1"/>
                                        <p:tgtEl>
                                          <p:spTgt spid="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1108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6" dur="8952" fill="hold" repeatCount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6" presetClass="emph" presetSubtype="0" fill="hold" nodeType="withEffect">
                                  <p:stCondLst>
                                    <p:cond delay="658"/>
                                  </p:stCondLst>
                                  <p:childTnLst>
                                    <p:animScale>
                                      <p:cBhvr>
                                        <p:cTn id="18" dur="771" fill="hold" repeatCount="indefinite" autoRev="1"/>
                                        <p:tgtEl>
                                          <p:spTgt spid="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829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20" dur="9090" fill="hold" repeatCount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6" presetClass="emph" presetSubtype="0" fill="hold" nodeType="withEffect">
                                  <p:stCondLst>
                                    <p:cond delay="264"/>
                                  </p:stCondLst>
                                  <p:childTnLst>
                                    <p:animScale>
                                      <p:cBhvr>
                                        <p:cTn id="22" dur="1012" fill="hold" repeatCount="indefinite" autoRev="1"/>
                                        <p:tgtEl>
                                          <p:spTgt spid="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1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6" presetClass="emph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animScale>
                                      <p:cBhvr>
                                        <p:cTn id="29" dur="350" fill="hold" repeatCount="2000" autoRev="1"/>
                                        <p:tgtEl>
                                          <p:spTgt spid="9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3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7" name="lanter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3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8" name="ge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1" presetID="53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0" presetClass="path" presetSubtype="0" fill="hold" nodeType="withEffect">
                                  <p:stCondLst>
                                    <p:cond delay="950"/>
                                  </p:stCondLst>
                                  <p:childTnLst>
                                    <p:animMotion origin="layout" path="M 0 0 L 0.2604 0.0926 E" pathEditMode="relative" ptsTypes="AA">
                                      <p:cBhvr>
                                        <p:cTn id="42" dur="9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5" presetID="6" presetClass="emph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44" dur="1100" fill="hold" repeatCount="indefinite" autoRev="1"/>
                                        <p:tgtEl>
                                          <p:spTgt spid="15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47" presetID="6" presetClass="emph" presetSubtype="0" fill="hold" nodeType="withEffect">
                                  <p:stCondLst>
                                    <p:cond delay="2200"/>
                                  </p:stCondLst>
                                  <p:childTnLst>
                                    <p:animScale>
                                      <p:cBhvr>
                                        <p:cTn id="46" dur="1100" fill="hold" repeatCount="indefinite" autoRev="1"/>
                                        <p:tgtEl>
                                          <p:spTgt spid="16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nodeType="withEffect">
                                  <p:stCondLst>
                                    <p:cond delay="59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59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0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700 E" pathEditMode="relative" ptsTypes="AA">
                                      <p:cBhvr>
                                        <p:cTn id="68" dur="260" fill="hold" repeatCount="2000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1" presetID="0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700 E" pathEditMode="relative" ptsTypes="AA">
                                      <p:cBhvr>
                                        <p:cTn id="70" dur="260" fill="hold" repeatCount="2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3" presetID="0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700 E" pathEditMode="relative" ptsTypes="AA">
                                      <p:cBhvr>
                                        <p:cTn id="72" dur="260" fill="hold" repeatCount="2000" autoRev="1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5" presetID="0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700 E" pathEditMode="relative" ptsTypes="AA">
                                      <p:cBhvr>
                                        <p:cTn id="74" dur="260" fill="hold" repeatCount="2000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7" presetID="0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700 E" pathEditMode="relative" ptsTypes="AA">
                                      <p:cBhvr>
                                        <p:cTn id="76" dur="260" fill="hold" repeatCount="2000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9" presetID="0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700 E" pathEditMode="relative" ptsTypes="AA">
                                      <p:cBhvr>
                                        <p:cTn id="78" dur="260" fill="hold" repeatCount="2000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2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8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9" name="jum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7" presetID="53" presetClass="entr" presetSubtype="0" fill="hold" nodeType="withEffect">
                                  <p:stCondLst>
                                    <p:cond delay="265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4" dur="3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3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xit" presetSubtype="0" fill="hold" nodeType="withEffect">
                                  <p:stCondLst>
                                    <p:cond delay="3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9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0" name="door_ope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95" presetID="0" presetClass="path" presetSubtype="0" fill="hold" nodeType="withEffect">
                                  <p:stCondLst>
                                    <p:cond delay="2900"/>
                                  </p:stCondLst>
                                  <p:childTnLst>
                                    <p:animMotion origin="layout" path="M 0 0 L -0.1250 0.0000 E" pathEditMode="relative" ptsTypes="AA">
                                      <p:cBhvr>
                                        <p:cTn id="94" dur="18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7" presetID="6" presetClass="emph" presetSubtype="0" fill="hold" nodeType="withEffect">
                                  <p:stCondLst>
                                    <p:cond delay="2900"/>
                                  </p:stCondLst>
                                  <p:childTnLst>
                                    <p:animScale>
                                      <p:cBhvr>
                                        <p:cTn id="96" dur="1800" fill="hold"/>
                                        <p:tgtEl>
                                          <p:spTgt spid="13"/>
                                        </p:tgtEl>
                                      </p:cBhvr>
                                      <p:by x="8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99" presetID="1" presetClass="exit" presetSubtype="0" fill="hold" nodeType="withEffect">
                                  <p:stCondLst>
                                    <p:cond delay="470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10" presetClass="exit" presetSubtype="0" fill="hold" nodeType="withEffect">
                                  <p:stCondLst>
                                    <p:cond delay="3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0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0" presetClass="exit" presetSubtype="0" fill="hold" nodeType="withEffect">
                                  <p:stCondLst>
                                    <p:cond delay="3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3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" presetID="10" presetClass="exit" presetSubtype="0" fill="hold" nodeType="withEffect">
                                  <p:stCondLst>
                                    <p:cond delay="3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6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nodeType="withEffect">
                                  <p:stCondLst>
                                    <p:cond delay="440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6" presetClass="emph" presetSubtype="0" fill="hold" nodeType="withEffect">
                                  <p:stCondLst>
                                    <p:cond delay="4900"/>
                                  </p:stCondLst>
                                  <p:childTnLst>
                                    <p:animScale>
                                      <p:cBhvr>
                                        <p:cTn id="112" dur="1000" fill="hold" repeatCount="indefinite" autoRev="1"/>
                                        <p:tgtEl>
                                          <p:spTgt spid="24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  <p:par>
                                <p:cTn id="118" presetID="53" presetClass="entr" presetSubtype="0" fill="hold" nodeType="withEffect">
                                  <p:stCondLst>
                                    <p:cond delay="44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5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12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1" name="key_appea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23" presetID="8" presetClass="emph" presetSubtype="0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animRot by="240000">
                                      <p:cBhvr>
                                        <p:cTn id="122" dur="250" fill="hold" repeatCount="indefinite" autoRev="1"/>
                                        <p:tgtEl>
                                          <p:spTgt spid="2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_door" descr="Ancient stone wall with a magic doo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3705" y="1774401"/>
            <a:ext cx="355600" cy="355600"/>
          </a:xfrm>
          <a:prstGeom prst="rect">
            <a:avLst/>
          </a:prstGeom>
        </p:spPr>
      </p:pic>
      <p:pic>
        <p:nvPicPr>
          <p:cNvPr id="4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2024" y="1227155"/>
            <a:ext cx="355600" cy="355600"/>
          </a:xfrm>
          <a:prstGeom prst="rect">
            <a:avLst/>
          </a:prstGeom>
        </p:spPr>
      </p:pic>
      <p:pic>
        <p:nvPicPr>
          <p:cNvPr id="5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2623" y="1416990"/>
            <a:ext cx="355600" cy="355600"/>
          </a:xfrm>
          <a:prstGeom prst="rect">
            <a:avLst/>
          </a:prstGeom>
        </p:spPr>
      </p:pic>
      <p:pic>
        <p:nvPicPr>
          <p:cNvPr id="6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5053" y="2302836"/>
            <a:ext cx="355600" cy="355600"/>
          </a:xfrm>
          <a:prstGeom prst="rect">
            <a:avLst/>
          </a:prstGeom>
        </p:spPr>
      </p:pic>
      <p:pic>
        <p:nvPicPr>
          <p:cNvPr id="7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9023" y="4121568"/>
            <a:ext cx="355600" cy="355600"/>
          </a:xfrm>
          <a:prstGeom prst="rect">
            <a:avLst/>
          </a:prstGeom>
        </p:spPr>
      </p:pic>
      <p:pic>
        <p:nvPicPr>
          <p:cNvPr id="8" name="Lantern (lit)" descr="glowing lantern">
            <a:hlinkClick action="ppaction://hlinksldjump" r:id="rId2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762000"/>
            <a:ext cx="2794000" cy="4064000"/>
          </a:xfrm>
          <a:prstGeom prst="rect">
            <a:avLst/>
          </a:prstGeom>
        </p:spPr>
      </p:pic>
      <p:pic>
        <p:nvPicPr>
          <p:cNvPr id="9" name="Owl (sleepy)" descr="sleepy owl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06000" y="2984500"/>
            <a:ext cx="1905000" cy="2032000"/>
          </a:xfrm>
          <a:prstGeom prst="rect">
            <a:avLst/>
          </a:prstGeom>
        </p:spPr>
      </p:pic>
      <p:pic>
        <p:nvPicPr>
          <p:cNvPr id="10" name="Owl (awake)" descr="owl">
            <a:hlinkClick action="ppaction://hlinksldjump" r:id="rId24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06000" y="2984500"/>
            <a:ext cx="1905000" cy="2032000"/>
          </a:xfrm>
          <a:prstGeom prst="rect">
            <a:avLst/>
          </a:prstGeom>
        </p:spPr>
      </p:pic>
      <p:pic>
        <p:nvPicPr>
          <p:cNvPr id="11" name="falling feather" descr="falling feathe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77500" y="4826000"/>
            <a:ext cx="381000" cy="762000"/>
          </a:xfrm>
          <a:prstGeom prst="rect">
            <a:avLst/>
          </a:prstGeom>
        </p:spPr>
      </p:pic>
      <p:pic>
        <p:nvPicPr>
          <p:cNvPr id="12" name="Magic flower (open)" descr="magic flower">
            <a:hlinkClick action="ppaction://hlinksldjump" r:id="rId25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01000" y="4064000"/>
            <a:ext cx="1651000" cy="2311400"/>
          </a:xfrm>
          <a:prstGeom prst="rect">
            <a:avLst/>
          </a:prstGeom>
        </p:spPr>
      </p:pic>
      <p:pic>
        <p:nvPicPr>
          <p:cNvPr id="13" name="Treasure room behind the door" descr="golden light behind the door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45000" y="1016000"/>
            <a:ext cx="3302000" cy="4826000"/>
          </a:xfrm>
          <a:prstGeom prst="rect">
            <a:avLst/>
          </a:prstGeom>
        </p:spPr>
      </p:pic>
      <p:pic>
        <p:nvPicPr>
          <p:cNvPr id="14" name="Magic door" descr="locked magic door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45000" y="1016000"/>
            <a:ext cx="3302000" cy="4826000"/>
          </a:xfrm>
          <a:prstGeom prst="rect">
            <a:avLst/>
          </a:prstGeom>
        </p:spPr>
      </p:pic>
      <p:pic>
        <p:nvPicPr>
          <p:cNvPr id="15" name="gem in its socket" descr="magic gem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53000" y="2603500"/>
            <a:ext cx="635000" cy="635000"/>
          </a:xfrm>
          <a:prstGeom prst="rect">
            <a:avLst/>
          </a:prstGeom>
        </p:spPr>
      </p:pic>
      <p:pic>
        <p:nvPicPr>
          <p:cNvPr id="16" name="gem flying to the door" descr="magic gem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541000" y="3238500"/>
            <a:ext cx="635000" cy="635000"/>
          </a:xfrm>
          <a:prstGeom prst="rect">
            <a:avLst/>
          </a:prstGeom>
        </p:spPr>
      </p:pic>
      <p:pic>
        <p:nvPicPr>
          <p:cNvPr id="17" name="gem in its socket" descr="magic gem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604000" y="2603500"/>
            <a:ext cx="635000" cy="635000"/>
          </a:xfrm>
          <a:prstGeom prst="rect">
            <a:avLst/>
          </a:prstGeom>
        </p:spPr>
      </p:pic>
      <p:pic>
        <p:nvPicPr>
          <p:cNvPr id="18" name="Lumi (surprised)" descr="Lumi the baby dragon, surprised pose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pic>
        <p:nvPicPr>
          <p:cNvPr id="19" name="Lumi (jump)" descr="Lumi the baby dragon, jump pose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pic>
        <p:nvPicPr>
          <p:cNvPr id="20" name="Lumi (laughA)" descr="Lumi the baby dragon, laughA pose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pic>
        <p:nvPicPr>
          <p:cNvPr id="21" name="Lumi (happyAgain)" descr="Lumi the baby dragon, happyAgain pose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pic>
        <p:nvPicPr>
          <p:cNvPr id="22" name="Lumi (cheer)" descr="Lumi the baby dragon, cheer pose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pic>
        <p:nvPicPr>
          <p:cNvPr id="23" name="Lumi (proud)" descr="Lumi the baby dragon, proud pose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pic>
        <p:nvPicPr>
          <p:cNvPr id="24" name="door sparkle" descr="door sparkle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873500" y="1206500"/>
            <a:ext cx="4445000" cy="4445000"/>
          </a:xfrm>
          <a:prstGeom prst="rect">
            <a:avLst/>
          </a:prstGeom>
        </p:spPr>
      </p:pic>
      <p:pic>
        <p:nvPicPr>
          <p:cNvPr id="25" name="chest glow" descr="chest glow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699000" y="3810000"/>
            <a:ext cx="2794000" cy="2794000"/>
          </a:xfrm>
          <a:prstGeom prst="rect">
            <a:avLst/>
          </a:prstGeom>
        </p:spPr>
      </p:pic>
      <p:pic>
        <p:nvPicPr>
          <p:cNvPr id="26" name="Secret treasure chest: tap it" descr="treasure chest">
            <a:hlinkClick action="ppaction://hlinksldjump" r:id="rId26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080000" y="4381500"/>
            <a:ext cx="2032000" cy="1657350"/>
          </a:xfrm>
          <a:prstGeom prst="rect">
            <a:avLst/>
          </a:prstGeom>
        </p:spPr>
      </p:pic>
      <p:pic>
        <p:nvPicPr>
          <p:cNvPr id="27" name="sound anchor" descr="sound anchor (invisible)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661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4" dur="8112" fill="hold" repeatCount="indefinite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509"/>
                                  </p:stCondLst>
                                  <p:childTnLst>
                                    <p:animScale>
                                      <p:cBhvr>
                                        <p:cTn id="6" dur="1373" fill="hold" repeatCount="indefinite" autoRev="1"/>
                                        <p:tgtEl>
                                          <p:spTgt spid="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43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8" dur="9864" fill="hold" repeatCount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322"/>
                                  </p:stCondLst>
                                  <p:childTnLst>
                                    <p:animScale>
                                      <p:cBhvr>
                                        <p:cTn id="10" dur="969" fill="hold" repeatCount="indefinite" autoRev="1"/>
                                        <p:tgtEl>
                                          <p:spTgt spid="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2" dur="6615" fill="hold" repeatCount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6" presetClass="emph" presetSubtype="0" fill="hold" nodeType="withEffect">
                                  <p:stCondLst>
                                    <p:cond delay="81"/>
                                  </p:stCondLst>
                                  <p:childTnLst>
                                    <p:animScale>
                                      <p:cBhvr>
                                        <p:cTn id="14" dur="1061" fill="hold" repeatCount="indefinite" autoRev="1"/>
                                        <p:tgtEl>
                                          <p:spTgt spid="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1061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6" dur="8664" fill="hold" repeatCount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6" presetClass="emph" presetSubtype="0" fill="hold" nodeType="withEffect">
                                  <p:stCondLst>
                                    <p:cond delay="179"/>
                                  </p:stCondLst>
                                  <p:childTnLst>
                                    <p:animScale>
                                      <p:cBhvr>
                                        <p:cTn id="18" dur="1104" fill="hold" repeatCount="indefinite" autoRev="1"/>
                                        <p:tgtEl>
                                          <p:spTgt spid="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347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20" dur="8814" fill="hold" repeatCount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6" presetClass="emph" presetSubtype="0" fill="hold" nodeType="withEffect">
                                  <p:stCondLst>
                                    <p:cond delay="457"/>
                                  </p:stCondLst>
                                  <p:childTnLst>
                                    <p:animScale>
                                      <p:cBhvr>
                                        <p:cTn id="22" dur="1214" fill="hold" repeatCount="indefinite" autoRev="1"/>
                                        <p:tgtEl>
                                          <p:spTgt spid="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1" presetClass="exit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0" presetClass="path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 0 L 0.0000 -0.0400 E" pathEditMode="relative" ptsTypes="AA">
                                      <p:cBhvr>
                                        <p:cTn id="28" dur="220" fill="hold" repeatCount="2000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4" presetID="53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2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2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0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200 0.0600 L -0.0200 0.1200 L 0.0100 0.1800 E" pathEditMode="relative" ptsTypes="AAAA">
                                      <p:cBhvr>
                                        <p:cTn id="35" dur="22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9" presetID="10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6" presetClass="emph" presetSubtype="0" fill="hold" nodeType="withEffect">
                                  <p:stCondLst>
                                    <p:cond delay="1800"/>
                                  </p:stCondLst>
                                  <p:childTnLst>
                                    <p:animScale>
                                      <p:cBhvr>
                                        <p:cTn id="40" dur="1100" fill="hold" repeatCount="indefinite" autoRev="1"/>
                                        <p:tgtEl>
                                          <p:spTgt spid="15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4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8" name="ow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9" name="ge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2" presetID="53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2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2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0" presetClass="path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Motion origin="layout" path="M 0 0 L -0.3906 -0.0926 E" pathEditMode="relative" ptsTypes="AA">
                                      <p:cBhvr>
                                        <p:cTn id="53" dur="9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6" presetID="6" presetClass="emph" presetSubtype="0" fill="hold" nodeType="withEffect">
                                  <p:stCondLst>
                                    <p:cond delay="2200"/>
                                  </p:stCondLst>
                                  <p:childTnLst>
                                    <p:animScale>
                                      <p:cBhvr>
                                        <p:cTn id="55" dur="1100" fill="hold" repeatCount="indefinite" autoRev="1"/>
                                        <p:tgtEl>
                                          <p:spTgt spid="17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58" presetID="1" presetClass="exit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xit" presetSubtype="0" fill="hold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" presetClass="entr" presetSubtype="0" fill="hold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" presetClass="exit" presetSubtype="0" fill="hold" nodeType="withEffect">
                                  <p:stCondLst>
                                    <p:cond delay="325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ntr" presetSubtype="0" fill="hold" nodeType="withEffect">
                                  <p:stCondLst>
                                    <p:cond delay="325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" presetClass="exit" presetSubtype="0" fill="hold" nodeType="withEffect">
                                  <p:stCondLst>
                                    <p:cond delay="62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" presetID="1" presetClass="entr" presetSubtype="0" fill="hold" nodeType="withEffect">
                                  <p:stCondLst>
                                    <p:cond delay="625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0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700 E" pathEditMode="relative" ptsTypes="AA">
                                      <p:cBhvr>
                                        <p:cTn id="77" dur="260" fill="hold" repeatCount="2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0" presetID="0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700 E" pathEditMode="relative" ptsTypes="AA">
                                      <p:cBhvr>
                                        <p:cTn id="79" dur="260" fill="hold" repeatCount="2000" autoRev="1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2" presetID="0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700 E" pathEditMode="relative" ptsTypes="AA">
                                      <p:cBhvr>
                                        <p:cTn id="81" dur="260" fill="hold" repeatCount="2000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4" presetID="0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700 E" pathEditMode="relative" ptsTypes="AA">
                                      <p:cBhvr>
                                        <p:cTn id="83" dur="260" fill="hold" repeatCount="2000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6" presetID="0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700 E" pathEditMode="relative" ptsTypes="AA">
                                      <p:cBhvr>
                                        <p:cTn id="85" dur="260" fill="hold" repeatCount="2000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8" presetID="0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700 E" pathEditMode="relative" ptsTypes="AA">
                                      <p:cBhvr>
                                        <p:cTn id="87" dur="260" fill="hold" repeatCount="2000" autoRev="1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9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0" name="jum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96" presetID="53" presetClass="entr" presetSubtype="0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3" dur="3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3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xit" presetSubtype="0" fill="hold" nodeType="withEffect">
                                  <p:stCondLst>
                                    <p:cond delay="3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1" presetClass="entr" presetSubtype="0" fill="hold" nodeType="withEffect">
                                  <p:stCondLst>
                                    <p:cond delay="325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1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1" name="door_ope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04" presetID="0" presetClass="path" presetSubtype="0" fill="hold" nodeType="withEffect">
                                  <p:stCondLst>
                                    <p:cond delay="3250"/>
                                  </p:stCondLst>
                                  <p:childTnLst>
                                    <p:animMotion origin="layout" path="M 0 0 L -0.1250 0.0000 E" pathEditMode="relative" ptsTypes="AA">
                                      <p:cBhvr>
                                        <p:cTn id="103" dur="18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6" presetID="6" presetClass="emph" presetSubtype="0" fill="hold" nodeType="withEffect">
                                  <p:stCondLst>
                                    <p:cond delay="3250"/>
                                  </p:stCondLst>
                                  <p:childTnLst>
                                    <p:animScale>
                                      <p:cBhvr>
                                        <p:cTn id="105" dur="1800" fill="hold"/>
                                        <p:tgtEl>
                                          <p:spTgt spid="14"/>
                                        </p:tgtEl>
                                      </p:cBhvr>
                                      <p:by x="8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08" presetID="1" presetClass="exit" presetSubtype="0" fill="hold" nodeType="withEffect">
                                  <p:stCondLst>
                                    <p:cond delay="505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0" presetClass="exit" presetSubtype="0" fill="hold" nodeType="withEffect">
                                  <p:stCondLst>
                                    <p:cond delay="3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9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4" presetID="10" presetClass="exit" presetSubtype="0" fill="hold" nodeType="withEffect">
                                  <p:stCondLst>
                                    <p:cond delay="3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2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0" presetClass="exit" presetSubtype="0" fill="hold" nodeType="withEffect">
                                  <p:stCondLst>
                                    <p:cond delay="3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5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475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6" presetClass="emph" presetSubtype="0" fill="hold" nodeType="withEffect">
                                  <p:stCondLst>
                                    <p:cond delay="5250"/>
                                  </p:stCondLst>
                                  <p:childTnLst>
                                    <p:animScale>
                                      <p:cBhvr>
                                        <p:cTn id="121" dur="1000" fill="hold" repeatCount="indefinite" autoRev="1"/>
                                        <p:tgtEl>
                                          <p:spTgt spid="25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  <p:par>
                                <p:cTn id="127" presetID="53" presetClass="entr" presetSubtype="0" fill="hold" nodeType="withEffect">
                                  <p:stCondLst>
                                    <p:cond delay="475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nodeType="withEffect">
                                  <p:stCondLst>
                                    <p:cond delay="495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12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2" name="key_appea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32" presetID="8" presetClass="emph" presetSubtype="0" fill="hold" nodeType="withEffect">
                                  <p:stCondLst>
                                    <p:cond delay="5350"/>
                                  </p:stCondLst>
                                  <p:childTnLst>
                                    <p:animRot by="240000">
                                      <p:cBhvr>
                                        <p:cTn id="131" dur="250" fill="hold" repeatCount="indefinite" autoRev="1"/>
                                        <p:tgtEl>
                                          <p:spTgt spid="2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_door" descr="Ancient stone wall with a magic doo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1996" y="1945827"/>
            <a:ext cx="355600" cy="355600"/>
          </a:xfrm>
          <a:prstGeom prst="rect">
            <a:avLst/>
          </a:prstGeom>
        </p:spPr>
      </p:pic>
      <p:pic>
        <p:nvPicPr>
          <p:cNvPr id="4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8230" y="2550030"/>
            <a:ext cx="355600" cy="355600"/>
          </a:xfrm>
          <a:prstGeom prst="rect">
            <a:avLst/>
          </a:prstGeom>
        </p:spPr>
      </p:pic>
      <p:pic>
        <p:nvPicPr>
          <p:cNvPr id="5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2432" y="2739142"/>
            <a:ext cx="355600" cy="355600"/>
          </a:xfrm>
          <a:prstGeom prst="rect">
            <a:avLst/>
          </a:prstGeom>
        </p:spPr>
      </p:pic>
      <p:pic>
        <p:nvPicPr>
          <p:cNvPr id="6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2794" y="1382060"/>
            <a:ext cx="355600" cy="355600"/>
          </a:xfrm>
          <a:prstGeom prst="rect">
            <a:avLst/>
          </a:prstGeom>
        </p:spPr>
      </p:pic>
      <p:pic>
        <p:nvPicPr>
          <p:cNvPr id="7" name="firefly" descr="glowing firef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842" y="3337207"/>
            <a:ext cx="355600" cy="355600"/>
          </a:xfrm>
          <a:prstGeom prst="rect">
            <a:avLst/>
          </a:prstGeom>
        </p:spPr>
      </p:pic>
      <p:pic>
        <p:nvPicPr>
          <p:cNvPr id="8" name="Lantern (lit)" descr="glowing lantern">
            <a:hlinkClick action="ppaction://hlinksldjump" r:id="rId22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762000"/>
            <a:ext cx="2794000" cy="4064000"/>
          </a:xfrm>
          <a:prstGeom prst="rect">
            <a:avLst/>
          </a:prstGeom>
        </p:spPr>
      </p:pic>
      <p:pic>
        <p:nvPicPr>
          <p:cNvPr id="9" name="Owl (awake)" descr="owl">
            <a:hlinkClick action="ppaction://hlinksldjump" r:id="rId23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06000" y="2984500"/>
            <a:ext cx="1905000" cy="2032000"/>
          </a:xfrm>
          <a:prstGeom prst="rect">
            <a:avLst/>
          </a:prstGeom>
        </p:spPr>
      </p:pic>
      <p:pic>
        <p:nvPicPr>
          <p:cNvPr id="10" name="Magic flower (bud)" descr="flower bud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1000" y="4064000"/>
            <a:ext cx="1651000" cy="2311400"/>
          </a:xfrm>
          <a:prstGeom prst="rect">
            <a:avLst/>
          </a:prstGeom>
        </p:spPr>
      </p:pic>
      <p:pic>
        <p:nvPicPr>
          <p:cNvPr id="11" name="Magic flower (open)" descr="magic flower">
            <a:hlinkClick action="ppaction://hlinksldjump" r:id="rId24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1000" y="4064000"/>
            <a:ext cx="1651000" cy="2311400"/>
          </a:xfrm>
          <a:prstGeom prst="rect">
            <a:avLst/>
          </a:prstGeom>
        </p:spPr>
      </p:pic>
      <p:pic>
        <p:nvPicPr>
          <p:cNvPr id="12" name="Treasure room behind the door" descr="golden light behind the door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45000" y="1016000"/>
            <a:ext cx="3302000" cy="4826000"/>
          </a:xfrm>
          <a:prstGeom prst="rect">
            <a:avLst/>
          </a:prstGeom>
        </p:spPr>
      </p:pic>
      <p:pic>
        <p:nvPicPr>
          <p:cNvPr id="13" name="Magic door" descr="locked magic door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45000" y="1016000"/>
            <a:ext cx="3302000" cy="4826000"/>
          </a:xfrm>
          <a:prstGeom prst="rect">
            <a:avLst/>
          </a:prstGeom>
        </p:spPr>
      </p:pic>
      <p:pic>
        <p:nvPicPr>
          <p:cNvPr id="14" name="gem in its socket" descr="magic gem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53000" y="2603500"/>
            <a:ext cx="635000" cy="635000"/>
          </a:xfrm>
          <a:prstGeom prst="rect">
            <a:avLst/>
          </a:prstGeom>
        </p:spPr>
      </p:pic>
      <p:pic>
        <p:nvPicPr>
          <p:cNvPr id="15" name="gem in its socket" descr="magic gem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78500" y="2603500"/>
            <a:ext cx="635000" cy="635000"/>
          </a:xfrm>
          <a:prstGeom prst="rect">
            <a:avLst/>
          </a:prstGeom>
        </p:spPr>
      </p:pic>
      <p:pic>
        <p:nvPicPr>
          <p:cNvPr id="16" name="gem flying to the door" descr="magic gem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509000" y="4127500"/>
            <a:ext cx="635000" cy="635000"/>
          </a:xfrm>
          <a:prstGeom prst="rect">
            <a:avLst/>
          </a:prstGeom>
        </p:spPr>
      </p:pic>
      <p:pic>
        <p:nvPicPr>
          <p:cNvPr id="17" name="Lumi (surprised)" descr="Lumi the baby dragon, surprised pose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pic>
        <p:nvPicPr>
          <p:cNvPr id="18" name="Lumi (jump)" descr="Lumi the baby dragon, jump pose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pic>
        <p:nvPicPr>
          <p:cNvPr id="19" name="Lumi (laughA)" descr="Lumi the baby dragon, laughA pose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pic>
        <p:nvPicPr>
          <p:cNvPr id="20" name="Lumi (happyAgain)" descr="Lumi the baby dragon, happyAgain pose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pic>
        <p:nvPicPr>
          <p:cNvPr id="21" name="Lumi (cheer)" descr="Lumi the baby dragon, cheer pose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pic>
        <p:nvPicPr>
          <p:cNvPr id="22" name="Lumi (proud)" descr="Lumi the baby dragon, proud pose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24000" y="3665220"/>
            <a:ext cx="2921000" cy="2921000"/>
          </a:xfrm>
          <a:prstGeom prst="rect">
            <a:avLst/>
          </a:prstGeom>
        </p:spPr>
      </p:pic>
      <p:pic>
        <p:nvPicPr>
          <p:cNvPr id="23" name="door sparkle" descr="door sparkle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873500" y="1206500"/>
            <a:ext cx="4445000" cy="4445000"/>
          </a:xfrm>
          <a:prstGeom prst="rect">
            <a:avLst/>
          </a:prstGeom>
        </p:spPr>
      </p:pic>
      <p:pic>
        <p:nvPicPr>
          <p:cNvPr id="24" name="chest glow" descr="chest glow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699000" y="3810000"/>
            <a:ext cx="2794000" cy="2794000"/>
          </a:xfrm>
          <a:prstGeom prst="rect">
            <a:avLst/>
          </a:prstGeom>
        </p:spPr>
      </p:pic>
      <p:pic>
        <p:nvPicPr>
          <p:cNvPr id="25" name="Secret treasure chest: tap it" descr="treasure chest">
            <a:hlinkClick action="ppaction://hlinksldjump" r:id="rId25"/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080000" y="4381500"/>
            <a:ext cx="2032000" cy="1657350"/>
          </a:xfrm>
          <a:prstGeom prst="rect">
            <a:avLst/>
          </a:prstGeom>
        </p:spPr>
      </p:pic>
      <p:pic>
        <p:nvPicPr>
          <p:cNvPr id="26" name="sound anchor" descr="sound anchor (invisible)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34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4" dur="6594" fill="hold" repeatCount="indefinite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274"/>
                                  </p:stCondLst>
                                  <p:childTnLst>
                                    <p:animScale>
                                      <p:cBhvr>
                                        <p:cTn id="6" dur="1144" fill="hold" repeatCount="indefinite" autoRev="1"/>
                                        <p:tgtEl>
                                          <p:spTgt spid="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43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8" dur="8274" fill="hold" repeatCount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678"/>
                                  </p:stCondLst>
                                  <p:childTnLst>
                                    <p:animScale>
                                      <p:cBhvr>
                                        <p:cTn id="10" dur="945" fill="hold" repeatCount="indefinite" autoRev="1"/>
                                        <p:tgtEl>
                                          <p:spTgt spid="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514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2" dur="9423" fill="hold" repeatCount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6" presetClass="emp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Scale>
                                      <p:cBhvr>
                                        <p:cTn id="14" dur="1021" fill="hold" repeatCount="indefinite" autoRev="1"/>
                                        <p:tgtEl>
                                          <p:spTgt spid="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871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16" dur="7464" fill="hold" repeatCount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6" presetClass="emph" presetSubtype="0" fill="hold" nodeType="withEffect">
                                  <p:stCondLst>
                                    <p:cond delay="270"/>
                                  </p:stCondLst>
                                  <p:childTnLst>
                                    <p:animScale>
                                      <p:cBhvr>
                                        <p:cTn id="18" dur="1228" fill="hold" repeatCount="indefinite" autoRev="1"/>
                                        <p:tgtEl>
                                          <p:spTgt spid="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176"/>
                                  </p:stCondLst>
                                  <p:childTnLst>
                                    <p:animMotion origin="layout" path="M 0 0 L 0.0200 -0.0300 L -0.0120 -0.0600 L 0.0180 -0.0200 L 0.0000 0.0000 E" pathEditMode="relative" ptsTypes="AAAAA">
                                      <p:cBhvr>
                                        <p:cTn id="20" dur="9916" fill="hold" repeatCount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6" presetClass="emph" presetSubtype="0" fill="hold" nodeType="withEffect">
                                  <p:stCondLst>
                                    <p:cond delay="706"/>
                                  </p:stCondLst>
                                  <p:childTnLst>
                                    <p:animScale>
                                      <p:cBhvr>
                                        <p:cTn id="22" dur="819" fill="hold" repeatCount="indefinite" autoRev="1"/>
                                        <p:tgtEl>
                                          <p:spTgt spid="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1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6" presetClass="emp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Scale>
                                      <p:cBhvr>
                                        <p:cTn id="31" dur="300" fill="hold" repeatCount="2000" autoRev="1"/>
                                        <p:tgtEl>
                                          <p:spTgt spid="11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34" presetID="6" presetClass="emph" presetSubtype="0" fill="hold" nodeType="withEffect">
                                  <p:stCondLst>
                                    <p:cond delay="1800"/>
                                  </p:stCondLst>
                                  <p:childTnLst>
                                    <p:animScale>
                                      <p:cBhvr>
                                        <p:cTn id="33" dur="1100" fill="hold" repeatCount="indefinite" autoRev="1"/>
                                        <p:tgtEl>
                                          <p:spTgt spid="14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36" presetID="6" presetClass="emph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35" dur="1100" fill="hold" repeatCount="indefinite" autoRev="1"/>
                                        <p:tgtEl>
                                          <p:spTgt spid="15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3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7" name="flow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2" presetID="1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8" name="ge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7" presetID="53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2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2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0" presetClass="path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-0.1562 -0.2222 E" pathEditMode="relative" ptsTypes="AA">
                                      <p:cBhvr>
                                        <p:cTn id="48" dur="9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1" presetID="1" presetClass="exit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nodeType="withEffect">
                                  <p:stCondLst>
                                    <p:cond delay="59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59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0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700 E" pathEditMode="relative" ptsTypes="AA">
                                      <p:cBhvr>
                                        <p:cTn id="70" dur="260" fill="hold" repeatCount="2000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3" presetID="0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700 E" pathEditMode="relative" ptsTypes="AA">
                                      <p:cBhvr>
                                        <p:cTn id="72" dur="260" fill="hold" repeatCount="2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5" presetID="0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700 E" pathEditMode="relative" ptsTypes="AA">
                                      <p:cBhvr>
                                        <p:cTn id="74" dur="260" fill="hold" repeatCount="2000" autoRev="1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7" presetID="0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700 E" pathEditMode="relative" ptsTypes="AA">
                                      <p:cBhvr>
                                        <p:cTn id="76" dur="260" fill="hold" repeatCount="2000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9" presetID="0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700 E" pathEditMode="relative" ptsTypes="AA">
                                      <p:cBhvr>
                                        <p:cTn id="78" dur="260" fill="hold" repeatCount="2000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1" presetID="0" presetClass="path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700 E" pathEditMode="relative" ptsTypes="AA">
                                      <p:cBhvr>
                                        <p:cTn id="80" dur="260" fill="hold" repeatCount="2000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4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8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9" name="jum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9" presetID="53" presetClass="entr" presetSubtype="0" fill="hold" nodeType="withEffect">
                                  <p:stCondLst>
                                    <p:cond delay="265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6" dur="3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3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8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xit" presetSubtype="0" fill="hold" nodeType="withEffect">
                                  <p:stCondLst>
                                    <p:cond delay="3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9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0" name="door_ope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97" presetID="0" presetClass="path" presetSubtype="0" fill="hold" nodeType="withEffect">
                                  <p:stCondLst>
                                    <p:cond delay="2900"/>
                                  </p:stCondLst>
                                  <p:childTnLst>
                                    <p:animMotion origin="layout" path="M 0 0 L -0.1250 0.0000 E" pathEditMode="relative" ptsTypes="AA">
                                      <p:cBhvr>
                                        <p:cTn id="96" dur="18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9" presetID="6" presetClass="emph" presetSubtype="0" fill="hold" nodeType="withEffect">
                                  <p:stCondLst>
                                    <p:cond delay="2900"/>
                                  </p:stCondLst>
                                  <p:childTnLst>
                                    <p:animScale>
                                      <p:cBhvr>
                                        <p:cTn id="98" dur="1800" fill="hold"/>
                                        <p:tgtEl>
                                          <p:spTgt spid="13"/>
                                        </p:tgtEl>
                                      </p:cBhvr>
                                      <p:by x="8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01" presetID="1" presetClass="exit" presetSubtype="0" fill="hold" nodeType="withEffect">
                                  <p:stCondLst>
                                    <p:cond delay="47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" presetID="10" presetClass="exit" presetSubtype="0" fill="hold" nodeType="withEffect">
                                  <p:stCondLst>
                                    <p:cond delay="3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2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0" presetClass="exit" presetSubtype="0" fill="hold" nodeType="withEffect">
                                  <p:stCondLst>
                                    <p:cond delay="3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5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0" presetClass="exit" presetSubtype="0" fill="hold" nodeType="withEffect">
                                  <p:stCondLst>
                                    <p:cond delay="3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8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44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6" presetClass="emph" presetSubtype="0" fill="hold" nodeType="withEffect">
                                  <p:stCondLst>
                                    <p:cond delay="4900"/>
                                  </p:stCondLst>
                                  <p:childTnLst>
                                    <p:animScale>
                                      <p:cBhvr>
                                        <p:cTn id="114" dur="1000" fill="hold" repeatCount="indefinite" autoRev="1"/>
                                        <p:tgtEl>
                                          <p:spTgt spid="24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  <p:par>
                                <p:cTn id="120" presetID="53" presetClass="entr" presetSubtype="0" fill="hold" nodeType="withEffect">
                                  <p:stCondLst>
                                    <p:cond delay="440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12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1" name="key_appea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25" presetID="8" presetClass="emph" presetSubtype="0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animRot by="240000">
                                      <p:cBhvr>
                                        <p:cTn id="124" dur="250" fill="hold" repeatCount="indefinite" autoRev="1"/>
                                        <p:tgtEl>
                                          <p:spTgt spid="2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_treasure" descr="Glowing treasure cav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treasure glow" descr="treasure glo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3500" y="-254000"/>
            <a:ext cx="6985000" cy="6985000"/>
          </a:xfrm>
          <a:prstGeom prst="rect">
            <a:avLst/>
          </a:prstGeom>
        </p:spPr>
      </p:pic>
      <p:pic>
        <p:nvPicPr>
          <p:cNvPr id="4" name="Treasure chest (closed)" descr="treasure ches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000" y="2540000"/>
            <a:ext cx="5080000" cy="4140200"/>
          </a:xfrm>
          <a:prstGeom prst="rect">
            <a:avLst/>
          </a:prstGeom>
        </p:spPr>
      </p:pic>
      <p:pic>
        <p:nvPicPr>
          <p:cNvPr id="5" name="Treasure chest (open)" descr="open treasure chest full of gol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6000" y="2540000"/>
            <a:ext cx="5080000" cy="4140200"/>
          </a:xfrm>
          <a:prstGeom prst="rect">
            <a:avLst/>
          </a:prstGeom>
        </p:spPr>
      </p:pic>
      <p:pic>
        <p:nvPicPr>
          <p:cNvPr id="6" name="Lumi (crouch)" descr="Lumi the baby dragon, crouch pos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4000" y="3106420"/>
            <a:ext cx="3556000" cy="3556000"/>
          </a:xfrm>
          <a:prstGeom prst="rect">
            <a:avLst/>
          </a:prstGeom>
        </p:spPr>
      </p:pic>
      <p:pic>
        <p:nvPicPr>
          <p:cNvPr id="7" name="Lumi (jump)" descr="Lumi the baby dragon, jump pos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4000" y="3106420"/>
            <a:ext cx="3556000" cy="3556000"/>
          </a:xfrm>
          <a:prstGeom prst="rect">
            <a:avLst/>
          </a:prstGeom>
        </p:spPr>
      </p:pic>
      <p:pic>
        <p:nvPicPr>
          <p:cNvPr id="8" name="Lumi (danceA)" descr="Lumi the baby dragon, danceA pos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000" y="3106420"/>
            <a:ext cx="3556000" cy="3556000"/>
          </a:xfrm>
          <a:prstGeom prst="rect">
            <a:avLst/>
          </a:prstGeom>
        </p:spPr>
      </p:pic>
      <p:pic>
        <p:nvPicPr>
          <p:cNvPr id="9" name="Lumi (danceB)" descr="Lumi the baby dragon, danceB pose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4000" y="3106420"/>
            <a:ext cx="3556000" cy="3556000"/>
          </a:xfrm>
          <a:prstGeom prst="rect">
            <a:avLst/>
          </a:prstGeom>
        </p:spPr>
      </p:pic>
      <p:pic>
        <p:nvPicPr>
          <p:cNvPr id="10" name="Lumi (laughA)" descr="Lumi the baby dragon, laughA pose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3106420"/>
            <a:ext cx="3556000" cy="3556000"/>
          </a:xfrm>
          <a:prstGeom prst="rect">
            <a:avLst/>
          </a:prstGeom>
        </p:spPr>
      </p:pic>
      <p:pic>
        <p:nvPicPr>
          <p:cNvPr id="11" name="Lumi (cheer)" descr="Lumi the baby dragon, cheer pose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3106420"/>
            <a:ext cx="3556000" cy="3556000"/>
          </a:xfrm>
          <a:prstGeom prst="rect">
            <a:avLst/>
          </a:prstGeom>
        </p:spPr>
      </p:pic>
      <p:pic>
        <p:nvPicPr>
          <p:cNvPr id="12" name="Lumi (bye)" descr="Lumi the baby dragon, bye pose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000" y="3106420"/>
            <a:ext cx="3556000" cy="3556000"/>
          </a:xfrm>
          <a:prstGeom prst="rect">
            <a:avLst/>
          </a:prstGeom>
        </p:spPr>
      </p:pic>
      <p:pic>
        <p:nvPicPr>
          <p:cNvPr id="13" name="Lumi (byeB)" descr="Lumi the baby dragon, byeB pose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3106420"/>
            <a:ext cx="3556000" cy="3556000"/>
          </a:xfrm>
          <a:prstGeom prst="rect">
            <a:avLst/>
          </a:prstGeom>
        </p:spPr>
      </p:pic>
      <p:pic>
        <p:nvPicPr>
          <p:cNvPr id="14" name="treasure sparkles" descr="treasure sparkles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048000" y="762000"/>
            <a:ext cx="6096000" cy="6096000"/>
          </a:xfrm>
          <a:prstGeom prst="rect">
            <a:avLst/>
          </a:prstGeom>
        </p:spPr>
      </p:pic>
      <p:pic>
        <p:nvPicPr>
          <p:cNvPr id="15" name="firework" descr="firework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54000" y="254000"/>
            <a:ext cx="3556000" cy="3556000"/>
          </a:xfrm>
          <a:prstGeom prst="rect">
            <a:avLst/>
          </a:prstGeom>
        </p:spPr>
      </p:pic>
      <p:pic>
        <p:nvPicPr>
          <p:cNvPr id="16" name="firework" descr="firework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509000" y="127000"/>
            <a:ext cx="3556000" cy="3556000"/>
          </a:xfrm>
          <a:prstGeom prst="rect">
            <a:avLst/>
          </a:prstGeom>
        </p:spPr>
      </p:pic>
      <p:pic>
        <p:nvPicPr>
          <p:cNvPr id="17" name="firework" descr="firework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445000" y="-381000"/>
            <a:ext cx="3556000" cy="3556000"/>
          </a:xfrm>
          <a:prstGeom prst="rect">
            <a:avLst/>
          </a:prstGeom>
        </p:spPr>
      </p:pic>
      <p:pic>
        <p:nvPicPr>
          <p:cNvPr id="18" name="firework" descr="firework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255000" y="3048000"/>
            <a:ext cx="3556000" cy="3556000"/>
          </a:xfrm>
          <a:prstGeom prst="rect">
            <a:avLst/>
          </a:prstGeom>
        </p:spPr>
      </p:pic>
      <p:pic>
        <p:nvPicPr>
          <p:cNvPr id="19" name="firework" descr="firework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81000" y="2667000"/>
            <a:ext cx="3556000" cy="3556000"/>
          </a:xfrm>
          <a:prstGeom prst="rect">
            <a:avLst/>
          </a:prstGeom>
        </p:spPr>
      </p:pic>
      <p:pic>
        <p:nvPicPr>
          <p:cNvPr id="20" name="confetti" descr="falling confetti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286000" y="-4572000"/>
            <a:ext cx="7620000" cy="4445000"/>
          </a:xfrm>
          <a:prstGeom prst="rect">
            <a:avLst/>
          </a:prstGeom>
        </p:spPr>
      </p:pic>
      <p:pic>
        <p:nvPicPr>
          <p:cNvPr id="21" name="confetti" descr="falling confetti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286000" y="-4572000"/>
            <a:ext cx="7620000" cy="4445000"/>
          </a:xfrm>
          <a:prstGeom prst="rect">
            <a:avLst/>
          </a:prstGeom>
        </p:spPr>
      </p:pic>
      <p:pic>
        <p:nvPicPr>
          <p:cNvPr id="22" name="confetti" descr="falling confetti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286000" y="-4572000"/>
            <a:ext cx="7620000" cy="4445000"/>
          </a:xfrm>
          <a:prstGeom prst="rect">
            <a:avLst/>
          </a:prstGeom>
        </p:spPr>
      </p:pic>
      <p:pic>
        <p:nvPicPr>
          <p:cNvPr id="23" name="Play again" descr="glowing portal: play again">
            <a:hlinkClick action="ppaction://hlinksldjump" r:id="rId20"/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398000" y="4381500"/>
            <a:ext cx="2159000" cy="2159000"/>
          </a:xfrm>
          <a:prstGeom prst="rect">
            <a:avLst/>
          </a:prstGeom>
        </p:spPr>
      </p:pic>
      <p:pic>
        <p:nvPicPr>
          <p:cNvPr id="24" name="sound anchor" descr="sound anchor (invisible)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0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8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nodeType="withEffect">
                                  <p:stCondLst>
                                    <p:cond delay="32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32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38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38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nodeType="withEffect">
                                  <p:stCondLst>
                                    <p:cond delay="41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4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xit" presetSubtype="0" fill="hold" nodeType="withEffect">
                                  <p:stCondLst>
                                    <p:cond delay="44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44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47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47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nodeType="withEffect">
                                  <p:stCondLst>
                                    <p:cond delay="53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53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nodeType="withEffect">
                                  <p:stCondLst>
                                    <p:cond delay="56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56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nodeType="withEffect">
                                  <p:stCondLst>
                                    <p:cond delay="59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59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nodeType="withEffect">
                                  <p:stCondLst>
                                    <p:cond delay="63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63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xit" presetSubtype="0" fill="hold" nodeType="withEffect">
                                  <p:stCondLst>
                                    <p:cond delay="72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72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xit" presetSubtype="0" fill="hold" nodeType="withEffect">
                                  <p:stCondLst>
                                    <p:cond delay="765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765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nodeType="withEffect">
                                  <p:stCondLst>
                                    <p:cond delay="81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81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nodeType="withEffect">
                                  <p:stCondLst>
                                    <p:cond delay="855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855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xit" presetSubtype="0" fill="hold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9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2" name="chest_ope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96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40000">
                                      <p:cBhvr>
                                        <p:cTn id="95" dur="110" fill="hold" repeatCount="5000" autoRev="1"/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98" presetID="1" presetClass="exit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6" presetClass="emph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104" dur="1300" fill="hold" repeatCount="indefinite" autoRev="1"/>
                                        <p:tgtEl>
                                          <p:spTgt spid="3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107" presetID="6" presetClass="emph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06" dur="250" fill="hold" autoRev="1"/>
                                        <p:tgtEl>
                                          <p:spTgt spid="5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109" presetID="0" presetClass="path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0000 -0.1000 E" pathEditMode="relative" ptsTypes="AA">
                                      <p:cBhvr>
                                        <p:cTn id="108" dur="300" fill="hold" repeatCount="2000" autoRev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1" presetID="0" presetClass="path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0000 -0.1000 E" pathEditMode="relative" ptsTypes="AA">
                                      <p:cBhvr>
                                        <p:cTn id="110" dur="300" fill="hold" repeatCount="2000" autoRev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3" presetID="0" presetClass="path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0000 -0.1000 E" pathEditMode="relative" ptsTypes="AA">
                                      <p:cBhvr>
                                        <p:cTn id="112" dur="300" fill="hold" repeatCount="2000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0" presetClass="path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0000 -0.1000 E" pathEditMode="relative" ptsTypes="AA">
                                      <p:cBhvr>
                                        <p:cTn id="114" dur="300" fill="hold" repeatCount="2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7" presetID="0" presetClass="path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0000 -0.1000 E" pathEditMode="relative" ptsTypes="AA">
                                      <p:cBhvr>
                                        <p:cTn id="116" dur="300" fill="hold" repeatCount="2000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9" presetID="0" presetClass="path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0000 -0.1000 E" pathEditMode="relative" ptsTypes="AA">
                                      <p:cBhvr>
                                        <p:cTn id="118" dur="300" fill="hold" repeatCount="2000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1" presetID="0" presetClass="path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0000 -0.1000 E" pathEditMode="relative" ptsTypes="AA">
                                      <p:cBhvr>
                                        <p:cTn id="120" dur="300" fill="hold" repeatCount="2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3" presetID="0" presetClass="path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0000 -0.1000 E" pathEditMode="relative" ptsTypes="AA">
                                      <p:cBhvr>
                                        <p:cTn id="122" dur="300" fill="hold" repeatCount="2000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6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80000">
                                        <p:cTn id="12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3" name="jum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31" presetID="53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0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xit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2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13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4" name="celebrate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2" presetID="53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9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0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1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6" presetClass="emph" presetSubtype="0" fill="hold" nodeType="withEffect">
                                  <p:stCondLst>
                                    <p:cond delay="1950"/>
                                  </p:stCondLst>
                                  <p:childTnLst>
                                    <p:animScale>
                                      <p:cBhvr>
                                        <p:cTn id="143" dur="700" fill="hold"/>
                                        <p:tgtEl>
                                          <p:spTgt spid="15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147" presetID="10" presetClass="exit" presetSubtype="0" fill="hold" nodeType="withEffect">
                                  <p:stCondLst>
                                    <p:cond delay="2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5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2" presetID="53" presetClass="entr" presetSubtype="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9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0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1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6" presetClass="emph" presetSubtype="0" fill="hold" nodeType="withEffect">
                                  <p:stCondLst>
                                    <p:cond delay="2350"/>
                                  </p:stCondLst>
                                  <p:childTnLst>
                                    <p:animScale>
                                      <p:cBhvr>
                                        <p:cTn id="153" dur="700" fill="hold"/>
                                        <p:tgtEl>
                                          <p:spTgt spid="16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157" presetID="10" presetClass="exit" presetSubtype="0" fill="hold" nodeType="withEffect">
                                  <p:stCondLst>
                                    <p:cond delay="2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5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2" presetID="53" presetClass="entr" presetSubtype="0" fill="hold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9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0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1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6" presetClass="emph" presetSubtype="0" fill="hold" nodeType="withEffect">
                                  <p:stCondLst>
                                    <p:cond delay="2750"/>
                                  </p:stCondLst>
                                  <p:childTnLst>
                                    <p:animScale>
                                      <p:cBhvr>
                                        <p:cTn id="163" dur="700" fill="hold"/>
                                        <p:tgtEl>
                                          <p:spTgt spid="17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167" presetID="10" presetClass="exit" presetSubtype="0" fill="hold" nodeType="withEffect">
                                  <p:stCondLst>
                                    <p:cond delay="3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5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2" presetID="53" presetClass="entr" presetSubtype="0" fill="hold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9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0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4" presetID="6" presetClass="emph" presetSubtype="0" fill="hold" nodeType="withEffect">
                                  <p:stCondLst>
                                    <p:cond delay="3750"/>
                                  </p:stCondLst>
                                  <p:childTnLst>
                                    <p:animScale>
                                      <p:cBhvr>
                                        <p:cTn id="173" dur="700" fill="hold"/>
                                        <p:tgtEl>
                                          <p:spTgt spid="18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177" presetID="10" presetClass="exit" presetSubtype="0" fill="hold" nodeType="withEffect">
                                  <p:stCondLst>
                                    <p:cond delay="4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5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2" presetID="53" presetClass="entr" presetSubtype="0" fill="hold" nodeType="withEffect">
                                  <p:stCondLst>
                                    <p:cond delay="370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9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0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6" presetClass="emph" presetSubtype="0" fill="hold" nodeType="withEffect">
                                  <p:stCondLst>
                                    <p:cond delay="4150"/>
                                  </p:stCondLst>
                                  <p:childTnLst>
                                    <p:animScale>
                                      <p:cBhvr>
                                        <p:cTn id="183" dur="700" fill="hold"/>
                                        <p:tgtEl>
                                          <p:spTgt spid="19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  <p:par>
                                <p:cTn id="187" presetID="10" presetClass="exit" presetSubtype="0" fill="hold" nodeType="withEffect">
                                  <p:stCondLst>
                                    <p:cond delay="4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5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0" presetClass="path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0000 1.7000 E" pathEditMode="relative" ptsTypes="AA">
                                      <p:cBhvr>
                                        <p:cTn id="188" dur="38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1" presetID="0" presetClass="path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animMotion origin="layout" path="M 0 0 L 0.0000 1.7000 E" pathEditMode="relative" ptsTypes="AA">
                                      <p:cBhvr>
                                        <p:cTn id="190" dur="38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3" presetID="0" presetClass="path" presetSubtype="0" fill="hold" nodeType="withEffect">
                                  <p:stCondLst>
                                    <p:cond delay="4200"/>
                                  </p:stCondLst>
                                  <p:childTnLst>
                                    <p:animMotion origin="layout" path="M 0 0 L 0.0000 1.7000 E" pathEditMode="relative" ptsTypes="AA">
                                      <p:cBhvr>
                                        <p:cTn id="192" dur="38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6" presetID="1" presetClass="entr" presetSubtype="0" fill="hold" nodeType="withEffect">
                                  <p:stCondLst>
                                    <p:cond delay="720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19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5" name="bye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01" presetID="53" presetClass="entr" presetSubtype="0" fill="hold" nodeType="withEffect">
                                  <p:stCondLst>
                                    <p:cond delay="930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8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9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0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8" presetClass="emph" presetSubtype="0" fill="hold" nodeType="withEffect">
                                  <p:stCondLst>
                                    <p:cond delay="9900"/>
                                  </p:stCondLst>
                                  <p:childTnLst>
                                    <p:animRot by="21600000">
                                      <p:cBhvr>
                                        <p:cTn id="202" dur="8000" fill="hold" repeatCount="indefinite"/>
                                        <p:tgtEl>
                                          <p:spTgt spid="2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06" presetID="1" presetClass="entr" presetSubtype="0" fill="hold" nodeType="withEffect">
                                  <p:stCondLst>
                                    <p:cond delay="930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6" name="portal_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Little Dragon's Magic World</dc:title>
  <dc:subject>Interactive cartoon adventure game for ages 4-8</dc:subject>
  <dc:creator>Claude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