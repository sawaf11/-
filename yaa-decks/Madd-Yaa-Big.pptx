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بِيعَ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غِيضَ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كِيلَ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حِينَ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طِينَ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30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31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صَغِيرَ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قَرِيبَ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بَعِيدَ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كَرِيمَ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رَحِيمَ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عَلِيمَ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حَكِيمَ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قَدِيرَ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سَمِيعَ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بَصِيرَ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خَبِيرَ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عَظِيمَ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شَدِيدَ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طَوِيلَ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33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4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4400" dirty="0"/>
          </a:p>
        </p:txBody>
      </p:sp>
      <p:sp>
        <p:nvSpPr>
          <p:cNvPr id="35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أَمِينَ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545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4545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400" dirty="0"/>
          </a:p>
        </p:txBody>
      </p:sp>
      <p:sp>
        <p:nvSpPr>
          <p:cNvPr id="33" name="M1 yaa"/>
          <p:cNvSpPr txBox="1"/>
          <p:nvPr/>
        </p:nvSpPr>
        <p:spPr>
          <a:xfrm>
            <a:off x="695565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سِيرَةَ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7BD66B"/>
          </a:solidFill>
          <a:ln w="12700">
            <a:solidFill>
              <a:srgbClr val="7BD66B"/>
            </a:solidFill>
            <a:prstDash val="solid"/>
          </a:ln>
        </p:spPr>
      </p:sp>
      <p:sp>
        <p:nvSpPr>
          <p:cNvPr id="3" name="Deco grass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4" name="Deco trunk left"/>
          <p:cNvSpPr/>
          <p:nvPr/>
        </p:nvSpPr>
        <p:spPr>
          <a:xfrm>
            <a:off x="22860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5" name="Deco crown left"/>
          <p:cNvSpPr/>
          <p:nvPr/>
        </p:nvSpPr>
        <p:spPr>
          <a:xfrm>
            <a:off x="-13716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6" name="Deco crown left 2"/>
          <p:cNvSpPr/>
          <p:nvPr/>
        </p:nvSpPr>
        <p:spPr>
          <a:xfrm>
            <a:off x="13716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7" name="Deco trunk right"/>
          <p:cNvSpPr/>
          <p:nvPr/>
        </p:nvSpPr>
        <p:spPr>
          <a:xfrm>
            <a:off x="8732520" y="3383280"/>
            <a:ext cx="201168" cy="1005840"/>
          </a:xfrm>
          <a:prstGeom prst="rect">
            <a:avLst/>
          </a:prstGeom>
          <a:solidFill>
            <a:srgbClr val="9A6B3F"/>
          </a:solidFill>
          <a:ln w="12700">
            <a:solidFill>
              <a:srgbClr val="9A6B3F"/>
            </a:solidFill>
            <a:prstDash val="solid"/>
          </a:ln>
        </p:spPr>
      </p:sp>
      <p:sp>
        <p:nvSpPr>
          <p:cNvPr id="8" name="Deco crown right"/>
          <p:cNvSpPr/>
          <p:nvPr/>
        </p:nvSpPr>
        <p:spPr>
          <a:xfrm>
            <a:off x="8412480" y="2651760"/>
            <a:ext cx="914400" cy="914400"/>
          </a:xfrm>
          <a:prstGeom prst="ellipse">
            <a:avLst/>
          </a:prstGeom>
          <a:solidFill>
            <a:srgbClr val="2FA05A"/>
          </a:solidFill>
          <a:ln w="12700">
            <a:solidFill>
              <a:srgbClr val="2FA05A"/>
            </a:solidFill>
            <a:prstDash val="solid"/>
          </a:ln>
        </p:spPr>
      </p:sp>
      <p:sp>
        <p:nvSpPr>
          <p:cNvPr id="9" name="Deco crown right 2"/>
          <p:cNvSpPr/>
          <p:nvPr/>
        </p:nvSpPr>
        <p:spPr>
          <a:xfrm>
            <a:off x="8412480" y="2377440"/>
            <a:ext cx="731520" cy="731520"/>
          </a:xfrm>
          <a:prstGeom prst="ellipse">
            <a:avLst/>
          </a:prstGeom>
          <a:solidFill>
            <a:srgbClr val="3DB86A"/>
          </a:solidFill>
          <a:ln w="12700">
            <a:solidFill>
              <a:srgbClr val="3DB86A"/>
            </a:solidFill>
            <a:prstDash val="solid"/>
          </a:ln>
        </p:spPr>
      </p:sp>
      <p:sp>
        <p:nvSpPr>
          <p:cNvPr id="10" name="Deco sun"/>
          <p:cNvSpPr/>
          <p:nvPr/>
        </p:nvSpPr>
        <p:spPr>
          <a:xfrm>
            <a:off x="777240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cloud"/>
          <p:cNvSpPr/>
          <p:nvPr/>
        </p:nvSpPr>
        <p:spPr>
          <a:xfrm>
            <a:off x="365760" y="228600"/>
            <a:ext cx="1463040" cy="77724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cloud small"/>
          <p:cNvSpPr/>
          <p:nvPr/>
        </p:nvSpPr>
        <p:spPr>
          <a:xfrm>
            <a:off x="2103120" y="548640"/>
            <a:ext cx="914400" cy="502920"/>
          </a:xfrm>
          <a:prstGeom prst="cloud">
            <a:avLst/>
          </a:prstGeom>
          <a:solidFill>
            <a:srgbClr val="F4FFF0"/>
          </a:solidFill>
          <a:ln w="12700">
            <a:solidFill>
              <a:srgbClr val="F4FFF0"/>
            </a:solidFill>
            <a:prstDash val="solid"/>
          </a:ln>
        </p:spPr>
      </p:sp>
      <p:sp>
        <p:nvSpPr>
          <p:cNvPr id="13" name="Deco butterfly wing a0"/>
          <p:cNvSpPr/>
          <p:nvPr/>
        </p:nvSpPr>
        <p:spPr>
          <a:xfrm>
            <a:off x="6035040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4" name="Deco butterfly wing b0"/>
          <p:cNvSpPr/>
          <p:nvPr/>
        </p:nvSpPr>
        <p:spPr>
          <a:xfrm>
            <a:off x="6236208" y="457200"/>
            <a:ext cx="256032" cy="18288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5" name="Deco butterfly body0"/>
          <p:cNvSpPr/>
          <p:nvPr/>
        </p:nvSpPr>
        <p:spPr>
          <a:xfrm>
            <a:off x="6236208" y="4754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Deco butterfly wing a1"/>
          <p:cNvSpPr/>
          <p:nvPr/>
        </p:nvSpPr>
        <p:spPr>
          <a:xfrm>
            <a:off x="1280160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7" name="Deco butterfly wing b1"/>
          <p:cNvSpPr/>
          <p:nvPr/>
        </p:nvSpPr>
        <p:spPr>
          <a:xfrm>
            <a:off x="1481328" y="4114800"/>
            <a:ext cx="256032" cy="182880"/>
          </a:xfrm>
          <a:prstGeom prst="ellipse">
            <a:avLst/>
          </a:prstGeom>
          <a:solidFill>
            <a:srgbClr val="7C6CF0"/>
          </a:solidFill>
          <a:ln w="12700">
            <a:solidFill>
              <a:srgbClr val="7C6CF0"/>
            </a:solidFill>
            <a:prstDash val="solid"/>
          </a:ln>
        </p:spPr>
      </p:sp>
      <p:sp>
        <p:nvSpPr>
          <p:cNvPr id="18" name="Deco butterfly body1"/>
          <p:cNvSpPr/>
          <p:nvPr/>
        </p:nvSpPr>
        <p:spPr>
          <a:xfrm>
            <a:off x="1481328" y="4133088"/>
            <a:ext cx="54864" cy="18288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Deco mushroom stem"/>
          <p:cNvSpPr/>
          <p:nvPr/>
        </p:nvSpPr>
        <p:spPr>
          <a:xfrm>
            <a:off x="7498080" y="4434840"/>
            <a:ext cx="18288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Deco mushroom cap"/>
          <p:cNvSpPr/>
          <p:nvPr/>
        </p:nvSpPr>
        <p:spPr>
          <a:xfrm>
            <a:off x="7269480" y="4114800"/>
            <a:ext cx="640080" cy="4572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mushroom dot"/>
          <p:cNvSpPr/>
          <p:nvPr/>
        </p:nvSpPr>
        <p:spPr>
          <a:xfrm>
            <a:off x="7452360" y="4224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friend"/>
          <p:cNvSpPr/>
          <p:nvPr/>
        </p:nvSpPr>
        <p:spPr>
          <a:xfrm>
            <a:off x="1828800" y="4206240"/>
            <a:ext cx="548640" cy="54864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Deco star"/>
          <p:cNvSpPr/>
          <p:nvPr/>
        </p:nvSpPr>
        <p:spPr>
          <a:xfrm>
            <a:off x="640080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545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2" name="F1 fathah"/>
          <p:cNvSpPr txBox="1"/>
          <p:nvPr/>
        </p:nvSpPr>
        <p:spPr>
          <a:xfrm>
            <a:off x="74545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33" name="M1 yaa"/>
          <p:cNvSpPr txBox="1"/>
          <p:nvPr/>
        </p:nvSpPr>
        <p:spPr>
          <a:xfrm>
            <a:off x="695565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</a:t>
            </a:r>
            <a:endParaRPr lang="ar-SA" sz="4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ةَ</a:t>
            </a:r>
            <a:endParaRPr lang="ar-SA" sz="4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قِيمَةَ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big</dc:title>
  <dc:subject>PptxGenJS Presentation</dc:subject>
  <dc:creator>PptxGenJS</dc:creator>
  <cp:lastModifiedBy>PptxGenJS</cp:lastModifiedBy>
  <cp:revision>1</cp:revision>
  <dcterms:created xsi:type="dcterms:W3CDTF">2026-10-08T05:01:57Z</dcterms:created>
  <dcterms:modified xsi:type="dcterms:W3CDTF">2026-10-08T05:01:57Z</dcterms:modified>
</cp:coreProperties>
</file>