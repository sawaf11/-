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DF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7BD66B"/>
          </a:solidFill>
          <a:ln w="12700">
            <a:solidFill>
              <a:srgbClr val="7BD66B"/>
            </a:solidFill>
            <a:prstDash val="solid"/>
          </a:ln>
        </p:spPr>
      </p:sp>
      <p:sp>
        <p:nvSpPr>
          <p:cNvPr id="3" name="Deco grass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4" name="Deco trunk left"/>
          <p:cNvSpPr/>
          <p:nvPr/>
        </p:nvSpPr>
        <p:spPr>
          <a:xfrm>
            <a:off x="22860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5" name="Deco crown left"/>
          <p:cNvSpPr/>
          <p:nvPr/>
        </p:nvSpPr>
        <p:spPr>
          <a:xfrm>
            <a:off x="-13716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6" name="Deco crown left 2"/>
          <p:cNvSpPr/>
          <p:nvPr/>
        </p:nvSpPr>
        <p:spPr>
          <a:xfrm>
            <a:off x="13716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7" name="Deco trunk right"/>
          <p:cNvSpPr/>
          <p:nvPr/>
        </p:nvSpPr>
        <p:spPr>
          <a:xfrm>
            <a:off x="873252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8" name="Deco crown right"/>
          <p:cNvSpPr/>
          <p:nvPr/>
        </p:nvSpPr>
        <p:spPr>
          <a:xfrm>
            <a:off x="841248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9" name="Deco crown right 2"/>
          <p:cNvSpPr/>
          <p:nvPr/>
        </p:nvSpPr>
        <p:spPr>
          <a:xfrm>
            <a:off x="841248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10" name="Deco sun"/>
          <p:cNvSpPr/>
          <p:nvPr/>
        </p:nvSpPr>
        <p:spPr>
          <a:xfrm>
            <a:off x="777240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cloud"/>
          <p:cNvSpPr/>
          <p:nvPr/>
        </p:nvSpPr>
        <p:spPr>
          <a:xfrm>
            <a:off x="36576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cloud small"/>
          <p:cNvSpPr/>
          <p:nvPr/>
        </p:nvSpPr>
        <p:spPr>
          <a:xfrm>
            <a:off x="2103120" y="548640"/>
            <a:ext cx="914400" cy="502920"/>
          </a:xfrm>
          <a:prstGeom prst="cloud">
            <a:avLst/>
          </a:prstGeom>
          <a:solidFill>
            <a:srgbClr val="F4FFF0"/>
          </a:solidFill>
          <a:ln w="12700">
            <a:solidFill>
              <a:srgbClr val="F4FFF0"/>
            </a:solidFill>
            <a:prstDash val="solid"/>
          </a:ln>
        </p:spPr>
      </p:sp>
      <p:sp>
        <p:nvSpPr>
          <p:cNvPr id="13" name="Deco butterfly wing a0"/>
          <p:cNvSpPr/>
          <p:nvPr/>
        </p:nvSpPr>
        <p:spPr>
          <a:xfrm>
            <a:off x="6035040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4" name="Deco butterfly wing b0"/>
          <p:cNvSpPr/>
          <p:nvPr/>
        </p:nvSpPr>
        <p:spPr>
          <a:xfrm>
            <a:off x="6236208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5" name="Deco butterfly body0"/>
          <p:cNvSpPr/>
          <p:nvPr/>
        </p:nvSpPr>
        <p:spPr>
          <a:xfrm>
            <a:off x="6236208" y="4754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Deco butterfly wing a1"/>
          <p:cNvSpPr/>
          <p:nvPr/>
        </p:nvSpPr>
        <p:spPr>
          <a:xfrm>
            <a:off x="1280160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7" name="Deco butterfly wing b1"/>
          <p:cNvSpPr/>
          <p:nvPr/>
        </p:nvSpPr>
        <p:spPr>
          <a:xfrm>
            <a:off x="1481328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8" name="Deco butterfly body1"/>
          <p:cNvSpPr/>
          <p:nvPr/>
        </p:nvSpPr>
        <p:spPr>
          <a:xfrm>
            <a:off x="1481328" y="41330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9" name="Deco mushroom stem"/>
          <p:cNvSpPr/>
          <p:nvPr/>
        </p:nvSpPr>
        <p:spPr>
          <a:xfrm>
            <a:off x="7498080" y="4434840"/>
            <a:ext cx="182880" cy="320040"/>
          </a:xfrm>
          <a:prstGeom prst="rect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0" name="Deco mushroom cap"/>
          <p:cNvSpPr/>
          <p:nvPr/>
        </p:nvSpPr>
        <p:spPr>
          <a:xfrm>
            <a:off x="7269480" y="4114800"/>
            <a:ext cx="640080" cy="4572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mushroom dot"/>
          <p:cNvSpPr/>
          <p:nvPr/>
        </p:nvSpPr>
        <p:spPr>
          <a:xfrm>
            <a:off x="7452360" y="422452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friend"/>
          <p:cNvSpPr/>
          <p:nvPr/>
        </p:nvSpPr>
        <p:spPr>
          <a:xfrm>
            <a:off x="1828800" y="4206240"/>
            <a:ext cx="548640" cy="54864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Deco star"/>
          <p:cNvSpPr/>
          <p:nvPr/>
        </p:nvSpPr>
        <p:spPr>
          <a:xfrm>
            <a:off x="640080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0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8000" dirty="0"/>
          </a:p>
        </p:txBody>
      </p:sp>
      <p:sp>
        <p:nvSpPr>
          <p:cNvPr id="31" name="L2 letter"/>
          <p:cNvSpPr txBox="1"/>
          <p:nvPr/>
        </p:nvSpPr>
        <p:spPr>
          <a:xfrm>
            <a:off x="467989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000" dirty="0"/>
          </a:p>
        </p:txBody>
      </p:sp>
      <p:sp>
        <p:nvSpPr>
          <p:cNvPr id="32" name="F2 fathah"/>
          <p:cNvSpPr txBox="1"/>
          <p:nvPr/>
        </p:nvSpPr>
        <p:spPr>
          <a:xfrm>
            <a:off x="467989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8000" dirty="0"/>
          </a:p>
        </p:txBody>
      </p:sp>
      <p:sp>
        <p:nvSpPr>
          <p:cNvPr id="33" name="M2 yaa"/>
          <p:cNvSpPr txBox="1"/>
          <p:nvPr/>
        </p:nvSpPr>
        <p:spPr>
          <a:xfrm>
            <a:off x="3772814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ۦ</a:t>
            </a:r>
            <a:endParaRPr lang="ar-SA" sz="120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بِهِ</a:t>
            </a: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ۦ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DF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7BD66B"/>
          </a:solidFill>
          <a:ln w="12700">
            <a:solidFill>
              <a:srgbClr val="7BD66B"/>
            </a:solidFill>
            <a:prstDash val="solid"/>
          </a:ln>
        </p:spPr>
      </p:sp>
      <p:sp>
        <p:nvSpPr>
          <p:cNvPr id="3" name="Deco grass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4" name="Deco trunk left"/>
          <p:cNvSpPr/>
          <p:nvPr/>
        </p:nvSpPr>
        <p:spPr>
          <a:xfrm>
            <a:off x="22860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5" name="Deco crown left"/>
          <p:cNvSpPr/>
          <p:nvPr/>
        </p:nvSpPr>
        <p:spPr>
          <a:xfrm>
            <a:off x="-13716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6" name="Deco crown left 2"/>
          <p:cNvSpPr/>
          <p:nvPr/>
        </p:nvSpPr>
        <p:spPr>
          <a:xfrm>
            <a:off x="13716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7" name="Deco trunk right"/>
          <p:cNvSpPr/>
          <p:nvPr/>
        </p:nvSpPr>
        <p:spPr>
          <a:xfrm>
            <a:off x="873252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8" name="Deco crown right"/>
          <p:cNvSpPr/>
          <p:nvPr/>
        </p:nvSpPr>
        <p:spPr>
          <a:xfrm>
            <a:off x="841248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9" name="Deco crown right 2"/>
          <p:cNvSpPr/>
          <p:nvPr/>
        </p:nvSpPr>
        <p:spPr>
          <a:xfrm>
            <a:off x="841248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10" name="Deco sun"/>
          <p:cNvSpPr/>
          <p:nvPr/>
        </p:nvSpPr>
        <p:spPr>
          <a:xfrm>
            <a:off x="777240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cloud"/>
          <p:cNvSpPr/>
          <p:nvPr/>
        </p:nvSpPr>
        <p:spPr>
          <a:xfrm>
            <a:off x="36576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cloud small"/>
          <p:cNvSpPr/>
          <p:nvPr/>
        </p:nvSpPr>
        <p:spPr>
          <a:xfrm>
            <a:off x="2103120" y="548640"/>
            <a:ext cx="914400" cy="502920"/>
          </a:xfrm>
          <a:prstGeom prst="cloud">
            <a:avLst/>
          </a:prstGeom>
          <a:solidFill>
            <a:srgbClr val="F4FFF0"/>
          </a:solidFill>
          <a:ln w="12700">
            <a:solidFill>
              <a:srgbClr val="F4FFF0"/>
            </a:solidFill>
            <a:prstDash val="solid"/>
          </a:ln>
        </p:spPr>
      </p:sp>
      <p:sp>
        <p:nvSpPr>
          <p:cNvPr id="13" name="Deco butterfly wing a0"/>
          <p:cNvSpPr/>
          <p:nvPr/>
        </p:nvSpPr>
        <p:spPr>
          <a:xfrm>
            <a:off x="6035040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4" name="Deco butterfly wing b0"/>
          <p:cNvSpPr/>
          <p:nvPr/>
        </p:nvSpPr>
        <p:spPr>
          <a:xfrm>
            <a:off x="6236208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5" name="Deco butterfly body0"/>
          <p:cNvSpPr/>
          <p:nvPr/>
        </p:nvSpPr>
        <p:spPr>
          <a:xfrm>
            <a:off x="6236208" y="4754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Deco butterfly wing a1"/>
          <p:cNvSpPr/>
          <p:nvPr/>
        </p:nvSpPr>
        <p:spPr>
          <a:xfrm>
            <a:off x="1280160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7" name="Deco butterfly wing b1"/>
          <p:cNvSpPr/>
          <p:nvPr/>
        </p:nvSpPr>
        <p:spPr>
          <a:xfrm>
            <a:off x="1481328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8" name="Deco butterfly body1"/>
          <p:cNvSpPr/>
          <p:nvPr/>
        </p:nvSpPr>
        <p:spPr>
          <a:xfrm>
            <a:off x="1481328" y="41330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9" name="Deco mushroom stem"/>
          <p:cNvSpPr/>
          <p:nvPr/>
        </p:nvSpPr>
        <p:spPr>
          <a:xfrm>
            <a:off x="7498080" y="4434840"/>
            <a:ext cx="182880" cy="320040"/>
          </a:xfrm>
          <a:prstGeom prst="rect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0" name="Deco mushroom cap"/>
          <p:cNvSpPr/>
          <p:nvPr/>
        </p:nvSpPr>
        <p:spPr>
          <a:xfrm>
            <a:off x="7269480" y="4114800"/>
            <a:ext cx="640080" cy="4572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mushroom dot"/>
          <p:cNvSpPr/>
          <p:nvPr/>
        </p:nvSpPr>
        <p:spPr>
          <a:xfrm>
            <a:off x="7452360" y="422452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friend"/>
          <p:cNvSpPr/>
          <p:nvPr/>
        </p:nvSpPr>
        <p:spPr>
          <a:xfrm>
            <a:off x="1828800" y="4206240"/>
            <a:ext cx="548640" cy="54864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Deco star"/>
          <p:cNvSpPr/>
          <p:nvPr/>
        </p:nvSpPr>
        <p:spPr>
          <a:xfrm>
            <a:off x="640080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بِّ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400" dirty="0"/>
          </a:p>
        </p:txBody>
      </p:sp>
      <p:sp>
        <p:nvSpPr>
          <p:cNvPr id="37" name="M3 yaa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ۦ</a:t>
            </a:r>
            <a:endParaRPr lang="ar-SA" sz="81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رَبِّهِ</a:t>
            </a: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ۦ</a:t>
            </a:r>
            <a:endParaRPr lang="ar-SA" sz="6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DF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7BD66B"/>
          </a:solidFill>
          <a:ln w="12700">
            <a:solidFill>
              <a:srgbClr val="7BD66B"/>
            </a:solidFill>
            <a:prstDash val="solid"/>
          </a:ln>
        </p:spPr>
      </p:sp>
      <p:sp>
        <p:nvSpPr>
          <p:cNvPr id="3" name="Deco grass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4" name="Deco trunk left"/>
          <p:cNvSpPr/>
          <p:nvPr/>
        </p:nvSpPr>
        <p:spPr>
          <a:xfrm>
            <a:off x="22860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5" name="Deco crown left"/>
          <p:cNvSpPr/>
          <p:nvPr/>
        </p:nvSpPr>
        <p:spPr>
          <a:xfrm>
            <a:off x="-13716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6" name="Deco crown left 2"/>
          <p:cNvSpPr/>
          <p:nvPr/>
        </p:nvSpPr>
        <p:spPr>
          <a:xfrm>
            <a:off x="13716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7" name="Deco trunk right"/>
          <p:cNvSpPr/>
          <p:nvPr/>
        </p:nvSpPr>
        <p:spPr>
          <a:xfrm>
            <a:off x="873252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8" name="Deco crown right"/>
          <p:cNvSpPr/>
          <p:nvPr/>
        </p:nvSpPr>
        <p:spPr>
          <a:xfrm>
            <a:off x="841248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9" name="Deco crown right 2"/>
          <p:cNvSpPr/>
          <p:nvPr/>
        </p:nvSpPr>
        <p:spPr>
          <a:xfrm>
            <a:off x="841248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10" name="Deco sun"/>
          <p:cNvSpPr/>
          <p:nvPr/>
        </p:nvSpPr>
        <p:spPr>
          <a:xfrm>
            <a:off x="777240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cloud"/>
          <p:cNvSpPr/>
          <p:nvPr/>
        </p:nvSpPr>
        <p:spPr>
          <a:xfrm>
            <a:off x="36576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cloud small"/>
          <p:cNvSpPr/>
          <p:nvPr/>
        </p:nvSpPr>
        <p:spPr>
          <a:xfrm>
            <a:off x="2103120" y="548640"/>
            <a:ext cx="914400" cy="502920"/>
          </a:xfrm>
          <a:prstGeom prst="cloud">
            <a:avLst/>
          </a:prstGeom>
          <a:solidFill>
            <a:srgbClr val="F4FFF0"/>
          </a:solidFill>
          <a:ln w="12700">
            <a:solidFill>
              <a:srgbClr val="F4FFF0"/>
            </a:solidFill>
            <a:prstDash val="solid"/>
          </a:ln>
        </p:spPr>
      </p:sp>
      <p:sp>
        <p:nvSpPr>
          <p:cNvPr id="13" name="Deco butterfly wing a0"/>
          <p:cNvSpPr/>
          <p:nvPr/>
        </p:nvSpPr>
        <p:spPr>
          <a:xfrm>
            <a:off x="6035040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4" name="Deco butterfly wing b0"/>
          <p:cNvSpPr/>
          <p:nvPr/>
        </p:nvSpPr>
        <p:spPr>
          <a:xfrm>
            <a:off x="6236208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5" name="Deco butterfly body0"/>
          <p:cNvSpPr/>
          <p:nvPr/>
        </p:nvSpPr>
        <p:spPr>
          <a:xfrm>
            <a:off x="6236208" y="4754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Deco butterfly wing a1"/>
          <p:cNvSpPr/>
          <p:nvPr/>
        </p:nvSpPr>
        <p:spPr>
          <a:xfrm>
            <a:off x="1280160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7" name="Deco butterfly wing b1"/>
          <p:cNvSpPr/>
          <p:nvPr/>
        </p:nvSpPr>
        <p:spPr>
          <a:xfrm>
            <a:off x="1481328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8" name="Deco butterfly body1"/>
          <p:cNvSpPr/>
          <p:nvPr/>
        </p:nvSpPr>
        <p:spPr>
          <a:xfrm>
            <a:off x="1481328" y="41330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9" name="Deco mushroom stem"/>
          <p:cNvSpPr/>
          <p:nvPr/>
        </p:nvSpPr>
        <p:spPr>
          <a:xfrm>
            <a:off x="7498080" y="4434840"/>
            <a:ext cx="182880" cy="320040"/>
          </a:xfrm>
          <a:prstGeom prst="rect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0" name="Deco mushroom cap"/>
          <p:cNvSpPr/>
          <p:nvPr/>
        </p:nvSpPr>
        <p:spPr>
          <a:xfrm>
            <a:off x="7269480" y="4114800"/>
            <a:ext cx="640080" cy="4572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mushroom dot"/>
          <p:cNvSpPr/>
          <p:nvPr/>
        </p:nvSpPr>
        <p:spPr>
          <a:xfrm>
            <a:off x="7452360" y="422452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friend"/>
          <p:cNvSpPr/>
          <p:nvPr/>
        </p:nvSpPr>
        <p:spPr>
          <a:xfrm>
            <a:off x="1828800" y="4206240"/>
            <a:ext cx="548640" cy="54864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Deco star"/>
          <p:cNvSpPr/>
          <p:nvPr/>
        </p:nvSpPr>
        <p:spPr>
          <a:xfrm>
            <a:off x="640080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نف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نَفْ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400" dirty="0"/>
          </a:p>
        </p:txBody>
      </p:sp>
      <p:sp>
        <p:nvSpPr>
          <p:cNvPr id="37" name="M3 yaa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ۦ</a:t>
            </a:r>
            <a:endParaRPr lang="ar-SA" sz="81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نَفْسِهِ</a:t>
            </a: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ۦ</a:t>
            </a:r>
            <a:endParaRPr lang="ar-SA" sz="6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DF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7BD66B"/>
          </a:solidFill>
          <a:ln w="12700">
            <a:solidFill>
              <a:srgbClr val="7BD66B"/>
            </a:solidFill>
            <a:prstDash val="solid"/>
          </a:ln>
        </p:spPr>
      </p:sp>
      <p:sp>
        <p:nvSpPr>
          <p:cNvPr id="3" name="Deco grass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4" name="Deco trunk left"/>
          <p:cNvSpPr/>
          <p:nvPr/>
        </p:nvSpPr>
        <p:spPr>
          <a:xfrm>
            <a:off x="22860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5" name="Deco crown left"/>
          <p:cNvSpPr/>
          <p:nvPr/>
        </p:nvSpPr>
        <p:spPr>
          <a:xfrm>
            <a:off x="-13716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6" name="Deco crown left 2"/>
          <p:cNvSpPr/>
          <p:nvPr/>
        </p:nvSpPr>
        <p:spPr>
          <a:xfrm>
            <a:off x="13716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7" name="Deco trunk right"/>
          <p:cNvSpPr/>
          <p:nvPr/>
        </p:nvSpPr>
        <p:spPr>
          <a:xfrm>
            <a:off x="873252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8" name="Deco crown right"/>
          <p:cNvSpPr/>
          <p:nvPr/>
        </p:nvSpPr>
        <p:spPr>
          <a:xfrm>
            <a:off x="841248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9" name="Deco crown right 2"/>
          <p:cNvSpPr/>
          <p:nvPr/>
        </p:nvSpPr>
        <p:spPr>
          <a:xfrm>
            <a:off x="841248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10" name="Deco sun"/>
          <p:cNvSpPr/>
          <p:nvPr/>
        </p:nvSpPr>
        <p:spPr>
          <a:xfrm>
            <a:off x="777240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cloud"/>
          <p:cNvSpPr/>
          <p:nvPr/>
        </p:nvSpPr>
        <p:spPr>
          <a:xfrm>
            <a:off x="36576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cloud small"/>
          <p:cNvSpPr/>
          <p:nvPr/>
        </p:nvSpPr>
        <p:spPr>
          <a:xfrm>
            <a:off x="2103120" y="548640"/>
            <a:ext cx="914400" cy="502920"/>
          </a:xfrm>
          <a:prstGeom prst="cloud">
            <a:avLst/>
          </a:prstGeom>
          <a:solidFill>
            <a:srgbClr val="F4FFF0"/>
          </a:solidFill>
          <a:ln w="12700">
            <a:solidFill>
              <a:srgbClr val="F4FFF0"/>
            </a:solidFill>
            <a:prstDash val="solid"/>
          </a:ln>
        </p:spPr>
      </p:sp>
      <p:sp>
        <p:nvSpPr>
          <p:cNvPr id="13" name="Deco butterfly wing a0"/>
          <p:cNvSpPr/>
          <p:nvPr/>
        </p:nvSpPr>
        <p:spPr>
          <a:xfrm>
            <a:off x="6035040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4" name="Deco butterfly wing b0"/>
          <p:cNvSpPr/>
          <p:nvPr/>
        </p:nvSpPr>
        <p:spPr>
          <a:xfrm>
            <a:off x="6236208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5" name="Deco butterfly body0"/>
          <p:cNvSpPr/>
          <p:nvPr/>
        </p:nvSpPr>
        <p:spPr>
          <a:xfrm>
            <a:off x="6236208" y="4754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Deco butterfly wing a1"/>
          <p:cNvSpPr/>
          <p:nvPr/>
        </p:nvSpPr>
        <p:spPr>
          <a:xfrm>
            <a:off x="1280160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7" name="Deco butterfly wing b1"/>
          <p:cNvSpPr/>
          <p:nvPr/>
        </p:nvSpPr>
        <p:spPr>
          <a:xfrm>
            <a:off x="1481328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8" name="Deco butterfly body1"/>
          <p:cNvSpPr/>
          <p:nvPr/>
        </p:nvSpPr>
        <p:spPr>
          <a:xfrm>
            <a:off x="1481328" y="41330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9" name="Deco mushroom stem"/>
          <p:cNvSpPr/>
          <p:nvPr/>
        </p:nvSpPr>
        <p:spPr>
          <a:xfrm>
            <a:off x="7498080" y="4434840"/>
            <a:ext cx="182880" cy="320040"/>
          </a:xfrm>
          <a:prstGeom prst="rect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0" name="Deco mushroom cap"/>
          <p:cNvSpPr/>
          <p:nvPr/>
        </p:nvSpPr>
        <p:spPr>
          <a:xfrm>
            <a:off x="7269480" y="4114800"/>
            <a:ext cx="640080" cy="4572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mushroom dot"/>
          <p:cNvSpPr/>
          <p:nvPr/>
        </p:nvSpPr>
        <p:spPr>
          <a:xfrm>
            <a:off x="7452360" y="422452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friend"/>
          <p:cNvSpPr/>
          <p:nvPr/>
        </p:nvSpPr>
        <p:spPr>
          <a:xfrm>
            <a:off x="1828800" y="4206240"/>
            <a:ext cx="548640" cy="54864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Deco star"/>
          <p:cNvSpPr/>
          <p:nvPr/>
        </p:nvSpPr>
        <p:spPr>
          <a:xfrm>
            <a:off x="640080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قل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قَلْ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400" dirty="0"/>
          </a:p>
        </p:txBody>
      </p:sp>
      <p:sp>
        <p:nvSpPr>
          <p:cNvPr id="37" name="M3 yaa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ۦ</a:t>
            </a:r>
            <a:endParaRPr lang="ar-SA" sz="81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قَلْبِهِ</a:t>
            </a: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ۦ</a:t>
            </a:r>
            <a:endParaRPr lang="ar-SA" sz="6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DF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7BD66B"/>
          </a:solidFill>
          <a:ln w="12700">
            <a:solidFill>
              <a:srgbClr val="7BD66B"/>
            </a:solidFill>
            <a:prstDash val="solid"/>
          </a:ln>
        </p:spPr>
      </p:sp>
      <p:sp>
        <p:nvSpPr>
          <p:cNvPr id="3" name="Deco grass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4" name="Deco trunk left"/>
          <p:cNvSpPr/>
          <p:nvPr/>
        </p:nvSpPr>
        <p:spPr>
          <a:xfrm>
            <a:off x="22860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5" name="Deco crown left"/>
          <p:cNvSpPr/>
          <p:nvPr/>
        </p:nvSpPr>
        <p:spPr>
          <a:xfrm>
            <a:off x="-13716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6" name="Deco crown left 2"/>
          <p:cNvSpPr/>
          <p:nvPr/>
        </p:nvSpPr>
        <p:spPr>
          <a:xfrm>
            <a:off x="13716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7" name="Deco trunk right"/>
          <p:cNvSpPr/>
          <p:nvPr/>
        </p:nvSpPr>
        <p:spPr>
          <a:xfrm>
            <a:off x="873252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8" name="Deco crown right"/>
          <p:cNvSpPr/>
          <p:nvPr/>
        </p:nvSpPr>
        <p:spPr>
          <a:xfrm>
            <a:off x="841248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9" name="Deco crown right 2"/>
          <p:cNvSpPr/>
          <p:nvPr/>
        </p:nvSpPr>
        <p:spPr>
          <a:xfrm>
            <a:off x="841248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10" name="Deco sun"/>
          <p:cNvSpPr/>
          <p:nvPr/>
        </p:nvSpPr>
        <p:spPr>
          <a:xfrm>
            <a:off x="777240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cloud"/>
          <p:cNvSpPr/>
          <p:nvPr/>
        </p:nvSpPr>
        <p:spPr>
          <a:xfrm>
            <a:off x="36576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cloud small"/>
          <p:cNvSpPr/>
          <p:nvPr/>
        </p:nvSpPr>
        <p:spPr>
          <a:xfrm>
            <a:off x="2103120" y="548640"/>
            <a:ext cx="914400" cy="502920"/>
          </a:xfrm>
          <a:prstGeom prst="cloud">
            <a:avLst/>
          </a:prstGeom>
          <a:solidFill>
            <a:srgbClr val="F4FFF0"/>
          </a:solidFill>
          <a:ln w="12700">
            <a:solidFill>
              <a:srgbClr val="F4FFF0"/>
            </a:solidFill>
            <a:prstDash val="solid"/>
          </a:ln>
        </p:spPr>
      </p:sp>
      <p:sp>
        <p:nvSpPr>
          <p:cNvPr id="13" name="Deco butterfly wing a0"/>
          <p:cNvSpPr/>
          <p:nvPr/>
        </p:nvSpPr>
        <p:spPr>
          <a:xfrm>
            <a:off x="6035040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4" name="Deco butterfly wing b0"/>
          <p:cNvSpPr/>
          <p:nvPr/>
        </p:nvSpPr>
        <p:spPr>
          <a:xfrm>
            <a:off x="6236208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5" name="Deco butterfly body0"/>
          <p:cNvSpPr/>
          <p:nvPr/>
        </p:nvSpPr>
        <p:spPr>
          <a:xfrm>
            <a:off x="6236208" y="4754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Deco butterfly wing a1"/>
          <p:cNvSpPr/>
          <p:nvPr/>
        </p:nvSpPr>
        <p:spPr>
          <a:xfrm>
            <a:off x="1280160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7" name="Deco butterfly wing b1"/>
          <p:cNvSpPr/>
          <p:nvPr/>
        </p:nvSpPr>
        <p:spPr>
          <a:xfrm>
            <a:off x="1481328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8" name="Deco butterfly body1"/>
          <p:cNvSpPr/>
          <p:nvPr/>
        </p:nvSpPr>
        <p:spPr>
          <a:xfrm>
            <a:off x="1481328" y="41330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9" name="Deco mushroom stem"/>
          <p:cNvSpPr/>
          <p:nvPr/>
        </p:nvSpPr>
        <p:spPr>
          <a:xfrm>
            <a:off x="7498080" y="4434840"/>
            <a:ext cx="182880" cy="320040"/>
          </a:xfrm>
          <a:prstGeom prst="rect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0" name="Deco mushroom cap"/>
          <p:cNvSpPr/>
          <p:nvPr/>
        </p:nvSpPr>
        <p:spPr>
          <a:xfrm>
            <a:off x="7269480" y="4114800"/>
            <a:ext cx="640080" cy="4572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mushroom dot"/>
          <p:cNvSpPr/>
          <p:nvPr/>
        </p:nvSpPr>
        <p:spPr>
          <a:xfrm>
            <a:off x="7452360" y="422452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friend"/>
          <p:cNvSpPr/>
          <p:nvPr/>
        </p:nvSpPr>
        <p:spPr>
          <a:xfrm>
            <a:off x="1828800" y="4206240"/>
            <a:ext cx="548640" cy="54864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Deco star"/>
          <p:cNvSpPr/>
          <p:nvPr/>
        </p:nvSpPr>
        <p:spPr>
          <a:xfrm>
            <a:off x="640080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أَمْ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400" dirty="0"/>
          </a:p>
        </p:txBody>
      </p:sp>
      <p:sp>
        <p:nvSpPr>
          <p:cNvPr id="37" name="M3 yaa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ۦ</a:t>
            </a:r>
            <a:endParaRPr lang="ar-SA" sz="81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أَمْرِهِ</a:t>
            </a: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ۦ</a:t>
            </a:r>
            <a:endParaRPr lang="ar-SA" sz="6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DF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7BD66B"/>
          </a:solidFill>
          <a:ln w="12700">
            <a:solidFill>
              <a:srgbClr val="7BD66B"/>
            </a:solidFill>
            <a:prstDash val="solid"/>
          </a:ln>
        </p:spPr>
      </p:sp>
      <p:sp>
        <p:nvSpPr>
          <p:cNvPr id="3" name="Deco grass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4" name="Deco trunk left"/>
          <p:cNvSpPr/>
          <p:nvPr/>
        </p:nvSpPr>
        <p:spPr>
          <a:xfrm>
            <a:off x="22860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5" name="Deco crown left"/>
          <p:cNvSpPr/>
          <p:nvPr/>
        </p:nvSpPr>
        <p:spPr>
          <a:xfrm>
            <a:off x="-13716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6" name="Deco crown left 2"/>
          <p:cNvSpPr/>
          <p:nvPr/>
        </p:nvSpPr>
        <p:spPr>
          <a:xfrm>
            <a:off x="13716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7" name="Deco trunk right"/>
          <p:cNvSpPr/>
          <p:nvPr/>
        </p:nvSpPr>
        <p:spPr>
          <a:xfrm>
            <a:off x="873252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8" name="Deco crown right"/>
          <p:cNvSpPr/>
          <p:nvPr/>
        </p:nvSpPr>
        <p:spPr>
          <a:xfrm>
            <a:off x="841248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9" name="Deco crown right 2"/>
          <p:cNvSpPr/>
          <p:nvPr/>
        </p:nvSpPr>
        <p:spPr>
          <a:xfrm>
            <a:off x="841248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10" name="Deco sun"/>
          <p:cNvSpPr/>
          <p:nvPr/>
        </p:nvSpPr>
        <p:spPr>
          <a:xfrm>
            <a:off x="777240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cloud"/>
          <p:cNvSpPr/>
          <p:nvPr/>
        </p:nvSpPr>
        <p:spPr>
          <a:xfrm>
            <a:off x="36576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cloud small"/>
          <p:cNvSpPr/>
          <p:nvPr/>
        </p:nvSpPr>
        <p:spPr>
          <a:xfrm>
            <a:off x="2103120" y="548640"/>
            <a:ext cx="914400" cy="502920"/>
          </a:xfrm>
          <a:prstGeom prst="cloud">
            <a:avLst/>
          </a:prstGeom>
          <a:solidFill>
            <a:srgbClr val="F4FFF0"/>
          </a:solidFill>
          <a:ln w="12700">
            <a:solidFill>
              <a:srgbClr val="F4FFF0"/>
            </a:solidFill>
            <a:prstDash val="solid"/>
          </a:ln>
        </p:spPr>
      </p:sp>
      <p:sp>
        <p:nvSpPr>
          <p:cNvPr id="13" name="Deco butterfly wing a0"/>
          <p:cNvSpPr/>
          <p:nvPr/>
        </p:nvSpPr>
        <p:spPr>
          <a:xfrm>
            <a:off x="6035040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4" name="Deco butterfly wing b0"/>
          <p:cNvSpPr/>
          <p:nvPr/>
        </p:nvSpPr>
        <p:spPr>
          <a:xfrm>
            <a:off x="6236208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5" name="Deco butterfly body0"/>
          <p:cNvSpPr/>
          <p:nvPr/>
        </p:nvSpPr>
        <p:spPr>
          <a:xfrm>
            <a:off x="6236208" y="4754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Deco butterfly wing a1"/>
          <p:cNvSpPr/>
          <p:nvPr/>
        </p:nvSpPr>
        <p:spPr>
          <a:xfrm>
            <a:off x="1280160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7" name="Deco butterfly wing b1"/>
          <p:cNvSpPr/>
          <p:nvPr/>
        </p:nvSpPr>
        <p:spPr>
          <a:xfrm>
            <a:off x="1481328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8" name="Deco butterfly body1"/>
          <p:cNvSpPr/>
          <p:nvPr/>
        </p:nvSpPr>
        <p:spPr>
          <a:xfrm>
            <a:off x="1481328" y="41330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9" name="Deco mushroom stem"/>
          <p:cNvSpPr/>
          <p:nvPr/>
        </p:nvSpPr>
        <p:spPr>
          <a:xfrm>
            <a:off x="7498080" y="4434840"/>
            <a:ext cx="182880" cy="320040"/>
          </a:xfrm>
          <a:prstGeom prst="rect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0" name="Deco mushroom cap"/>
          <p:cNvSpPr/>
          <p:nvPr/>
        </p:nvSpPr>
        <p:spPr>
          <a:xfrm>
            <a:off x="7269480" y="4114800"/>
            <a:ext cx="640080" cy="4572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mushroom dot"/>
          <p:cNvSpPr/>
          <p:nvPr/>
        </p:nvSpPr>
        <p:spPr>
          <a:xfrm>
            <a:off x="7452360" y="422452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friend"/>
          <p:cNvSpPr/>
          <p:nvPr/>
        </p:nvSpPr>
        <p:spPr>
          <a:xfrm>
            <a:off x="1828800" y="4206240"/>
            <a:ext cx="548640" cy="54864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Deco star"/>
          <p:cNvSpPr/>
          <p:nvPr/>
        </p:nvSpPr>
        <p:spPr>
          <a:xfrm>
            <a:off x="640080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قَوْ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400" dirty="0"/>
          </a:p>
        </p:txBody>
      </p:sp>
      <p:sp>
        <p:nvSpPr>
          <p:cNvPr id="37" name="M3 yaa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ۦ</a:t>
            </a:r>
            <a:endParaRPr lang="ar-SA" sz="81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قَوْمِهِ</a:t>
            </a: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ۦ</a:t>
            </a:r>
            <a:endParaRPr lang="ar-SA" sz="6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DF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7BD66B"/>
          </a:solidFill>
          <a:ln w="12700">
            <a:solidFill>
              <a:srgbClr val="7BD66B"/>
            </a:solidFill>
            <a:prstDash val="solid"/>
          </a:ln>
        </p:spPr>
      </p:sp>
      <p:sp>
        <p:nvSpPr>
          <p:cNvPr id="3" name="Deco grass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4" name="Deco trunk left"/>
          <p:cNvSpPr/>
          <p:nvPr/>
        </p:nvSpPr>
        <p:spPr>
          <a:xfrm>
            <a:off x="22860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5" name="Deco crown left"/>
          <p:cNvSpPr/>
          <p:nvPr/>
        </p:nvSpPr>
        <p:spPr>
          <a:xfrm>
            <a:off x="-13716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6" name="Deco crown left 2"/>
          <p:cNvSpPr/>
          <p:nvPr/>
        </p:nvSpPr>
        <p:spPr>
          <a:xfrm>
            <a:off x="13716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7" name="Deco trunk right"/>
          <p:cNvSpPr/>
          <p:nvPr/>
        </p:nvSpPr>
        <p:spPr>
          <a:xfrm>
            <a:off x="873252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8" name="Deco crown right"/>
          <p:cNvSpPr/>
          <p:nvPr/>
        </p:nvSpPr>
        <p:spPr>
          <a:xfrm>
            <a:off x="841248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9" name="Deco crown right 2"/>
          <p:cNvSpPr/>
          <p:nvPr/>
        </p:nvSpPr>
        <p:spPr>
          <a:xfrm>
            <a:off x="841248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10" name="Deco sun"/>
          <p:cNvSpPr/>
          <p:nvPr/>
        </p:nvSpPr>
        <p:spPr>
          <a:xfrm>
            <a:off x="777240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cloud"/>
          <p:cNvSpPr/>
          <p:nvPr/>
        </p:nvSpPr>
        <p:spPr>
          <a:xfrm>
            <a:off x="36576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cloud small"/>
          <p:cNvSpPr/>
          <p:nvPr/>
        </p:nvSpPr>
        <p:spPr>
          <a:xfrm>
            <a:off x="2103120" y="548640"/>
            <a:ext cx="914400" cy="502920"/>
          </a:xfrm>
          <a:prstGeom prst="cloud">
            <a:avLst/>
          </a:prstGeom>
          <a:solidFill>
            <a:srgbClr val="F4FFF0"/>
          </a:solidFill>
          <a:ln w="12700">
            <a:solidFill>
              <a:srgbClr val="F4FFF0"/>
            </a:solidFill>
            <a:prstDash val="solid"/>
          </a:ln>
        </p:spPr>
      </p:sp>
      <p:sp>
        <p:nvSpPr>
          <p:cNvPr id="13" name="Deco butterfly wing a0"/>
          <p:cNvSpPr/>
          <p:nvPr/>
        </p:nvSpPr>
        <p:spPr>
          <a:xfrm>
            <a:off x="6035040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4" name="Deco butterfly wing b0"/>
          <p:cNvSpPr/>
          <p:nvPr/>
        </p:nvSpPr>
        <p:spPr>
          <a:xfrm>
            <a:off x="6236208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5" name="Deco butterfly body0"/>
          <p:cNvSpPr/>
          <p:nvPr/>
        </p:nvSpPr>
        <p:spPr>
          <a:xfrm>
            <a:off x="6236208" y="4754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Deco butterfly wing a1"/>
          <p:cNvSpPr/>
          <p:nvPr/>
        </p:nvSpPr>
        <p:spPr>
          <a:xfrm>
            <a:off x="1280160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7" name="Deco butterfly wing b1"/>
          <p:cNvSpPr/>
          <p:nvPr/>
        </p:nvSpPr>
        <p:spPr>
          <a:xfrm>
            <a:off x="1481328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8" name="Deco butterfly body1"/>
          <p:cNvSpPr/>
          <p:nvPr/>
        </p:nvSpPr>
        <p:spPr>
          <a:xfrm>
            <a:off x="1481328" y="41330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9" name="Deco mushroom stem"/>
          <p:cNvSpPr/>
          <p:nvPr/>
        </p:nvSpPr>
        <p:spPr>
          <a:xfrm>
            <a:off x="7498080" y="4434840"/>
            <a:ext cx="182880" cy="320040"/>
          </a:xfrm>
          <a:prstGeom prst="rect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0" name="Deco mushroom cap"/>
          <p:cNvSpPr/>
          <p:nvPr/>
        </p:nvSpPr>
        <p:spPr>
          <a:xfrm>
            <a:off x="7269480" y="4114800"/>
            <a:ext cx="640080" cy="4572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mushroom dot"/>
          <p:cNvSpPr/>
          <p:nvPr/>
        </p:nvSpPr>
        <p:spPr>
          <a:xfrm>
            <a:off x="7452360" y="422452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friend"/>
          <p:cNvSpPr/>
          <p:nvPr/>
        </p:nvSpPr>
        <p:spPr>
          <a:xfrm>
            <a:off x="1828800" y="4206240"/>
            <a:ext cx="548640" cy="54864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Deco star"/>
          <p:cNvSpPr/>
          <p:nvPr/>
        </p:nvSpPr>
        <p:spPr>
          <a:xfrm>
            <a:off x="640080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أه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أَهْ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400" dirty="0"/>
          </a:p>
        </p:txBody>
      </p:sp>
      <p:sp>
        <p:nvSpPr>
          <p:cNvPr id="37" name="M3 yaa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ۦ</a:t>
            </a:r>
            <a:endParaRPr lang="ar-SA" sz="81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أَهْلِهِ</a:t>
            </a: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ۦ</a:t>
            </a:r>
            <a:endParaRPr lang="ar-SA" sz="6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DF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7BD66B"/>
          </a:solidFill>
          <a:ln w="12700">
            <a:solidFill>
              <a:srgbClr val="7BD66B"/>
            </a:solidFill>
            <a:prstDash val="solid"/>
          </a:ln>
        </p:spPr>
      </p:sp>
      <p:sp>
        <p:nvSpPr>
          <p:cNvPr id="3" name="Deco grass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4" name="Deco trunk left"/>
          <p:cNvSpPr/>
          <p:nvPr/>
        </p:nvSpPr>
        <p:spPr>
          <a:xfrm>
            <a:off x="22860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5" name="Deco crown left"/>
          <p:cNvSpPr/>
          <p:nvPr/>
        </p:nvSpPr>
        <p:spPr>
          <a:xfrm>
            <a:off x="-13716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6" name="Deco crown left 2"/>
          <p:cNvSpPr/>
          <p:nvPr/>
        </p:nvSpPr>
        <p:spPr>
          <a:xfrm>
            <a:off x="13716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7" name="Deco trunk right"/>
          <p:cNvSpPr/>
          <p:nvPr/>
        </p:nvSpPr>
        <p:spPr>
          <a:xfrm>
            <a:off x="873252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8" name="Deco crown right"/>
          <p:cNvSpPr/>
          <p:nvPr/>
        </p:nvSpPr>
        <p:spPr>
          <a:xfrm>
            <a:off x="841248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9" name="Deco crown right 2"/>
          <p:cNvSpPr/>
          <p:nvPr/>
        </p:nvSpPr>
        <p:spPr>
          <a:xfrm>
            <a:off x="841248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10" name="Deco sun"/>
          <p:cNvSpPr/>
          <p:nvPr/>
        </p:nvSpPr>
        <p:spPr>
          <a:xfrm>
            <a:off x="777240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cloud"/>
          <p:cNvSpPr/>
          <p:nvPr/>
        </p:nvSpPr>
        <p:spPr>
          <a:xfrm>
            <a:off x="36576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cloud small"/>
          <p:cNvSpPr/>
          <p:nvPr/>
        </p:nvSpPr>
        <p:spPr>
          <a:xfrm>
            <a:off x="2103120" y="548640"/>
            <a:ext cx="914400" cy="502920"/>
          </a:xfrm>
          <a:prstGeom prst="cloud">
            <a:avLst/>
          </a:prstGeom>
          <a:solidFill>
            <a:srgbClr val="F4FFF0"/>
          </a:solidFill>
          <a:ln w="12700">
            <a:solidFill>
              <a:srgbClr val="F4FFF0"/>
            </a:solidFill>
            <a:prstDash val="solid"/>
          </a:ln>
        </p:spPr>
      </p:sp>
      <p:sp>
        <p:nvSpPr>
          <p:cNvPr id="13" name="Deco butterfly wing a0"/>
          <p:cNvSpPr/>
          <p:nvPr/>
        </p:nvSpPr>
        <p:spPr>
          <a:xfrm>
            <a:off x="6035040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4" name="Deco butterfly wing b0"/>
          <p:cNvSpPr/>
          <p:nvPr/>
        </p:nvSpPr>
        <p:spPr>
          <a:xfrm>
            <a:off x="6236208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5" name="Deco butterfly body0"/>
          <p:cNvSpPr/>
          <p:nvPr/>
        </p:nvSpPr>
        <p:spPr>
          <a:xfrm>
            <a:off x="6236208" y="4754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Deco butterfly wing a1"/>
          <p:cNvSpPr/>
          <p:nvPr/>
        </p:nvSpPr>
        <p:spPr>
          <a:xfrm>
            <a:off x="1280160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7" name="Deco butterfly wing b1"/>
          <p:cNvSpPr/>
          <p:nvPr/>
        </p:nvSpPr>
        <p:spPr>
          <a:xfrm>
            <a:off x="1481328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8" name="Deco butterfly body1"/>
          <p:cNvSpPr/>
          <p:nvPr/>
        </p:nvSpPr>
        <p:spPr>
          <a:xfrm>
            <a:off x="1481328" y="41330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9" name="Deco mushroom stem"/>
          <p:cNvSpPr/>
          <p:nvPr/>
        </p:nvSpPr>
        <p:spPr>
          <a:xfrm>
            <a:off x="7498080" y="4434840"/>
            <a:ext cx="182880" cy="320040"/>
          </a:xfrm>
          <a:prstGeom prst="rect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0" name="Deco mushroom cap"/>
          <p:cNvSpPr/>
          <p:nvPr/>
        </p:nvSpPr>
        <p:spPr>
          <a:xfrm>
            <a:off x="7269480" y="4114800"/>
            <a:ext cx="640080" cy="4572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mushroom dot"/>
          <p:cNvSpPr/>
          <p:nvPr/>
        </p:nvSpPr>
        <p:spPr>
          <a:xfrm>
            <a:off x="7452360" y="422452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friend"/>
          <p:cNvSpPr/>
          <p:nvPr/>
        </p:nvSpPr>
        <p:spPr>
          <a:xfrm>
            <a:off x="1828800" y="4206240"/>
            <a:ext cx="548640" cy="54864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Deco star"/>
          <p:cNvSpPr/>
          <p:nvPr/>
        </p:nvSpPr>
        <p:spPr>
          <a:xfrm>
            <a:off x="640080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مِثْ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400" dirty="0"/>
          </a:p>
        </p:txBody>
      </p:sp>
      <p:sp>
        <p:nvSpPr>
          <p:cNvPr id="37" name="M3 yaa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ۦ</a:t>
            </a:r>
            <a:endParaRPr lang="ar-SA" sz="81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مِثْلِهِ</a:t>
            </a: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ۦ</a:t>
            </a:r>
            <a:endParaRPr lang="ar-SA" sz="6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DF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7BD66B"/>
          </a:solidFill>
          <a:ln w="12700">
            <a:solidFill>
              <a:srgbClr val="7BD66B"/>
            </a:solidFill>
            <a:prstDash val="solid"/>
          </a:ln>
        </p:spPr>
      </p:sp>
      <p:sp>
        <p:nvSpPr>
          <p:cNvPr id="3" name="Deco grass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4" name="Deco trunk left"/>
          <p:cNvSpPr/>
          <p:nvPr/>
        </p:nvSpPr>
        <p:spPr>
          <a:xfrm>
            <a:off x="22860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5" name="Deco crown left"/>
          <p:cNvSpPr/>
          <p:nvPr/>
        </p:nvSpPr>
        <p:spPr>
          <a:xfrm>
            <a:off x="-13716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6" name="Deco crown left 2"/>
          <p:cNvSpPr/>
          <p:nvPr/>
        </p:nvSpPr>
        <p:spPr>
          <a:xfrm>
            <a:off x="13716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7" name="Deco trunk right"/>
          <p:cNvSpPr/>
          <p:nvPr/>
        </p:nvSpPr>
        <p:spPr>
          <a:xfrm>
            <a:off x="873252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8" name="Deco crown right"/>
          <p:cNvSpPr/>
          <p:nvPr/>
        </p:nvSpPr>
        <p:spPr>
          <a:xfrm>
            <a:off x="841248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9" name="Deco crown right 2"/>
          <p:cNvSpPr/>
          <p:nvPr/>
        </p:nvSpPr>
        <p:spPr>
          <a:xfrm>
            <a:off x="841248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10" name="Deco sun"/>
          <p:cNvSpPr/>
          <p:nvPr/>
        </p:nvSpPr>
        <p:spPr>
          <a:xfrm>
            <a:off x="777240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cloud"/>
          <p:cNvSpPr/>
          <p:nvPr/>
        </p:nvSpPr>
        <p:spPr>
          <a:xfrm>
            <a:off x="36576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cloud small"/>
          <p:cNvSpPr/>
          <p:nvPr/>
        </p:nvSpPr>
        <p:spPr>
          <a:xfrm>
            <a:off x="2103120" y="548640"/>
            <a:ext cx="914400" cy="502920"/>
          </a:xfrm>
          <a:prstGeom prst="cloud">
            <a:avLst/>
          </a:prstGeom>
          <a:solidFill>
            <a:srgbClr val="F4FFF0"/>
          </a:solidFill>
          <a:ln w="12700">
            <a:solidFill>
              <a:srgbClr val="F4FFF0"/>
            </a:solidFill>
            <a:prstDash val="solid"/>
          </a:ln>
        </p:spPr>
      </p:sp>
      <p:sp>
        <p:nvSpPr>
          <p:cNvPr id="13" name="Deco butterfly wing a0"/>
          <p:cNvSpPr/>
          <p:nvPr/>
        </p:nvSpPr>
        <p:spPr>
          <a:xfrm>
            <a:off x="6035040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4" name="Deco butterfly wing b0"/>
          <p:cNvSpPr/>
          <p:nvPr/>
        </p:nvSpPr>
        <p:spPr>
          <a:xfrm>
            <a:off x="6236208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5" name="Deco butterfly body0"/>
          <p:cNvSpPr/>
          <p:nvPr/>
        </p:nvSpPr>
        <p:spPr>
          <a:xfrm>
            <a:off x="6236208" y="4754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Deco butterfly wing a1"/>
          <p:cNvSpPr/>
          <p:nvPr/>
        </p:nvSpPr>
        <p:spPr>
          <a:xfrm>
            <a:off x="1280160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7" name="Deco butterfly wing b1"/>
          <p:cNvSpPr/>
          <p:nvPr/>
        </p:nvSpPr>
        <p:spPr>
          <a:xfrm>
            <a:off x="1481328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8" name="Deco butterfly body1"/>
          <p:cNvSpPr/>
          <p:nvPr/>
        </p:nvSpPr>
        <p:spPr>
          <a:xfrm>
            <a:off x="1481328" y="41330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9" name="Deco mushroom stem"/>
          <p:cNvSpPr/>
          <p:nvPr/>
        </p:nvSpPr>
        <p:spPr>
          <a:xfrm>
            <a:off x="7498080" y="4434840"/>
            <a:ext cx="182880" cy="320040"/>
          </a:xfrm>
          <a:prstGeom prst="rect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0" name="Deco mushroom cap"/>
          <p:cNvSpPr/>
          <p:nvPr/>
        </p:nvSpPr>
        <p:spPr>
          <a:xfrm>
            <a:off x="7269480" y="4114800"/>
            <a:ext cx="640080" cy="4572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mushroom dot"/>
          <p:cNvSpPr/>
          <p:nvPr/>
        </p:nvSpPr>
        <p:spPr>
          <a:xfrm>
            <a:off x="7452360" y="422452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friend"/>
          <p:cNvSpPr/>
          <p:nvPr/>
        </p:nvSpPr>
        <p:spPr>
          <a:xfrm>
            <a:off x="1828800" y="4206240"/>
            <a:ext cx="548640" cy="54864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Deco star"/>
          <p:cNvSpPr/>
          <p:nvPr/>
        </p:nvSpPr>
        <p:spPr>
          <a:xfrm>
            <a:off x="640080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عَبْ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400" dirty="0"/>
          </a:p>
        </p:txBody>
      </p:sp>
      <p:sp>
        <p:nvSpPr>
          <p:cNvPr id="37" name="M3 yaa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ۦ</a:t>
            </a:r>
            <a:endParaRPr lang="ar-SA" sz="81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عَبْدِهِ</a:t>
            </a: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ۦ</a:t>
            </a:r>
            <a:endParaRPr lang="ar-SA" sz="6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DF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7BD66B"/>
          </a:solidFill>
          <a:ln w="12700">
            <a:solidFill>
              <a:srgbClr val="7BD66B"/>
            </a:solidFill>
            <a:prstDash val="solid"/>
          </a:ln>
        </p:spPr>
      </p:sp>
      <p:sp>
        <p:nvSpPr>
          <p:cNvPr id="3" name="Deco grass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4" name="Deco trunk left"/>
          <p:cNvSpPr/>
          <p:nvPr/>
        </p:nvSpPr>
        <p:spPr>
          <a:xfrm>
            <a:off x="22860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5" name="Deco crown left"/>
          <p:cNvSpPr/>
          <p:nvPr/>
        </p:nvSpPr>
        <p:spPr>
          <a:xfrm>
            <a:off x="-13716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6" name="Deco crown left 2"/>
          <p:cNvSpPr/>
          <p:nvPr/>
        </p:nvSpPr>
        <p:spPr>
          <a:xfrm>
            <a:off x="13716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7" name="Deco trunk right"/>
          <p:cNvSpPr/>
          <p:nvPr/>
        </p:nvSpPr>
        <p:spPr>
          <a:xfrm>
            <a:off x="873252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8" name="Deco crown right"/>
          <p:cNvSpPr/>
          <p:nvPr/>
        </p:nvSpPr>
        <p:spPr>
          <a:xfrm>
            <a:off x="841248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9" name="Deco crown right 2"/>
          <p:cNvSpPr/>
          <p:nvPr/>
        </p:nvSpPr>
        <p:spPr>
          <a:xfrm>
            <a:off x="841248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10" name="Deco sun"/>
          <p:cNvSpPr/>
          <p:nvPr/>
        </p:nvSpPr>
        <p:spPr>
          <a:xfrm>
            <a:off x="777240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cloud"/>
          <p:cNvSpPr/>
          <p:nvPr/>
        </p:nvSpPr>
        <p:spPr>
          <a:xfrm>
            <a:off x="36576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cloud small"/>
          <p:cNvSpPr/>
          <p:nvPr/>
        </p:nvSpPr>
        <p:spPr>
          <a:xfrm>
            <a:off x="2103120" y="548640"/>
            <a:ext cx="914400" cy="502920"/>
          </a:xfrm>
          <a:prstGeom prst="cloud">
            <a:avLst/>
          </a:prstGeom>
          <a:solidFill>
            <a:srgbClr val="F4FFF0"/>
          </a:solidFill>
          <a:ln w="12700">
            <a:solidFill>
              <a:srgbClr val="F4FFF0"/>
            </a:solidFill>
            <a:prstDash val="solid"/>
          </a:ln>
        </p:spPr>
      </p:sp>
      <p:sp>
        <p:nvSpPr>
          <p:cNvPr id="13" name="Deco butterfly wing a0"/>
          <p:cNvSpPr/>
          <p:nvPr/>
        </p:nvSpPr>
        <p:spPr>
          <a:xfrm>
            <a:off x="6035040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4" name="Deco butterfly wing b0"/>
          <p:cNvSpPr/>
          <p:nvPr/>
        </p:nvSpPr>
        <p:spPr>
          <a:xfrm>
            <a:off x="6236208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5" name="Deco butterfly body0"/>
          <p:cNvSpPr/>
          <p:nvPr/>
        </p:nvSpPr>
        <p:spPr>
          <a:xfrm>
            <a:off x="6236208" y="4754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Deco butterfly wing a1"/>
          <p:cNvSpPr/>
          <p:nvPr/>
        </p:nvSpPr>
        <p:spPr>
          <a:xfrm>
            <a:off x="1280160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7" name="Deco butterfly wing b1"/>
          <p:cNvSpPr/>
          <p:nvPr/>
        </p:nvSpPr>
        <p:spPr>
          <a:xfrm>
            <a:off x="1481328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8" name="Deco butterfly body1"/>
          <p:cNvSpPr/>
          <p:nvPr/>
        </p:nvSpPr>
        <p:spPr>
          <a:xfrm>
            <a:off x="1481328" y="41330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9" name="Deco mushroom stem"/>
          <p:cNvSpPr/>
          <p:nvPr/>
        </p:nvSpPr>
        <p:spPr>
          <a:xfrm>
            <a:off x="7498080" y="4434840"/>
            <a:ext cx="182880" cy="320040"/>
          </a:xfrm>
          <a:prstGeom prst="rect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0" name="Deco mushroom cap"/>
          <p:cNvSpPr/>
          <p:nvPr/>
        </p:nvSpPr>
        <p:spPr>
          <a:xfrm>
            <a:off x="7269480" y="4114800"/>
            <a:ext cx="640080" cy="4572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mushroom dot"/>
          <p:cNvSpPr/>
          <p:nvPr/>
        </p:nvSpPr>
        <p:spPr>
          <a:xfrm>
            <a:off x="7452360" y="422452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friend"/>
          <p:cNvSpPr/>
          <p:nvPr/>
        </p:nvSpPr>
        <p:spPr>
          <a:xfrm>
            <a:off x="1828800" y="4206240"/>
            <a:ext cx="548640" cy="54864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Deco star"/>
          <p:cNvSpPr/>
          <p:nvPr/>
        </p:nvSpPr>
        <p:spPr>
          <a:xfrm>
            <a:off x="640080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عِلْ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400" dirty="0"/>
          </a:p>
        </p:txBody>
      </p:sp>
      <p:sp>
        <p:nvSpPr>
          <p:cNvPr id="37" name="M3 yaa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ۦ</a:t>
            </a:r>
            <a:endParaRPr lang="ar-SA" sz="81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عِلْمِهِ</a:t>
            </a: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ۦ</a:t>
            </a:r>
            <a:endParaRPr lang="ar-SA" sz="6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DF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7BD66B"/>
          </a:solidFill>
          <a:ln w="12700">
            <a:solidFill>
              <a:srgbClr val="7BD66B"/>
            </a:solidFill>
            <a:prstDash val="solid"/>
          </a:ln>
        </p:spPr>
      </p:sp>
      <p:sp>
        <p:nvSpPr>
          <p:cNvPr id="3" name="Deco grass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4" name="Deco trunk left"/>
          <p:cNvSpPr/>
          <p:nvPr/>
        </p:nvSpPr>
        <p:spPr>
          <a:xfrm>
            <a:off x="22860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5" name="Deco crown left"/>
          <p:cNvSpPr/>
          <p:nvPr/>
        </p:nvSpPr>
        <p:spPr>
          <a:xfrm>
            <a:off x="-13716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6" name="Deco crown left 2"/>
          <p:cNvSpPr/>
          <p:nvPr/>
        </p:nvSpPr>
        <p:spPr>
          <a:xfrm>
            <a:off x="13716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7" name="Deco trunk right"/>
          <p:cNvSpPr/>
          <p:nvPr/>
        </p:nvSpPr>
        <p:spPr>
          <a:xfrm>
            <a:off x="873252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8" name="Deco crown right"/>
          <p:cNvSpPr/>
          <p:nvPr/>
        </p:nvSpPr>
        <p:spPr>
          <a:xfrm>
            <a:off x="841248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9" name="Deco crown right 2"/>
          <p:cNvSpPr/>
          <p:nvPr/>
        </p:nvSpPr>
        <p:spPr>
          <a:xfrm>
            <a:off x="841248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10" name="Deco sun"/>
          <p:cNvSpPr/>
          <p:nvPr/>
        </p:nvSpPr>
        <p:spPr>
          <a:xfrm>
            <a:off x="777240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cloud"/>
          <p:cNvSpPr/>
          <p:nvPr/>
        </p:nvSpPr>
        <p:spPr>
          <a:xfrm>
            <a:off x="36576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cloud small"/>
          <p:cNvSpPr/>
          <p:nvPr/>
        </p:nvSpPr>
        <p:spPr>
          <a:xfrm>
            <a:off x="2103120" y="548640"/>
            <a:ext cx="914400" cy="502920"/>
          </a:xfrm>
          <a:prstGeom prst="cloud">
            <a:avLst/>
          </a:prstGeom>
          <a:solidFill>
            <a:srgbClr val="F4FFF0"/>
          </a:solidFill>
          <a:ln w="12700">
            <a:solidFill>
              <a:srgbClr val="F4FFF0"/>
            </a:solidFill>
            <a:prstDash val="solid"/>
          </a:ln>
        </p:spPr>
      </p:sp>
      <p:sp>
        <p:nvSpPr>
          <p:cNvPr id="13" name="Deco butterfly wing a0"/>
          <p:cNvSpPr/>
          <p:nvPr/>
        </p:nvSpPr>
        <p:spPr>
          <a:xfrm>
            <a:off x="6035040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4" name="Deco butterfly wing b0"/>
          <p:cNvSpPr/>
          <p:nvPr/>
        </p:nvSpPr>
        <p:spPr>
          <a:xfrm>
            <a:off x="6236208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5" name="Deco butterfly body0"/>
          <p:cNvSpPr/>
          <p:nvPr/>
        </p:nvSpPr>
        <p:spPr>
          <a:xfrm>
            <a:off x="6236208" y="4754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Deco butterfly wing a1"/>
          <p:cNvSpPr/>
          <p:nvPr/>
        </p:nvSpPr>
        <p:spPr>
          <a:xfrm>
            <a:off x="1280160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7" name="Deco butterfly wing b1"/>
          <p:cNvSpPr/>
          <p:nvPr/>
        </p:nvSpPr>
        <p:spPr>
          <a:xfrm>
            <a:off x="1481328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8" name="Deco butterfly body1"/>
          <p:cNvSpPr/>
          <p:nvPr/>
        </p:nvSpPr>
        <p:spPr>
          <a:xfrm>
            <a:off x="1481328" y="41330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9" name="Deco mushroom stem"/>
          <p:cNvSpPr/>
          <p:nvPr/>
        </p:nvSpPr>
        <p:spPr>
          <a:xfrm>
            <a:off x="7498080" y="4434840"/>
            <a:ext cx="182880" cy="320040"/>
          </a:xfrm>
          <a:prstGeom prst="rect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0" name="Deco mushroom cap"/>
          <p:cNvSpPr/>
          <p:nvPr/>
        </p:nvSpPr>
        <p:spPr>
          <a:xfrm>
            <a:off x="7269480" y="4114800"/>
            <a:ext cx="640080" cy="4572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mushroom dot"/>
          <p:cNvSpPr/>
          <p:nvPr/>
        </p:nvSpPr>
        <p:spPr>
          <a:xfrm>
            <a:off x="7452360" y="422452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friend"/>
          <p:cNvSpPr/>
          <p:nvPr/>
        </p:nvSpPr>
        <p:spPr>
          <a:xfrm>
            <a:off x="1828800" y="4206240"/>
            <a:ext cx="548640" cy="54864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Deco star"/>
          <p:cNvSpPr/>
          <p:nvPr/>
        </p:nvSpPr>
        <p:spPr>
          <a:xfrm>
            <a:off x="640080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حم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حَمْ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400" dirty="0"/>
          </a:p>
        </p:txBody>
      </p:sp>
      <p:sp>
        <p:nvSpPr>
          <p:cNvPr id="37" name="M3 yaa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ۦ</a:t>
            </a:r>
            <a:endParaRPr lang="ar-SA" sz="81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حَمْدِهِ</a:t>
            </a: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ۦ</a:t>
            </a:r>
            <a:endParaRPr lang="ar-SA" sz="6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DF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7BD66B"/>
          </a:solidFill>
          <a:ln w="12700">
            <a:solidFill>
              <a:srgbClr val="7BD66B"/>
            </a:solidFill>
            <a:prstDash val="solid"/>
          </a:ln>
        </p:spPr>
      </p:sp>
      <p:sp>
        <p:nvSpPr>
          <p:cNvPr id="3" name="Deco grass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4" name="Deco trunk left"/>
          <p:cNvSpPr/>
          <p:nvPr/>
        </p:nvSpPr>
        <p:spPr>
          <a:xfrm>
            <a:off x="22860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5" name="Deco crown left"/>
          <p:cNvSpPr/>
          <p:nvPr/>
        </p:nvSpPr>
        <p:spPr>
          <a:xfrm>
            <a:off x="-13716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6" name="Deco crown left 2"/>
          <p:cNvSpPr/>
          <p:nvPr/>
        </p:nvSpPr>
        <p:spPr>
          <a:xfrm>
            <a:off x="13716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7" name="Deco trunk right"/>
          <p:cNvSpPr/>
          <p:nvPr/>
        </p:nvSpPr>
        <p:spPr>
          <a:xfrm>
            <a:off x="873252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8" name="Deco crown right"/>
          <p:cNvSpPr/>
          <p:nvPr/>
        </p:nvSpPr>
        <p:spPr>
          <a:xfrm>
            <a:off x="841248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9" name="Deco crown right 2"/>
          <p:cNvSpPr/>
          <p:nvPr/>
        </p:nvSpPr>
        <p:spPr>
          <a:xfrm>
            <a:off x="841248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10" name="Deco sun"/>
          <p:cNvSpPr/>
          <p:nvPr/>
        </p:nvSpPr>
        <p:spPr>
          <a:xfrm>
            <a:off x="777240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cloud"/>
          <p:cNvSpPr/>
          <p:nvPr/>
        </p:nvSpPr>
        <p:spPr>
          <a:xfrm>
            <a:off x="36576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cloud small"/>
          <p:cNvSpPr/>
          <p:nvPr/>
        </p:nvSpPr>
        <p:spPr>
          <a:xfrm>
            <a:off x="2103120" y="548640"/>
            <a:ext cx="914400" cy="502920"/>
          </a:xfrm>
          <a:prstGeom prst="cloud">
            <a:avLst/>
          </a:prstGeom>
          <a:solidFill>
            <a:srgbClr val="F4FFF0"/>
          </a:solidFill>
          <a:ln w="12700">
            <a:solidFill>
              <a:srgbClr val="F4FFF0"/>
            </a:solidFill>
            <a:prstDash val="solid"/>
          </a:ln>
        </p:spPr>
      </p:sp>
      <p:sp>
        <p:nvSpPr>
          <p:cNvPr id="13" name="Deco butterfly wing a0"/>
          <p:cNvSpPr/>
          <p:nvPr/>
        </p:nvSpPr>
        <p:spPr>
          <a:xfrm>
            <a:off x="6035040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4" name="Deco butterfly wing b0"/>
          <p:cNvSpPr/>
          <p:nvPr/>
        </p:nvSpPr>
        <p:spPr>
          <a:xfrm>
            <a:off x="6236208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5" name="Deco butterfly body0"/>
          <p:cNvSpPr/>
          <p:nvPr/>
        </p:nvSpPr>
        <p:spPr>
          <a:xfrm>
            <a:off x="6236208" y="4754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Deco butterfly wing a1"/>
          <p:cNvSpPr/>
          <p:nvPr/>
        </p:nvSpPr>
        <p:spPr>
          <a:xfrm>
            <a:off x="1280160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7" name="Deco butterfly wing b1"/>
          <p:cNvSpPr/>
          <p:nvPr/>
        </p:nvSpPr>
        <p:spPr>
          <a:xfrm>
            <a:off x="1481328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8" name="Deco butterfly body1"/>
          <p:cNvSpPr/>
          <p:nvPr/>
        </p:nvSpPr>
        <p:spPr>
          <a:xfrm>
            <a:off x="1481328" y="41330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9" name="Deco mushroom stem"/>
          <p:cNvSpPr/>
          <p:nvPr/>
        </p:nvSpPr>
        <p:spPr>
          <a:xfrm>
            <a:off x="7498080" y="4434840"/>
            <a:ext cx="182880" cy="320040"/>
          </a:xfrm>
          <a:prstGeom prst="rect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0" name="Deco mushroom cap"/>
          <p:cNvSpPr/>
          <p:nvPr/>
        </p:nvSpPr>
        <p:spPr>
          <a:xfrm>
            <a:off x="7269480" y="4114800"/>
            <a:ext cx="640080" cy="4572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mushroom dot"/>
          <p:cNvSpPr/>
          <p:nvPr/>
        </p:nvSpPr>
        <p:spPr>
          <a:xfrm>
            <a:off x="7452360" y="422452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friend"/>
          <p:cNvSpPr/>
          <p:nvPr/>
        </p:nvSpPr>
        <p:spPr>
          <a:xfrm>
            <a:off x="1828800" y="4206240"/>
            <a:ext cx="548640" cy="54864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Deco star"/>
          <p:cNvSpPr/>
          <p:nvPr/>
        </p:nvSpPr>
        <p:spPr>
          <a:xfrm>
            <a:off x="640080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إذ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إِذْ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400" dirty="0"/>
          </a:p>
        </p:txBody>
      </p:sp>
      <p:sp>
        <p:nvSpPr>
          <p:cNvPr id="37" name="M3 yaa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ۦ</a:t>
            </a:r>
            <a:endParaRPr lang="ar-SA" sz="81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إِذْنِهِ</a:t>
            </a: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ۦ</a:t>
            </a:r>
            <a:endParaRPr lang="ar-SA" sz="6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yaa small</dc:title>
  <dc:subject>PptxGenJS Presentation</dc:subject>
  <dc:creator>PptxGenJS</dc:creator>
  <cp:lastModifiedBy>PptxGenJS</cp:lastModifiedBy>
  <cp:revision>1</cp:revision>
  <dcterms:created xsi:type="dcterms:W3CDTF">2026-10-08T05:01:57Z</dcterms:created>
  <dcterms:modified xsi:type="dcterms:W3CDTF">2026-10-08T05:01:57Z</dcterms:modified>
</cp:coreProperties>
</file>