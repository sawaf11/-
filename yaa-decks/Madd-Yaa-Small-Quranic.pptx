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8000" dirty="0"/>
          </a:p>
        </p:txBody>
      </p:sp>
      <p:sp>
        <p:nvSpPr>
          <p:cNvPr id="31" name="L2 letter"/>
          <p:cNvSpPr txBox="1"/>
          <p:nvPr/>
        </p:nvSpPr>
        <p:spPr>
          <a:xfrm>
            <a:off x="467989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000" dirty="0"/>
          </a:p>
        </p:txBody>
      </p:sp>
      <p:sp>
        <p:nvSpPr>
          <p:cNvPr id="32" name="F2 fathah"/>
          <p:cNvSpPr txBox="1"/>
          <p:nvPr/>
        </p:nvSpPr>
        <p:spPr>
          <a:xfrm>
            <a:off x="467989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8000" dirty="0"/>
          </a:p>
        </p:txBody>
      </p:sp>
      <p:sp>
        <p:nvSpPr>
          <p:cNvPr id="33" name="M2 yaa"/>
          <p:cNvSpPr txBox="1"/>
          <p:nvPr/>
        </p:nvSpPr>
        <p:spPr>
          <a:xfrm>
            <a:off x="3772814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12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</a:t>
            </a:r>
            <a:pPr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بِّ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37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81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رَبِّهِ</a:t>
            </a:r>
            <a:pPr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نف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نَفْ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37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81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نَفْسِهِ</a:t>
            </a:r>
            <a:pPr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قل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قَلْ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37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81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قَلْبِهِ</a:t>
            </a:r>
            <a:pPr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أم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أَمْ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37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81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أَمْرِهِ</a:t>
            </a:r>
            <a:pPr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قو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قَوْ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37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81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قَوْمِهِ</a:t>
            </a:r>
            <a:pPr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أه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أَهْ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37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81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أَهْلِهِ</a:t>
            </a:r>
            <a:pPr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مِثْ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37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81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مِثْلِهِ</a:t>
            </a:r>
            <a:pPr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عَبْ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37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81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عَبْدِهِ</a:t>
            </a:r>
            <a:pPr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عل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عِلْ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37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81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عِلْمِهِ</a:t>
            </a:r>
            <a:pPr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حم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حَمْ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37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81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حَمْدِهِ</a:t>
            </a:r>
            <a:pPr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إِذْ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400" dirty="0"/>
          </a:p>
        </p:txBody>
      </p:sp>
      <p:sp>
        <p:nvSpPr>
          <p:cNvPr id="37" name="M3 yaa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81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إِذْنِهِ</a:t>
            </a:r>
            <a:pPr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ۦ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small</dc:title>
  <dc:subject>PptxGenJS Presentation</dc:subject>
  <dc:creator>PptxGenJS</dc:creator>
  <cp:lastModifiedBy>PptxGenJS</cp:lastModifiedBy>
  <cp:revision>1</cp:revision>
  <dcterms:created xsi:type="dcterms:W3CDTF">2026-10-08T05:01:57Z</dcterms:created>
  <dcterms:modified xsi:type="dcterms:W3CDTF">2026-10-08T05:01:57Z</dcterms:modified>
</cp:coreProperties>
</file>