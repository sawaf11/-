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فَهَمَا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حَكَمَا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مَارَسَ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مَازَحَ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مَاثَلَ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13-meem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