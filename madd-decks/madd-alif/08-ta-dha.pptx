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سَقَطَا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هَبَطَا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رَبَطَا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طَالَبَ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طَابَقَ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طَاوَعَ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وَعَظَا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لَحَظَا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غَلَظَا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ظَاهَرَ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08-ta-dha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