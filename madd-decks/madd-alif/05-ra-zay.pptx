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نَصَرَا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كَسَرَا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رَاقَبَ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رَاجَعَ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رَافَقَ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عَجَزَا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بَرَزَا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زَاحَمَ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زَارَعَ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زَاوَلَ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05-ra-zay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