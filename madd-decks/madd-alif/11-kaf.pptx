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تَرَكَا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مَلَكَا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سَلَكَا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كَاتَبَ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كَاشَفَ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كَابَرَ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11-kaf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