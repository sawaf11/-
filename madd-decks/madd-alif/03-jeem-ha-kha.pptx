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نَجَا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رَجَا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هَجَا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صَحَا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مَحَا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نَحَا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حَاكَ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سَخَا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خَانَ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خَرَجَا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وَلَجَا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جَاهَدَ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جَالَسَ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جَادَلَ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جَاوَرَ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نَجَحَا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ذَبَحَا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حَاوَلَ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حَارَبَ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حَاسَبَ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نَسَخَا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صَرَخَا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خَالَفَ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خَاطَبَ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خَادَعَ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alif 03-jeem-ha-kha</dc:title>
  <dc:subject>PptxGenJS Presentation</dc:subject>
  <dc:creator>PptxGenJS</dc:creator>
  <cp:lastModifiedBy>PptxGenJS</cp:lastModifiedBy>
  <cp:revision>1</cp:revision>
  <dcterms:created xsi:type="dcterms:W3CDTF">2026-10-08T04:48:47Z</dcterms:created>
  <dcterms:modified xsi:type="dcterms:W3CDTF">2026-10-08T04:48:47Z</dcterms:modified>
</cp:coreProperties>
</file>