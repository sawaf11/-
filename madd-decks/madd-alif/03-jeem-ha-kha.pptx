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دَجَا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دَحَا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64331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090318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13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8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800" dirty="0"/>
          </a:p>
        </p:txBody>
      </p:sp>
      <p:sp>
        <p:nvSpPr>
          <p:cNvPr id="31" name="L2 letter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7800" dirty="0"/>
          </a:p>
        </p:txBody>
      </p:sp>
      <p:sp>
        <p:nvSpPr>
          <p:cNvPr id="32" name="F2 fathah"/>
          <p:cNvSpPr txBox="1"/>
          <p:nvPr/>
        </p:nvSpPr>
        <p:spPr>
          <a:xfrm>
            <a:off x="4671487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800" dirty="0"/>
          </a:p>
        </p:txBody>
      </p:sp>
      <p:sp>
        <p:nvSpPr>
          <p:cNvPr id="33" name="M2 alif"/>
          <p:cNvSpPr txBox="1"/>
          <p:nvPr/>
        </p:nvSpPr>
        <p:spPr>
          <a:xfrm>
            <a:off x="3787079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780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دَخَا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بَأَجَا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بَأَحَا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سَبَخَا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4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4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4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400" dirty="0"/>
          </a:p>
        </p:txBody>
      </p:sp>
      <p:sp>
        <p:nvSpPr>
          <p:cNvPr id="35" name="L3 letter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400" dirty="0"/>
          </a:p>
        </p:txBody>
      </p:sp>
      <p:sp>
        <p:nvSpPr>
          <p:cNvPr id="36" name="F3 fathah"/>
          <p:cNvSpPr txBox="1"/>
          <p:nvPr/>
        </p:nvSpPr>
        <p:spPr>
          <a:xfrm>
            <a:off x="3930457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400" dirty="0"/>
          </a:p>
        </p:txBody>
      </p:sp>
      <p:sp>
        <p:nvSpPr>
          <p:cNvPr id="37" name="M3 alif"/>
          <p:cNvSpPr txBox="1"/>
          <p:nvPr/>
        </p:nvSpPr>
        <p:spPr>
          <a:xfrm>
            <a:off x="3318175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بَأَخَا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alif 03-jeem-ha-kha</dc:title>
  <dc:subject>PptxGenJS Presentation</dc:subject>
  <dc:creator>PptxGenJS</dc:creator>
  <cp:lastModifiedBy>PptxGenJS</cp:lastModifiedBy>
  <cp:revision>1</cp:revision>
  <dcterms:created xsi:type="dcterms:W3CDTF">2026-10-08T04:29:28Z</dcterms:created>
  <dcterms:modified xsi:type="dcterms:W3CDTF">2026-10-08T04:29:28Z</dcterms:modified>
</cp:coreProperties>
</file>