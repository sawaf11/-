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رَبَا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صَبَا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عَتَا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شَتَا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عَثَا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رَثَا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كَتَبَا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ذَهَبَا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ضَرَبَا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طَلَبَا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بَارَكَ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بَادَرَ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بَاشَرَ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35" name="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أَتَاكَ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سَكَتَا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نَبَتَا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ثَبَتَا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تَابَعَ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تَاجَرَ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بَحَثَا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حَدَثَا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نَكَثَا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مَكَثَا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ثَابَرَ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alif 01-ba-ta-tha</dc:title>
  <dc:subject>PptxGenJS Presentation</dc:subject>
  <dc:creator>PptxGenJS</dc:creator>
  <cp:lastModifiedBy>PptxGenJS</cp:lastModifiedBy>
  <cp:revision>1</cp:revision>
  <dcterms:created xsi:type="dcterms:W3CDTF">2026-10-08T04:48:47Z</dcterms:created>
  <dcterms:modified xsi:type="dcterms:W3CDTF">2026-10-08T04:48:47Z</dcterms:modified>
</cp:coreProperties>
</file>