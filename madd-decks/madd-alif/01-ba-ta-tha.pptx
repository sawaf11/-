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شَتَا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704892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M1 alif"/>
          <p:cNvSpPr txBox="1"/>
          <p:nvPr/>
        </p:nvSpPr>
        <p:spPr>
          <a:xfrm>
            <a:off x="616451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2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3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31" grpId="0"/>
      <p:bldP spid="27" grpId="0" animBg="1"/>
      <p:bldP spid="32" grpId="0"/>
      <p:bldP spid="33" grpId="0"/>
      <p:bldP spid="28" grpId="0" animBg="1"/>
      <p:bldP spid="34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ضَرَبَا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بَارَكَ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بَادَرَ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بَاشَرَ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71353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M2 alif"/>
          <p:cNvSpPr txBox="1"/>
          <p:nvPr/>
        </p:nvSpPr>
        <p:spPr>
          <a:xfrm>
            <a:off x="510125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أَتَاكَ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سَكَتَا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ثَبَتَا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تَابَعَ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تَاجَرَ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مَكَثَا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49661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M1 alif"/>
          <p:cNvSpPr txBox="1"/>
          <p:nvPr/>
        </p:nvSpPr>
        <p:spPr>
          <a:xfrm>
            <a:off x="688433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4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5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6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37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ثَابَرَ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33" grpId="0"/>
      <p:bldP spid="28" grpId="0" animBg="1"/>
      <p:bldP spid="34" grpId="0"/>
      <p:bldP spid="35" grpId="0"/>
      <p:bldP spid="29" grpId="0" animBg="1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words with alif alif 01-ba-ta-tha</dc:title>
  <dc:subject>PptxGenJS Presentation</dc:subject>
  <dc:creator>PptxGenJS</dc:creator>
  <cp:lastModifiedBy>PptxGenJS</cp:lastModifiedBy>
  <cp:revision>1</cp:revision>
  <dcterms:created xsi:type="dcterms:W3CDTF">2026-10-08T04:48:47Z</dcterms:created>
  <dcterms:modified xsi:type="dcterms:W3CDTF">2026-10-08T04:48:47Z</dcterms:modified>
</cp:coreProperties>
</file>