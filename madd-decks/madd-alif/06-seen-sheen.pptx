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سَافَرَ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سَاعَدَ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سَابَقَ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شَاهَدَ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شَارَكَ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شَاوَرَ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06-seen-sheen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