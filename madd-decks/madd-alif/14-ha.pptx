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كَرَهَا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وَجَهَا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سَفَهَا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هَاجَرَ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هَاجَمَ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هَاتَفَ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14-ha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