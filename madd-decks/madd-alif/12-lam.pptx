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قَتَلَا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لَاحَظَ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لَاعَبَ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12-lam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