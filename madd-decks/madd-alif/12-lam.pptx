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3017520" y="1005840"/>
            <a:ext cx="3108960" cy="31089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25" name="L1 letter"/>
          <p:cNvSpPr txBox="1"/>
          <p:nvPr/>
        </p:nvSpPr>
        <p:spPr>
          <a:xfrm>
            <a:off x="3564331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13000" dirty="0"/>
          </a:p>
        </p:txBody>
      </p:sp>
      <p:sp>
        <p:nvSpPr>
          <p:cNvPr id="26" name="F1 fathah"/>
          <p:cNvSpPr txBox="1"/>
          <p:nvPr/>
        </p:nvSpPr>
        <p:spPr>
          <a:xfrm>
            <a:off x="3564331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13000" dirty="0"/>
          </a:p>
        </p:txBody>
      </p:sp>
      <p:sp>
        <p:nvSpPr>
          <p:cNvPr id="27" name="M1 alif"/>
          <p:cNvSpPr txBox="1"/>
          <p:nvPr/>
        </p:nvSpPr>
        <p:spPr>
          <a:xfrm>
            <a:off x="2090318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13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5" grpId="0"/>
      <p:bldP spid="26" grpId="0"/>
      <p:bldP spid="27" grpId="0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6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7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7800" dirty="0"/>
          </a:p>
        </p:txBody>
      </p:sp>
      <p:sp>
        <p:nvSpPr>
          <p:cNvPr id="30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7800" dirty="0"/>
          </a:p>
        </p:txBody>
      </p:sp>
      <p:sp>
        <p:nvSpPr>
          <p:cNvPr id="31" name="L2 letter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7800" dirty="0"/>
          </a:p>
        </p:txBody>
      </p:sp>
      <p:sp>
        <p:nvSpPr>
          <p:cNvPr id="32" name="F2 fathah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7800" dirty="0"/>
          </a:p>
        </p:txBody>
      </p:sp>
      <p:sp>
        <p:nvSpPr>
          <p:cNvPr id="33" name="M2 alif"/>
          <p:cNvSpPr txBox="1"/>
          <p:nvPr/>
        </p:nvSpPr>
        <p:spPr>
          <a:xfrm>
            <a:off x="378707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34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أَلَا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27" grpId="0" animBg="1"/>
      <p:bldP spid="31" grpId="0"/>
      <p:bldP spid="32" grpId="0"/>
      <p:bldP spid="33" grpId="0"/>
      <p:bldP spid="28" grpId="0" animBg="1"/>
      <p:bldP spid="34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6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7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7800" dirty="0"/>
          </a:p>
        </p:txBody>
      </p:sp>
      <p:sp>
        <p:nvSpPr>
          <p:cNvPr id="30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7800" dirty="0"/>
          </a:p>
        </p:txBody>
      </p:sp>
      <p:sp>
        <p:nvSpPr>
          <p:cNvPr id="31" name="L2 letter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7800" dirty="0"/>
          </a:p>
        </p:txBody>
      </p:sp>
      <p:sp>
        <p:nvSpPr>
          <p:cNvPr id="32" name="F2 fathah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7800" dirty="0"/>
          </a:p>
        </p:txBody>
      </p:sp>
      <p:sp>
        <p:nvSpPr>
          <p:cNvPr id="33" name="M2 alif"/>
          <p:cNvSpPr txBox="1"/>
          <p:nvPr/>
        </p:nvSpPr>
        <p:spPr>
          <a:xfrm>
            <a:off x="378707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34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بَلَا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27" grpId="0" animBg="1"/>
      <p:bldP spid="31" grpId="0"/>
      <p:bldP spid="32" grpId="0"/>
      <p:bldP spid="33" grpId="0"/>
      <p:bldP spid="28" grpId="0" animBg="1"/>
      <p:bldP spid="34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6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7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7800" dirty="0"/>
          </a:p>
        </p:txBody>
      </p:sp>
      <p:sp>
        <p:nvSpPr>
          <p:cNvPr id="30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7800" dirty="0"/>
          </a:p>
        </p:txBody>
      </p:sp>
      <p:sp>
        <p:nvSpPr>
          <p:cNvPr id="31" name="L2 letter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7800" dirty="0"/>
          </a:p>
        </p:txBody>
      </p:sp>
      <p:sp>
        <p:nvSpPr>
          <p:cNvPr id="32" name="F2 fathah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7800" dirty="0"/>
          </a:p>
        </p:txBody>
      </p:sp>
      <p:sp>
        <p:nvSpPr>
          <p:cNvPr id="33" name="M2 alif"/>
          <p:cNvSpPr txBox="1"/>
          <p:nvPr/>
        </p:nvSpPr>
        <p:spPr>
          <a:xfrm>
            <a:off x="378707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34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تَلَا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27" grpId="0" animBg="1"/>
      <p:bldP spid="31" grpId="0"/>
      <p:bldP spid="32" grpId="0"/>
      <p:bldP spid="33" grpId="0"/>
      <p:bldP spid="28" grpId="0" animBg="1"/>
      <p:bldP spid="34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6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7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7800" dirty="0"/>
          </a:p>
        </p:txBody>
      </p:sp>
      <p:sp>
        <p:nvSpPr>
          <p:cNvPr id="30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7800" dirty="0"/>
          </a:p>
        </p:txBody>
      </p:sp>
      <p:sp>
        <p:nvSpPr>
          <p:cNvPr id="31" name="L2 letter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7800" dirty="0"/>
          </a:p>
        </p:txBody>
      </p:sp>
      <p:sp>
        <p:nvSpPr>
          <p:cNvPr id="32" name="F2 fathah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7800" dirty="0"/>
          </a:p>
        </p:txBody>
      </p:sp>
      <p:sp>
        <p:nvSpPr>
          <p:cNvPr id="33" name="M2 alif"/>
          <p:cNvSpPr txBox="1"/>
          <p:nvPr/>
        </p:nvSpPr>
        <p:spPr>
          <a:xfrm>
            <a:off x="378707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34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ثَلَا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27" grpId="0" animBg="1"/>
      <p:bldP spid="31" grpId="0"/>
      <p:bldP spid="32" grpId="0"/>
      <p:bldP spid="33" grpId="0"/>
      <p:bldP spid="28" grpId="0" animBg="1"/>
      <p:bldP spid="34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6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7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7800" dirty="0"/>
          </a:p>
        </p:txBody>
      </p:sp>
      <p:sp>
        <p:nvSpPr>
          <p:cNvPr id="30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7800" dirty="0"/>
          </a:p>
        </p:txBody>
      </p:sp>
      <p:sp>
        <p:nvSpPr>
          <p:cNvPr id="31" name="L2 letter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7800" dirty="0"/>
          </a:p>
        </p:txBody>
      </p:sp>
      <p:sp>
        <p:nvSpPr>
          <p:cNvPr id="32" name="F2 fathah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7800" dirty="0"/>
          </a:p>
        </p:txBody>
      </p:sp>
      <p:sp>
        <p:nvSpPr>
          <p:cNvPr id="33" name="M2 alif"/>
          <p:cNvSpPr txBox="1"/>
          <p:nvPr/>
        </p:nvSpPr>
        <p:spPr>
          <a:xfrm>
            <a:off x="378707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34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جَلَا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27" grpId="0" animBg="1"/>
      <p:bldP spid="31" grpId="0"/>
      <p:bldP spid="32" grpId="0"/>
      <p:bldP spid="33" grpId="0"/>
      <p:bldP spid="28" grpId="0" animBg="1"/>
      <p:bldP spid="34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6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7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7800" dirty="0"/>
          </a:p>
        </p:txBody>
      </p:sp>
      <p:sp>
        <p:nvSpPr>
          <p:cNvPr id="30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7800" dirty="0"/>
          </a:p>
        </p:txBody>
      </p:sp>
      <p:sp>
        <p:nvSpPr>
          <p:cNvPr id="31" name="L2 letter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7800" dirty="0"/>
          </a:p>
        </p:txBody>
      </p:sp>
      <p:sp>
        <p:nvSpPr>
          <p:cNvPr id="32" name="F2 fathah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7800" dirty="0"/>
          </a:p>
        </p:txBody>
      </p:sp>
      <p:sp>
        <p:nvSpPr>
          <p:cNvPr id="33" name="M2 alif"/>
          <p:cNvSpPr txBox="1"/>
          <p:nvPr/>
        </p:nvSpPr>
        <p:spPr>
          <a:xfrm>
            <a:off x="378707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34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حَلَا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27" grpId="0" animBg="1"/>
      <p:bldP spid="31" grpId="0"/>
      <p:bldP spid="32" grpId="0"/>
      <p:bldP spid="33" grpId="0"/>
      <p:bldP spid="28" grpId="0" animBg="1"/>
      <p:bldP spid="34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6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7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7800" dirty="0"/>
          </a:p>
        </p:txBody>
      </p:sp>
      <p:sp>
        <p:nvSpPr>
          <p:cNvPr id="30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7800" dirty="0"/>
          </a:p>
        </p:txBody>
      </p:sp>
      <p:sp>
        <p:nvSpPr>
          <p:cNvPr id="31" name="L2 letter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7800" dirty="0"/>
          </a:p>
        </p:txBody>
      </p:sp>
      <p:sp>
        <p:nvSpPr>
          <p:cNvPr id="32" name="F2 fathah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7800" dirty="0"/>
          </a:p>
        </p:txBody>
      </p:sp>
      <p:sp>
        <p:nvSpPr>
          <p:cNvPr id="33" name="M2 alif"/>
          <p:cNvSpPr txBox="1"/>
          <p:nvPr/>
        </p:nvSpPr>
        <p:spPr>
          <a:xfrm>
            <a:off x="378707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34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خَلَا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27" grpId="0" animBg="1"/>
      <p:bldP spid="31" grpId="0"/>
      <p:bldP spid="32" grpId="0"/>
      <p:bldP spid="33" grpId="0"/>
      <p:bldP spid="28" grpId="0" animBg="1"/>
      <p:bldP spid="34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6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9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0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1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400" dirty="0"/>
          </a:p>
        </p:txBody>
      </p:sp>
      <p:sp>
        <p:nvSpPr>
          <p:cNvPr id="32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400" dirty="0"/>
          </a:p>
        </p:txBody>
      </p:sp>
      <p:sp>
        <p:nvSpPr>
          <p:cNvPr id="33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400" dirty="0"/>
          </a:p>
        </p:txBody>
      </p:sp>
      <p:sp>
        <p:nvSpPr>
          <p:cNvPr id="34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5400" dirty="0"/>
          </a:p>
        </p:txBody>
      </p:sp>
      <p:sp>
        <p:nvSpPr>
          <p:cNvPr id="35" name="L3 letter"/>
          <p:cNvSpPr txBox="1"/>
          <p:nvPr/>
        </p:nvSpPr>
        <p:spPr>
          <a:xfrm>
            <a:off x="393045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5400" dirty="0"/>
          </a:p>
        </p:txBody>
      </p:sp>
      <p:sp>
        <p:nvSpPr>
          <p:cNvPr id="36" name="F3 fathah"/>
          <p:cNvSpPr txBox="1"/>
          <p:nvPr/>
        </p:nvSpPr>
        <p:spPr>
          <a:xfrm>
            <a:off x="393045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5400" dirty="0"/>
          </a:p>
        </p:txBody>
      </p:sp>
      <p:sp>
        <p:nvSpPr>
          <p:cNvPr id="37" name="M3 alif"/>
          <p:cNvSpPr txBox="1"/>
          <p:nvPr/>
        </p:nvSpPr>
        <p:spPr>
          <a:xfrm>
            <a:off x="3318175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38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بَتَلَا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2" grpId="0"/>
      <p:bldP spid="28" grpId="0" animBg="1"/>
      <p:bldP spid="33" grpId="0"/>
      <p:bldP spid="34" grpId="0"/>
      <p:bldP spid="29" grpId="0" animBg="1"/>
      <p:bldP spid="35" grpId="0"/>
      <p:bldP spid="36" grpId="0"/>
      <p:bldP spid="37" grpId="0"/>
      <p:bldP spid="30" grpId="0" animBg="1"/>
      <p:bldP spid="38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6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9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0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1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400" dirty="0"/>
          </a:p>
        </p:txBody>
      </p:sp>
      <p:sp>
        <p:nvSpPr>
          <p:cNvPr id="32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5400" dirty="0"/>
          </a:p>
        </p:txBody>
      </p:sp>
      <p:sp>
        <p:nvSpPr>
          <p:cNvPr id="33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400" dirty="0"/>
          </a:p>
        </p:txBody>
      </p:sp>
      <p:sp>
        <p:nvSpPr>
          <p:cNvPr id="34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400" dirty="0"/>
          </a:p>
        </p:txBody>
      </p:sp>
      <p:sp>
        <p:nvSpPr>
          <p:cNvPr id="35" name="L3 letter"/>
          <p:cNvSpPr txBox="1"/>
          <p:nvPr/>
        </p:nvSpPr>
        <p:spPr>
          <a:xfrm>
            <a:off x="393045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5400" dirty="0"/>
          </a:p>
        </p:txBody>
      </p:sp>
      <p:sp>
        <p:nvSpPr>
          <p:cNvPr id="36" name="F3 fathah"/>
          <p:cNvSpPr txBox="1"/>
          <p:nvPr/>
        </p:nvSpPr>
        <p:spPr>
          <a:xfrm>
            <a:off x="393045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5400" dirty="0"/>
          </a:p>
        </p:txBody>
      </p:sp>
      <p:sp>
        <p:nvSpPr>
          <p:cNvPr id="37" name="M3 alif"/>
          <p:cNvSpPr txBox="1"/>
          <p:nvPr/>
        </p:nvSpPr>
        <p:spPr>
          <a:xfrm>
            <a:off x="3318175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38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تَبَلَا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2" grpId="0"/>
      <p:bldP spid="28" grpId="0" animBg="1"/>
      <p:bldP spid="33" grpId="0"/>
      <p:bldP spid="34" grpId="0"/>
      <p:bldP spid="29" grpId="0" animBg="1"/>
      <p:bldP spid="35" grpId="0"/>
      <p:bldP spid="36" grpId="0"/>
      <p:bldP spid="37" grpId="0"/>
      <p:bldP spid="30" grpId="0" animBg="1"/>
      <p:bldP spid="38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6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9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0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1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400" dirty="0"/>
          </a:p>
        </p:txBody>
      </p:sp>
      <p:sp>
        <p:nvSpPr>
          <p:cNvPr id="32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5400" dirty="0"/>
          </a:p>
        </p:txBody>
      </p:sp>
      <p:sp>
        <p:nvSpPr>
          <p:cNvPr id="33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400" dirty="0"/>
          </a:p>
        </p:txBody>
      </p:sp>
      <p:sp>
        <p:nvSpPr>
          <p:cNvPr id="34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400" dirty="0"/>
          </a:p>
        </p:txBody>
      </p:sp>
      <p:sp>
        <p:nvSpPr>
          <p:cNvPr id="35" name="L3 letter"/>
          <p:cNvSpPr txBox="1"/>
          <p:nvPr/>
        </p:nvSpPr>
        <p:spPr>
          <a:xfrm>
            <a:off x="393045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5400" dirty="0"/>
          </a:p>
        </p:txBody>
      </p:sp>
      <p:sp>
        <p:nvSpPr>
          <p:cNvPr id="36" name="F3 fathah"/>
          <p:cNvSpPr txBox="1"/>
          <p:nvPr/>
        </p:nvSpPr>
        <p:spPr>
          <a:xfrm>
            <a:off x="393045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5400" dirty="0"/>
          </a:p>
        </p:txBody>
      </p:sp>
      <p:sp>
        <p:nvSpPr>
          <p:cNvPr id="37" name="M3 alif"/>
          <p:cNvSpPr txBox="1"/>
          <p:nvPr/>
        </p:nvSpPr>
        <p:spPr>
          <a:xfrm>
            <a:off x="3318175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38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ثَبَلَا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2" grpId="0"/>
      <p:bldP spid="28" grpId="0" animBg="1"/>
      <p:bldP spid="33" grpId="0"/>
      <p:bldP spid="34" grpId="0"/>
      <p:bldP spid="29" grpId="0" animBg="1"/>
      <p:bldP spid="35" grpId="0"/>
      <p:bldP spid="36" grpId="0"/>
      <p:bldP spid="37" grpId="0"/>
      <p:bldP spid="30" grpId="0" animBg="1"/>
      <p:bldP spid="38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6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9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0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1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400" dirty="0"/>
          </a:p>
        </p:txBody>
      </p:sp>
      <p:sp>
        <p:nvSpPr>
          <p:cNvPr id="32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400" dirty="0"/>
          </a:p>
        </p:txBody>
      </p:sp>
      <p:sp>
        <p:nvSpPr>
          <p:cNvPr id="33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400" dirty="0"/>
          </a:p>
        </p:txBody>
      </p:sp>
      <p:sp>
        <p:nvSpPr>
          <p:cNvPr id="34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400" dirty="0"/>
          </a:p>
        </p:txBody>
      </p:sp>
      <p:sp>
        <p:nvSpPr>
          <p:cNvPr id="35" name="L3 letter"/>
          <p:cNvSpPr txBox="1"/>
          <p:nvPr/>
        </p:nvSpPr>
        <p:spPr>
          <a:xfrm>
            <a:off x="393045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5400" dirty="0"/>
          </a:p>
        </p:txBody>
      </p:sp>
      <p:sp>
        <p:nvSpPr>
          <p:cNvPr id="36" name="F3 fathah"/>
          <p:cNvSpPr txBox="1"/>
          <p:nvPr/>
        </p:nvSpPr>
        <p:spPr>
          <a:xfrm>
            <a:off x="393045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5400" dirty="0"/>
          </a:p>
        </p:txBody>
      </p:sp>
      <p:sp>
        <p:nvSpPr>
          <p:cNvPr id="37" name="M3 alif"/>
          <p:cNvSpPr txBox="1"/>
          <p:nvPr/>
        </p:nvSpPr>
        <p:spPr>
          <a:xfrm>
            <a:off x="3318175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38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جَبَلَا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2" grpId="0"/>
      <p:bldP spid="28" grpId="0" animBg="1"/>
      <p:bldP spid="33" grpId="0"/>
      <p:bldP spid="34" grpId="0"/>
      <p:bldP spid="29" grpId="0" animBg="1"/>
      <p:bldP spid="35" grpId="0"/>
      <p:bldP spid="36" grpId="0"/>
      <p:bldP spid="37" grpId="0"/>
      <p:bldP spid="30" grpId="0" animBg="1"/>
      <p:bldP spid="38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6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9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0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1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400" dirty="0"/>
          </a:p>
        </p:txBody>
      </p:sp>
      <p:sp>
        <p:nvSpPr>
          <p:cNvPr id="32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400" dirty="0"/>
          </a:p>
        </p:txBody>
      </p:sp>
      <p:sp>
        <p:nvSpPr>
          <p:cNvPr id="33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400" dirty="0"/>
          </a:p>
        </p:txBody>
      </p:sp>
      <p:sp>
        <p:nvSpPr>
          <p:cNvPr id="34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400" dirty="0"/>
          </a:p>
        </p:txBody>
      </p:sp>
      <p:sp>
        <p:nvSpPr>
          <p:cNvPr id="35" name="L3 letter"/>
          <p:cNvSpPr txBox="1"/>
          <p:nvPr/>
        </p:nvSpPr>
        <p:spPr>
          <a:xfrm>
            <a:off x="393045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5400" dirty="0"/>
          </a:p>
        </p:txBody>
      </p:sp>
      <p:sp>
        <p:nvSpPr>
          <p:cNvPr id="36" name="F3 fathah"/>
          <p:cNvSpPr txBox="1"/>
          <p:nvPr/>
        </p:nvSpPr>
        <p:spPr>
          <a:xfrm>
            <a:off x="393045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5400" dirty="0"/>
          </a:p>
        </p:txBody>
      </p:sp>
      <p:sp>
        <p:nvSpPr>
          <p:cNvPr id="37" name="M3 alif"/>
          <p:cNvSpPr txBox="1"/>
          <p:nvPr/>
        </p:nvSpPr>
        <p:spPr>
          <a:xfrm>
            <a:off x="3318175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38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حَبَلَا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2" grpId="0"/>
      <p:bldP spid="28" grpId="0" animBg="1"/>
      <p:bldP spid="33" grpId="0"/>
      <p:bldP spid="34" grpId="0"/>
      <p:bldP spid="29" grpId="0" animBg="1"/>
      <p:bldP spid="35" grpId="0"/>
      <p:bldP spid="36" grpId="0"/>
      <p:bldP spid="37" grpId="0"/>
      <p:bldP spid="30" grpId="0" animBg="1"/>
      <p:bldP spid="38" grpId="0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6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9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0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1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400" dirty="0"/>
          </a:p>
        </p:txBody>
      </p:sp>
      <p:sp>
        <p:nvSpPr>
          <p:cNvPr id="32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5400" dirty="0"/>
          </a:p>
        </p:txBody>
      </p:sp>
      <p:sp>
        <p:nvSpPr>
          <p:cNvPr id="33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400" dirty="0"/>
          </a:p>
        </p:txBody>
      </p:sp>
      <p:sp>
        <p:nvSpPr>
          <p:cNvPr id="34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400" dirty="0"/>
          </a:p>
        </p:txBody>
      </p:sp>
      <p:sp>
        <p:nvSpPr>
          <p:cNvPr id="35" name="L3 letter"/>
          <p:cNvSpPr txBox="1"/>
          <p:nvPr/>
        </p:nvSpPr>
        <p:spPr>
          <a:xfrm>
            <a:off x="393045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5400" dirty="0"/>
          </a:p>
        </p:txBody>
      </p:sp>
      <p:sp>
        <p:nvSpPr>
          <p:cNvPr id="36" name="F3 fathah"/>
          <p:cNvSpPr txBox="1"/>
          <p:nvPr/>
        </p:nvSpPr>
        <p:spPr>
          <a:xfrm>
            <a:off x="393045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5400" dirty="0"/>
          </a:p>
        </p:txBody>
      </p:sp>
      <p:sp>
        <p:nvSpPr>
          <p:cNvPr id="37" name="M3 alif"/>
          <p:cNvSpPr txBox="1"/>
          <p:nvPr/>
        </p:nvSpPr>
        <p:spPr>
          <a:xfrm>
            <a:off x="3318175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38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خَبَلَا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2" grpId="0"/>
      <p:bldP spid="28" grpId="0" animBg="1"/>
      <p:bldP spid="33" grpId="0"/>
      <p:bldP spid="34" grpId="0"/>
      <p:bldP spid="29" grpId="0" animBg="1"/>
      <p:bldP spid="35" grpId="0"/>
      <p:bldP spid="36" grpId="0"/>
      <p:bldP spid="37" grpId="0"/>
      <p:bldP spid="30" grpId="0" animBg="1"/>
      <p:bldP spid="38" grpId="0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6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9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0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1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400" dirty="0"/>
          </a:p>
        </p:txBody>
      </p:sp>
      <p:sp>
        <p:nvSpPr>
          <p:cNvPr id="32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400" dirty="0"/>
          </a:p>
        </p:txBody>
      </p:sp>
      <p:sp>
        <p:nvSpPr>
          <p:cNvPr id="33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400" dirty="0"/>
          </a:p>
        </p:txBody>
      </p:sp>
      <p:sp>
        <p:nvSpPr>
          <p:cNvPr id="34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400" dirty="0"/>
          </a:p>
        </p:txBody>
      </p:sp>
      <p:sp>
        <p:nvSpPr>
          <p:cNvPr id="35" name="L3 letter"/>
          <p:cNvSpPr txBox="1"/>
          <p:nvPr/>
        </p:nvSpPr>
        <p:spPr>
          <a:xfrm>
            <a:off x="393045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5400" dirty="0"/>
          </a:p>
        </p:txBody>
      </p:sp>
      <p:sp>
        <p:nvSpPr>
          <p:cNvPr id="36" name="F3 fathah"/>
          <p:cNvSpPr txBox="1"/>
          <p:nvPr/>
        </p:nvSpPr>
        <p:spPr>
          <a:xfrm>
            <a:off x="393045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5400" dirty="0"/>
          </a:p>
        </p:txBody>
      </p:sp>
      <p:sp>
        <p:nvSpPr>
          <p:cNvPr id="37" name="M3 alif"/>
          <p:cNvSpPr txBox="1"/>
          <p:nvPr/>
        </p:nvSpPr>
        <p:spPr>
          <a:xfrm>
            <a:off x="3318175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38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بَأَلَا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2" grpId="0"/>
      <p:bldP spid="28" grpId="0" animBg="1"/>
      <p:bldP spid="33" grpId="0"/>
      <p:bldP spid="34" grpId="0"/>
      <p:bldP spid="29" grpId="0" animBg="1"/>
      <p:bldP spid="35" grpId="0"/>
      <p:bldP spid="36" grpId="0"/>
      <p:bldP spid="37" grpId="0"/>
      <p:bldP spid="30" grpId="0" animBg="1"/>
      <p:bldP spid="38" grpId="0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Arabic madd alif 12-lam</dc:title>
  <dc:subject>PptxGenJS Presentation</dc:subject>
  <dc:creator>PptxGenJS</dc:creator>
  <cp:lastModifiedBy>PptxGenJS</cp:lastModifiedBy>
  <cp:revision>1</cp:revision>
  <dcterms:created xsi:type="dcterms:W3CDTF">2026-10-08T04:34:03Z</dcterms:created>
  <dcterms:modified xsi:type="dcterms:W3CDTF">2026-10-08T04:34:03Z</dcterms:modified>
</cp:coreProperties>
</file>