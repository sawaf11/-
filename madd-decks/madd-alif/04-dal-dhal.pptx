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سَجَدَا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عَبَدَا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وَعَدَا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قَصَدَا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دَافَعَ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دَاوَمَ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نَبَذَا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ذَاكَرَ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04-dal-dhal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