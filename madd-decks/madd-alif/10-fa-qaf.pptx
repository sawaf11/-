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بَأَفَا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بَأَقَا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10-fa-qaf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