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5" name="L1 letter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13000" dirty="0"/>
          </a:p>
        </p:txBody>
      </p:sp>
      <p:sp>
        <p:nvSpPr>
          <p:cNvPr id="26" name="F1 fathah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13000" dirty="0"/>
          </a:p>
        </p:txBody>
      </p:sp>
      <p:sp>
        <p:nvSpPr>
          <p:cNvPr id="27" name="M1 alif"/>
          <p:cNvSpPr txBox="1"/>
          <p:nvPr/>
        </p:nvSpPr>
        <p:spPr>
          <a:xfrm>
            <a:off x="2090318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3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26" grpId="0"/>
      <p:bldP spid="27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أَفَا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بَفَا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تَفَا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ثَفَا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جَفَا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حَفَا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خَفَا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5" name="L1 letter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13000" dirty="0"/>
          </a:p>
        </p:txBody>
      </p:sp>
      <p:sp>
        <p:nvSpPr>
          <p:cNvPr id="26" name="F1 fathah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13000" dirty="0"/>
          </a:p>
        </p:txBody>
      </p:sp>
      <p:sp>
        <p:nvSpPr>
          <p:cNvPr id="27" name="M1 alif"/>
          <p:cNvSpPr txBox="1"/>
          <p:nvPr/>
        </p:nvSpPr>
        <p:spPr>
          <a:xfrm>
            <a:off x="2090318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3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26" grpId="0"/>
      <p:bldP spid="27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أَقَا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بَقَا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تَقَا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ثَقَا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جَقَا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حَقَا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خَقَا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بَتَفَا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تَبَفَا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ثَبَفَا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جَبَفَا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حَبَفَا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خَبَفَا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بَأَفَا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بَتَقَا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تَبَقَا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ثَبَقَا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جَبَقَا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حَبَقَا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خَبَقَا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بَأَقَا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madd alif 10-fa-qaf</dc:title>
  <dc:subject>PptxGenJS Presentation</dc:subject>
  <dc:creator>PptxGenJS</dc:creator>
  <cp:lastModifiedBy>PptxGenJS</cp:lastModifiedBy>
  <cp:revision>1</cp:revision>
  <dcterms:created xsi:type="dcterms:W3CDTF">2026-10-08T04:34:03Z</dcterms:created>
  <dcterms:modified xsi:type="dcterms:W3CDTF">2026-10-08T04:34:03Z</dcterms:modified>
</cp:coreProperties>
</file>