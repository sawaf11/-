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كَشَفَا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عَرَفَا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فَاوَضَ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فَارَقَ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فَاتَحَ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سَرَقَا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خَلَقَا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سَبَقَا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قَاتَلَ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قَابَلَ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قَاطَعَ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10-fa-qaf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