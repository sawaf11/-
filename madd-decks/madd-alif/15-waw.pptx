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دَعَوَا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غَزَوَا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وَافَقَ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وَاجَهَ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وَاصَلَ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15-waw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