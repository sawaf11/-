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25" name="L1 letter"/>
          <p:cNvSpPr txBox="1"/>
          <p:nvPr/>
        </p:nvSpPr>
        <p:spPr>
          <a:xfrm>
            <a:off x="3564331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13000" dirty="0"/>
          </a:p>
        </p:txBody>
      </p:sp>
      <p:sp>
        <p:nvSpPr>
          <p:cNvPr id="26" name="F1 fathah"/>
          <p:cNvSpPr txBox="1"/>
          <p:nvPr/>
        </p:nvSpPr>
        <p:spPr>
          <a:xfrm>
            <a:off x="3564331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13000" dirty="0"/>
          </a:p>
        </p:txBody>
      </p:sp>
      <p:sp>
        <p:nvSpPr>
          <p:cNvPr id="27" name="M1 alif"/>
          <p:cNvSpPr txBox="1"/>
          <p:nvPr/>
        </p:nvSpPr>
        <p:spPr>
          <a:xfrm>
            <a:off x="2090318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13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/>
      <p:bldP spid="26" grpId="0"/>
      <p:bldP spid="27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دَعَوَا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غَزَوَا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49661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49661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400" dirty="0"/>
          </a:p>
        </p:txBody>
      </p:sp>
      <p:sp>
        <p:nvSpPr>
          <p:cNvPr id="33" name="M1 alif"/>
          <p:cNvSpPr txBox="1"/>
          <p:nvPr/>
        </p:nvSpPr>
        <p:spPr>
          <a:xfrm>
            <a:off x="688433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4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400" dirty="0"/>
          </a:p>
        </p:txBody>
      </p:sp>
      <p:sp>
        <p:nvSpPr>
          <p:cNvPr id="35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5400" dirty="0"/>
          </a:p>
        </p:txBody>
      </p:sp>
      <p:sp>
        <p:nvSpPr>
          <p:cNvPr id="36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400" dirty="0"/>
          </a:p>
        </p:txBody>
      </p:sp>
      <p:sp>
        <p:nvSpPr>
          <p:cNvPr id="37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وَافَقَ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33" grpId="0"/>
      <p:bldP spid="28" grpId="0" animBg="1"/>
      <p:bldP spid="34" grpId="0"/>
      <p:bldP spid="35" grpId="0"/>
      <p:bldP spid="29" grpId="0" animBg="1"/>
      <p:bldP spid="36" grpId="0"/>
      <p:bldP spid="37" grpId="0"/>
      <p:bldP spid="30" grpId="0" animBg="1"/>
      <p:bldP spid="38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49661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49661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400" dirty="0"/>
          </a:p>
        </p:txBody>
      </p:sp>
      <p:sp>
        <p:nvSpPr>
          <p:cNvPr id="33" name="M1 alif"/>
          <p:cNvSpPr txBox="1"/>
          <p:nvPr/>
        </p:nvSpPr>
        <p:spPr>
          <a:xfrm>
            <a:off x="688433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4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400" dirty="0"/>
          </a:p>
        </p:txBody>
      </p:sp>
      <p:sp>
        <p:nvSpPr>
          <p:cNvPr id="35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400" dirty="0"/>
          </a:p>
        </p:txBody>
      </p:sp>
      <p:sp>
        <p:nvSpPr>
          <p:cNvPr id="36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400" dirty="0"/>
          </a:p>
        </p:txBody>
      </p:sp>
      <p:sp>
        <p:nvSpPr>
          <p:cNvPr id="37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وَاجَهَ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33" grpId="0"/>
      <p:bldP spid="28" grpId="0" animBg="1"/>
      <p:bldP spid="34" grpId="0"/>
      <p:bldP spid="35" grpId="0"/>
      <p:bldP spid="29" grpId="0" animBg="1"/>
      <p:bldP spid="36" grpId="0"/>
      <p:bldP spid="37" grpId="0"/>
      <p:bldP spid="30" grpId="0" animBg="1"/>
      <p:bldP spid="38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49661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49661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400" dirty="0"/>
          </a:p>
        </p:txBody>
      </p:sp>
      <p:sp>
        <p:nvSpPr>
          <p:cNvPr id="33" name="M1 alif"/>
          <p:cNvSpPr txBox="1"/>
          <p:nvPr/>
        </p:nvSpPr>
        <p:spPr>
          <a:xfrm>
            <a:off x="688433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4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400" dirty="0"/>
          </a:p>
        </p:txBody>
      </p:sp>
      <p:sp>
        <p:nvSpPr>
          <p:cNvPr id="35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400" dirty="0"/>
          </a:p>
        </p:txBody>
      </p:sp>
      <p:sp>
        <p:nvSpPr>
          <p:cNvPr id="36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400" dirty="0"/>
          </a:p>
        </p:txBody>
      </p:sp>
      <p:sp>
        <p:nvSpPr>
          <p:cNvPr id="37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وَاصَلَ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33" grpId="0"/>
      <p:bldP spid="28" grpId="0" animBg="1"/>
      <p:bldP spid="34" grpId="0"/>
      <p:bldP spid="35" grpId="0"/>
      <p:bldP spid="29" grpId="0" animBg="1"/>
      <p:bldP spid="36" grpId="0"/>
      <p:bldP spid="37" grpId="0"/>
      <p:bldP spid="30" grpId="0" animBg="1"/>
      <p:bldP spid="38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words with alif alif 15-waw</dc:title>
  <dc:subject>PptxGenJS Presentation</dc:subject>
  <dc:creator>PptxGenJS</dc:creator>
  <cp:lastModifiedBy>PptxGenJS</cp:lastModifiedBy>
  <cp:revision>1</cp:revision>
  <dcterms:created xsi:type="dcterms:W3CDTF">2026-10-08T04:48:47Z</dcterms:created>
  <dcterms:modified xsi:type="dcterms:W3CDTF">2026-10-08T04:48:47Z</dcterms:modified>
</cp:coreProperties>
</file>