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رَقَصَا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نَقَصَا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فَحَصَا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صَافَحَ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صَادَقَ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قَبَضَا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فَرَضَا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ضَارَبَ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ضَاعَفَ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ضَايَقَ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07-sad-dad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