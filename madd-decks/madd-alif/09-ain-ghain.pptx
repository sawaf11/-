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رَجَعَا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قَطَعَا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سَمَعَا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عَاهَدَ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عَالَجَ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عَامَلَ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بَلَغَا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فَرَغَا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صَبَغَا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غَالَبَ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غَادَرَ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غَامَرَ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09-ain-ghain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