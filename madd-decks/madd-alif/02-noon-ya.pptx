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دَنَا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31" name="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2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33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  <p:bldP spid="27" grpId="0" animBg="1"/>
      <p:bldP spid="32" grpId="0"/>
      <p:bldP spid="33" grpId="0"/>
      <p:bldP spid="28" grpId="0" animBg="1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25" name="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13000" dirty="0"/>
          </a:p>
        </p:txBody>
      </p:sp>
      <p:sp>
        <p:nvSpPr>
          <p:cNvPr id="26" name="F1 fathah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13000" dirty="0"/>
          </a:p>
        </p:txBody>
      </p:sp>
      <p:sp>
        <p:nvSpPr>
          <p:cNvPr id="27" name="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6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7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8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29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30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31" name="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7800" dirty="0"/>
          </a:p>
        </p:txBody>
      </p:sp>
      <p:sp>
        <p:nvSpPr>
          <p:cNvPr id="32" name="F2 fathah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800" dirty="0"/>
          </a:p>
        </p:txBody>
      </p:sp>
      <p:sp>
        <p:nvSpPr>
          <p:cNvPr id="33" name="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34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هَيَا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7" grpId="0" animBg="1"/>
      <p:bldP spid="31" grpId="0"/>
      <p:bldP spid="32" grpId="0"/>
      <p:bldP spid="33" grpId="0"/>
      <p:bldP spid="28" grpId="0" animBg="1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سَكَنَا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دَفَنَا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خَزَنَا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نَاقَشَ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نَاوَلَ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49661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3" name="M1 alif"/>
          <p:cNvSpPr txBox="1"/>
          <p:nvPr/>
        </p:nvSpPr>
        <p:spPr>
          <a:xfrm>
            <a:off x="688433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4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35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36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7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نَازَعَ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28" grpId="0" animBg="1"/>
      <p:bldP spid="34" grpId="0"/>
      <p:bldP spid="35" grpId="0"/>
      <p:bldP spid="29" grpId="0" animBg="1"/>
      <p:bldP spid="36" grpId="0"/>
      <p:bldP spid="37" grpId="0"/>
      <p:bldP spid="30" grpId="0" animBg="1"/>
      <p:bldP spid="3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رَمَيَا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بَنَيَا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سَقَيَا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بَكَيَا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ound left"/>
          <p:cNvSpPr/>
          <p:nvPr/>
        </p:nvSpPr>
        <p:spPr>
          <a:xfrm>
            <a:off x="-1097280" y="4663440"/>
            <a:ext cx="4754880" cy="1371600"/>
          </a:xfrm>
          <a:prstGeom prst="ellipse">
            <a:avLst/>
          </a:prstGeom>
          <a:solidFill>
            <a:srgbClr val="5B4B9A"/>
          </a:solidFill>
          <a:ln w="12700">
            <a:solidFill>
              <a:srgbClr val="5B4B9A"/>
            </a:solidFill>
            <a:prstDash val="solid"/>
          </a:ln>
        </p:spPr>
      </p:sp>
      <p:sp>
        <p:nvSpPr>
          <p:cNvPr id="3" name="Deco ground right"/>
          <p:cNvSpPr/>
          <p:nvPr/>
        </p:nvSpPr>
        <p:spPr>
          <a:xfrm>
            <a:off x="4206240" y="4754880"/>
            <a:ext cx="5852160" cy="1371600"/>
          </a:xfrm>
          <a:prstGeom prst="ellipse">
            <a:avLst/>
          </a:prstGeom>
          <a:solidFill>
            <a:srgbClr val="7A63C4"/>
          </a:solidFill>
          <a:ln w="12700">
            <a:solidFill>
              <a:srgbClr val="7A63C4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457200" y="114300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1463040" y="777240"/>
            <a:ext cx="228600" cy="22860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2286000" y="274320"/>
            <a:ext cx="274320" cy="27432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3383280" y="64008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4754880" y="228600"/>
            <a:ext cx="228600" cy="22860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5760720" y="731520"/>
            <a:ext cx="201168" cy="201168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7"/>
          <p:cNvSpPr/>
          <p:nvPr/>
        </p:nvSpPr>
        <p:spPr>
          <a:xfrm>
            <a:off x="6766560" y="320040"/>
            <a:ext cx="256032" cy="256032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star 8"/>
          <p:cNvSpPr/>
          <p:nvPr/>
        </p:nvSpPr>
        <p:spPr>
          <a:xfrm>
            <a:off x="8549640" y="1188720"/>
            <a:ext cx="182880" cy="182880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Deco star 9"/>
          <p:cNvSpPr/>
          <p:nvPr/>
        </p:nvSpPr>
        <p:spPr>
          <a:xfrm>
            <a:off x="1737360" y="4206240"/>
            <a:ext cx="201168" cy="201168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ar 10"/>
          <p:cNvSpPr/>
          <p:nvPr/>
        </p:nvSpPr>
        <p:spPr>
          <a:xfrm>
            <a:off x="2743200" y="4526280"/>
            <a:ext cx="164592" cy="16459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star 11"/>
          <p:cNvSpPr/>
          <p:nvPr/>
        </p:nvSpPr>
        <p:spPr>
          <a:xfrm>
            <a:off x="6400800" y="4480560"/>
            <a:ext cx="182880" cy="18288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5" name="Deco star 12"/>
          <p:cNvSpPr/>
          <p:nvPr/>
        </p:nvSpPr>
        <p:spPr>
          <a:xfrm>
            <a:off x="7315200" y="4160520"/>
            <a:ext cx="219456" cy="219456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Deco moon"/>
          <p:cNvSpPr/>
          <p:nvPr/>
        </p:nvSpPr>
        <p:spPr>
          <a:xfrm>
            <a:off x="320040" y="274320"/>
            <a:ext cx="548640" cy="822960"/>
          </a:xfrm>
          <a:prstGeom prst="moon">
            <a:avLst/>
          </a:prstGeom>
          <a:solidFill>
            <a:srgbClr val="FFE48A"/>
          </a:solidFill>
          <a:ln w="12700">
            <a:solidFill>
              <a:srgbClr val="FFE48A"/>
            </a:solidFill>
            <a:prstDash val="solid"/>
          </a:ln>
        </p:spPr>
      </p:sp>
      <p:sp>
        <p:nvSpPr>
          <p:cNvPr id="17" name="Deco planet"/>
          <p:cNvSpPr/>
          <p:nvPr/>
        </p:nvSpPr>
        <p:spPr>
          <a:xfrm>
            <a:off x="7818120" y="274320"/>
            <a:ext cx="777240" cy="777240"/>
          </a:xfrm>
          <a:prstGeom prst="ellipse">
            <a:avLst/>
          </a:prstGeom>
          <a:solidFill>
            <a:srgbClr val="FF8A5B"/>
          </a:solidFill>
          <a:ln w="12700">
            <a:solidFill>
              <a:srgbClr val="FF8A5B"/>
            </a:solidFill>
            <a:prstDash val="solid"/>
          </a:ln>
        </p:spPr>
      </p:sp>
      <p:sp>
        <p:nvSpPr>
          <p:cNvPr id="18" name="Deco planet ring"/>
          <p:cNvSpPr/>
          <p:nvPr/>
        </p:nvSpPr>
        <p:spPr>
          <a:xfrm>
            <a:off x="7543800" y="530352"/>
            <a:ext cx="1325880" cy="274320"/>
          </a:xfrm>
          <a:prstGeom prst="ellipse">
            <a:avLst/>
          </a:prstGeom>
          <a:solidFill>
            <a:srgbClr val="FFD23F">
              <a:alpha val="0"/>
            </a:srgbClr>
          </a:solidFill>
          <a:ln w="38100">
            <a:solidFill>
              <a:srgbClr val="FFD23F"/>
            </a:solidFill>
            <a:prstDash val="solid"/>
          </a:ln>
        </p:spPr>
      </p:sp>
      <p:sp>
        <p:nvSpPr>
          <p:cNvPr id="19" name="Deco alien"/>
          <p:cNvSpPr/>
          <p:nvPr/>
        </p:nvSpPr>
        <p:spPr>
          <a:xfrm>
            <a:off x="365760" y="4069080"/>
            <a:ext cx="731520" cy="731520"/>
          </a:xfrm>
          <a:prstGeom prst="smileyFac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20" name="Deco rocket nose"/>
          <p:cNvSpPr/>
          <p:nvPr/>
        </p:nvSpPr>
        <p:spPr>
          <a:xfrm>
            <a:off x="8229600" y="3611880"/>
            <a:ext cx="411480" cy="320040"/>
          </a:xfrm>
          <a:prstGeom prst="triangle">
            <a:avLst/>
          </a:prstGeom>
          <a:solidFill>
            <a:srgbClr val="E8604C"/>
          </a:solidFill>
          <a:ln w="12700">
            <a:solidFill>
              <a:srgbClr val="E8604C"/>
            </a:solidFill>
            <a:prstDash val="solid"/>
          </a:ln>
        </p:spPr>
      </p:sp>
      <p:sp>
        <p:nvSpPr>
          <p:cNvPr id="21" name="Deco rocket body"/>
          <p:cNvSpPr/>
          <p:nvPr/>
        </p:nvSpPr>
        <p:spPr>
          <a:xfrm>
            <a:off x="8229600" y="3886200"/>
            <a:ext cx="411480" cy="77724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Deco rocket window"/>
          <p:cNvSpPr/>
          <p:nvPr/>
        </p:nvSpPr>
        <p:spPr>
          <a:xfrm>
            <a:off x="8321040" y="4069080"/>
            <a:ext cx="228600" cy="228600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3" name="Deco rocket flame"/>
          <p:cNvSpPr/>
          <p:nvPr/>
        </p:nvSpPr>
        <p:spPr>
          <a:xfrm rot="10800000">
            <a:off x="8275320" y="4663440"/>
            <a:ext cx="320040" cy="274320"/>
          </a:xfrm>
          <a:prstGeom prst="triangl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4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25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6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7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8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9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0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31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32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33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34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35" name="L3 letter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</a:t>
            </a:r>
            <a:endParaRPr lang="ar-SA" sz="5400" dirty="0"/>
          </a:p>
        </p:txBody>
      </p:sp>
      <p:sp>
        <p:nvSpPr>
          <p:cNvPr id="36" name="F3 fathah"/>
          <p:cNvSpPr txBox="1"/>
          <p:nvPr/>
        </p:nvSpPr>
        <p:spPr>
          <a:xfrm>
            <a:off x="393045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5400" dirty="0"/>
          </a:p>
        </p:txBody>
      </p:sp>
      <p:sp>
        <p:nvSpPr>
          <p:cNvPr id="37" name="M3 alif"/>
          <p:cNvSpPr txBox="1"/>
          <p:nvPr/>
        </p:nvSpPr>
        <p:spPr>
          <a:xfrm>
            <a:off x="331817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38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سَعَيَا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28" grpId="0" animBg="1"/>
      <p:bldP spid="33" grpId="0"/>
      <p:bldP spid="34" grpId="0"/>
      <p:bldP spid="29" grpId="0" animBg="1"/>
      <p:bldP spid="35" grpId="0"/>
      <p:bldP spid="36" grpId="0"/>
      <p:bldP spid="37" grpId="0"/>
      <p:bldP spid="30" grpId="0" animBg="1"/>
      <p:bldP spid="3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words with alif alif 02-noon-ya</dc:title>
  <dc:subject>PptxGenJS Presentation</dc:subject>
  <dc:creator>PptxGenJS</dc:creator>
  <cp:lastModifiedBy>PptxGenJS</cp:lastModifiedBy>
  <cp:revision>1</cp:revision>
  <dcterms:created xsi:type="dcterms:W3CDTF">2026-10-08T04:48:47Z</dcterms:created>
  <dcterms:modified xsi:type="dcterms:W3CDTF">2026-10-08T04:48:47Z</dcterms:modified>
</cp:coreProperties>
</file>