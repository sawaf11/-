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نَاقَشَ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نَازَعَ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02-noon-ya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