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15000" dirty="0"/>
          </a:p>
        </p:txBody>
      </p:sp>
      <p:sp>
        <p:nvSpPr>
          <p:cNvPr id="26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15000" dirty="0"/>
          </a:p>
        </p:txBody>
      </p:sp>
      <p:sp>
        <p:nvSpPr>
          <p:cNvPr id="27" name="M1 dagg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بَٰ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15000" dirty="0"/>
          </a:p>
        </p:txBody>
      </p:sp>
      <p:sp>
        <p:nvSpPr>
          <p:cNvPr id="26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15000" dirty="0"/>
          </a:p>
        </p:txBody>
      </p:sp>
      <p:sp>
        <p:nvSpPr>
          <p:cNvPr id="27" name="M1 dagg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تَٰ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15000" dirty="0"/>
          </a:p>
        </p:txBody>
      </p:sp>
      <p:sp>
        <p:nvSpPr>
          <p:cNvPr id="26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15000" dirty="0"/>
          </a:p>
        </p:txBody>
      </p:sp>
      <p:sp>
        <p:nvSpPr>
          <p:cNvPr id="27" name="M1 dagg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ثَٰ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سَتَبَٰ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تَسَبَٰ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ثَسَبَٰ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جَسَبَٰ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حَسَبَٰ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خَسَبَٰ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سَأَبَٰ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بَسَتَٰ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سَبَتَٰ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ثَبَتَٰ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جَبَتَٰ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حَبَتَٰ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خَبَتَٰ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بَأَتَٰ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بَتَثَٰ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تَبَثَٰ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سَبَثَٰ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جَبَثَٰ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حَبَثَٰ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خَبَثَٰ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بَأَثَٰ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madd dagger 01-ba-ta-tha</dc:title>
  <dc:subject>PptxGenJS Presentation</dc:subject>
  <dc:creator>PptxGenJS</dc:creator>
  <cp:lastModifiedBy>PptxGenJS</cp:lastModifiedBy>
  <cp:revision>1</cp:revision>
  <dcterms:created xsi:type="dcterms:W3CDTF">2026-10-08T04:29:36Z</dcterms:created>
  <dcterms:modified xsi:type="dcterms:W3CDTF">2026-10-08T04:29:36Z</dcterms:modified>
</cp:coreProperties>
</file>