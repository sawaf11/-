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3017520" y="1005840"/>
            <a:ext cx="3108960" cy="31089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25" name="L1 letter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13000" dirty="0"/>
          </a:p>
        </p:txBody>
      </p:sp>
      <p:sp>
        <p:nvSpPr>
          <p:cNvPr id="26" name="F1 fathah"/>
          <p:cNvSpPr txBox="1"/>
          <p:nvPr/>
        </p:nvSpPr>
        <p:spPr>
          <a:xfrm>
            <a:off x="3516782" y="10058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13000" dirty="0"/>
          </a:p>
        </p:txBody>
      </p:sp>
      <p:sp>
        <p:nvSpPr>
          <p:cNvPr id="27" name="M1 alif"/>
          <p:cNvSpPr txBox="1"/>
          <p:nvPr/>
        </p:nvSpPr>
        <p:spPr>
          <a:xfrm>
            <a:off x="2209190" y="119653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8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5" grpId="0"/>
      <p:bldP spid="26" grpId="0"/>
      <p:bldP spid="27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6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7" name="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8" name="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29" name="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8400" dirty="0"/>
          </a:p>
        </p:txBody>
      </p:sp>
      <p:sp>
        <p:nvSpPr>
          <p:cNvPr id="30" name="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8400" dirty="0"/>
          </a:p>
        </p:txBody>
      </p:sp>
      <p:sp>
        <p:nvSpPr>
          <p:cNvPr id="31" name="L2 letter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8400" dirty="0"/>
          </a:p>
        </p:txBody>
      </p:sp>
      <p:sp>
        <p:nvSpPr>
          <p:cNvPr id="32" name="F2 fathah"/>
          <p:cNvSpPr txBox="1"/>
          <p:nvPr/>
        </p:nvSpPr>
        <p:spPr>
          <a:xfrm>
            <a:off x="4666000" y="16916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8400" dirty="0"/>
          </a:p>
        </p:txBody>
      </p:sp>
      <p:sp>
        <p:nvSpPr>
          <p:cNvPr id="33" name="M2 alif"/>
          <p:cNvSpPr txBox="1"/>
          <p:nvPr/>
        </p:nvSpPr>
        <p:spPr>
          <a:xfrm>
            <a:off x="3821095" y="1814855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6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460" dirty="0"/>
          </a:p>
        </p:txBody>
      </p:sp>
      <p:sp>
        <p:nvSpPr>
          <p:cNvPr id="34" name="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خَلَ</a:t>
            </a:r>
            <a:pPr algn="ctr" indent="0" marL="0">
              <a:buNone/>
            </a:pPr>
            <a:r>
              <a:rPr lang="ar-SA" altLang="en-US" sz="58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90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30" grpId="0"/>
      <p:bldP spid="27" grpId="0" animBg="1"/>
      <p:bldP spid="31" grpId="0"/>
      <p:bldP spid="32" grpId="0"/>
      <p:bldP spid="33" grpId="0"/>
      <p:bldP spid="28" grpId="0" animBg="1"/>
      <p:bldP spid="3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ound left"/>
          <p:cNvSpPr/>
          <p:nvPr/>
        </p:nvSpPr>
        <p:spPr>
          <a:xfrm>
            <a:off x="-1097280" y="4663440"/>
            <a:ext cx="4754880" cy="1371600"/>
          </a:xfrm>
          <a:prstGeom prst="ellipse">
            <a:avLst/>
          </a:prstGeom>
          <a:solidFill>
            <a:srgbClr val="5B4B9A"/>
          </a:solidFill>
          <a:ln w="12700">
            <a:solidFill>
              <a:srgbClr val="5B4B9A"/>
            </a:solidFill>
            <a:prstDash val="solid"/>
          </a:ln>
        </p:spPr>
      </p:sp>
      <p:sp>
        <p:nvSpPr>
          <p:cNvPr id="3" name="Deco ground right"/>
          <p:cNvSpPr/>
          <p:nvPr/>
        </p:nvSpPr>
        <p:spPr>
          <a:xfrm>
            <a:off x="4206240" y="4754880"/>
            <a:ext cx="5852160" cy="1371600"/>
          </a:xfrm>
          <a:prstGeom prst="ellipse">
            <a:avLst/>
          </a:prstGeom>
          <a:solidFill>
            <a:srgbClr val="7A63C4"/>
          </a:solidFill>
          <a:ln w="12700">
            <a:solidFill>
              <a:srgbClr val="7A63C4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457200" y="114300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1463040" y="777240"/>
            <a:ext cx="228600" cy="22860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2286000" y="274320"/>
            <a:ext cx="274320" cy="27432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3383280" y="64008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4754880" y="228600"/>
            <a:ext cx="228600" cy="22860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5760720" y="731520"/>
            <a:ext cx="201168" cy="201168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7"/>
          <p:cNvSpPr/>
          <p:nvPr/>
        </p:nvSpPr>
        <p:spPr>
          <a:xfrm>
            <a:off x="6766560" y="320040"/>
            <a:ext cx="256032" cy="256032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1" name="Deco star 8"/>
          <p:cNvSpPr/>
          <p:nvPr/>
        </p:nvSpPr>
        <p:spPr>
          <a:xfrm>
            <a:off x="8549640" y="1188720"/>
            <a:ext cx="182880" cy="182880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Deco star 9"/>
          <p:cNvSpPr/>
          <p:nvPr/>
        </p:nvSpPr>
        <p:spPr>
          <a:xfrm>
            <a:off x="1737360" y="4206240"/>
            <a:ext cx="201168" cy="201168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ar 10"/>
          <p:cNvSpPr/>
          <p:nvPr/>
        </p:nvSpPr>
        <p:spPr>
          <a:xfrm>
            <a:off x="2743200" y="4526280"/>
            <a:ext cx="164592" cy="16459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star 11"/>
          <p:cNvSpPr/>
          <p:nvPr/>
        </p:nvSpPr>
        <p:spPr>
          <a:xfrm>
            <a:off x="6400800" y="4480560"/>
            <a:ext cx="182880" cy="182880"/>
          </a:xfrm>
          <a:prstGeom prst="star5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5" name="Deco star 12"/>
          <p:cNvSpPr/>
          <p:nvPr/>
        </p:nvSpPr>
        <p:spPr>
          <a:xfrm>
            <a:off x="7315200" y="4160520"/>
            <a:ext cx="219456" cy="219456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Deco moon"/>
          <p:cNvSpPr/>
          <p:nvPr/>
        </p:nvSpPr>
        <p:spPr>
          <a:xfrm>
            <a:off x="320040" y="274320"/>
            <a:ext cx="548640" cy="822960"/>
          </a:xfrm>
          <a:prstGeom prst="moon">
            <a:avLst/>
          </a:prstGeom>
          <a:solidFill>
            <a:srgbClr val="FFE48A"/>
          </a:solidFill>
          <a:ln w="12700">
            <a:solidFill>
              <a:srgbClr val="FFE48A"/>
            </a:solidFill>
            <a:prstDash val="solid"/>
          </a:ln>
        </p:spPr>
      </p:sp>
      <p:sp>
        <p:nvSpPr>
          <p:cNvPr id="17" name="Deco planet"/>
          <p:cNvSpPr/>
          <p:nvPr/>
        </p:nvSpPr>
        <p:spPr>
          <a:xfrm>
            <a:off x="7818120" y="274320"/>
            <a:ext cx="777240" cy="777240"/>
          </a:xfrm>
          <a:prstGeom prst="ellipse">
            <a:avLst/>
          </a:prstGeom>
          <a:solidFill>
            <a:srgbClr val="FF8A5B"/>
          </a:solidFill>
          <a:ln w="12700">
            <a:solidFill>
              <a:srgbClr val="FF8A5B"/>
            </a:solidFill>
            <a:prstDash val="solid"/>
          </a:ln>
        </p:spPr>
      </p:sp>
      <p:sp>
        <p:nvSpPr>
          <p:cNvPr id="18" name="Deco planet ring"/>
          <p:cNvSpPr/>
          <p:nvPr/>
        </p:nvSpPr>
        <p:spPr>
          <a:xfrm>
            <a:off x="7543800" y="530352"/>
            <a:ext cx="1325880" cy="274320"/>
          </a:xfrm>
          <a:prstGeom prst="ellipse">
            <a:avLst/>
          </a:prstGeom>
          <a:solidFill>
            <a:srgbClr val="FFD23F">
              <a:alpha val="0"/>
            </a:srgbClr>
          </a:solidFill>
          <a:ln w="38100">
            <a:solidFill>
              <a:srgbClr val="FFD23F"/>
            </a:solidFill>
            <a:prstDash val="solid"/>
          </a:ln>
        </p:spPr>
      </p:sp>
      <p:sp>
        <p:nvSpPr>
          <p:cNvPr id="19" name="Deco alien"/>
          <p:cNvSpPr/>
          <p:nvPr/>
        </p:nvSpPr>
        <p:spPr>
          <a:xfrm>
            <a:off x="365760" y="4069080"/>
            <a:ext cx="731520" cy="731520"/>
          </a:xfrm>
          <a:prstGeom prst="smileyFace">
            <a:avLst/>
          </a:prstGeom>
          <a:solidFill>
            <a:srgbClr val="8ED98F"/>
          </a:solidFill>
          <a:ln w="12700">
            <a:solidFill>
              <a:srgbClr val="8ED98F"/>
            </a:solidFill>
            <a:prstDash val="solid"/>
          </a:ln>
        </p:spPr>
      </p:sp>
      <p:sp>
        <p:nvSpPr>
          <p:cNvPr id="20" name="Deco rocket nose"/>
          <p:cNvSpPr/>
          <p:nvPr/>
        </p:nvSpPr>
        <p:spPr>
          <a:xfrm>
            <a:off x="8229600" y="3611880"/>
            <a:ext cx="411480" cy="320040"/>
          </a:xfrm>
          <a:prstGeom prst="triangle">
            <a:avLst/>
          </a:prstGeom>
          <a:solidFill>
            <a:srgbClr val="E8604C"/>
          </a:solidFill>
          <a:ln w="12700">
            <a:solidFill>
              <a:srgbClr val="E8604C"/>
            </a:solidFill>
            <a:prstDash val="solid"/>
          </a:ln>
        </p:spPr>
      </p:sp>
      <p:sp>
        <p:nvSpPr>
          <p:cNvPr id="21" name="Deco rocket body"/>
          <p:cNvSpPr/>
          <p:nvPr/>
        </p:nvSpPr>
        <p:spPr>
          <a:xfrm>
            <a:off x="8229600" y="3886200"/>
            <a:ext cx="411480" cy="777240"/>
          </a:xfrm>
          <a:prstGeom prst="roundRect">
            <a:avLst>
              <a:gd name="adj" fmla="val 1777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Deco rocket window"/>
          <p:cNvSpPr/>
          <p:nvPr/>
        </p:nvSpPr>
        <p:spPr>
          <a:xfrm>
            <a:off x="8321040" y="4069080"/>
            <a:ext cx="228600" cy="228600"/>
          </a:xfrm>
          <a:prstGeom prst="ellipse">
            <a:avLst/>
          </a:prstGeom>
          <a:solidFill>
            <a:srgbClr val="3A8FD9"/>
          </a:solidFill>
          <a:ln w="12700">
            <a:solidFill>
              <a:srgbClr val="3A8FD9"/>
            </a:solidFill>
            <a:prstDash val="solid"/>
          </a:ln>
        </p:spPr>
      </p:sp>
      <p:sp>
        <p:nvSpPr>
          <p:cNvPr id="23" name="Deco rocket flame"/>
          <p:cNvSpPr/>
          <p:nvPr/>
        </p:nvSpPr>
        <p:spPr>
          <a:xfrm rot="10800000">
            <a:off x="8275320" y="4663440"/>
            <a:ext cx="320040" cy="274320"/>
          </a:xfrm>
          <a:prstGeom prst="triangl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4" name="Circle 1"/>
          <p:cNvSpPr/>
          <p:nvPr/>
        </p:nvSpPr>
        <p:spPr>
          <a:xfrm>
            <a:off x="726948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25" name="Circle 2"/>
          <p:cNvSpPr/>
          <p:nvPr/>
        </p:nvSpPr>
        <p:spPr>
          <a:xfrm>
            <a:off x="548640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6" name="Circle 3"/>
          <p:cNvSpPr/>
          <p:nvPr/>
        </p:nvSpPr>
        <p:spPr>
          <a:xfrm>
            <a:off x="3703320" y="1920240"/>
            <a:ext cx="1280160" cy="12801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7" name="Result panel"/>
          <p:cNvSpPr/>
          <p:nvPr/>
        </p:nvSpPr>
        <p:spPr>
          <a:xfrm>
            <a:off x="594360" y="1645920"/>
            <a:ext cx="233172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8" name="P1 plus"/>
          <p:cNvSpPr/>
          <p:nvPr/>
        </p:nvSpPr>
        <p:spPr>
          <a:xfrm>
            <a:off x="684428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29" name="P2 plus"/>
          <p:cNvSpPr/>
          <p:nvPr/>
        </p:nvSpPr>
        <p:spPr>
          <a:xfrm>
            <a:off x="5061204" y="2386584"/>
            <a:ext cx="347472" cy="347472"/>
          </a:xfrm>
          <a:prstGeom prst="mathPlus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0" name="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31" name="L1 letter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000" dirty="0"/>
          </a:p>
        </p:txBody>
      </p:sp>
      <p:sp>
        <p:nvSpPr>
          <p:cNvPr id="32" name="F1 fathah"/>
          <p:cNvSpPr txBox="1"/>
          <p:nvPr/>
        </p:nvSpPr>
        <p:spPr>
          <a:xfrm>
            <a:off x="726948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000" dirty="0"/>
          </a:p>
        </p:txBody>
      </p:sp>
      <p:sp>
        <p:nvSpPr>
          <p:cNvPr id="33" name="L2 letter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6000" dirty="0"/>
          </a:p>
        </p:txBody>
      </p:sp>
      <p:sp>
        <p:nvSpPr>
          <p:cNvPr id="34" name="F2 fathah"/>
          <p:cNvSpPr txBox="1"/>
          <p:nvPr/>
        </p:nvSpPr>
        <p:spPr>
          <a:xfrm>
            <a:off x="5486400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000" dirty="0"/>
          </a:p>
        </p:txBody>
      </p:sp>
      <p:sp>
        <p:nvSpPr>
          <p:cNvPr id="35" name="L3 letter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6000" dirty="0"/>
          </a:p>
        </p:txBody>
      </p:sp>
      <p:sp>
        <p:nvSpPr>
          <p:cNvPr id="36" name="F3 fathah"/>
          <p:cNvSpPr txBox="1"/>
          <p:nvPr/>
        </p:nvSpPr>
        <p:spPr>
          <a:xfrm>
            <a:off x="3933749" y="1920240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000" dirty="0"/>
          </a:p>
        </p:txBody>
      </p:sp>
      <p:sp>
        <p:nvSpPr>
          <p:cNvPr id="37" name="M3 alif"/>
          <p:cNvSpPr txBox="1"/>
          <p:nvPr/>
        </p:nvSpPr>
        <p:spPr>
          <a:xfrm>
            <a:off x="3330245" y="2008251"/>
            <a:ext cx="1280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38" name="R result"/>
          <p:cNvSpPr txBox="1"/>
          <p:nvPr/>
        </p:nvSpPr>
        <p:spPr>
          <a:xfrm>
            <a:off x="594360" y="1645920"/>
            <a:ext cx="2331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بَأَلَ</a:t>
            </a:r>
            <a:pPr algn="ctr" indent="0" marL="0">
              <a:buNone/>
            </a:pPr>
            <a:r>
              <a:rPr lang="ar-SA" altLang="en-US" sz="429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2" grpId="0"/>
      <p:bldP spid="28" grpId="0" animBg="1"/>
      <p:bldP spid="33" grpId="0"/>
      <p:bldP spid="34" grpId="0"/>
      <p:bldP spid="29" grpId="0" animBg="1"/>
      <p:bldP spid="35" grpId="0"/>
      <p:bldP spid="36" grpId="0"/>
      <p:bldP spid="37" grpId="0"/>
      <p:bldP spid="30" grpId="0" animBg="1"/>
      <p:bldP spid="38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Arabic madd dagger 12-lam</dc:title>
  <dc:subject>PptxGenJS Presentation</dc:subject>
  <dc:creator>PptxGenJS</dc:creator>
  <cp:lastModifiedBy>PptxGenJS</cp:lastModifiedBy>
  <cp:revision>1</cp:revision>
  <dcterms:created xsi:type="dcterms:W3CDTF">2026-10-08T04:34:40Z</dcterms:created>
  <dcterms:modified xsi:type="dcterms:W3CDTF">2026-10-08T04:34:40Z</dcterms:modified>
</cp:coreProperties>
</file>