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قَتَلَ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12-lam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