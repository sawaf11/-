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1" name="L2 letter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32" name="F2 fathah"/>
          <p:cNvSpPr txBox="1"/>
          <p:nvPr/>
        </p:nvSpPr>
        <p:spPr>
          <a:xfrm>
            <a:off x="46660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33" name="M2 alif"/>
          <p:cNvSpPr txBox="1"/>
          <p:nvPr/>
        </p:nvSpPr>
        <p:spPr>
          <a:xfrm>
            <a:off x="382109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16782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209190" y="119653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84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8400" dirty="0"/>
          </a:p>
        </p:txBody>
      </p:sp>
      <p:sp>
        <p:nvSpPr>
          <p:cNvPr id="30" name="F1 fathah"/>
          <p:cNvSpPr txBox="1"/>
          <p:nvPr/>
        </p:nvSpPr>
        <p:spPr>
          <a:xfrm>
            <a:off x="70434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8400" dirty="0"/>
          </a:p>
        </p:txBody>
      </p:sp>
      <p:sp>
        <p:nvSpPr>
          <p:cNvPr id="31" name="M1 alif"/>
          <p:cNvSpPr txBox="1"/>
          <p:nvPr/>
        </p:nvSpPr>
        <p:spPr>
          <a:xfrm>
            <a:off x="6198535" y="1814855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6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6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84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84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r>
              <a:rPr lang="ar-SA" altLang="en-US" sz="585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لَمَسَ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غَرَسَ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نَقَشَ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فَتَشَ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0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35" name="L3 letter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36" name="F3 fathah"/>
          <p:cNvSpPr txBox="1"/>
          <p:nvPr/>
        </p:nvSpPr>
        <p:spPr>
          <a:xfrm>
            <a:off x="393374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37" name="M3 alif"/>
          <p:cNvSpPr txBox="1"/>
          <p:nvPr/>
        </p:nvSpPr>
        <p:spPr>
          <a:xfrm>
            <a:off x="333024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خَدَشَ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000" dirty="0"/>
          </a:p>
        </p:txBody>
      </p:sp>
      <p:sp>
        <p:nvSpPr>
          <p:cNvPr id="32" name="F1 fathah"/>
          <p:cNvSpPr txBox="1"/>
          <p:nvPr/>
        </p:nvSpPr>
        <p:spPr>
          <a:xfrm>
            <a:off x="7499909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000" dirty="0"/>
          </a:p>
        </p:txBody>
      </p:sp>
      <p:sp>
        <p:nvSpPr>
          <p:cNvPr id="33" name="M1 alif"/>
          <p:cNvSpPr txBox="1"/>
          <p:nvPr/>
        </p:nvSpPr>
        <p:spPr>
          <a:xfrm>
            <a:off x="6896405" y="2008251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9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0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0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0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r>
              <a:rPr lang="ar-SA" altLang="en-US" sz="429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dagger 06-seen-sheen</dc:title>
  <dc:subject>PptxGenJS Presentation</dc:subject>
  <dc:creator>PptxGenJS</dc:creator>
  <cp:lastModifiedBy>PptxGenJS</cp:lastModifiedBy>
  <cp:revision>1</cp:revision>
  <dcterms:created xsi:type="dcterms:W3CDTF">2026-10-08T04:48:54Z</dcterms:created>
  <dcterms:modified xsi:type="dcterms:W3CDTF">2026-10-08T04:48:54Z</dcterms:modified>
</cp:coreProperties>
</file>