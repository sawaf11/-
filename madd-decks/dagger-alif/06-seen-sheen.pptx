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كَسَ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31" name="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لَمَسَ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غَرَسَ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نَقَشَ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فَتَشَ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خَدَشَ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49990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33" name="M1 alif"/>
          <p:cNvSpPr txBox="1"/>
          <p:nvPr/>
        </p:nvSpPr>
        <p:spPr>
          <a:xfrm>
            <a:off x="689640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words with alif dagger 06-seen-sheen</dc:title>
  <dc:subject>PptxGenJS Presentation</dc:subject>
  <dc:creator>PptxGenJS</dc:creator>
  <cp:lastModifiedBy>PptxGenJS</cp:lastModifiedBy>
  <cp:revision>1</cp:revision>
  <dcterms:created xsi:type="dcterms:W3CDTF">2026-10-08T04:48:54Z</dcterms:created>
  <dcterms:modified xsi:type="dcterms:W3CDTF">2026-10-08T04:48:54Z</dcterms:modified>
</cp:coreProperties>
</file>