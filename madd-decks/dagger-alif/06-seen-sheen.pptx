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5000" dirty="0"/>
          </a:p>
        </p:txBody>
      </p:sp>
      <p:sp>
        <p:nvSpPr>
          <p:cNvPr id="26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5000" dirty="0"/>
          </a:p>
        </p:txBody>
      </p:sp>
      <p:sp>
        <p:nvSpPr>
          <p:cNvPr id="27" name="M1 dagg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15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31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32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33" name="M2 dagg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90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خَشَٰ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35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36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37" name="M3 dagg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شَٰ</a:t>
            </a:r>
            <a:endParaRPr lang="ar-SA" sz="66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بَأَشَٰ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06-seen-sheen</dc:title>
  <dc:subject>PptxGenJS Presentation</dc:subject>
  <dc:creator>PptxGenJS</dc:creator>
  <cp:lastModifiedBy>PptxGenJS</cp:lastModifiedBy>
  <cp:revision>1</cp:revision>
  <dcterms:created xsi:type="dcterms:W3CDTF">2026-10-08T04:29:36Z</dcterms:created>
  <dcterms:modified xsi:type="dcterms:W3CDTF">2026-10-08T04:29:36Z</dcterms:modified>
</cp:coreProperties>
</file>