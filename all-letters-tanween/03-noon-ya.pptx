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نَشًا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نَطًا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نَغًا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نَكًا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بَنَتٍ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تَنَثٌ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جَنَحٍ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حَنَخٌ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دَنَذٍ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ذَنَرٌ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زَنَسٍ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سَنَشٌ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صَنَضٍ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ضَنَطٌ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ظَنَعٍ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عَنَغٌ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فَنَقٍ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قَنَكٌ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لَنَمٍ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مَنَأٌ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يَرًا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يَشًا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يَغًا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يَنًا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بَيَتٍ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تَيَثٌ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ثَيَجًا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جَيَحٍ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حَيَخٌ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خَيَدًا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دَيَذٍ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ذَيَرٌ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رَيَزًا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زَيَسٍ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سَيَشٌ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شَيَصًا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صَيَضٍ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ضَيَطٌ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طَيَظًا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ظَيَعٍ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عَيَغٌ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غَيَفًا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فَيَقٍ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قَيَكٌ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كَيَلًا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لَيَمٍ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مَيَنٌ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نَيَهًا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هَيَوٍ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وَيَأٌ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03-noon-ya</dc:title>
  <dc:subject>PptxGenJS Presentation</dc:subject>
  <dc:creator>PptxGenJS</dc:creator>
  <cp:lastModifiedBy>PptxGenJS</cp:lastModifiedBy>
  <cp:revision>1</cp:revision>
  <dcterms:created xsi:type="dcterms:W3CDTF">2026-10-10T05:02:43Z</dcterms:created>
  <dcterms:modified xsi:type="dcterms:W3CDTF">2026-10-10T05:02:43Z</dcterms:modified>
</cp:coreProperties>
</file>