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notesMasterIdLst>
    <p:notesMasterId r:id="rId7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viewProps" Target="viewProps.xml"/><Relationship Id="rId77" Type="http://schemas.openxmlformats.org/officeDocument/2006/relationships/theme" Target="theme/theme1.xml"/><Relationship Id="rId7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15000" dirty="0"/>
          </a:p>
        </p:txBody>
      </p:sp>
      <p:sp>
        <p:nvSpPr>
          <p:cNvPr id="14" name="F1 tanween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15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أً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مَأً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مَبٍ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مَتٌ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مَثًا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مَجٍ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مَحٌ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مَخًا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مَدٍ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مَذٌ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مَرًا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مَزٍ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مَسٌ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مَشًا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مَصٍ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مَضٌ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مَطًا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مَظٍ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مَعٌ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مَغًا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مَفٍ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مَقٌ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مَكًا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مَلٍ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أَمَبًا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بَمَتٍ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تَمَثٌ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ثَمَجًا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جَمَحٍ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حَمَخٌ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خَمَدًا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دَمَذٍ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ذَمَرٌ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رَمَزًا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زَمَسٍ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سَمَشٌ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شَمَصًا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صَمَضٍ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ضَمَطٌ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طَمَظًا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ظَمَعٍ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عَمَغٌ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غَمَفًا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فَمَقٍ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كٌ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قَمَكٌ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لًا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كَمَلًا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tanween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2" name="F2 tanween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tanween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أٍ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لَمَأٍ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أَمًا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ثَمًا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خَمًا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رَمًا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شَمًا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غَمًا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مٌ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قَمٌ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مًا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كَمًا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DDF1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8ED98F"/>
          </a:solidFill>
          <a:ln w="12700">
            <a:solidFill>
              <a:srgbClr val="8ED98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6CCB7A"/>
          </a:solidFill>
          <a:ln w="12700">
            <a:solidFill>
              <a:srgbClr val="6CCB7A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F2FAFF"/>
          </a:solidFill>
          <a:ln w="12700">
            <a:solidFill>
              <a:srgbClr val="F2FAFF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9EC4"/>
          </a:solidFill>
          <a:ln w="12700">
            <a:solidFill>
              <a:srgbClr val="FF9EC4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tanween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tanween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مٍ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لَمٍ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72</Slides>
  <Notes>72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tanween 14-meem</dc:title>
  <dc:subject>PptxGenJS Presentation</dc:subject>
  <dc:creator>PptxGenJS</dc:creator>
  <cp:lastModifiedBy>PptxGenJS</cp:lastModifiedBy>
  <cp:revision>1</cp:revision>
  <dcterms:created xsi:type="dcterms:W3CDTF">2026-10-10T05:02:44Z</dcterms:created>
  <dcterms:modified xsi:type="dcterms:W3CDTF">2026-10-10T05:02:44Z</dcterms:modified>
</cp:coreProperties>
</file>