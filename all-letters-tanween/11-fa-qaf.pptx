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slideMasters/slideMaster101.xml" ContentType="application/vnd.openxmlformats-officedocument.presentationml.slideMaster+xml"/>
  <Override PartName="/ppt/slides/slide101.xml" ContentType="application/vnd.openxmlformats-officedocument.presentationml.slide+xml"/>
  <Override PartName="/ppt/slideMasters/slideMaster102.xml" ContentType="application/vnd.openxmlformats-officedocument.presentationml.slideMaster+xml"/>
  <Override PartName="/ppt/slides/slide102.xml" ContentType="application/vnd.openxmlformats-officedocument.presentationml.slide+xml"/>
  <Override PartName="/ppt/slideMasters/slideMaster103.xml" ContentType="application/vnd.openxmlformats-officedocument.presentationml.slideMaster+xml"/>
  <Override PartName="/ppt/slides/slide103.xml" ContentType="application/vnd.openxmlformats-officedocument.presentationml.slide+xml"/>
  <Override PartName="/ppt/slideMasters/slideMaster104.xml" ContentType="application/vnd.openxmlformats-officedocument.presentationml.slideMaster+xml"/>
  <Override PartName="/ppt/slides/slide104.xml" ContentType="application/vnd.openxmlformats-officedocument.presentationml.slide+xml"/>
  <Override PartName="/ppt/slideMasters/slideMaster105.xml" ContentType="application/vnd.openxmlformats-officedocument.presentationml.slideMaster+xml"/>
  <Override PartName="/ppt/slides/slide105.xml" ContentType="application/vnd.openxmlformats-officedocument.presentationml.slide+xml"/>
  <Override PartName="/ppt/slideMasters/slideMaster106.xml" ContentType="application/vnd.openxmlformats-officedocument.presentationml.slideMaster+xml"/>
  <Override PartName="/ppt/slides/slide106.xml" ContentType="application/vnd.openxmlformats-officedocument.presentationml.slide+xml"/>
  <Override PartName="/ppt/slideMasters/slideMaster107.xml" ContentType="application/vnd.openxmlformats-officedocument.presentationml.slideMaster+xml"/>
  <Override PartName="/ppt/slides/slide107.xml" ContentType="application/vnd.openxmlformats-officedocument.presentationml.slide+xml"/>
  <Override PartName="/ppt/slideMasters/slideMaster108.xml" ContentType="application/vnd.openxmlformats-officedocument.presentationml.slideMaster+xml"/>
  <Override PartName="/ppt/slides/slide108.xml" ContentType="application/vnd.openxmlformats-officedocument.presentationml.slide+xml"/>
  <Override PartName="/ppt/slideMasters/slideMaster109.xml" ContentType="application/vnd.openxmlformats-officedocument.presentationml.slideMaster+xml"/>
  <Override PartName="/ppt/slides/slide109.xml" ContentType="application/vnd.openxmlformats-officedocument.presentationml.slide+xml"/>
  <Override PartName="/ppt/slideMasters/slideMaster110.xml" ContentType="application/vnd.openxmlformats-officedocument.presentationml.slideMaster+xml"/>
  <Override PartName="/ppt/slides/slide110.xml" ContentType="application/vnd.openxmlformats-officedocument.presentationml.slide+xml"/>
  <Override PartName="/ppt/slideMasters/slideMaster111.xml" ContentType="application/vnd.openxmlformats-officedocument.presentationml.slideMaster+xml"/>
  <Override PartName="/ppt/slides/slide111.xml" ContentType="application/vnd.openxmlformats-officedocument.presentationml.slide+xml"/>
  <Override PartName="/ppt/slideMasters/slideMaster112.xml" ContentType="application/vnd.openxmlformats-officedocument.presentationml.slideMaster+xml"/>
  <Override PartName="/ppt/slides/slide112.xml" ContentType="application/vnd.openxmlformats-officedocument.presentationml.slide+xml"/>
  <Override PartName="/ppt/slideMasters/slideMaster113.xml" ContentType="application/vnd.openxmlformats-officedocument.presentationml.slideMaster+xml"/>
  <Override PartName="/ppt/slides/slide113.xml" ContentType="application/vnd.openxmlformats-officedocument.presentationml.slide+xml"/>
  <Override PartName="/ppt/slideMasters/slideMaster114.xml" ContentType="application/vnd.openxmlformats-officedocument.presentationml.slideMaster+xml"/>
  <Override PartName="/ppt/slides/slide114.xml" ContentType="application/vnd.openxmlformats-officedocument.presentationml.slide+xml"/>
  <Override PartName="/ppt/slideMasters/slideMaster115.xml" ContentType="application/vnd.openxmlformats-officedocument.presentationml.slideMaster+xml"/>
  <Override PartName="/ppt/slides/slide115.xml" ContentType="application/vnd.openxmlformats-officedocument.presentationml.slide+xml"/>
  <Override PartName="/ppt/slideMasters/slideMaster116.xml" ContentType="application/vnd.openxmlformats-officedocument.presentationml.slideMaster+xml"/>
  <Override PartName="/ppt/slides/slide116.xml" ContentType="application/vnd.openxmlformats-officedocument.presentationml.slide+xml"/>
  <Override PartName="/ppt/slideMasters/slideMaster117.xml" ContentType="application/vnd.openxmlformats-officedocument.presentationml.slideMaster+xml"/>
  <Override PartName="/ppt/slides/slide117.xml" ContentType="application/vnd.openxmlformats-officedocument.presentationml.slide+xml"/>
  <Override PartName="/ppt/slideMasters/slideMaster118.xml" ContentType="application/vnd.openxmlformats-officedocument.presentationml.slideMaster+xml"/>
  <Override PartName="/ppt/slides/slide118.xml" ContentType="application/vnd.openxmlformats-officedocument.presentationml.slide+xml"/>
  <Override PartName="/ppt/slideMasters/slideMaster119.xml" ContentType="application/vnd.openxmlformats-officedocument.presentationml.slideMaster+xml"/>
  <Override PartName="/ppt/slides/slide119.xml" ContentType="application/vnd.openxmlformats-officedocument.presentationml.slide+xml"/>
  <Override PartName="/ppt/slideMasters/slideMaster120.xml" ContentType="application/vnd.openxmlformats-officedocument.presentationml.slideMaster+xml"/>
  <Override PartName="/ppt/slides/slide120.xml" ContentType="application/vnd.openxmlformats-officedocument.presentationml.slide+xml"/>
  <Override PartName="/ppt/slideMasters/slideMaster121.xml" ContentType="application/vnd.openxmlformats-officedocument.presentationml.slideMaster+xml"/>
  <Override PartName="/ppt/slides/slide121.xml" ContentType="application/vnd.openxmlformats-officedocument.presentationml.slide+xml"/>
  <Override PartName="/ppt/slideMasters/slideMaster122.xml" ContentType="application/vnd.openxmlformats-officedocument.presentationml.slideMaster+xml"/>
  <Override PartName="/ppt/slides/slide122.xml" ContentType="application/vnd.openxmlformats-officedocument.presentationml.slide+xml"/>
  <Override PartName="/ppt/slideMasters/slideMaster123.xml" ContentType="application/vnd.openxmlformats-officedocument.presentationml.slideMaster+xml"/>
  <Override PartName="/ppt/slides/slide1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  <p:sldId id="378" r:id="rId124"/>
  </p:sldIdLst>
  <p:notesMasterIdLst>
    <p:notesMasterId r:id="rId12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slide" Target="slides/slide108.xml"/><Relationship Id="rId110" Type="http://schemas.openxmlformats.org/officeDocument/2006/relationships/slide" Target="slides/slide109.xml"/><Relationship Id="rId111" Type="http://schemas.openxmlformats.org/officeDocument/2006/relationships/slide" Target="slides/slide110.xml"/><Relationship Id="rId112" Type="http://schemas.openxmlformats.org/officeDocument/2006/relationships/slide" Target="slides/slide111.xml"/><Relationship Id="rId113" Type="http://schemas.openxmlformats.org/officeDocument/2006/relationships/slide" Target="slides/slide112.xml"/><Relationship Id="rId114" Type="http://schemas.openxmlformats.org/officeDocument/2006/relationships/slide" Target="slides/slide113.xml"/><Relationship Id="rId115" Type="http://schemas.openxmlformats.org/officeDocument/2006/relationships/slide" Target="slides/slide114.xml"/><Relationship Id="rId116" Type="http://schemas.openxmlformats.org/officeDocument/2006/relationships/slide" Target="slides/slide115.xml"/><Relationship Id="rId117" Type="http://schemas.openxmlformats.org/officeDocument/2006/relationships/slide" Target="slides/slide116.xml"/><Relationship Id="rId118" Type="http://schemas.openxmlformats.org/officeDocument/2006/relationships/slide" Target="slides/slide117.xml"/><Relationship Id="rId119" Type="http://schemas.openxmlformats.org/officeDocument/2006/relationships/slide" Target="slides/slide118.xml"/><Relationship Id="rId120" Type="http://schemas.openxmlformats.org/officeDocument/2006/relationships/slide" Target="slides/slide119.xml"/><Relationship Id="rId121" Type="http://schemas.openxmlformats.org/officeDocument/2006/relationships/slide" Target="slides/slide120.xml"/><Relationship Id="rId122" Type="http://schemas.openxmlformats.org/officeDocument/2006/relationships/slide" Target="slides/slide121.xml"/><Relationship Id="rId123" Type="http://schemas.openxmlformats.org/officeDocument/2006/relationships/slide" Target="slides/slide122.xml"/><Relationship Id="rId124" Type="http://schemas.openxmlformats.org/officeDocument/2006/relationships/slide" Target="slides/slide123.xml"/><Relationship Id="rId125" Type="http://schemas.openxmlformats.org/officeDocument/2006/relationships/notesMaster" Target="notesMasters/notesMaster1.xml"/><Relationship Id="rId126" Type="http://schemas.openxmlformats.org/officeDocument/2006/relationships/presProps" Target="presProps.xml"/><Relationship Id="rId127" Type="http://schemas.openxmlformats.org/officeDocument/2006/relationships/viewProps" Target="viewProps.xml"/><Relationship Id="rId128" Type="http://schemas.openxmlformats.org/officeDocument/2006/relationships/theme" Target="theme/theme1.xml"/><Relationship Id="rId1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_rels/notesSlide1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1.xml"/>
		</Relationships>
</file>

<file path=ppt/notesSlides/_rels/notesSlide1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2.xml"/>
		</Relationships>
</file>

<file path=ppt/notesSlides/_rels/notesSlide1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3.xml"/>
		</Relationships>
</file>

<file path=ppt/notesSlides/_rels/notesSlide1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4.xml"/>
		</Relationships>
</file>

<file path=ppt/notesSlides/_rels/notesSlide1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5.xml"/>
		</Relationships>
</file>

<file path=ppt/notesSlides/_rels/notesSlide1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6.xml"/>
		</Relationships>
</file>

<file path=ppt/notesSlides/_rels/notesSlide1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7.xml"/>
		</Relationships>
</file>

<file path=ppt/notesSlides/_rels/notesSlide1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8.xml"/>
		</Relationships>
</file>

<file path=ppt/notesSlides/_rels/notesSlide1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9.xml"/>
		</Relationships>
</file>

<file path=ppt/notesSlides/_rels/notesSlide1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0.xml"/>
		</Relationships>
</file>

<file path=ppt/notesSlides/_rels/notesSlide1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1.xml"/>
		</Relationships>
</file>

<file path=ppt/notesSlides/_rels/notesSlide1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2.xml"/>
		</Relationships>
</file>

<file path=ppt/notesSlides/_rels/notesSlide1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3.xml"/>
		</Relationships>
</file>

<file path=ppt/notesSlides/_rels/notesSlide1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4.xml"/>
		</Relationships>
</file>

<file path=ppt/notesSlides/_rels/notesSlide1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5.xml"/>
		</Relationships>
</file>

<file path=ppt/notesSlides/_rels/notesSlide1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6.xml"/>
		</Relationships>
</file>

<file path=ppt/notesSlides/_rels/notesSlide1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7.xml"/>
		</Relationships>
</file>

<file path=ppt/notesSlides/_rels/notesSlide1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8.xml"/>
		</Relationships>
</file>

<file path=ppt/notesSlides/_rels/notesSlide1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9.xml"/>
		</Relationships>
</file>

<file path=ppt/notesSlides/_rels/notesSlide1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0.xml"/>
		</Relationships>
</file>

<file path=ppt/notesSlides/_rels/notesSlide1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1.xml"/>
		</Relationships>
</file>

<file path=ppt/notesSlides/_rels/notesSlide1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2.xml"/>
		</Relationships>
</file>

<file path=ppt/notesSlides/_rels/notesSlide1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L1 letter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15000" dirty="0"/>
          </a:p>
        </p:txBody>
      </p:sp>
      <p:sp>
        <p:nvSpPr>
          <p:cNvPr id="14" name="F1 tanween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فًا</a:t>
            </a:r>
            <a:endParaRPr lang="ar-SA" sz="15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L1 letter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15000" dirty="0"/>
          </a:p>
        </p:txBody>
      </p:sp>
      <p:sp>
        <p:nvSpPr>
          <p:cNvPr id="14" name="F1 tanween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فٍ</a:t>
            </a:r>
            <a:endParaRPr lang="ar-SA" sz="15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L1 letter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15000" dirty="0"/>
          </a:p>
        </p:txBody>
      </p:sp>
      <p:sp>
        <p:nvSpPr>
          <p:cNvPr id="14" name="F1 tanween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فٌ</a:t>
            </a:r>
            <a:endParaRPr lang="ar-SA" sz="15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أً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فَأً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بٍ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فَبٍ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تٌ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فَتٌ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ثًا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فَثًا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جٍ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فَجٍ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حٌ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فَحٌ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خًا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فَخًا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دٍ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فَدٍ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ذٌ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فَذٌ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رًا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فَرًا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زٍ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فَزٍ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سٌ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فَسٌ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شًا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فَشًا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صٍ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فَصٍ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ضٌ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فَضٌ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طًا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فَطًا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ظٍ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فَظٍ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عٌ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فَعٌ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غًا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فَغًا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20" name="F1 tanwee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600" dirty="0"/>
          </a:p>
        </p:txBody>
      </p:sp>
      <p:sp>
        <p:nvSpPr>
          <p:cNvPr id="22" name="F2 tanwee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4" name="F3 tanwee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بًا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أَفَبًا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0" name="F1 tanwee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600" dirty="0"/>
          </a:p>
        </p:txBody>
      </p:sp>
      <p:sp>
        <p:nvSpPr>
          <p:cNvPr id="22" name="F2 tanwee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4" name="F3 tanwee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تٍ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بَفَتٍ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0" name="F1 tanwee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600" dirty="0"/>
          </a:p>
        </p:txBody>
      </p:sp>
      <p:sp>
        <p:nvSpPr>
          <p:cNvPr id="22" name="F2 tanwee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24" name="F3 tanwee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ثٌ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تَفَثٌ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20" name="F1 tanwee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600" dirty="0"/>
          </a:p>
        </p:txBody>
      </p:sp>
      <p:sp>
        <p:nvSpPr>
          <p:cNvPr id="22" name="F2 tanwee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24" name="F3 tanwee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جًا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ثَفَجًا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20" name="F1 tanwee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600" dirty="0"/>
          </a:p>
        </p:txBody>
      </p:sp>
      <p:sp>
        <p:nvSpPr>
          <p:cNvPr id="22" name="F2 tanwee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24" name="F3 tanwee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حٍ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جَفَحٍ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20" name="F1 tanwee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600" dirty="0"/>
          </a:p>
        </p:txBody>
      </p:sp>
      <p:sp>
        <p:nvSpPr>
          <p:cNvPr id="22" name="F2 tanwee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24" name="F3 tanwee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خٌ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حَفَخٌ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20" name="F1 tanwee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600" dirty="0"/>
          </a:p>
        </p:txBody>
      </p:sp>
      <p:sp>
        <p:nvSpPr>
          <p:cNvPr id="22" name="F2 tanwee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24" name="F3 tanwee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دًا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خَفَدًا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20" name="F1 tanwee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600" dirty="0"/>
          </a:p>
        </p:txBody>
      </p:sp>
      <p:sp>
        <p:nvSpPr>
          <p:cNvPr id="22" name="F2 tanwee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600" dirty="0"/>
          </a:p>
        </p:txBody>
      </p:sp>
      <p:sp>
        <p:nvSpPr>
          <p:cNvPr id="24" name="F3 tanwee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ذٍ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دَفَذٍ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600" dirty="0"/>
          </a:p>
        </p:txBody>
      </p:sp>
      <p:sp>
        <p:nvSpPr>
          <p:cNvPr id="20" name="F1 tanwee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600" dirty="0"/>
          </a:p>
        </p:txBody>
      </p:sp>
      <p:sp>
        <p:nvSpPr>
          <p:cNvPr id="22" name="F2 tanwee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600" dirty="0"/>
          </a:p>
        </p:txBody>
      </p:sp>
      <p:sp>
        <p:nvSpPr>
          <p:cNvPr id="24" name="F3 tanwee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رٌ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ذَفَرٌ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600" dirty="0"/>
          </a:p>
        </p:txBody>
      </p:sp>
      <p:sp>
        <p:nvSpPr>
          <p:cNvPr id="20" name="F1 tanwee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600" dirty="0"/>
          </a:p>
        </p:txBody>
      </p:sp>
      <p:sp>
        <p:nvSpPr>
          <p:cNvPr id="22" name="F2 tanwee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600" dirty="0"/>
          </a:p>
        </p:txBody>
      </p:sp>
      <p:sp>
        <p:nvSpPr>
          <p:cNvPr id="24" name="F3 tanwee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زًا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رَفَزًا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600" dirty="0"/>
          </a:p>
        </p:txBody>
      </p:sp>
      <p:sp>
        <p:nvSpPr>
          <p:cNvPr id="20" name="F1 tanwee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600" dirty="0"/>
          </a:p>
        </p:txBody>
      </p:sp>
      <p:sp>
        <p:nvSpPr>
          <p:cNvPr id="22" name="F2 tanwee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600" dirty="0"/>
          </a:p>
        </p:txBody>
      </p:sp>
      <p:sp>
        <p:nvSpPr>
          <p:cNvPr id="24" name="F3 tanwee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سٍ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زَفَسٍ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600" dirty="0"/>
          </a:p>
        </p:txBody>
      </p:sp>
      <p:sp>
        <p:nvSpPr>
          <p:cNvPr id="20" name="F1 tanwee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600" dirty="0"/>
          </a:p>
        </p:txBody>
      </p:sp>
      <p:sp>
        <p:nvSpPr>
          <p:cNvPr id="22" name="F2 tanwee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6600" dirty="0"/>
          </a:p>
        </p:txBody>
      </p:sp>
      <p:sp>
        <p:nvSpPr>
          <p:cNvPr id="24" name="F3 tanwee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شٌ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سَفَشٌ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6600" dirty="0"/>
          </a:p>
        </p:txBody>
      </p:sp>
      <p:sp>
        <p:nvSpPr>
          <p:cNvPr id="20" name="F1 tanwee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600" dirty="0"/>
          </a:p>
        </p:txBody>
      </p:sp>
      <p:sp>
        <p:nvSpPr>
          <p:cNvPr id="22" name="F2 tanwee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6600" dirty="0"/>
          </a:p>
        </p:txBody>
      </p:sp>
      <p:sp>
        <p:nvSpPr>
          <p:cNvPr id="24" name="F3 tanwee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صًا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شَفَصًا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6600" dirty="0"/>
          </a:p>
        </p:txBody>
      </p:sp>
      <p:sp>
        <p:nvSpPr>
          <p:cNvPr id="20" name="F1 tanwee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600" dirty="0"/>
          </a:p>
        </p:txBody>
      </p:sp>
      <p:sp>
        <p:nvSpPr>
          <p:cNvPr id="22" name="F2 tanwee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6600" dirty="0"/>
          </a:p>
        </p:txBody>
      </p:sp>
      <p:sp>
        <p:nvSpPr>
          <p:cNvPr id="24" name="F3 tanwee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ضٍ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صَفَضٍ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6600" dirty="0"/>
          </a:p>
        </p:txBody>
      </p:sp>
      <p:sp>
        <p:nvSpPr>
          <p:cNvPr id="20" name="F1 tanwee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600" dirty="0"/>
          </a:p>
        </p:txBody>
      </p:sp>
      <p:sp>
        <p:nvSpPr>
          <p:cNvPr id="22" name="F2 tanwee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600" dirty="0"/>
          </a:p>
        </p:txBody>
      </p:sp>
      <p:sp>
        <p:nvSpPr>
          <p:cNvPr id="24" name="F3 tanwee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طٌ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ضَفَطٌ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600" dirty="0"/>
          </a:p>
        </p:txBody>
      </p:sp>
      <p:sp>
        <p:nvSpPr>
          <p:cNvPr id="20" name="F1 tanwee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600" dirty="0"/>
          </a:p>
        </p:txBody>
      </p:sp>
      <p:sp>
        <p:nvSpPr>
          <p:cNvPr id="22" name="F2 tanwee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600" dirty="0"/>
          </a:p>
        </p:txBody>
      </p:sp>
      <p:sp>
        <p:nvSpPr>
          <p:cNvPr id="24" name="F3 tanwee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ظًا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طَفَظًا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600" dirty="0"/>
          </a:p>
        </p:txBody>
      </p:sp>
      <p:sp>
        <p:nvSpPr>
          <p:cNvPr id="20" name="F1 tanwee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600" dirty="0"/>
          </a:p>
        </p:txBody>
      </p:sp>
      <p:sp>
        <p:nvSpPr>
          <p:cNvPr id="22" name="F2 tanwee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6600" dirty="0"/>
          </a:p>
        </p:txBody>
      </p:sp>
      <p:sp>
        <p:nvSpPr>
          <p:cNvPr id="24" name="F3 tanwee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عٍ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ظَفَعٍ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6600" dirty="0"/>
          </a:p>
        </p:txBody>
      </p:sp>
      <p:sp>
        <p:nvSpPr>
          <p:cNvPr id="20" name="F1 tanwee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600" dirty="0"/>
          </a:p>
        </p:txBody>
      </p:sp>
      <p:sp>
        <p:nvSpPr>
          <p:cNvPr id="22" name="F2 tanwee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6600" dirty="0"/>
          </a:p>
        </p:txBody>
      </p:sp>
      <p:sp>
        <p:nvSpPr>
          <p:cNvPr id="24" name="F3 tanwee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غٌ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عَفَغٌ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6600" dirty="0"/>
          </a:p>
        </p:txBody>
      </p:sp>
      <p:sp>
        <p:nvSpPr>
          <p:cNvPr id="20" name="F1 tanwee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600" dirty="0"/>
          </a:p>
        </p:txBody>
      </p:sp>
      <p:sp>
        <p:nvSpPr>
          <p:cNvPr id="22" name="F2 tanwee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24" name="F3 tanwee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أً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غَفَأً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فًا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أَفًا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فٍ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بَفٍ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فٌ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تَفٌ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فًا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ثَفًا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فٍ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جَفٍ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فٌ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حَفٌ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فًا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خَفًا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فٍ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دَفٍ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فٌ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ذَفٌ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فًا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رَفًا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فٍ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زَفٍ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فٌ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سَفٌ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فًا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شَفًا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فٍ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صَفٍ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فٌ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ضَفٌ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فًا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طَفًا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فٍ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ظَفٍ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فٌ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عَفٌ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فًا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غَفًا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L1 letter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15000" dirty="0"/>
          </a:p>
        </p:txBody>
      </p:sp>
      <p:sp>
        <p:nvSpPr>
          <p:cNvPr id="14" name="F1 tanween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قًا</a:t>
            </a:r>
            <a:endParaRPr lang="ar-SA" sz="15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L1 letter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15000" dirty="0"/>
          </a:p>
        </p:txBody>
      </p:sp>
      <p:sp>
        <p:nvSpPr>
          <p:cNvPr id="14" name="F1 tanween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قٍ</a:t>
            </a:r>
            <a:endParaRPr lang="ar-SA" sz="15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L1 letter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15000" dirty="0"/>
          </a:p>
        </p:txBody>
      </p:sp>
      <p:sp>
        <p:nvSpPr>
          <p:cNvPr id="14" name="F1 tanween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قٌ</a:t>
            </a:r>
            <a:endParaRPr lang="ar-SA" sz="15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أً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قَأً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بٍ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قَبٍ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تٌ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قَتٌ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ثًا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قَثًا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جٍ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قَجٍ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حٌ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قَحٌ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خًا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قَخًا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دٍ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قَدٍ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ذٌ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قَذٌ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رًا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قَرًا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زٍ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قَزٍ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سٌ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قَسٌ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شًا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قَشًا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صٍ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قَصٍ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ضٌ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قَضٌ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طًا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قَطًا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ظٍ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قَظٍ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عٌ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قَعٌ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غًا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قَغًا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فٍ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قَفٍ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20" name="F1 tanwee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600" dirty="0"/>
          </a:p>
        </p:txBody>
      </p:sp>
      <p:sp>
        <p:nvSpPr>
          <p:cNvPr id="22" name="F2 tanwee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4" name="F3 tanwee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بًا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أَقَبًا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0" name="F1 tanwee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600" dirty="0"/>
          </a:p>
        </p:txBody>
      </p:sp>
      <p:sp>
        <p:nvSpPr>
          <p:cNvPr id="22" name="F2 tanwee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4" name="F3 tanwee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تٍ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بَقَتٍ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0" name="F1 tanwee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600" dirty="0"/>
          </a:p>
        </p:txBody>
      </p:sp>
      <p:sp>
        <p:nvSpPr>
          <p:cNvPr id="22" name="F2 tanwee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24" name="F3 tanwee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ثٌ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تَقَثٌ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20" name="F1 tanwee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600" dirty="0"/>
          </a:p>
        </p:txBody>
      </p:sp>
      <p:sp>
        <p:nvSpPr>
          <p:cNvPr id="22" name="F2 tanwee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24" name="F3 tanwee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جًا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ثَقَجًا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20" name="F1 tanwee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600" dirty="0"/>
          </a:p>
        </p:txBody>
      </p:sp>
      <p:sp>
        <p:nvSpPr>
          <p:cNvPr id="22" name="F2 tanwee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24" name="F3 tanwee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حٍ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جَقَحٍ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20" name="F1 tanwee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600" dirty="0"/>
          </a:p>
        </p:txBody>
      </p:sp>
      <p:sp>
        <p:nvSpPr>
          <p:cNvPr id="22" name="F2 tanwee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24" name="F3 tanwee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خٌ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حَقَخٌ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20" name="F1 tanwee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600" dirty="0"/>
          </a:p>
        </p:txBody>
      </p:sp>
      <p:sp>
        <p:nvSpPr>
          <p:cNvPr id="22" name="F2 tanwee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24" name="F3 tanwee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دًا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خَقَدًا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20" name="F1 tanwee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600" dirty="0"/>
          </a:p>
        </p:txBody>
      </p:sp>
      <p:sp>
        <p:nvSpPr>
          <p:cNvPr id="22" name="F2 tanwee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600" dirty="0"/>
          </a:p>
        </p:txBody>
      </p:sp>
      <p:sp>
        <p:nvSpPr>
          <p:cNvPr id="24" name="F3 tanwee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ذٍ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دَقَذٍ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600" dirty="0"/>
          </a:p>
        </p:txBody>
      </p:sp>
      <p:sp>
        <p:nvSpPr>
          <p:cNvPr id="20" name="F1 tanwee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600" dirty="0"/>
          </a:p>
        </p:txBody>
      </p:sp>
      <p:sp>
        <p:nvSpPr>
          <p:cNvPr id="22" name="F2 tanwee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600" dirty="0"/>
          </a:p>
        </p:txBody>
      </p:sp>
      <p:sp>
        <p:nvSpPr>
          <p:cNvPr id="24" name="F3 tanwee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رٌ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ذَقَرٌ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600" dirty="0"/>
          </a:p>
        </p:txBody>
      </p:sp>
      <p:sp>
        <p:nvSpPr>
          <p:cNvPr id="20" name="F1 tanwee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600" dirty="0"/>
          </a:p>
        </p:txBody>
      </p:sp>
      <p:sp>
        <p:nvSpPr>
          <p:cNvPr id="22" name="F2 tanwee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600" dirty="0"/>
          </a:p>
        </p:txBody>
      </p:sp>
      <p:sp>
        <p:nvSpPr>
          <p:cNvPr id="24" name="F3 tanwee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زًا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رَقَزًا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600" dirty="0"/>
          </a:p>
        </p:txBody>
      </p:sp>
      <p:sp>
        <p:nvSpPr>
          <p:cNvPr id="20" name="F1 tanwee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600" dirty="0"/>
          </a:p>
        </p:txBody>
      </p:sp>
      <p:sp>
        <p:nvSpPr>
          <p:cNvPr id="22" name="F2 tanwee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600" dirty="0"/>
          </a:p>
        </p:txBody>
      </p:sp>
      <p:sp>
        <p:nvSpPr>
          <p:cNvPr id="24" name="F3 tanwee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سٍ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زَقَسٍ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600" dirty="0"/>
          </a:p>
        </p:txBody>
      </p:sp>
      <p:sp>
        <p:nvSpPr>
          <p:cNvPr id="20" name="F1 tanwee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600" dirty="0"/>
          </a:p>
        </p:txBody>
      </p:sp>
      <p:sp>
        <p:nvSpPr>
          <p:cNvPr id="22" name="F2 tanwee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6600" dirty="0"/>
          </a:p>
        </p:txBody>
      </p:sp>
      <p:sp>
        <p:nvSpPr>
          <p:cNvPr id="24" name="F3 tanwee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شٌ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سَقَشٌ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6600" dirty="0"/>
          </a:p>
        </p:txBody>
      </p:sp>
      <p:sp>
        <p:nvSpPr>
          <p:cNvPr id="20" name="F1 tanwee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600" dirty="0"/>
          </a:p>
        </p:txBody>
      </p:sp>
      <p:sp>
        <p:nvSpPr>
          <p:cNvPr id="22" name="F2 tanwee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6600" dirty="0"/>
          </a:p>
        </p:txBody>
      </p:sp>
      <p:sp>
        <p:nvSpPr>
          <p:cNvPr id="24" name="F3 tanwee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صًا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شَقَصًا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6600" dirty="0"/>
          </a:p>
        </p:txBody>
      </p:sp>
      <p:sp>
        <p:nvSpPr>
          <p:cNvPr id="20" name="F1 tanwee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600" dirty="0"/>
          </a:p>
        </p:txBody>
      </p:sp>
      <p:sp>
        <p:nvSpPr>
          <p:cNvPr id="22" name="F2 tanwee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6600" dirty="0"/>
          </a:p>
        </p:txBody>
      </p:sp>
      <p:sp>
        <p:nvSpPr>
          <p:cNvPr id="24" name="F3 tanwee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ضٍ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صَقَضٍ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6600" dirty="0"/>
          </a:p>
        </p:txBody>
      </p:sp>
      <p:sp>
        <p:nvSpPr>
          <p:cNvPr id="20" name="F1 tanwee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600" dirty="0"/>
          </a:p>
        </p:txBody>
      </p:sp>
      <p:sp>
        <p:nvSpPr>
          <p:cNvPr id="22" name="F2 tanwee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600" dirty="0"/>
          </a:p>
        </p:txBody>
      </p:sp>
      <p:sp>
        <p:nvSpPr>
          <p:cNvPr id="24" name="F3 tanwee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طٌ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ضَقَطٌ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600" dirty="0"/>
          </a:p>
        </p:txBody>
      </p:sp>
      <p:sp>
        <p:nvSpPr>
          <p:cNvPr id="20" name="F1 tanwee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600" dirty="0"/>
          </a:p>
        </p:txBody>
      </p:sp>
      <p:sp>
        <p:nvSpPr>
          <p:cNvPr id="22" name="F2 tanwee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600" dirty="0"/>
          </a:p>
        </p:txBody>
      </p:sp>
      <p:sp>
        <p:nvSpPr>
          <p:cNvPr id="24" name="F3 tanwee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ظًا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طَقَظًا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600" dirty="0"/>
          </a:p>
        </p:txBody>
      </p:sp>
      <p:sp>
        <p:nvSpPr>
          <p:cNvPr id="20" name="F1 tanwee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600" dirty="0"/>
          </a:p>
        </p:txBody>
      </p:sp>
      <p:sp>
        <p:nvSpPr>
          <p:cNvPr id="22" name="F2 tanwee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6600" dirty="0"/>
          </a:p>
        </p:txBody>
      </p:sp>
      <p:sp>
        <p:nvSpPr>
          <p:cNvPr id="24" name="F3 tanwee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عٍ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ظَقَعٍ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6600" dirty="0"/>
          </a:p>
        </p:txBody>
      </p:sp>
      <p:sp>
        <p:nvSpPr>
          <p:cNvPr id="20" name="F1 tanwee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600" dirty="0"/>
          </a:p>
        </p:txBody>
      </p:sp>
      <p:sp>
        <p:nvSpPr>
          <p:cNvPr id="22" name="F2 tanwee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6600" dirty="0"/>
          </a:p>
        </p:txBody>
      </p:sp>
      <p:sp>
        <p:nvSpPr>
          <p:cNvPr id="24" name="F3 tanwee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غٌ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عَقَغٌ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6600" dirty="0"/>
          </a:p>
        </p:txBody>
      </p:sp>
      <p:sp>
        <p:nvSpPr>
          <p:cNvPr id="20" name="F1 tanwee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600" dirty="0"/>
          </a:p>
        </p:txBody>
      </p:sp>
      <p:sp>
        <p:nvSpPr>
          <p:cNvPr id="22" name="F2 tanwee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600" dirty="0"/>
          </a:p>
        </p:txBody>
      </p:sp>
      <p:sp>
        <p:nvSpPr>
          <p:cNvPr id="24" name="F3 tanwee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فًا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غَقَفًا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600" dirty="0"/>
          </a:p>
        </p:txBody>
      </p:sp>
      <p:sp>
        <p:nvSpPr>
          <p:cNvPr id="20" name="F1 tanwee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600" dirty="0"/>
          </a:p>
        </p:txBody>
      </p:sp>
      <p:sp>
        <p:nvSpPr>
          <p:cNvPr id="22" name="F2 tanwee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24" name="F3 tanwee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أٍ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فَقَأٍ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قًا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أَقًا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قٍ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بَقٍ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قٌ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تَقٌ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قًا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ثَقًا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8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قٍ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جَقٍ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9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قٌ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حَقٌ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0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قًا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خَقًا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1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قٍ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دَقٍ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2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قٌ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ذَقٌ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3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قًا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رَقًا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4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قٍ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زَقٍ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5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قٌ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سَقٌ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6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قًا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شَقًا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7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قٍ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صَقٍ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8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قٌ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ضَقٌ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9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قًا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طَقًا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0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قٍ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ظَقٍ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1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قٌ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عَقٌ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2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قًا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غَقًا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3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قٍ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فَقٍ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123</Slides>
  <Notes>123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123</vt:i4>
      </vt:variant>
    </vt:vector>
  </HeadingPairs>
  <TitlesOfParts>
    <vt:vector size="1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  <vt:lpstr>Slide 111</vt:lpstr>
      <vt:lpstr>Slide 112</vt:lpstr>
      <vt:lpstr>Slide 113</vt:lpstr>
      <vt:lpstr>Slide 114</vt:lpstr>
      <vt:lpstr>Slide 115</vt:lpstr>
      <vt:lpstr>Slide 116</vt:lpstr>
      <vt:lpstr>Slide 117</vt:lpstr>
      <vt:lpstr>Slide 118</vt:lpstr>
      <vt:lpstr>Slide 119</vt:lpstr>
      <vt:lpstr>Slide 120</vt:lpstr>
      <vt:lpstr>Slide 121</vt:lpstr>
      <vt:lpstr>Slide 122</vt:lpstr>
      <vt:lpstr>Slide 123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Arabic letters with tanween 11-fa-qaf</dc:title>
  <dc:subject>PptxGenJS Presentation</dc:subject>
  <dc:creator>PptxGenJS</dc:creator>
  <cp:lastModifiedBy>PptxGenJS</cp:lastModifiedBy>
  <cp:revision>1</cp:revision>
  <dcterms:created xsi:type="dcterms:W3CDTF">2026-10-10T05:02:43Z</dcterms:created>
  <dcterms:modified xsi:type="dcterms:W3CDTF">2026-10-10T05:02:43Z</dcterms:modified>
</cp:coreProperties>
</file>