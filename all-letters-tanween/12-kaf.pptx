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</p:sldIdLst>
  <p:notesMasterIdLst>
    <p:notesMasterId r:id="rId6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notesMaster" Target="notesMasters/notesMaster1.xml"/><Relationship Id="rId69" Type="http://schemas.openxmlformats.org/officeDocument/2006/relationships/presProps" Target="presProps.xml"/><Relationship Id="rId70" Type="http://schemas.openxmlformats.org/officeDocument/2006/relationships/viewProps" Target="viewProps.xml"/><Relationship Id="rId71" Type="http://schemas.openxmlformats.org/officeDocument/2006/relationships/theme" Target="theme/theme1.xml"/><Relationship Id="rId7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كًا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كٍ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كٌ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كَأً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كَبٍ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كَتٌ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كَثًا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كَجٍ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كَحٌ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كَخًا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كَدٍ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كَذٌ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كَرًا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كَزٍ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كَسٌ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كَشًا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كَصٍ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كَضٌ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كَطًا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كَظٍ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كَعٌ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كَغًا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كَفٍ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كَقٌ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أَكَبًا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بَكَتٍ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تَكَثٌ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ثَكَجًا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جَكَحٍ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حَكَخٌ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خَكَدًا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دَكَذٍ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ذَكَرٌ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رَكَزًا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زَكَسٍ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سَكَشٌ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شَكَصًا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صَكَضٍ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ضَكَطٌ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طَكَظًا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ظَكَعٍ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عَكَغٌ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غَكَفًا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فَكَقٍ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قَكَأٌ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أَكًا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بَكٍ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تَكٌ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ثَكًا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جَكٍ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حَكٌ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خَكًا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دَكٍ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ذَكٌ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زَكٍ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سَكٌ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شَكًا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صَكٍ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ضَكٌ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طَكًا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ظَكٍ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عَكٌ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غَكًا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فَكٍ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قَكٌ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66</Slides>
  <Notes>66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6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tanween 12-kaf</dc:title>
  <dc:subject>PptxGenJS Presentation</dc:subject>
  <dc:creator>PptxGenJS</dc:creator>
  <cp:lastModifiedBy>PptxGenJS</cp:lastModifiedBy>
  <cp:revision>1</cp:revision>
  <dcterms:created xsi:type="dcterms:W3CDTF">2026-10-10T05:02:44Z</dcterms:created>
  <dcterms:modified xsi:type="dcterms:W3CDTF">2026-10-10T05:02:44Z</dcterms:modified>
</cp:coreProperties>
</file>