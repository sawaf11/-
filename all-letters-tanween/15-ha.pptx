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15000" dirty="0"/>
          </a:p>
        </p:txBody>
      </p:sp>
      <p:sp>
        <p:nvSpPr>
          <p:cNvPr id="14" name="F1 tanween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هًا</a:t>
            </a:r>
            <a:endParaRPr lang="ar-SA" sz="1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15000" dirty="0"/>
          </a:p>
        </p:txBody>
      </p:sp>
      <p:sp>
        <p:nvSpPr>
          <p:cNvPr id="14" name="F1 tanween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هٍ</a:t>
            </a:r>
            <a:endParaRPr lang="ar-SA" sz="1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15000" dirty="0"/>
          </a:p>
        </p:txBody>
      </p:sp>
      <p:sp>
        <p:nvSpPr>
          <p:cNvPr id="14" name="F1 tanween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هٌ</a:t>
            </a:r>
            <a:endParaRPr lang="ar-SA" sz="1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أً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هَأً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هَبٍ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هَتٌ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هَثًا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هَجٍ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هَحٌ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هَخًا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تًا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بَهَتًا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بٍ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تَهَبٍ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بٌ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ثَهَبٌ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بًا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جَهَبًا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بٍ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حَهَبٍ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بٌ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خَهَبٌ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أً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بَهَأً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أَهًا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بَهٍ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تَهٌ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ثَهًا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جَهٍ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حَهٌ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خَهًا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letters with tanween 15-ha</dc:title>
  <dc:subject>PptxGenJS Presentation</dc:subject>
  <dc:creator>PptxGenJS</dc:creator>
  <cp:lastModifiedBy>PptxGenJS</cp:lastModifiedBy>
  <cp:revision>1</cp:revision>
  <dcterms:created xsi:type="dcterms:W3CDTF">2026-10-10T04:55:27Z</dcterms:created>
  <dcterms:modified xsi:type="dcterms:W3CDTF">2026-10-10T04:55:27Z</dcterms:modified>
</cp:coreProperties>
</file>