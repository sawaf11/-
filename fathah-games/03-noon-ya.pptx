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show: the buttons work by tapping or clicking. A wrong answer opens a 'try again' slide that goes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1 · Find the fathah. Answer: نَ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1 · Find the fathah. Answer: يَ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نَ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نَ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يَ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يَ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نَدَ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نَظَ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يَكَ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يَضَ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صَنَعَ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وَيَنَعَ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نَبَتَ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whoosh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Lnk1" Type="http://schemas.openxmlformats.org/officeDocument/2006/relationships/slide" Target="slide3.xml"/><Relationship Id="rIdLnk2" Type="http://schemas.openxmlformats.org/officeDocument/2006/relationships/slide" Target="slide3.xml"/><Relationship Id="rIdLnk3" Type="http://schemas.openxmlformats.org/officeDocument/2006/relationships/slide" Target="slide3.xml"/><Relationship Id="rIdLnk4" Type="http://schemas.openxmlformats.org/officeDocument/2006/relationships/slide" Target="slide4.xml"/><Relationship Id="rIdLnk5" Type="http://schemas.openxmlformats.org/officeDocument/2006/relationships/slide" Target="slide4.xml"/><Relationship Id="rIdLnk6" Type="http://schemas.openxmlformats.org/officeDocument/2006/relationships/slide" Target="slide4.xml"/><Relationship Id="rIdLnk7" Type="http://schemas.openxmlformats.org/officeDocument/2006/relationships/slide" Target="slide4.xml"/><Relationship Id="rIdLnk8" Type="http://schemas.openxmlformats.org/officeDocument/2006/relationships/slide" Target="slide4.xml"/><Relationship Id="rIdLnk9" Type="http://schemas.openxmlformats.org/officeDocument/2006/relationships/slide" Target="slide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Lnk1" Type="http://schemas.openxmlformats.org/officeDocument/2006/relationships/slide" Target="slide5.xml"/><Relationship Id="rIdLnk2" Type="http://schemas.openxmlformats.org/officeDocument/2006/relationships/slide" Target="slide5.xml"/><Relationship Id="rIdLnk3" Type="http://schemas.openxmlformats.org/officeDocument/2006/relationships/slide" Target="slide5.xml"/><Relationship Id="rIdGameSnd" Type="http://schemas.openxmlformats.org/officeDocument/2006/relationships/audio" Target="../media/sparkle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oops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Lnk1" Type="http://schemas.openxmlformats.org/officeDocument/2006/relationships/slide" Target="slide7.xml"/><Relationship Id="rIdLnk2" Type="http://schemas.openxmlformats.org/officeDocument/2006/relationships/slide" Target="slide7.xml"/><Relationship Id="rIdLnk3" Type="http://schemas.openxmlformats.org/officeDocument/2006/relationships/slide" Target="slide7.xml"/><Relationship Id="rIdLnk4" Type="http://schemas.openxmlformats.org/officeDocument/2006/relationships/slide" Target="slide6.xml"/><Relationship Id="rIdLnk5" Type="http://schemas.openxmlformats.org/officeDocument/2006/relationships/slide" Target="slide6.xml"/><Relationship Id="rIdLnk6" Type="http://schemas.openxmlformats.org/officeDocument/2006/relationships/slide" Target="slide6.xml"/><Relationship Id="rIdLnk7" Type="http://schemas.openxmlformats.org/officeDocument/2006/relationships/slide" Target="slide7.xml"/><Relationship Id="rIdLnk8" Type="http://schemas.openxmlformats.org/officeDocument/2006/relationships/slide" Target="slide7.xml"/><Relationship Id="rIdLnk9" Type="http://schemas.openxmlformats.org/officeDocument/2006/relationships/slide" Target="slide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Lnk1" Type="http://schemas.openxmlformats.org/officeDocument/2006/relationships/slide" Target="slide8.xml"/><Relationship Id="rIdLnk2" Type="http://schemas.openxmlformats.org/officeDocument/2006/relationships/slide" Target="slide8.xml"/><Relationship Id="rIdLnk3" Type="http://schemas.openxmlformats.org/officeDocument/2006/relationships/slide" Target="slide8.xml"/><Relationship Id="rIdGameSnd" Type="http://schemas.openxmlformats.org/officeDocument/2006/relationships/audio" Target="../media/sparkle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Lnk1" Type="http://schemas.openxmlformats.org/officeDocument/2006/relationships/slide" Target="slide5.xml"/><Relationship Id="rIdLnk2" Type="http://schemas.openxmlformats.org/officeDocument/2006/relationships/slide" Target="slide5.xml"/><Relationship Id="rIdLnk3" Type="http://schemas.openxmlformats.org/officeDocument/2006/relationships/slide" Target="slide5.xml"/><Relationship Id="rIdGameSnd" Type="http://schemas.openxmlformats.org/officeDocument/2006/relationships/audio" Target="../media/oops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Lnk1" Type="http://schemas.openxmlformats.org/officeDocument/2006/relationships/slide" Target="slide10.xml"/><Relationship Id="rIdLnk2" Type="http://schemas.openxmlformats.org/officeDocument/2006/relationships/slide" Target="slide10.xml"/><Relationship Id="rIdLnk3" Type="http://schemas.openxmlformats.org/officeDocument/2006/relationships/slide" Target="slide10.xml"/><Relationship Id="rIdLnk4" Type="http://schemas.openxmlformats.org/officeDocument/2006/relationships/slide" Target="slide9.xml"/><Relationship Id="rIdLnk5" Type="http://schemas.openxmlformats.org/officeDocument/2006/relationships/slide" Target="slide9.xml"/><Relationship Id="rIdLnk6" Type="http://schemas.openxmlformats.org/officeDocument/2006/relationships/slide" Target="slide9.xml"/><Relationship Id="rIdLnk7" Type="http://schemas.openxmlformats.org/officeDocument/2006/relationships/slide" Target="slide10.xml"/><Relationship Id="rIdLnk8" Type="http://schemas.openxmlformats.org/officeDocument/2006/relationships/slide" Target="slide10.xml"/><Relationship Id="rIdLnk9" Type="http://schemas.openxmlformats.org/officeDocument/2006/relationships/slide" Target="slide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Lnk1" Type="http://schemas.openxmlformats.org/officeDocument/2006/relationships/slide" Target="slide11.xml"/><Relationship Id="rIdLnk2" Type="http://schemas.openxmlformats.org/officeDocument/2006/relationships/slide" Target="slide11.xml"/><Relationship Id="rIdLnk3" Type="http://schemas.openxmlformats.org/officeDocument/2006/relationships/slide" Target="slide11.xml"/><Relationship Id="rIdGameSnd" Type="http://schemas.openxmlformats.org/officeDocument/2006/relationships/audio" Target="../media/sparkle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Lnk1" Type="http://schemas.openxmlformats.org/officeDocument/2006/relationships/slide" Target="slide8.xml"/><Relationship Id="rIdLnk2" Type="http://schemas.openxmlformats.org/officeDocument/2006/relationships/slide" Target="slide8.xml"/><Relationship Id="rIdLnk3" Type="http://schemas.openxmlformats.org/officeDocument/2006/relationships/slide" Target="slide8.xml"/><Relationship Id="rIdGameSnd" Type="http://schemas.openxmlformats.org/officeDocument/2006/relationships/audio" Target="../media/oops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Lnk1" Type="http://schemas.openxmlformats.org/officeDocument/2006/relationships/slide" Target="slide13.xml"/><Relationship Id="rIdLnk2" Type="http://schemas.openxmlformats.org/officeDocument/2006/relationships/slide" Target="slide13.xml"/><Relationship Id="rIdLnk3" Type="http://schemas.openxmlformats.org/officeDocument/2006/relationships/slide" Target="slide13.xml"/><Relationship Id="rIdLnk4" Type="http://schemas.openxmlformats.org/officeDocument/2006/relationships/slide" Target="slide13.xml"/><Relationship Id="rIdLnk5" Type="http://schemas.openxmlformats.org/officeDocument/2006/relationships/slide" Target="slide13.xml"/><Relationship Id="rIdLnk6" Type="http://schemas.openxmlformats.org/officeDocument/2006/relationships/slide" Target="slide13.xml"/><Relationship Id="rIdLnk7" Type="http://schemas.openxmlformats.org/officeDocument/2006/relationships/slide" Target="slide12.xml"/><Relationship Id="rIdLnk8" Type="http://schemas.openxmlformats.org/officeDocument/2006/relationships/slide" Target="slide12.xml"/><Relationship Id="rIdLnk9" Type="http://schemas.openxmlformats.org/officeDocument/2006/relationships/slide" Target="slide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Lnk1" Type="http://schemas.openxmlformats.org/officeDocument/2006/relationships/slide" Target="slide14.xml"/><Relationship Id="rIdLnk2" Type="http://schemas.openxmlformats.org/officeDocument/2006/relationships/slide" Target="slide14.xml"/><Relationship Id="rIdLnk3" Type="http://schemas.openxmlformats.org/officeDocument/2006/relationships/slide" Target="slide14.xml"/><Relationship Id="rIdGameSnd" Type="http://schemas.openxmlformats.org/officeDocument/2006/relationships/audio" Target="../media/sparkle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Lnk1" Type="http://schemas.openxmlformats.org/officeDocument/2006/relationships/slide" Target="slide11.xml"/><Relationship Id="rIdLnk2" Type="http://schemas.openxmlformats.org/officeDocument/2006/relationships/slide" Target="slide11.xml"/><Relationship Id="rIdLnk3" Type="http://schemas.openxmlformats.org/officeDocument/2006/relationships/slide" Target="slide11.xml"/><Relationship Id="rIdGameSnd" Type="http://schemas.openxmlformats.org/officeDocument/2006/relationships/audio" Target="../media/oops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Lnk1" Type="http://schemas.openxmlformats.org/officeDocument/2006/relationships/slide" Target="slide16.xml"/><Relationship Id="rIdLnk2" Type="http://schemas.openxmlformats.org/officeDocument/2006/relationships/slide" Target="slide16.xml"/><Relationship Id="rIdLnk3" Type="http://schemas.openxmlformats.org/officeDocument/2006/relationships/slide" Target="slide16.xml"/><Relationship Id="rIdLnk4" Type="http://schemas.openxmlformats.org/officeDocument/2006/relationships/slide" Target="slide15.xml"/><Relationship Id="rIdLnk5" Type="http://schemas.openxmlformats.org/officeDocument/2006/relationships/slide" Target="slide15.xml"/><Relationship Id="rIdLnk6" Type="http://schemas.openxmlformats.org/officeDocument/2006/relationships/slide" Target="slide15.xml"/><Relationship Id="rIdLnk7" Type="http://schemas.openxmlformats.org/officeDocument/2006/relationships/slide" Target="slide16.xml"/><Relationship Id="rIdLnk8" Type="http://schemas.openxmlformats.org/officeDocument/2006/relationships/slide" Target="slide16.xml"/><Relationship Id="rIdLnk9" Type="http://schemas.openxmlformats.org/officeDocument/2006/relationships/slide" Target="slide1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Lnk1" Type="http://schemas.openxmlformats.org/officeDocument/2006/relationships/slide" Target="slide17.xml"/><Relationship Id="rIdLnk2" Type="http://schemas.openxmlformats.org/officeDocument/2006/relationships/slide" Target="slide17.xml"/><Relationship Id="rIdLnk3" Type="http://schemas.openxmlformats.org/officeDocument/2006/relationships/slide" Target="slide17.xml"/><Relationship Id="rIdGameSnd" Type="http://schemas.openxmlformats.org/officeDocument/2006/relationships/audio" Target="../media/sparkle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Lnk1" Type="http://schemas.openxmlformats.org/officeDocument/2006/relationships/slide" Target="slide14.xml"/><Relationship Id="rIdLnk2" Type="http://schemas.openxmlformats.org/officeDocument/2006/relationships/slide" Target="slide14.xml"/><Relationship Id="rIdLnk3" Type="http://schemas.openxmlformats.org/officeDocument/2006/relationships/slide" Target="slide14.xml"/><Relationship Id="rIdGameSnd" Type="http://schemas.openxmlformats.org/officeDocument/2006/relationships/audio" Target="../media/oops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Lnk1" Type="http://schemas.openxmlformats.org/officeDocument/2006/relationships/slide" Target="slide19.xml"/><Relationship Id="rIdLnk2" Type="http://schemas.openxmlformats.org/officeDocument/2006/relationships/slide" Target="slide19.xml"/><Relationship Id="rIdLnk3" Type="http://schemas.openxmlformats.org/officeDocument/2006/relationships/slide" Target="slide19.xml"/><Relationship Id="rIdLnk4" Type="http://schemas.openxmlformats.org/officeDocument/2006/relationships/slide" Target="slide18.xml"/><Relationship Id="rIdLnk5" Type="http://schemas.openxmlformats.org/officeDocument/2006/relationships/slide" Target="slide18.xml"/><Relationship Id="rIdLnk6" Type="http://schemas.openxmlformats.org/officeDocument/2006/relationships/slide" Target="slide18.xml"/><Relationship Id="rIdLnk7" Type="http://schemas.openxmlformats.org/officeDocument/2006/relationships/slide" Target="slide19.xml"/><Relationship Id="rIdLnk8" Type="http://schemas.openxmlformats.org/officeDocument/2006/relationships/slide" Target="slide19.xml"/><Relationship Id="rIdLnk9" Type="http://schemas.openxmlformats.org/officeDocument/2006/relationships/slide" Target="slide1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Lnk3" Type="http://schemas.openxmlformats.org/officeDocument/2006/relationships/slide" Target="slide20.xml"/><Relationship Id="rIdGameSnd" Type="http://schemas.openxmlformats.org/officeDocument/2006/relationships/audio" Target="../media/sparkle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Lnk1" Type="http://schemas.openxmlformats.org/officeDocument/2006/relationships/slide" Target="slide17.xml"/><Relationship Id="rIdLnk2" Type="http://schemas.openxmlformats.org/officeDocument/2006/relationships/slide" Target="slide17.xml"/><Relationship Id="rIdLnk3" Type="http://schemas.openxmlformats.org/officeDocument/2006/relationships/slide" Target="slide17.xml"/><Relationship Id="rIdGameSnd" Type="http://schemas.openxmlformats.org/officeDocument/2006/relationships/audio" Target="../media/oops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Lnk1" Type="http://schemas.openxmlformats.org/officeDocument/2006/relationships/slide" Target="slide21.xml"/><Relationship Id="rIdLnk2" Type="http://schemas.openxmlformats.org/officeDocument/2006/relationships/slide" Target="slide21.xml"/><Relationship Id="rIdLnk3" Type="http://schemas.openxmlformats.org/officeDocument/2006/relationships/slide" Target="slide21.xml"/><Relationship Id="rIdLnk4" Type="http://schemas.openxmlformats.org/officeDocument/2006/relationships/slide" Target="slide22.xml"/><Relationship Id="rIdLnk5" Type="http://schemas.openxmlformats.org/officeDocument/2006/relationships/slide" Target="slide22.xml"/><Relationship Id="rIdLnk6" Type="http://schemas.openxmlformats.org/officeDocument/2006/relationships/slide" Target="slide22.xml"/><Relationship Id="rIdLnk7" Type="http://schemas.openxmlformats.org/officeDocument/2006/relationships/slide" Target="slide22.xml"/><Relationship Id="rIdLnk8" Type="http://schemas.openxmlformats.org/officeDocument/2006/relationships/slide" Target="slide22.xml"/><Relationship Id="rIdLnk9" Type="http://schemas.openxmlformats.org/officeDocument/2006/relationships/slide" Target="slide2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Lnk1" Type="http://schemas.openxmlformats.org/officeDocument/2006/relationships/slide" Target="slide23.xml"/><Relationship Id="rIdLnk2" Type="http://schemas.openxmlformats.org/officeDocument/2006/relationships/slide" Target="slide23.xml"/><Relationship Id="rIdLnk3" Type="http://schemas.openxmlformats.org/officeDocument/2006/relationships/slide" Target="slide23.xml"/><Relationship Id="rIdGameSnd" Type="http://schemas.openxmlformats.org/officeDocument/2006/relationships/audio" Target="../media/sparkle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Lnk3" Type="http://schemas.openxmlformats.org/officeDocument/2006/relationships/slide" Target="slide20.xml"/><Relationship Id="rIdGameSnd" Type="http://schemas.openxmlformats.org/officeDocument/2006/relationships/audio" Target="../media/oops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Lnk1" Type="http://schemas.openxmlformats.org/officeDocument/2006/relationships/slide" Target="slide24.xml"/><Relationship Id="rIdLnk2" Type="http://schemas.openxmlformats.org/officeDocument/2006/relationships/slide" Target="slide24.xml"/><Relationship Id="rIdLnk3" Type="http://schemas.openxmlformats.org/officeDocument/2006/relationships/slide" Target="slide24.xml"/><Relationship Id="rIdLnk4" Type="http://schemas.openxmlformats.org/officeDocument/2006/relationships/slide" Target="slide25.xml"/><Relationship Id="rIdLnk5" Type="http://schemas.openxmlformats.org/officeDocument/2006/relationships/slide" Target="slide25.xml"/><Relationship Id="rIdLnk6" Type="http://schemas.openxmlformats.org/officeDocument/2006/relationships/slide" Target="slide25.xml"/><Relationship Id="rIdLnk7" Type="http://schemas.openxmlformats.org/officeDocument/2006/relationships/slide" Target="slide25.xml"/><Relationship Id="rIdLnk8" Type="http://schemas.openxmlformats.org/officeDocument/2006/relationships/slide" Target="slide25.xml"/><Relationship Id="rIdLnk9" Type="http://schemas.openxmlformats.org/officeDocument/2006/relationships/slide" Target="slide2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Lnk1" Type="http://schemas.openxmlformats.org/officeDocument/2006/relationships/slide" Target="slide26.xml"/><Relationship Id="rIdLnk2" Type="http://schemas.openxmlformats.org/officeDocument/2006/relationships/slide" Target="slide26.xml"/><Relationship Id="rIdLnk3" Type="http://schemas.openxmlformats.org/officeDocument/2006/relationships/slide" Target="slide26.xml"/><Relationship Id="rIdGameSnd" Type="http://schemas.openxmlformats.org/officeDocument/2006/relationships/audio" Target="../media/sparkle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Lnk1" Type="http://schemas.openxmlformats.org/officeDocument/2006/relationships/slide" Target="slide23.xml"/><Relationship Id="rIdLnk2" Type="http://schemas.openxmlformats.org/officeDocument/2006/relationships/slide" Target="slide23.xml"/><Relationship Id="rIdLnk3" Type="http://schemas.openxmlformats.org/officeDocument/2006/relationships/slide" Target="slide23.xml"/><Relationship Id="rIdGameSnd" Type="http://schemas.openxmlformats.org/officeDocument/2006/relationships/audio" Target="../media/oops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Lnk1" Type="http://schemas.openxmlformats.org/officeDocument/2006/relationships/slide" Target="slide28.xml"/><Relationship Id="rIdLnk2" Type="http://schemas.openxmlformats.org/officeDocument/2006/relationships/slide" Target="slide28.xml"/><Relationship Id="rIdLnk3" Type="http://schemas.openxmlformats.org/officeDocument/2006/relationships/slide" Target="slide28.xml"/><Relationship Id="rIdLnk4" Type="http://schemas.openxmlformats.org/officeDocument/2006/relationships/slide" Target="slide28.xml"/><Relationship Id="rIdLnk5" Type="http://schemas.openxmlformats.org/officeDocument/2006/relationships/slide" Target="slide28.xml"/><Relationship Id="rIdLnk6" Type="http://schemas.openxmlformats.org/officeDocument/2006/relationships/slide" Target="slide28.xml"/><Relationship Id="rIdLnk7" Type="http://schemas.openxmlformats.org/officeDocument/2006/relationships/slide" Target="slide27.xml"/><Relationship Id="rIdLnk8" Type="http://schemas.openxmlformats.org/officeDocument/2006/relationships/slide" Target="slide27.xml"/><Relationship Id="rIdLnk9" Type="http://schemas.openxmlformats.org/officeDocument/2006/relationships/slide" Target="slide2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Lnk1" Type="http://schemas.openxmlformats.org/officeDocument/2006/relationships/slide" Target="slide29.xml"/><Relationship Id="rIdLnk2" Type="http://schemas.openxmlformats.org/officeDocument/2006/relationships/slide" Target="slide29.xml"/><Relationship Id="rIdLnk3" Type="http://schemas.openxmlformats.org/officeDocument/2006/relationships/slide" Target="slide29.xml"/><Relationship Id="rIdGameSnd" Type="http://schemas.openxmlformats.org/officeDocument/2006/relationships/audio" Target="../media/sparkle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Lnk1" Type="http://schemas.openxmlformats.org/officeDocument/2006/relationships/slide" Target="slide26.xml"/><Relationship Id="rIdLnk2" Type="http://schemas.openxmlformats.org/officeDocument/2006/relationships/slide" Target="slide26.xml"/><Relationship Id="rIdLnk3" Type="http://schemas.openxmlformats.org/officeDocument/2006/relationships/slide" Target="slide26.xml"/><Relationship Id="rIdGameSnd" Type="http://schemas.openxmlformats.org/officeDocument/2006/relationships/audio" Target="../media/oops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Lnk1" Type="http://schemas.openxmlformats.org/officeDocument/2006/relationships/slide" Target="slide30.xml"/><Relationship Id="rIdLnk2" Type="http://schemas.openxmlformats.org/officeDocument/2006/relationships/slide" Target="slide30.xml"/><Relationship Id="rIdLnk3" Type="http://schemas.openxmlformats.org/officeDocument/2006/relationships/slide" Target="slide30.xml"/><Relationship Id="rIdLnk4" Type="http://schemas.openxmlformats.org/officeDocument/2006/relationships/slide" Target="slide31.xml"/><Relationship Id="rIdLnk5" Type="http://schemas.openxmlformats.org/officeDocument/2006/relationships/slide" Target="slide31.xml"/><Relationship Id="rIdLnk6" Type="http://schemas.openxmlformats.org/officeDocument/2006/relationships/slide" Target="slide31.xml"/><Relationship Id="rIdLnk7" Type="http://schemas.openxmlformats.org/officeDocument/2006/relationships/slide" Target="slide31.xml"/><Relationship Id="rIdLnk8" Type="http://schemas.openxmlformats.org/officeDocument/2006/relationships/slide" Target="slide31.xml"/><Relationship Id="rIdLnk9" Type="http://schemas.openxmlformats.org/officeDocument/2006/relationships/slide" Target="slide3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Lnk1" Type="http://schemas.openxmlformats.org/officeDocument/2006/relationships/slide" Target="slide32.xml"/><Relationship Id="rIdLnk2" Type="http://schemas.openxmlformats.org/officeDocument/2006/relationships/slide" Target="slide32.xml"/><Relationship Id="rIdLnk3" Type="http://schemas.openxmlformats.org/officeDocument/2006/relationships/slide" Target="slide32.xml"/><Relationship Id="rIdGameSnd" Type="http://schemas.openxmlformats.org/officeDocument/2006/relationships/audio" Target="../media/sparkle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Lnk1" Type="http://schemas.openxmlformats.org/officeDocument/2006/relationships/slide" Target="slide29.xml"/><Relationship Id="rIdLnk2" Type="http://schemas.openxmlformats.org/officeDocument/2006/relationships/slide" Target="slide29.xml"/><Relationship Id="rIdLnk3" Type="http://schemas.openxmlformats.org/officeDocument/2006/relationships/slide" Target="slide29.xml"/><Relationship Id="rIdGameSnd" Type="http://schemas.openxmlformats.org/officeDocument/2006/relationships/audio" Target="../media/oops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Lnk1" Type="http://schemas.openxmlformats.org/officeDocument/2006/relationships/slide" Target="slide34.xml"/><Relationship Id="rIdLnk2" Type="http://schemas.openxmlformats.org/officeDocument/2006/relationships/slide" Target="slide34.xml"/><Relationship Id="rIdLnk3" Type="http://schemas.openxmlformats.org/officeDocument/2006/relationships/slide" Target="slide34.xml"/><Relationship Id="rIdLnk4" Type="http://schemas.openxmlformats.org/officeDocument/2006/relationships/slide" Target="slide34.xml"/><Relationship Id="rIdLnk5" Type="http://schemas.openxmlformats.org/officeDocument/2006/relationships/slide" Target="slide34.xml"/><Relationship Id="rIdLnk6" Type="http://schemas.openxmlformats.org/officeDocument/2006/relationships/slide" Target="slide34.xml"/><Relationship Id="rIdLnk7" Type="http://schemas.openxmlformats.org/officeDocument/2006/relationships/slide" Target="slide33.xml"/><Relationship Id="rIdLnk8" Type="http://schemas.openxmlformats.org/officeDocument/2006/relationships/slide" Target="slide33.xml"/><Relationship Id="rIdLnk9" Type="http://schemas.openxmlformats.org/officeDocument/2006/relationships/slide" Target="slide3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Lnk1" Type="http://schemas.openxmlformats.org/officeDocument/2006/relationships/slide" Target="slide35.xml"/><Relationship Id="rIdLnk2" Type="http://schemas.openxmlformats.org/officeDocument/2006/relationships/slide" Target="slide35.xml"/><Relationship Id="rIdLnk3" Type="http://schemas.openxmlformats.org/officeDocument/2006/relationships/slide" Target="slide35.xml"/><Relationship Id="rIdGameSnd" Type="http://schemas.openxmlformats.org/officeDocument/2006/relationships/audio" Target="../media/sparkle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Lnk1" Type="http://schemas.openxmlformats.org/officeDocument/2006/relationships/slide" Target="slide32.xml"/><Relationship Id="rIdLnk2" Type="http://schemas.openxmlformats.org/officeDocument/2006/relationships/slide" Target="slide32.xml"/><Relationship Id="rIdLnk3" Type="http://schemas.openxmlformats.org/officeDocument/2006/relationships/slide" Target="slide32.xml"/><Relationship Id="rIdGameSnd" Type="http://schemas.openxmlformats.org/officeDocument/2006/relationships/audio" Target="../media/oops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Lnk1" Type="http://schemas.openxmlformats.org/officeDocument/2006/relationships/slide" Target="slide37.xml"/><Relationship Id="rIdLnk2" Type="http://schemas.openxmlformats.org/officeDocument/2006/relationships/slide" Target="slide37.xml"/><Relationship Id="rIdLnk3" Type="http://schemas.openxmlformats.org/officeDocument/2006/relationships/slide" Target="slide37.xml"/><Relationship Id="rIdLnk4" Type="http://schemas.openxmlformats.org/officeDocument/2006/relationships/slide" Target="slide36.xml"/><Relationship Id="rIdLnk5" Type="http://schemas.openxmlformats.org/officeDocument/2006/relationships/slide" Target="slide36.xml"/><Relationship Id="rIdLnk6" Type="http://schemas.openxmlformats.org/officeDocument/2006/relationships/slide" Target="slide36.xml"/><Relationship Id="rIdLnk7" Type="http://schemas.openxmlformats.org/officeDocument/2006/relationships/slide" Target="slide37.xml"/><Relationship Id="rIdLnk8" Type="http://schemas.openxmlformats.org/officeDocument/2006/relationships/slide" Target="slide37.xml"/><Relationship Id="rIdLnk9" Type="http://schemas.openxmlformats.org/officeDocument/2006/relationships/slide" Target="slide3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Lnk1" Type="http://schemas.openxmlformats.org/officeDocument/2006/relationships/slide" Target="slide38.xml"/><Relationship Id="rIdLnk2" Type="http://schemas.openxmlformats.org/officeDocument/2006/relationships/slide" Target="slide38.xml"/><Relationship Id="rIdLnk3" Type="http://schemas.openxmlformats.org/officeDocument/2006/relationships/slide" Target="slide38.xml"/><Relationship Id="rIdGameSnd" Type="http://schemas.openxmlformats.org/officeDocument/2006/relationships/audio" Target="../media/sparkle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Lnk1" Type="http://schemas.openxmlformats.org/officeDocument/2006/relationships/slide" Target="slide35.xml"/><Relationship Id="rIdLnk2" Type="http://schemas.openxmlformats.org/officeDocument/2006/relationships/slide" Target="slide35.xml"/><Relationship Id="rIdLnk3" Type="http://schemas.openxmlformats.org/officeDocument/2006/relationships/slide" Target="slide35.xml"/><Relationship Id="rIdGameSnd" Type="http://schemas.openxmlformats.org/officeDocument/2006/relationships/audio" Target="../media/oops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Lnk1" Type="http://schemas.openxmlformats.org/officeDocument/2006/relationships/slide" Target="slide39.xml"/><Relationship Id="rIdLnk2" Type="http://schemas.openxmlformats.org/officeDocument/2006/relationships/slide" Target="slide39.xml"/><Relationship Id="rIdLnk3" Type="http://schemas.openxmlformats.org/officeDocument/2006/relationships/slide" Target="slide39.xml"/><Relationship Id="rIdLnk4" Type="http://schemas.openxmlformats.org/officeDocument/2006/relationships/slide" Target="slide40.xml"/><Relationship Id="rIdLnk5" Type="http://schemas.openxmlformats.org/officeDocument/2006/relationships/slide" Target="slide40.xml"/><Relationship Id="rIdLnk6" Type="http://schemas.openxmlformats.org/officeDocument/2006/relationships/slide" Target="slide40.xml"/><Relationship Id="rIdLnk7" Type="http://schemas.openxmlformats.org/officeDocument/2006/relationships/slide" Target="slide40.xml"/><Relationship Id="rIdLnk8" Type="http://schemas.openxmlformats.org/officeDocument/2006/relationships/slide" Target="slide40.xml"/><Relationship Id="rIdLnk9" Type="http://schemas.openxmlformats.org/officeDocument/2006/relationships/slide" Target="slide40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Lnk1" Type="http://schemas.openxmlformats.org/officeDocument/2006/relationships/slide" Target="slide41.xml"/><Relationship Id="rIdLnk2" Type="http://schemas.openxmlformats.org/officeDocument/2006/relationships/slide" Target="slide41.xml"/><Relationship Id="rIdLnk3" Type="http://schemas.openxmlformats.org/officeDocument/2006/relationships/slide" Target="slide41.xml"/><Relationship Id="rIdGameSnd" Type="http://schemas.openxmlformats.org/officeDocument/2006/relationships/audio" Target="../media/sparkle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Lnk1" Type="http://schemas.openxmlformats.org/officeDocument/2006/relationships/slide" Target="slide38.xml"/><Relationship Id="rIdLnk2" Type="http://schemas.openxmlformats.org/officeDocument/2006/relationships/slide" Target="slide38.xml"/><Relationship Id="rIdLnk3" Type="http://schemas.openxmlformats.org/officeDocument/2006/relationships/slide" Target="slide38.xml"/><Relationship Id="rIdGameSnd" Type="http://schemas.openxmlformats.org/officeDocument/2006/relationships/audio" Target="../media/oops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title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097280" y="640080"/>
            <a:ext cx="69494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1514246" y="753466"/>
            <a:ext cx="6115507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790956"/>
            <a:ext cx="65836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Fathah Games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474673"/>
            <a:ext cx="65836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   يَ</a:t>
            </a:r>
            <a:endParaRPr lang="ar-SA" sz="5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811272"/>
            <a:ext cx="6583680" cy="5029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right answer!</a:t>
            </a:r>
            <a:endParaRPr lang="en-US" sz="2300" dirty="0"/>
          </a:p>
        </p:txBody>
      </p:sp>
      <p:sp>
        <p:nvSpPr>
          <p:cNvPr id="8" name="LINK2 button">
            <a:hlinkClick r:id="rIdLnk1" action="ppaction://hlinksldjump"/>
          </p:cNvPr>
          <p:cNvSpPr/>
          <p:nvPr/>
        </p:nvSpPr>
        <p:spPr>
          <a:xfrm>
            <a:off x="3291840" y="3749040"/>
            <a:ext cx="2560320" cy="777240"/>
          </a:xfrm>
          <a:prstGeom prst="roundRect">
            <a:avLst>
              <a:gd name="adj" fmla="val 41176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9" name="LINK2 button sheen">
            <a:hlinkClick r:id="rIdLnk2" action="ppaction://hlinksldjump"/>
          </p:cNvPr>
          <p:cNvSpPr/>
          <p:nvPr/>
        </p:nvSpPr>
        <p:spPr>
          <a:xfrm>
            <a:off x="3445459" y="3780130"/>
            <a:ext cx="2253082" cy="326441"/>
          </a:xfrm>
          <a:prstGeom prst="roundRect">
            <a:avLst>
              <a:gd name="adj" fmla="val 7843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LINK2 button text">
            <a:hlinkClick r:id="rIdLnk3" action="ppaction://hlinksldjump"/>
          </p:cNvPr>
          <p:cNvSpPr txBox="1"/>
          <p:nvPr/>
        </p:nvSpPr>
        <p:spPr>
          <a:xfrm>
            <a:off x="3291840" y="3747262"/>
            <a:ext cx="256032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Start</a:t>
            </a:r>
            <a:endParaRPr lang="en-US" sz="2800" dirty="0"/>
          </a:p>
        </p:txBody>
      </p:sp>
    </p:spTree>
  </p:cSld>
  <p:clrMapOvr>
    <a:masterClrMapping/>
  </p:clrMapOvr>
  <p:transition spd="med">
    <p:fade/>
    <p:sndAc>
      <p:stSnd>
        <p:snd r:embed="rIdGameSnd" name="whoosh.wav"/>
      </p:stSnd>
    </p:sndAc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1 · Find the fathah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letter with FATHAH (a)</a:t>
            </a:r>
            <a:endParaRPr lang="en-US" sz="3400" dirty="0"/>
          </a:p>
        </p:txBody>
      </p:sp>
      <p:sp>
        <p:nvSpPr>
          <p:cNvPr id="9" name="LINK3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3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3 answer 1 text">
            <a:hlinkClick r:id="rIdLnk3" action="ppaction://hlinksldjump"/>
          </p:cNvPr>
          <p:cNvSpPr txBox="1"/>
          <p:nvPr/>
        </p:nvSpPr>
        <p:spPr>
          <a:xfrm>
            <a:off x="6457950" y="2533453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2" name="LINK4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4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4 answer 2 text">
            <a:hlinkClick r:id="rIdLnk6" action="ppaction://hlinksldjump"/>
          </p:cNvPr>
          <p:cNvSpPr txBox="1"/>
          <p:nvPr/>
        </p:nvSpPr>
        <p:spPr>
          <a:xfrm>
            <a:off x="3771900" y="2331022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7100" dirty="0"/>
          </a:p>
        </p:txBody>
      </p:sp>
      <p:sp>
        <p:nvSpPr>
          <p:cNvPr id="15" name="LINK4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4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4 answer 3 text">
            <a:hlinkClick r:id="rIdLnk9" action="ppaction://hlinksldjump"/>
          </p:cNvPr>
          <p:cNvSpPr txBox="1"/>
          <p:nvPr/>
        </p:nvSpPr>
        <p:spPr>
          <a:xfrm>
            <a:off x="1085850" y="257853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1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43711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2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4752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</a:t>
            </a:r>
            <a:endParaRPr lang="en-US" sz="28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5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5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5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1 · Find the fathah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letter with FATHAH (a)</a:t>
            </a:r>
            <a:endParaRPr lang="en-US" sz="3400" dirty="0"/>
          </a:p>
        </p:txBody>
      </p:sp>
      <p:sp>
        <p:nvSpPr>
          <p:cNvPr id="9" name="LINK7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7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7 answer 1 text">
            <a:hlinkClick r:id="rIdLnk3" action="ppaction://hlinksldjump"/>
          </p:cNvPr>
          <p:cNvSpPr txBox="1"/>
          <p:nvPr/>
        </p:nvSpPr>
        <p:spPr>
          <a:xfrm>
            <a:off x="6457950" y="2221344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900" dirty="0"/>
          </a:p>
        </p:txBody>
      </p:sp>
      <p:sp>
        <p:nvSpPr>
          <p:cNvPr id="12" name="LINK6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6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6 answer 2 text">
            <a:hlinkClick r:id="rIdLnk6" action="ppaction://hlinksldjump"/>
          </p:cNvPr>
          <p:cNvSpPr txBox="1"/>
          <p:nvPr/>
        </p:nvSpPr>
        <p:spPr>
          <a:xfrm>
            <a:off x="3771900" y="2329249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900" dirty="0"/>
          </a:p>
        </p:txBody>
      </p:sp>
      <p:sp>
        <p:nvSpPr>
          <p:cNvPr id="15" name="LINK7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7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7 answer 3 text">
            <a:hlinkClick r:id="rIdLnk9" action="ppaction://hlinksldjump"/>
          </p:cNvPr>
          <p:cNvSpPr txBox="1"/>
          <p:nvPr/>
        </p:nvSpPr>
        <p:spPr>
          <a:xfrm>
            <a:off x="1085850" y="2403735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9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108437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7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68833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8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8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8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5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5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5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46531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“na”</a:t>
            </a:r>
            <a:endParaRPr lang="en-US" sz="3400" dirty="0"/>
          </a:p>
        </p:txBody>
      </p:sp>
      <p:sp>
        <p:nvSpPr>
          <p:cNvPr id="9" name="LINK10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0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0 answer 1 text">
            <a:hlinkClick r:id="rIdLnk3" action="ppaction://hlinksldjump"/>
          </p:cNvPr>
          <p:cNvSpPr txBox="1"/>
          <p:nvPr/>
        </p:nvSpPr>
        <p:spPr>
          <a:xfrm>
            <a:off x="6457950" y="2464841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800" dirty="0"/>
          </a:p>
        </p:txBody>
      </p:sp>
      <p:sp>
        <p:nvSpPr>
          <p:cNvPr id="12" name="LINK9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9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9 answer 2 text">
            <a:hlinkClick r:id="rIdLnk6" action="ppaction://hlinksldjump"/>
          </p:cNvPr>
          <p:cNvSpPr txBox="1"/>
          <p:nvPr/>
        </p:nvSpPr>
        <p:spPr>
          <a:xfrm>
            <a:off x="3771900" y="253652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800" dirty="0"/>
          </a:p>
        </p:txBody>
      </p:sp>
      <p:sp>
        <p:nvSpPr>
          <p:cNvPr id="15" name="LINK10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0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0 answer 3 text">
            <a:hlinkClick r:id="rIdLnk9" action="ppaction://hlinksldjump"/>
          </p:cNvPr>
          <p:cNvSpPr txBox="1"/>
          <p:nvPr/>
        </p:nvSpPr>
        <p:spPr>
          <a:xfrm>
            <a:off x="1085850" y="246397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8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43711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2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4752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</a:t>
            </a:r>
            <a:endParaRPr lang="en-US" sz="28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1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1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1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8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8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8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46531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“na”</a:t>
            </a:r>
            <a:endParaRPr lang="en-US" sz="3400" dirty="0"/>
          </a:p>
        </p:txBody>
      </p:sp>
      <p:sp>
        <p:nvSpPr>
          <p:cNvPr id="9" name="LINK13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3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3 answer 1 text">
            <a:hlinkClick r:id="rIdLnk3" action="ppaction://hlinksldjump"/>
          </p:cNvPr>
          <p:cNvSpPr txBox="1"/>
          <p:nvPr/>
        </p:nvSpPr>
        <p:spPr>
          <a:xfrm>
            <a:off x="6457950" y="242029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100" dirty="0"/>
          </a:p>
        </p:txBody>
      </p:sp>
      <p:sp>
        <p:nvSpPr>
          <p:cNvPr id="12" name="LINK13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3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3 answer 2 text">
            <a:hlinkClick r:id="rIdLnk6" action="ppaction://hlinksldjump"/>
          </p:cNvPr>
          <p:cNvSpPr txBox="1"/>
          <p:nvPr/>
        </p:nvSpPr>
        <p:spPr>
          <a:xfrm>
            <a:off x="3771900" y="2549684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100" dirty="0"/>
          </a:p>
        </p:txBody>
      </p:sp>
      <p:sp>
        <p:nvSpPr>
          <p:cNvPr id="15" name="LINK12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2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2 answer 3 text">
            <a:hlinkClick r:id="rIdLnk9" action="ppaction://hlinksldjump"/>
          </p:cNvPr>
          <p:cNvSpPr txBox="1"/>
          <p:nvPr/>
        </p:nvSpPr>
        <p:spPr>
          <a:xfrm>
            <a:off x="1085850" y="2533453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43711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2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4752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</a:t>
            </a:r>
            <a:endParaRPr lang="en-US" sz="28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4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4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4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1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1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1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46531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“ya”</a:t>
            </a:r>
            <a:endParaRPr lang="en-US" sz="3400" dirty="0"/>
          </a:p>
        </p:txBody>
      </p:sp>
      <p:sp>
        <p:nvSpPr>
          <p:cNvPr id="9" name="LINK16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6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6 answer 1 text">
            <a:hlinkClick r:id="rIdLnk3" action="ppaction://hlinksldjump"/>
          </p:cNvPr>
          <p:cNvSpPr txBox="1"/>
          <p:nvPr/>
        </p:nvSpPr>
        <p:spPr>
          <a:xfrm>
            <a:off x="6457950" y="252203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300" dirty="0"/>
          </a:p>
        </p:txBody>
      </p:sp>
      <p:sp>
        <p:nvSpPr>
          <p:cNvPr id="12" name="LINK15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5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5 answer 2 text">
            <a:hlinkClick r:id="rIdLnk6" action="ppaction://hlinksldjump"/>
          </p:cNvPr>
          <p:cNvSpPr txBox="1"/>
          <p:nvPr/>
        </p:nvSpPr>
        <p:spPr>
          <a:xfrm>
            <a:off x="3771900" y="235331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300" dirty="0"/>
          </a:p>
        </p:txBody>
      </p:sp>
      <p:sp>
        <p:nvSpPr>
          <p:cNvPr id="15" name="LINK16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6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6 answer 3 text">
            <a:hlinkClick r:id="rIdLnk9" action="ppaction://hlinksldjump"/>
          </p:cNvPr>
          <p:cNvSpPr txBox="1"/>
          <p:nvPr/>
        </p:nvSpPr>
        <p:spPr>
          <a:xfrm>
            <a:off x="1085850" y="2556034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3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108437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7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68833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7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7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7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4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4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4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46531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“ya”</a:t>
            </a:r>
            <a:endParaRPr lang="en-US" sz="3400" dirty="0"/>
          </a:p>
        </p:txBody>
      </p:sp>
      <p:sp>
        <p:nvSpPr>
          <p:cNvPr id="9" name="LINK19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9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9 answer 1 text">
            <a:hlinkClick r:id="rIdLnk3" action="ppaction://hlinksldjump"/>
          </p:cNvPr>
          <p:cNvSpPr txBox="1"/>
          <p:nvPr/>
        </p:nvSpPr>
        <p:spPr>
          <a:xfrm>
            <a:off x="6457950" y="2659853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12" name="LINK18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8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8 answer 2 text">
            <a:hlinkClick r:id="rIdLnk6" action="ppaction://hlinksldjump"/>
          </p:cNvPr>
          <p:cNvSpPr txBox="1"/>
          <p:nvPr/>
        </p:nvSpPr>
        <p:spPr>
          <a:xfrm>
            <a:off x="3771900" y="2337272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700" dirty="0"/>
          </a:p>
        </p:txBody>
      </p:sp>
      <p:sp>
        <p:nvSpPr>
          <p:cNvPr id="15" name="LINK19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9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9 answer 3 text">
            <a:hlinkClick r:id="rIdLnk9" action="ppaction://hlinksldjump"/>
          </p:cNvPr>
          <p:cNvSpPr txBox="1"/>
          <p:nvPr/>
        </p:nvSpPr>
        <p:spPr>
          <a:xfrm>
            <a:off x="1085850" y="2701766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7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108437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7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68833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0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0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0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7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7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7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9517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+ da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920077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  +  دَ</a:t>
            </a:r>
            <a:endParaRPr lang="ar-SA" sz="6600" dirty="0"/>
          </a:p>
        </p:txBody>
      </p:sp>
      <p:sp>
        <p:nvSpPr>
          <p:cNvPr id="10" name="LINK21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1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1 answer 1 text">
            <a:hlinkClick r:id="rIdLnk3" action="ppaction://hlinksldjump"/>
          </p:cNvPr>
          <p:cNvSpPr txBox="1"/>
          <p:nvPr/>
        </p:nvSpPr>
        <p:spPr>
          <a:xfrm>
            <a:off x="6309360" y="265419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نَدَ</a:t>
            </a:r>
            <a:endParaRPr lang="ar-SA" sz="4800" dirty="0"/>
          </a:p>
        </p:txBody>
      </p:sp>
      <p:sp>
        <p:nvSpPr>
          <p:cNvPr id="13" name="LINK22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22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22 answer 2 text">
            <a:hlinkClick r:id="rIdLnk6" action="ppaction://hlinksldjump"/>
          </p:cNvPr>
          <p:cNvSpPr txBox="1"/>
          <p:nvPr/>
        </p:nvSpPr>
        <p:spPr>
          <a:xfrm>
            <a:off x="3474720" y="261884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نَلَ</a:t>
            </a:r>
            <a:endParaRPr lang="ar-SA" sz="4800" dirty="0"/>
          </a:p>
        </p:txBody>
      </p:sp>
      <p:sp>
        <p:nvSpPr>
          <p:cNvPr id="16" name="LINK22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22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22 answer 3 text">
            <a:hlinkClick r:id="rIdLnk9" action="ppaction://hlinksldjump"/>
          </p:cNvPr>
          <p:cNvSpPr txBox="1"/>
          <p:nvPr/>
        </p:nvSpPr>
        <p:spPr>
          <a:xfrm>
            <a:off x="640080" y="2556967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</a:t>
            </a:r>
            <a:endParaRPr lang="ar-SA" sz="4800" dirty="0"/>
          </a:p>
        </p:txBody>
      </p:sp>
      <p:sp>
        <p:nvSpPr>
          <p:cNvPr id="19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95577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نَدَ</a:t>
            </a:r>
            <a:endParaRPr lang="ar-SA" sz="78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3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3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3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0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0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0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6088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+ ẓa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987451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  +  ظَ</a:t>
            </a:r>
            <a:endParaRPr lang="ar-SA" sz="5800" dirty="0"/>
          </a:p>
        </p:txBody>
      </p:sp>
      <p:sp>
        <p:nvSpPr>
          <p:cNvPr id="10" name="LINK24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4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4 answer 1 text">
            <a:hlinkClick r:id="rIdLnk3" action="ppaction://hlinksldjump"/>
          </p:cNvPr>
          <p:cNvSpPr txBox="1"/>
          <p:nvPr/>
        </p:nvSpPr>
        <p:spPr>
          <a:xfrm>
            <a:off x="6309360" y="2671296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نَظَ</a:t>
            </a:r>
            <a:endParaRPr lang="ar-SA" sz="4900" dirty="0"/>
          </a:p>
        </p:txBody>
      </p:sp>
      <p:sp>
        <p:nvSpPr>
          <p:cNvPr id="13" name="LINK25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25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25 answer 2 text">
            <a:hlinkClick r:id="rIdLnk6" action="ppaction://hlinksldjump"/>
          </p:cNvPr>
          <p:cNvSpPr txBox="1"/>
          <p:nvPr/>
        </p:nvSpPr>
        <p:spPr>
          <a:xfrm>
            <a:off x="3474720" y="2649290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نَفَ</a:t>
            </a:r>
            <a:endParaRPr lang="ar-SA" sz="4900" dirty="0"/>
          </a:p>
        </p:txBody>
      </p:sp>
      <p:sp>
        <p:nvSpPr>
          <p:cNvPr id="16" name="LINK25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25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25 answer 3 text">
            <a:hlinkClick r:id="rIdLnk9" action="ppaction://hlinksldjump"/>
          </p:cNvPr>
          <p:cNvSpPr txBox="1"/>
          <p:nvPr/>
        </p:nvSpPr>
        <p:spPr>
          <a:xfrm>
            <a:off x="640080" y="259973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</a:t>
            </a:r>
            <a:endParaRPr lang="ar-SA" sz="4900" dirty="0"/>
          </a:p>
        </p:txBody>
      </p:sp>
      <p:sp>
        <p:nvSpPr>
          <p:cNvPr id="19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517202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نَظَ</a:t>
            </a:r>
            <a:endParaRPr lang="ar-SA" sz="75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690813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naẓa</a:t>
            </a:r>
            <a:endParaRPr lang="en-US" sz="25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6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6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6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3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3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3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707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 + ka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898193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  +  كَ</a:t>
            </a:r>
            <a:endParaRPr lang="ar-SA" sz="5300" dirty="0"/>
          </a:p>
        </p:txBody>
      </p:sp>
      <p:sp>
        <p:nvSpPr>
          <p:cNvPr id="10" name="LINK28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8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8 answer 1 text">
            <a:hlinkClick r:id="rIdLnk3" action="ppaction://hlinksldjump"/>
          </p:cNvPr>
          <p:cNvSpPr txBox="1"/>
          <p:nvPr/>
        </p:nvSpPr>
        <p:spPr>
          <a:xfrm>
            <a:off x="6309360" y="2539175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</a:t>
            </a:r>
            <a:endParaRPr lang="ar-SA" sz="4500" dirty="0"/>
          </a:p>
        </p:txBody>
      </p:sp>
      <p:sp>
        <p:nvSpPr>
          <p:cNvPr id="13" name="LINK28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28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28 answer 2 text">
            <a:hlinkClick r:id="rIdLnk6" action="ppaction://hlinksldjump"/>
          </p:cNvPr>
          <p:cNvSpPr txBox="1"/>
          <p:nvPr/>
        </p:nvSpPr>
        <p:spPr>
          <a:xfrm>
            <a:off x="3474720" y="261596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يَطَ</a:t>
            </a:r>
            <a:endParaRPr lang="ar-SA" sz="4500" dirty="0"/>
          </a:p>
        </p:txBody>
      </p:sp>
      <p:sp>
        <p:nvSpPr>
          <p:cNvPr id="16" name="LINK27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27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27 answer 3 text">
            <a:hlinkClick r:id="rIdLnk9" action="ppaction://hlinksldjump"/>
          </p:cNvPr>
          <p:cNvSpPr txBox="1"/>
          <p:nvPr/>
        </p:nvSpPr>
        <p:spPr>
          <a:xfrm>
            <a:off x="640080" y="259503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يَكَ</a:t>
            </a:r>
            <a:endParaRPr lang="ar-SA" sz="4500" dirty="0"/>
          </a:p>
        </p:txBody>
      </p:sp>
      <p:sp>
        <p:nvSpPr>
          <p:cNvPr id="19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00444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يَكَ</a:t>
            </a:r>
            <a:endParaRPr lang="ar-SA" sz="69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2880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yaka</a:t>
            </a:r>
            <a:endParaRPr lang="en-US" sz="20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9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9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9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6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6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6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707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 + ḍa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895337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  +  ضَ</a:t>
            </a:r>
            <a:endParaRPr lang="ar-SA" sz="5300" dirty="0"/>
          </a:p>
        </p:txBody>
      </p:sp>
      <p:sp>
        <p:nvSpPr>
          <p:cNvPr id="10" name="LINK30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30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30 answer 1 text">
            <a:hlinkClick r:id="rIdLnk3" action="ppaction://hlinksldjump"/>
          </p:cNvPr>
          <p:cNvSpPr txBox="1"/>
          <p:nvPr/>
        </p:nvSpPr>
        <p:spPr>
          <a:xfrm>
            <a:off x="6309360" y="2576246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يَضَ</a:t>
            </a:r>
            <a:endParaRPr lang="ar-SA" sz="4600" dirty="0"/>
          </a:p>
        </p:txBody>
      </p:sp>
      <p:sp>
        <p:nvSpPr>
          <p:cNvPr id="13" name="LINK31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31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31 answer 2 text">
            <a:hlinkClick r:id="rIdLnk6" action="ppaction://hlinksldjump"/>
          </p:cNvPr>
          <p:cNvSpPr txBox="1"/>
          <p:nvPr/>
        </p:nvSpPr>
        <p:spPr>
          <a:xfrm>
            <a:off x="3474720" y="2485695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يَجَ</a:t>
            </a:r>
            <a:endParaRPr lang="ar-SA" sz="4600" dirty="0"/>
          </a:p>
        </p:txBody>
      </p:sp>
      <p:sp>
        <p:nvSpPr>
          <p:cNvPr id="16" name="LINK31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31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31 answer 3 text">
            <a:hlinkClick r:id="rIdLnk9" action="ppaction://hlinksldjump"/>
          </p:cNvPr>
          <p:cNvSpPr txBox="1"/>
          <p:nvPr/>
        </p:nvSpPr>
        <p:spPr>
          <a:xfrm>
            <a:off x="640080" y="252454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</a:t>
            </a:r>
            <a:endParaRPr lang="ar-SA" sz="4600" dirty="0"/>
          </a:p>
        </p:txBody>
      </p:sp>
      <p:sp>
        <p:nvSpPr>
          <p:cNvPr id="19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74572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يَضَ</a:t>
            </a:r>
            <a:endParaRPr lang="ar-SA" sz="66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2880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yaḍa</a:t>
            </a:r>
            <a:endParaRPr lang="en-US" sz="20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32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32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32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9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9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9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“ṣana'a”?</a:t>
            </a:r>
            <a:endParaRPr lang="en-US" sz="3400" dirty="0"/>
          </a:p>
        </p:txBody>
      </p:sp>
      <p:sp>
        <p:nvSpPr>
          <p:cNvPr id="9" name="LINK34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34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34 answer 1 text">
            <a:hlinkClick r:id="rIdLnk3" action="ppaction://hlinksldjump"/>
          </p:cNvPr>
          <p:cNvSpPr txBox="1"/>
          <p:nvPr/>
        </p:nvSpPr>
        <p:spPr>
          <a:xfrm>
            <a:off x="6309360" y="2558466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</a:t>
            </a:r>
            <a:endParaRPr lang="ar-SA" sz="4400" dirty="0"/>
          </a:p>
        </p:txBody>
      </p:sp>
      <p:sp>
        <p:nvSpPr>
          <p:cNvPr id="12" name="LINK34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34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34 answer 2 text">
            <a:hlinkClick r:id="rIdLnk6" action="ppaction://hlinksldjump"/>
          </p:cNvPr>
          <p:cNvSpPr txBox="1"/>
          <p:nvPr/>
        </p:nvSpPr>
        <p:spPr>
          <a:xfrm>
            <a:off x="3474720" y="2529205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</a:t>
            </a:r>
            <a:endParaRPr lang="ar-SA" sz="4400" dirty="0"/>
          </a:p>
        </p:txBody>
      </p:sp>
      <p:sp>
        <p:nvSpPr>
          <p:cNvPr id="15" name="LINK33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33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33 answer 3 text">
            <a:hlinkClick r:id="rIdLnk9" action="ppaction://hlinksldjump"/>
          </p:cNvPr>
          <p:cNvSpPr txBox="1"/>
          <p:nvPr/>
        </p:nvSpPr>
        <p:spPr>
          <a:xfrm>
            <a:off x="640080" y="2510206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</a:t>
            </a:r>
            <a:endParaRPr lang="ar-SA" sz="44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80103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</a:t>
            </a:r>
            <a:endParaRPr lang="ar-SA" sz="6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1864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ṣana'a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35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35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35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32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32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32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“wayana'a”?</a:t>
            </a:r>
            <a:endParaRPr lang="en-US" sz="3400" dirty="0"/>
          </a:p>
        </p:txBody>
      </p:sp>
      <p:sp>
        <p:nvSpPr>
          <p:cNvPr id="9" name="LINK37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37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37 answer 1 text">
            <a:hlinkClick r:id="rIdLnk3" action="ppaction://hlinksldjump"/>
          </p:cNvPr>
          <p:cNvSpPr txBox="1"/>
          <p:nvPr/>
        </p:nvSpPr>
        <p:spPr>
          <a:xfrm>
            <a:off x="6309360" y="2586990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وَصَدَقَ</a:t>
            </a:r>
            <a:endParaRPr lang="ar-SA" sz="5000" dirty="0"/>
          </a:p>
        </p:txBody>
      </p:sp>
      <p:sp>
        <p:nvSpPr>
          <p:cNvPr id="12" name="LINK36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36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36 answer 2 text">
            <a:hlinkClick r:id="rIdLnk6" action="ppaction://hlinksldjump"/>
          </p:cNvPr>
          <p:cNvSpPr txBox="1"/>
          <p:nvPr/>
        </p:nvSpPr>
        <p:spPr>
          <a:xfrm>
            <a:off x="3474720" y="2497137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وَيَنَعَ</a:t>
            </a:r>
            <a:endParaRPr lang="ar-SA" sz="5000" dirty="0"/>
          </a:p>
        </p:txBody>
      </p:sp>
      <p:sp>
        <p:nvSpPr>
          <p:cNvPr id="15" name="LINK37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37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37 answer 3 text">
            <a:hlinkClick r:id="rIdLnk9" action="ppaction://hlinksldjump"/>
          </p:cNvPr>
          <p:cNvSpPr txBox="1"/>
          <p:nvPr/>
        </p:nvSpPr>
        <p:spPr>
          <a:xfrm>
            <a:off x="640080" y="253587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دَرَسَ</a:t>
            </a:r>
            <a:endParaRPr lang="ar-SA" sz="50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80103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وَيَنَعَ</a:t>
            </a:r>
            <a:endParaRPr lang="ar-SA" sz="6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7864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wayana'a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38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38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38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35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35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35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“nabata”?</a:t>
            </a:r>
            <a:endParaRPr lang="en-US" sz="3400" dirty="0"/>
          </a:p>
        </p:txBody>
      </p:sp>
      <p:sp>
        <p:nvSpPr>
          <p:cNvPr id="9" name="LINK39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39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39 answer 1 text">
            <a:hlinkClick r:id="rIdLnk3" action="ppaction://hlinksldjump"/>
          </p:cNvPr>
          <p:cNvSpPr txBox="1"/>
          <p:nvPr/>
        </p:nvSpPr>
        <p:spPr>
          <a:xfrm>
            <a:off x="6309360" y="260156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نَبَتَ</a:t>
            </a:r>
            <a:endParaRPr lang="ar-SA" sz="4700" dirty="0"/>
          </a:p>
        </p:txBody>
      </p:sp>
      <p:sp>
        <p:nvSpPr>
          <p:cNvPr id="12" name="LINK40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40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40 answer 2 text">
            <a:hlinkClick r:id="rIdLnk6" action="ppaction://hlinksldjump"/>
          </p:cNvPr>
          <p:cNvSpPr txBox="1"/>
          <p:nvPr/>
        </p:nvSpPr>
        <p:spPr>
          <a:xfrm>
            <a:off x="3474720" y="2523966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وَزَرَعَ</a:t>
            </a:r>
            <a:endParaRPr lang="ar-SA" sz="4700" dirty="0"/>
          </a:p>
        </p:txBody>
      </p:sp>
      <p:sp>
        <p:nvSpPr>
          <p:cNvPr id="15" name="LINK40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40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40 answer 3 text">
            <a:hlinkClick r:id="rIdLnk9" action="ppaction://hlinksldjump"/>
          </p:cNvPr>
          <p:cNvSpPr txBox="1"/>
          <p:nvPr/>
        </p:nvSpPr>
        <p:spPr>
          <a:xfrm>
            <a:off x="640080" y="261678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47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10938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نَبَتَ</a:t>
            </a:r>
            <a:endParaRPr lang="ar-SA" sz="67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nabata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41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41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41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38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38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38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end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463040" y="548640"/>
            <a:ext cx="6217920" cy="2926080"/>
          </a:xfrm>
          <a:prstGeom prst="roundRect">
            <a:avLst>
              <a:gd name="adj" fmla="val 109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1836115" y="665683"/>
            <a:ext cx="5471770" cy="1228954"/>
          </a:xfrm>
          <a:prstGeom prst="roundRect">
            <a:avLst>
              <a:gd name="adj" fmla="val 208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645920" y="746252"/>
            <a:ext cx="585216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did it!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708214"/>
            <a:ext cx="5852160" cy="5486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games won</a:t>
            </a:r>
            <a:endParaRPr lang="en-US" sz="2700" dirty="0"/>
          </a:p>
        </p:txBody>
      </p:sp>
      <p:sp>
        <p:nvSpPr>
          <p:cNvPr id="7" name="A300 star 1"/>
          <p:cNvSpPr/>
          <p:nvPr/>
        </p:nvSpPr>
        <p:spPr>
          <a:xfrm>
            <a:off x="2194560" y="242316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A600 star 2"/>
          <p:cNvSpPr/>
          <p:nvPr/>
        </p:nvSpPr>
        <p:spPr>
          <a:xfrm>
            <a:off x="4160520" y="233172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900 star 3"/>
          <p:cNvSpPr/>
          <p:nvPr/>
        </p:nvSpPr>
        <p:spPr>
          <a:xfrm>
            <a:off x="6126480" y="242316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LINK2 button">
            <a:hlinkClick r:id="rIdLnk1" action="ppaction://hlinksldjump"/>
          </p:cNvPr>
          <p:cNvSpPr/>
          <p:nvPr/>
        </p:nvSpPr>
        <p:spPr>
          <a:xfrm>
            <a:off x="3017520" y="3840480"/>
            <a:ext cx="3108960" cy="777240"/>
          </a:xfrm>
          <a:prstGeom prst="roundRect">
            <a:avLst>
              <a:gd name="adj" fmla="val 41176"/>
            </a:avLst>
          </a:prstGeom>
          <a:solidFill>
            <a:srgbClr val="1971C2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 button sheen">
            <a:hlinkClick r:id="rIdLnk2" action="ppaction://hlinksldjump"/>
          </p:cNvPr>
          <p:cNvSpPr/>
          <p:nvPr/>
        </p:nvSpPr>
        <p:spPr>
          <a:xfrm>
            <a:off x="3204058" y="3871570"/>
            <a:ext cx="2735885" cy="326441"/>
          </a:xfrm>
          <a:prstGeom prst="roundRect">
            <a:avLst>
              <a:gd name="adj" fmla="val 7843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 button text">
            <a:hlinkClick r:id="rIdLnk3" action="ppaction://hlinksldjump"/>
          </p:cNvPr>
          <p:cNvSpPr txBox="1"/>
          <p:nvPr/>
        </p:nvSpPr>
        <p:spPr>
          <a:xfrm>
            <a:off x="3017520" y="3836924"/>
            <a:ext cx="310896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Play again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win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Games 03-noon-ya</dc:title>
  <dc:subject>PptxGenJS Presentation</dc:subject>
  <dc:creator>PptxGenJS</dc:creator>
  <cp:lastModifiedBy>PptxGenJS</cp:lastModifiedBy>
  <cp:revision>1</cp:revision>
  <dcterms:created xsi:type="dcterms:W3CDTF">2026-10-22T14:27:38Z</dcterms:created>
  <dcterms:modified xsi:type="dcterms:W3CDTF">2026-10-22T14:27:38Z</dcterms:modified>
</cp:coreProperties>
</file>