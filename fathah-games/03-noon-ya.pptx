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نَ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يَ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نَ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نَ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يَ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يَ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نَدَ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نَظَ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يَكَ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يَضَ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صَنَعَ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وَيَنَعَ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نَبَتَ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6.xml"/><Relationship Id="rIdLnk5" Type="http://schemas.openxmlformats.org/officeDocument/2006/relationships/slide" Target="slide6.xml"/><Relationship Id="rIdLnk6" Type="http://schemas.openxmlformats.org/officeDocument/2006/relationships/slide" Target="slide6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10.xml"/><Relationship Id="rIdLnk2" Type="http://schemas.openxmlformats.org/officeDocument/2006/relationships/slide" Target="slide10.xml"/><Relationship Id="rIdLnk3" Type="http://schemas.openxmlformats.org/officeDocument/2006/relationships/slide" Target="slide10.xml"/><Relationship Id="rIdLnk4" Type="http://schemas.openxmlformats.org/officeDocument/2006/relationships/slide" Target="slide9.xml"/><Relationship Id="rIdLnk5" Type="http://schemas.openxmlformats.org/officeDocument/2006/relationships/slide" Target="slide9.xml"/><Relationship Id="rIdLnk6" Type="http://schemas.openxmlformats.org/officeDocument/2006/relationships/slide" Target="slide9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5.xml"/><Relationship Id="rIdLnk5" Type="http://schemas.openxmlformats.org/officeDocument/2006/relationships/slide" Target="slide15.xml"/><Relationship Id="rIdLnk6" Type="http://schemas.openxmlformats.org/officeDocument/2006/relationships/slide" Target="slide15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1.xml"/><Relationship Id="rIdLnk2" Type="http://schemas.openxmlformats.org/officeDocument/2006/relationships/slide" Target="slide21.xml"/><Relationship Id="rIdLnk3" Type="http://schemas.openxmlformats.org/officeDocument/2006/relationships/slide" Target="slide21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2.xml"/><Relationship Id="rIdLnk8" Type="http://schemas.openxmlformats.org/officeDocument/2006/relationships/slide" Target="slide22.xml"/><Relationship Id="rIdLnk9" Type="http://schemas.openxmlformats.org/officeDocument/2006/relationships/slide" Target="slide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8.xml"/><Relationship Id="rIdLnk5" Type="http://schemas.openxmlformats.org/officeDocument/2006/relationships/slide" Target="slide28.xml"/><Relationship Id="rIdLnk6" Type="http://schemas.openxmlformats.org/officeDocument/2006/relationships/slide" Target="slide28.xml"/><Relationship Id="rIdLnk7" Type="http://schemas.openxmlformats.org/officeDocument/2006/relationships/slide" Target="slide27.xml"/><Relationship Id="rIdLnk8" Type="http://schemas.openxmlformats.org/officeDocument/2006/relationships/slide" Target="slide27.xml"/><Relationship Id="rIdLnk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0.xml"/><Relationship Id="rIdLnk2" Type="http://schemas.openxmlformats.org/officeDocument/2006/relationships/slide" Target="slide30.xml"/><Relationship Id="rIdLnk3" Type="http://schemas.openxmlformats.org/officeDocument/2006/relationships/slide" Target="slide30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1.xml"/><Relationship Id="rIdLnk8" Type="http://schemas.openxmlformats.org/officeDocument/2006/relationships/slide" Target="slide31.xml"/><Relationship Id="rIdLnk9" Type="http://schemas.openxmlformats.org/officeDocument/2006/relationships/slide" Target="slide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4.xml"/><Relationship Id="rIdLnk5" Type="http://schemas.openxmlformats.org/officeDocument/2006/relationships/slide" Target="slide34.xml"/><Relationship Id="rIdLnk6" Type="http://schemas.openxmlformats.org/officeDocument/2006/relationships/slide" Target="slide34.xml"/><Relationship Id="rIdLnk7" Type="http://schemas.openxmlformats.org/officeDocument/2006/relationships/slide" Target="slide33.xml"/><Relationship Id="rIdLnk8" Type="http://schemas.openxmlformats.org/officeDocument/2006/relationships/slide" Target="slide33.xml"/><Relationship Id="rIdLnk9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6.xml"/><Relationship Id="rIdLnk5" Type="http://schemas.openxmlformats.org/officeDocument/2006/relationships/slide" Target="slide36.xml"/><Relationship Id="rIdLnk6" Type="http://schemas.openxmlformats.org/officeDocument/2006/relationships/slide" Target="slide36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39.xml"/><Relationship Id="rIdLnk2" Type="http://schemas.openxmlformats.org/officeDocument/2006/relationships/slide" Target="slide39.xml"/><Relationship Id="rIdLnk3" Type="http://schemas.openxmlformats.org/officeDocument/2006/relationships/slide" Target="slide39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40.xml"/><Relationship Id="rIdLnk8" Type="http://schemas.openxmlformats.org/officeDocument/2006/relationships/slide" Target="slide40.xml"/><Relationship Id="rIdLnk9" Type="http://schemas.openxmlformats.org/officeDocument/2006/relationships/slide" Target="slide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74673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   يَ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5334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33102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71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57853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37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22134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يِ</a:t>
            </a:r>
            <a:endParaRPr lang="ar-SA" sz="6900" dirty="0"/>
          </a:p>
        </p:txBody>
      </p:sp>
      <p:sp>
        <p:nvSpPr>
          <p:cNvPr id="12" name="LINK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6 answer 2 text">
            <a:hlinkClick r:id="rIdLnk6" action="ppaction://hlinksldjump"/>
          </p:cNvPr>
          <p:cNvSpPr txBox="1"/>
          <p:nvPr/>
        </p:nvSpPr>
        <p:spPr>
          <a:xfrm>
            <a:off x="3771900" y="232924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9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403735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</a:t>
            </a:r>
            <a:endParaRPr lang="ar-SA" sz="69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1084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“na”</a:t>
            </a:r>
            <a:endParaRPr lang="en-US" sz="3400" dirty="0"/>
          </a:p>
        </p:txBody>
      </p:sp>
      <p:sp>
        <p:nvSpPr>
          <p:cNvPr id="9" name="LINK10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0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0 answer 1 text">
            <a:hlinkClick r:id="rIdLnk3" action="ppaction://hlinksldjump"/>
          </p:cNvPr>
          <p:cNvSpPr txBox="1"/>
          <p:nvPr/>
        </p:nvSpPr>
        <p:spPr>
          <a:xfrm>
            <a:off x="6457950" y="246484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800" dirty="0"/>
          </a:p>
        </p:txBody>
      </p:sp>
      <p:sp>
        <p:nvSpPr>
          <p:cNvPr id="12" name="LINK9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9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9 answer 2 text">
            <a:hlinkClick r:id="rIdLnk6" action="ppaction://hlinksldjump"/>
          </p:cNvPr>
          <p:cNvSpPr txBox="1"/>
          <p:nvPr/>
        </p:nvSpPr>
        <p:spPr>
          <a:xfrm>
            <a:off x="3771900" y="253652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8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4639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37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“na”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42029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1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54968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100" dirty="0"/>
          </a:p>
        </p:txBody>
      </p:sp>
      <p:sp>
        <p:nvSpPr>
          <p:cNvPr id="15" name="LINK1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2 answer 3 text">
            <a:hlinkClick r:id="rIdLnk9" action="ppaction://hlinksldjump"/>
          </p:cNvPr>
          <p:cNvSpPr txBox="1"/>
          <p:nvPr/>
        </p:nvSpPr>
        <p:spPr>
          <a:xfrm>
            <a:off x="1085850" y="25334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4371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“ya”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2" name="LINK15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5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5 answer 2 text">
            <a:hlinkClick r:id="rIdLnk6" action="ppaction://hlinksldjump"/>
          </p:cNvPr>
          <p:cNvSpPr txBox="1"/>
          <p:nvPr/>
        </p:nvSpPr>
        <p:spPr>
          <a:xfrm>
            <a:off x="3771900" y="23533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300" dirty="0"/>
          </a:p>
        </p:txBody>
      </p:sp>
      <p:sp>
        <p:nvSpPr>
          <p:cNvPr id="15" name="LINK1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6 answer 3 text">
            <a:hlinkClick r:id="rIdLnk9" action="ppaction://hlinksldjump"/>
          </p:cNvPr>
          <p:cNvSpPr txBox="1"/>
          <p:nvPr/>
        </p:nvSpPr>
        <p:spPr>
          <a:xfrm>
            <a:off x="1085850" y="255603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1084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“ya”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65985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7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771900" y="233727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7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70176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1084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+ da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200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  +  دَ</a:t>
            </a:r>
            <a:endParaRPr lang="ar-SA" sz="6600" dirty="0"/>
          </a:p>
        </p:txBody>
      </p:sp>
      <p:sp>
        <p:nvSpPr>
          <p:cNvPr id="10" name="LINK2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1 answer 1 text">
            <a:hlinkClick r:id="rIdLnk3" action="ppaction://hlinksldjump"/>
          </p:cNvPr>
          <p:cNvSpPr txBox="1"/>
          <p:nvPr/>
        </p:nvSpPr>
        <p:spPr>
          <a:xfrm>
            <a:off x="6309360" y="265419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48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61884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4800" dirty="0"/>
          </a:p>
        </p:txBody>
      </p:sp>
      <p:sp>
        <p:nvSpPr>
          <p:cNvPr id="16" name="LINK22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2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2 answer 3 text">
            <a:hlinkClick r:id="rIdLnk9" action="ppaction://hlinksldjump"/>
          </p:cNvPr>
          <p:cNvSpPr txBox="1"/>
          <p:nvPr/>
        </p:nvSpPr>
        <p:spPr>
          <a:xfrm>
            <a:off x="640080" y="255696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48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9557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7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088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+ ẓa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87451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  +  ظَ</a:t>
            </a:r>
            <a:endParaRPr lang="ar-SA" sz="5800" dirty="0"/>
          </a:p>
        </p:txBody>
      </p:sp>
      <p:sp>
        <p:nvSpPr>
          <p:cNvPr id="10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4 answer 1 text">
            <a:hlinkClick r:id="rIdLnk3" action="ppaction://hlinksldjump"/>
          </p:cNvPr>
          <p:cNvSpPr txBox="1"/>
          <p:nvPr/>
        </p:nvSpPr>
        <p:spPr>
          <a:xfrm>
            <a:off x="6309360" y="26712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4900" dirty="0"/>
          </a:p>
        </p:txBody>
      </p:sp>
      <p:sp>
        <p:nvSpPr>
          <p:cNvPr id="13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5 answer 2 text">
            <a:hlinkClick r:id="rIdLnk6" action="ppaction://hlinksldjump"/>
          </p:cNvPr>
          <p:cNvSpPr txBox="1"/>
          <p:nvPr/>
        </p:nvSpPr>
        <p:spPr>
          <a:xfrm>
            <a:off x="3474720" y="26492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نَفَ</a:t>
            </a:r>
            <a:endParaRPr lang="ar-SA" sz="49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59973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endParaRPr lang="ar-SA" sz="49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20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7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90813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naẓa</a:t>
            </a:r>
            <a:endParaRPr lang="en-US" sz="25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+ ka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98193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  +  كَ</a:t>
            </a:r>
            <a:endParaRPr lang="ar-SA" sz="53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53917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4500" dirty="0"/>
          </a:p>
        </p:txBody>
      </p:sp>
      <p:sp>
        <p:nvSpPr>
          <p:cNvPr id="13" name="LINK2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8 answer 2 text">
            <a:hlinkClick r:id="rIdLnk6" action="ppaction://hlinksldjump"/>
          </p:cNvPr>
          <p:cNvSpPr txBox="1"/>
          <p:nvPr/>
        </p:nvSpPr>
        <p:spPr>
          <a:xfrm>
            <a:off x="3474720" y="261596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4500" dirty="0"/>
          </a:p>
        </p:txBody>
      </p:sp>
      <p:sp>
        <p:nvSpPr>
          <p:cNvPr id="16" name="LINK2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7 answer 3 text">
            <a:hlinkClick r:id="rIdLnk9" action="ppaction://hlinksldjump"/>
          </p:cNvPr>
          <p:cNvSpPr txBox="1"/>
          <p:nvPr/>
        </p:nvSpPr>
        <p:spPr>
          <a:xfrm>
            <a:off x="640080" y="25950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0444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6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+ ḍa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9533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  +  ضَ</a:t>
            </a:r>
            <a:endParaRPr lang="ar-SA" sz="5300" dirty="0"/>
          </a:p>
        </p:txBody>
      </p:sp>
      <p:sp>
        <p:nvSpPr>
          <p:cNvPr id="10" name="LINK3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0 answer 1 text">
            <a:hlinkClick r:id="rIdLnk3" action="ppaction://hlinksldjump"/>
          </p:cNvPr>
          <p:cNvSpPr txBox="1"/>
          <p:nvPr/>
        </p:nvSpPr>
        <p:spPr>
          <a:xfrm>
            <a:off x="6309360" y="257624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46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48569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يَجَ</a:t>
            </a:r>
            <a:endParaRPr lang="ar-SA" sz="4600" dirty="0"/>
          </a:p>
        </p:txBody>
      </p:sp>
      <p:sp>
        <p:nvSpPr>
          <p:cNvPr id="16" name="LINK3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1 answer 3 text">
            <a:hlinkClick r:id="rIdLnk9" action="ppaction://hlinksldjump"/>
          </p:cNvPr>
          <p:cNvSpPr txBox="1"/>
          <p:nvPr/>
        </p:nvSpPr>
        <p:spPr>
          <a:xfrm>
            <a:off x="640080" y="25245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endParaRPr lang="ar-SA" sz="46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5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yaḍa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“ṣana'a”?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طَبَخَ</a:t>
            </a:r>
            <a:endParaRPr lang="ar-SA" sz="4400" dirty="0"/>
          </a:p>
        </p:txBody>
      </p:sp>
      <p:sp>
        <p:nvSpPr>
          <p:cNvPr id="12" name="LINK3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4 answer 2 text">
            <a:hlinkClick r:id="rIdLnk6" action="ppaction://hlinksldjump"/>
          </p:cNvPr>
          <p:cNvSpPr txBox="1"/>
          <p:nvPr/>
        </p:nvSpPr>
        <p:spPr>
          <a:xfrm>
            <a:off x="3474720" y="252920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</a:t>
            </a:r>
            <a:endParaRPr lang="ar-SA" sz="4400" dirty="0"/>
          </a:p>
        </p:txBody>
      </p:sp>
      <p:sp>
        <p:nvSpPr>
          <p:cNvPr id="15" name="LINK3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3 answer 3 text">
            <a:hlinkClick r:id="rIdLnk9" action="ppaction://hlinksldjump"/>
          </p:cNvPr>
          <p:cNvSpPr txBox="1"/>
          <p:nvPr/>
        </p:nvSpPr>
        <p:spPr>
          <a:xfrm>
            <a:off x="640080" y="251020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44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010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1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ṣana'a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“wayana'a”?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5869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5000" dirty="0"/>
          </a:p>
        </p:txBody>
      </p:sp>
      <p:sp>
        <p:nvSpPr>
          <p:cNvPr id="12" name="LINK3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6 answer 2 text">
            <a:hlinkClick r:id="rIdLnk6" action="ppaction://hlinksldjump"/>
          </p:cNvPr>
          <p:cNvSpPr txBox="1"/>
          <p:nvPr/>
        </p:nvSpPr>
        <p:spPr>
          <a:xfrm>
            <a:off x="3474720" y="249713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وَيَنَعَ</a:t>
            </a:r>
            <a:endParaRPr lang="ar-SA" sz="50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53587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50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8010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وَيَنَعَ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7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wayana'a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“nabata”?</a:t>
            </a:r>
            <a:endParaRPr lang="en-US" sz="3400" dirty="0"/>
          </a:p>
        </p:txBody>
      </p:sp>
      <p:sp>
        <p:nvSpPr>
          <p:cNvPr id="9" name="LINK3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9 answer 1 text">
            <a:hlinkClick r:id="rIdLnk3" action="ppaction://hlinksldjump"/>
          </p:cNvPr>
          <p:cNvSpPr txBox="1"/>
          <p:nvPr/>
        </p:nvSpPr>
        <p:spPr>
          <a:xfrm>
            <a:off x="6309360" y="260156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700" dirty="0"/>
          </a:p>
        </p:txBody>
      </p:sp>
      <p:sp>
        <p:nvSpPr>
          <p:cNvPr id="12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0 answer 2 text">
            <a:hlinkClick r:id="rIdLnk6" action="ppaction://hlinksldjump"/>
          </p:cNvPr>
          <p:cNvSpPr txBox="1"/>
          <p:nvPr/>
        </p:nvSpPr>
        <p:spPr>
          <a:xfrm>
            <a:off x="3474720" y="25239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وَزَرَعَ</a:t>
            </a:r>
            <a:endParaRPr lang="ar-SA" sz="4700" dirty="0"/>
          </a:p>
        </p:txBody>
      </p:sp>
      <p:sp>
        <p:nvSpPr>
          <p:cNvPr id="15" name="LINK4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0 answer 3 text">
            <a:hlinkClick r:id="rIdLnk9" action="ppaction://hlinksldjump"/>
          </p:cNvPr>
          <p:cNvSpPr txBox="1"/>
          <p:nvPr/>
        </p:nvSpPr>
        <p:spPr>
          <a:xfrm>
            <a:off x="64008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109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nabata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03-noon-ya</dc:title>
  <dc:subject>PptxGenJS Presentation</dc:subject>
  <dc:creator>PptxGenJS</dc:creator>
  <cp:lastModifiedBy>PptxGenJS</cp:lastModifiedBy>
  <cp:revision>1</cp:revision>
  <dcterms:created xsi:type="dcterms:W3CDTF">2026-10-22T14:27:38Z</dcterms:created>
  <dcterms:modified xsi:type="dcterms:W3CDTF">2026-10-22T14:27:38Z</dcterms:modified>
</cp:coreProperties>
</file>