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كَ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كَ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كَ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كَحَ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كَجَ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وَأَكَلَ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ذَكَرَ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وَشَكَرَ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3.xml"/><Relationship Id="rIdLnk2" Type="http://schemas.openxmlformats.org/officeDocument/2006/relationships/slide" Target="slide3.xml"/><Relationship Id="rIdLnk3" Type="http://schemas.openxmlformats.org/officeDocument/2006/relationships/slide" Target="slide3.xml"/><Relationship Id="rIdLnk4" Type="http://schemas.openxmlformats.org/officeDocument/2006/relationships/slide" Target="slide4.xml"/><Relationship Id="rIdLnk5" Type="http://schemas.openxmlformats.org/officeDocument/2006/relationships/slide" Target="slide4.xml"/><Relationship Id="rIdLnk6" Type="http://schemas.openxmlformats.org/officeDocument/2006/relationships/slide" Target="slide4.xml"/><Relationship Id="rIdLnk7" Type="http://schemas.openxmlformats.org/officeDocument/2006/relationships/slide" Target="slide4.xml"/><Relationship Id="rIdLnk8" Type="http://schemas.openxmlformats.org/officeDocument/2006/relationships/slide" Target="slide4.xml"/><Relationship Id="rIdLnk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7.xml"/><Relationship Id="rIdLnk2" Type="http://schemas.openxmlformats.org/officeDocument/2006/relationships/slide" Target="slide7.xml"/><Relationship Id="rIdLnk3" Type="http://schemas.openxmlformats.org/officeDocument/2006/relationships/slide" Target="slide7.xml"/><Relationship Id="rIdLnk4" Type="http://schemas.openxmlformats.org/officeDocument/2006/relationships/slide" Target="slide7.xml"/><Relationship Id="rIdLnk5" Type="http://schemas.openxmlformats.org/officeDocument/2006/relationships/slide" Target="slide7.xml"/><Relationship Id="rIdLnk6" Type="http://schemas.openxmlformats.org/officeDocument/2006/relationships/slide" Target="slide7.xml"/><Relationship Id="rIdLnk7" Type="http://schemas.openxmlformats.org/officeDocument/2006/relationships/slide" Target="slide6.xml"/><Relationship Id="rIdLnk8" Type="http://schemas.openxmlformats.org/officeDocument/2006/relationships/slide" Target="slide6.xml"/><Relationship Id="rIdLnk9" Type="http://schemas.openxmlformats.org/officeDocument/2006/relationships/slide" Target="slide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Lnk3" Type="http://schemas.openxmlformats.org/officeDocument/2006/relationships/slide" Target="slide9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10.xml"/><Relationship Id="rIdLnk8" Type="http://schemas.openxmlformats.org/officeDocument/2006/relationships/slide" Target="slide10.xml"/><Relationship Id="rIdLnk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2.xml"/><Relationship Id="rIdLnk5" Type="http://schemas.openxmlformats.org/officeDocument/2006/relationships/slide" Target="slide12.xml"/><Relationship Id="rIdLnk6" Type="http://schemas.openxmlformats.org/officeDocument/2006/relationships/slide" Target="slide12.xml"/><Relationship Id="rIdLnk7" Type="http://schemas.openxmlformats.org/officeDocument/2006/relationships/slide" Target="slide13.xml"/><Relationship Id="rIdLnk8" Type="http://schemas.openxmlformats.org/officeDocument/2006/relationships/slide" Target="slide13.xml"/><Relationship Id="rIdLnk9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6.xml"/><Relationship Id="rIdLnk2" Type="http://schemas.openxmlformats.org/officeDocument/2006/relationships/slide" Target="slide16.xml"/><Relationship Id="rIdLnk3" Type="http://schemas.openxmlformats.org/officeDocument/2006/relationships/slide" Target="slide16.xml"/><Relationship Id="rIdLnk4" Type="http://schemas.openxmlformats.org/officeDocument/2006/relationships/slide" Target="slide16.xml"/><Relationship Id="rIdLnk5" Type="http://schemas.openxmlformats.org/officeDocument/2006/relationships/slide" Target="slide16.xml"/><Relationship Id="rIdLnk6" Type="http://schemas.openxmlformats.org/officeDocument/2006/relationships/slide" Target="slide16.xml"/><Relationship Id="rIdLnk7" Type="http://schemas.openxmlformats.org/officeDocument/2006/relationships/slide" Target="slide15.xml"/><Relationship Id="rIdLnk8" Type="http://schemas.openxmlformats.org/officeDocument/2006/relationships/slide" Target="slide15.xml"/><Relationship Id="rIdLnk9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8.xml"/><Relationship Id="rIdLnk5" Type="http://schemas.openxmlformats.org/officeDocument/2006/relationships/slide" Target="slide18.xml"/><Relationship Id="rIdLnk6" Type="http://schemas.openxmlformats.org/officeDocument/2006/relationships/slide" Target="slide18.xml"/><Relationship Id="rIdLnk7" Type="http://schemas.openxmlformats.org/officeDocument/2006/relationships/slide" Target="slide19.xml"/><Relationship Id="rIdLnk8" Type="http://schemas.openxmlformats.org/officeDocument/2006/relationships/slide" Target="slide19.xml"/><Relationship Id="rIdLnk9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2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1.xml"/><Relationship Id="rIdLnk8" Type="http://schemas.openxmlformats.org/officeDocument/2006/relationships/slide" Target="slide21.xml"/><Relationship Id="rIdLnk9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4.xml"/><Relationship Id="rIdLnk2" Type="http://schemas.openxmlformats.org/officeDocument/2006/relationships/slide" Target="slide24.xml"/><Relationship Id="rIdLnk3" Type="http://schemas.openxmlformats.org/officeDocument/2006/relationships/slide" Target="slide24.xml"/><Relationship Id="rIdLnk4" Type="http://schemas.openxmlformats.org/officeDocument/2006/relationships/slide" Target="slide25.xml"/><Relationship Id="rIdLnk5" Type="http://schemas.openxmlformats.org/officeDocument/2006/relationships/slide" Target="slide25.xml"/><Relationship Id="rIdLnk6" Type="http://schemas.openxmlformats.org/officeDocument/2006/relationships/slide" Target="slide25.xml"/><Relationship Id="rIdLnk7" Type="http://schemas.openxmlformats.org/officeDocument/2006/relationships/slide" Target="slide25.xml"/><Relationship Id="rIdLnk8" Type="http://schemas.openxmlformats.org/officeDocument/2006/relationships/slide" Target="slide25.xml"/><Relationship Id="rIdLnk9" Type="http://schemas.openxmlformats.org/officeDocument/2006/relationships/slide" Target="slide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58029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3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3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3 answer 1 text">
            <a:hlinkClick r:id="rIdLnk3" action="ppaction://hlinksldjump"/>
          </p:cNvPr>
          <p:cNvSpPr txBox="1"/>
          <p:nvPr/>
        </p:nvSpPr>
        <p:spPr>
          <a:xfrm>
            <a:off x="6457950" y="266065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800" dirty="0"/>
          </a:p>
        </p:txBody>
      </p:sp>
      <p:sp>
        <p:nvSpPr>
          <p:cNvPr id="12" name="LINK4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 answer 2 text">
            <a:hlinkClick r:id="rIdLnk6" action="ppaction://hlinksldjump"/>
          </p:cNvPr>
          <p:cNvSpPr txBox="1"/>
          <p:nvPr/>
        </p:nvSpPr>
        <p:spPr>
          <a:xfrm>
            <a:off x="3771900" y="252932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كِ</a:t>
            </a:r>
            <a:endParaRPr lang="ar-SA" sz="6800" dirty="0"/>
          </a:p>
        </p:txBody>
      </p:sp>
      <p:sp>
        <p:nvSpPr>
          <p:cNvPr id="15" name="LINK4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4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4 answer 3 text">
            <a:hlinkClick r:id="rIdLnk9" action="ppaction://hlinksldjump"/>
          </p:cNvPr>
          <p:cNvSpPr txBox="1"/>
          <p:nvPr/>
        </p:nvSpPr>
        <p:spPr>
          <a:xfrm>
            <a:off x="1085850" y="273406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8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8077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9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“ka”</a:t>
            </a:r>
            <a:endParaRPr lang="en-US" sz="3400" dirty="0"/>
          </a:p>
        </p:txBody>
      </p:sp>
      <p:sp>
        <p:nvSpPr>
          <p:cNvPr id="9" name="LINK7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7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7 answer 1 text">
            <a:hlinkClick r:id="rIdLnk3" action="ppaction://hlinksldjump"/>
          </p:cNvPr>
          <p:cNvSpPr txBox="1"/>
          <p:nvPr/>
        </p:nvSpPr>
        <p:spPr>
          <a:xfrm>
            <a:off x="6457950" y="256912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700" dirty="0"/>
          </a:p>
        </p:txBody>
      </p:sp>
      <p:sp>
        <p:nvSpPr>
          <p:cNvPr id="12" name="LINK7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7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7 answer 2 text">
            <a:hlinkClick r:id="rIdLnk6" action="ppaction://hlinksldjump"/>
          </p:cNvPr>
          <p:cNvSpPr txBox="1"/>
          <p:nvPr/>
        </p:nvSpPr>
        <p:spPr>
          <a:xfrm>
            <a:off x="3771900" y="266105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700" dirty="0"/>
          </a:p>
        </p:txBody>
      </p:sp>
      <p:sp>
        <p:nvSpPr>
          <p:cNvPr id="15" name="LINK6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6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6 answer 3 text">
            <a:hlinkClick r:id="rIdLnk9" action="ppaction://hlinksldjump"/>
          </p:cNvPr>
          <p:cNvSpPr txBox="1"/>
          <p:nvPr/>
        </p:nvSpPr>
        <p:spPr>
          <a:xfrm>
            <a:off x="1085850" y="265182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7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8077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9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“ka”</a:t>
            </a:r>
            <a:endParaRPr lang="en-US" sz="3400" dirty="0"/>
          </a:p>
        </p:txBody>
      </p:sp>
      <p:sp>
        <p:nvSpPr>
          <p:cNvPr id="9" name="LINK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9 answer 1 text">
            <a:hlinkClick r:id="rIdLnk3" action="ppaction://hlinksldjump"/>
          </p:cNvPr>
          <p:cNvSpPr txBox="1"/>
          <p:nvPr/>
        </p:nvSpPr>
        <p:spPr>
          <a:xfrm>
            <a:off x="6457950" y="266467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3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39929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300" dirty="0"/>
          </a:p>
        </p:txBody>
      </p:sp>
      <p:sp>
        <p:nvSpPr>
          <p:cNvPr id="15" name="LINK10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0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0 answer 3 text">
            <a:hlinkClick r:id="rIdLnk9" action="ppaction://hlinksldjump"/>
          </p:cNvPr>
          <p:cNvSpPr txBox="1"/>
          <p:nvPr/>
        </p:nvSpPr>
        <p:spPr>
          <a:xfrm>
            <a:off x="1085850" y="2548096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3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80771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9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2787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 + ḥa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04050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  +  حَ</a:t>
            </a:r>
            <a:endParaRPr lang="ar-SA" sz="5400" dirty="0"/>
          </a:p>
        </p:txBody>
      </p:sp>
      <p:sp>
        <p:nvSpPr>
          <p:cNvPr id="10" name="LINK13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3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3 answer 1 text">
            <a:hlinkClick r:id="rIdLnk3" action="ppaction://hlinksldjump"/>
          </p:cNvPr>
          <p:cNvSpPr txBox="1"/>
          <p:nvPr/>
        </p:nvSpPr>
        <p:spPr>
          <a:xfrm>
            <a:off x="6309360" y="265118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كَتَ</a:t>
            </a:r>
            <a:endParaRPr lang="ar-SA" sz="4500" dirty="0"/>
          </a:p>
        </p:txBody>
      </p:sp>
      <p:sp>
        <p:nvSpPr>
          <p:cNvPr id="13" name="LINK1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2 answer 2 text">
            <a:hlinkClick r:id="rIdLnk6" action="ppaction://hlinksldjump"/>
          </p:cNvPr>
          <p:cNvSpPr txBox="1"/>
          <p:nvPr/>
        </p:nvSpPr>
        <p:spPr>
          <a:xfrm>
            <a:off x="3474720" y="254546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كَحَ</a:t>
            </a:r>
            <a:endParaRPr lang="ar-SA" sz="4500" dirty="0"/>
          </a:p>
        </p:txBody>
      </p:sp>
      <p:sp>
        <p:nvSpPr>
          <p:cNvPr id="16" name="LINK13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3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3 answer 3 text">
            <a:hlinkClick r:id="rIdLnk9" action="ppaction://hlinksldjump"/>
          </p:cNvPr>
          <p:cNvSpPr txBox="1"/>
          <p:nvPr/>
        </p:nvSpPr>
        <p:spPr>
          <a:xfrm>
            <a:off x="640080" y="264218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حَكَ</a:t>
            </a:r>
            <a:endParaRPr lang="ar-SA" sz="45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3924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كَحَ</a:t>
            </a:r>
            <a:endParaRPr lang="ar-SA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kaḥa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70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 + ja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04050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  +  جَ</a:t>
            </a:r>
            <a:endParaRPr lang="ar-SA" sz="5400" dirty="0"/>
          </a:p>
        </p:txBody>
      </p:sp>
      <p:sp>
        <p:nvSpPr>
          <p:cNvPr id="10" name="LINK16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6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6 answer 1 text">
            <a:hlinkClick r:id="rIdLnk3" action="ppaction://hlinksldjump"/>
          </p:cNvPr>
          <p:cNvSpPr txBox="1"/>
          <p:nvPr/>
        </p:nvSpPr>
        <p:spPr>
          <a:xfrm>
            <a:off x="6309360" y="258832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كَصَ</a:t>
            </a:r>
            <a:endParaRPr lang="ar-SA" sz="4500" dirty="0"/>
          </a:p>
        </p:txBody>
      </p:sp>
      <p:sp>
        <p:nvSpPr>
          <p:cNvPr id="13" name="LINK16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6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6 answer 2 text">
            <a:hlinkClick r:id="rIdLnk6" action="ppaction://hlinksldjump"/>
          </p:cNvPr>
          <p:cNvSpPr txBox="1"/>
          <p:nvPr/>
        </p:nvSpPr>
        <p:spPr>
          <a:xfrm>
            <a:off x="3474720" y="25970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جَكَ</a:t>
            </a:r>
            <a:endParaRPr lang="ar-SA" sz="4500" dirty="0"/>
          </a:p>
        </p:txBody>
      </p:sp>
      <p:sp>
        <p:nvSpPr>
          <p:cNvPr id="16" name="LINK1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5 answer 3 text">
            <a:hlinkClick r:id="rIdLnk9" action="ppaction://hlinksldjump"/>
          </p:cNvPr>
          <p:cNvSpPr txBox="1"/>
          <p:nvPr/>
        </p:nvSpPr>
        <p:spPr>
          <a:xfrm>
            <a:off x="640080" y="254546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كَجَ</a:t>
            </a:r>
            <a:endParaRPr lang="ar-SA" sz="45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3924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كَجَ</a:t>
            </a:r>
            <a:endParaRPr lang="ar-SA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“wa'akala”?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309360" y="256170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وَسَطَعَ</a:t>
            </a:r>
            <a:endParaRPr lang="ar-SA" sz="4100" dirty="0"/>
          </a:p>
        </p:txBody>
      </p:sp>
      <p:sp>
        <p:nvSpPr>
          <p:cNvPr id="12" name="LINK18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8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8 answer 2 text">
            <a:hlinkClick r:id="rIdLnk6" action="ppaction://hlinksldjump"/>
          </p:cNvPr>
          <p:cNvSpPr txBox="1"/>
          <p:nvPr/>
        </p:nvSpPr>
        <p:spPr>
          <a:xfrm>
            <a:off x="3474720" y="2657968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100" dirty="0"/>
          </a:p>
        </p:txBody>
      </p:sp>
      <p:sp>
        <p:nvSpPr>
          <p:cNvPr id="15" name="LINK19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9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9 answer 3 text">
            <a:hlinkClick r:id="rIdLnk9" action="ppaction://hlinksldjump"/>
          </p:cNvPr>
          <p:cNvSpPr txBox="1"/>
          <p:nvPr/>
        </p:nvSpPr>
        <p:spPr>
          <a:xfrm>
            <a:off x="640080" y="267068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وَسَأَلَ</a:t>
            </a:r>
            <a:endParaRPr lang="ar-SA" sz="41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8571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wa'akala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“dhakara”?</a:t>
            </a:r>
            <a:endParaRPr lang="en-US" sz="3400" dirty="0"/>
          </a:p>
        </p:txBody>
      </p:sp>
      <p:sp>
        <p:nvSpPr>
          <p:cNvPr id="9" name="LINK22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2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2 answer 1 text">
            <a:hlinkClick r:id="rIdLnk3" action="ppaction://hlinksldjump"/>
          </p:cNvPr>
          <p:cNvSpPr txBox="1"/>
          <p:nvPr/>
        </p:nvSpPr>
        <p:spPr>
          <a:xfrm>
            <a:off x="6309360" y="2484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</a:t>
            </a:r>
            <a:endParaRPr lang="ar-SA" sz="4600" dirty="0"/>
          </a:p>
        </p:txBody>
      </p:sp>
      <p:sp>
        <p:nvSpPr>
          <p:cNvPr id="12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2 answer 2 text">
            <a:hlinkClick r:id="rIdLnk6" action="ppaction://hlinksldjump"/>
          </p:cNvPr>
          <p:cNvSpPr txBox="1"/>
          <p:nvPr/>
        </p:nvSpPr>
        <p:spPr>
          <a:xfrm>
            <a:off x="3474720" y="254119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وَنَجَحَ</a:t>
            </a:r>
            <a:endParaRPr lang="ar-SA" sz="4600" dirty="0"/>
          </a:p>
        </p:txBody>
      </p:sp>
      <p:sp>
        <p:nvSpPr>
          <p:cNvPr id="15" name="LINK21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1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1 answer 3 text">
            <a:hlinkClick r:id="rIdLnk9" action="ppaction://hlinksldjump"/>
          </p:cNvPr>
          <p:cNvSpPr txBox="1"/>
          <p:nvPr/>
        </p:nvSpPr>
        <p:spPr>
          <a:xfrm>
            <a:off x="640080" y="260049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endParaRPr lang="ar-SA" sz="46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9840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endParaRPr lang="ar-SA" sz="6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dhakara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“washakara”?</a:t>
            </a:r>
            <a:endParaRPr lang="en-US" sz="3400" dirty="0"/>
          </a:p>
        </p:txBody>
      </p:sp>
      <p:sp>
        <p:nvSpPr>
          <p:cNvPr id="9" name="LINK24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4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4 answer 1 text">
            <a:hlinkClick r:id="rIdLnk3" action="ppaction://hlinksldjump"/>
          </p:cNvPr>
          <p:cNvSpPr txBox="1"/>
          <p:nvPr/>
        </p:nvSpPr>
        <p:spPr>
          <a:xfrm>
            <a:off x="6309360" y="259567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800" dirty="0"/>
          </a:p>
        </p:txBody>
      </p:sp>
      <p:sp>
        <p:nvSpPr>
          <p:cNvPr id="12" name="LINK2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5 answer 2 text">
            <a:hlinkClick r:id="rIdLnk6" action="ppaction://hlinksldjump"/>
          </p:cNvPr>
          <p:cNvSpPr txBox="1"/>
          <p:nvPr/>
        </p:nvSpPr>
        <p:spPr>
          <a:xfrm>
            <a:off x="3474720" y="2538679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وَوَجَدَ</a:t>
            </a:r>
            <a:endParaRPr lang="ar-SA" sz="4800" dirty="0"/>
          </a:p>
        </p:txBody>
      </p:sp>
      <p:sp>
        <p:nvSpPr>
          <p:cNvPr id="15" name="LINK25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5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5 answer 3 text">
            <a:hlinkClick r:id="rIdLnk9" action="ppaction://hlinksldjump"/>
          </p:cNvPr>
          <p:cNvSpPr txBox="1"/>
          <p:nvPr/>
        </p:nvSpPr>
        <p:spPr>
          <a:xfrm>
            <a:off x="640080" y="2628290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طَلَبَ</a:t>
            </a:r>
            <a:endParaRPr lang="ar-SA" sz="48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03718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washakara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12-kaf</dc:title>
  <dc:subject>PptxGenJS Presentation</dc:subject>
  <dc:creator>PptxGenJS</dc:creator>
  <cp:lastModifiedBy>PptxGenJS</cp:lastModifiedBy>
  <cp:revision>1</cp:revision>
  <dcterms:created xsi:type="dcterms:W3CDTF">2026-10-22T14:27:39Z</dcterms:created>
  <dcterms:modified xsi:type="dcterms:W3CDTF">2026-10-22T14:27:39Z</dcterms:modified>
</cp:coreProperties>
</file>