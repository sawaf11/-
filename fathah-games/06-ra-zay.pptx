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زَ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زَ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زَ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رَخَ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رَتَ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زَثَ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زَأَ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رَكَعَ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وَشَكَرَ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نَظَرَ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4.xml"/><Relationship Id="rIdLnk2" Type="http://schemas.openxmlformats.org/officeDocument/2006/relationships/slide" Target="slide4.xml"/><Relationship Id="rIdLnk3" Type="http://schemas.openxmlformats.org/officeDocument/2006/relationships/slide" Target="slide4.xml"/><Relationship Id="rIdLnk4" Type="http://schemas.openxmlformats.org/officeDocument/2006/relationships/slide" Target="slide3.xml"/><Relationship Id="rIdLnk5" Type="http://schemas.openxmlformats.org/officeDocument/2006/relationships/slide" Target="slide3.xml"/><Relationship Id="rIdLnk6" Type="http://schemas.openxmlformats.org/officeDocument/2006/relationships/slide" Target="slide3.xml"/><Relationship Id="rIdLnk7" Type="http://schemas.openxmlformats.org/officeDocument/2006/relationships/slide" Target="slide4.xml"/><Relationship Id="rIdLnk8" Type="http://schemas.openxmlformats.org/officeDocument/2006/relationships/slide" Target="slide4.xml"/><Relationship Id="rIdLnk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6.xml"/><Relationship Id="rIdLnk2" Type="http://schemas.openxmlformats.org/officeDocument/2006/relationships/slide" Target="slide6.xml"/><Relationship Id="rIdLnk3" Type="http://schemas.openxmlformats.org/officeDocument/2006/relationships/slide" Target="slide6.xml"/><Relationship Id="rIdLnk4" Type="http://schemas.openxmlformats.org/officeDocument/2006/relationships/slide" Target="slide7.xml"/><Relationship Id="rIdLnk5" Type="http://schemas.openxmlformats.org/officeDocument/2006/relationships/slide" Target="slide7.xml"/><Relationship Id="rIdLnk6" Type="http://schemas.openxmlformats.org/officeDocument/2006/relationships/slide" Target="slide7.xml"/><Relationship Id="rIdLnk7" Type="http://schemas.openxmlformats.org/officeDocument/2006/relationships/slide" Target="slide7.xml"/><Relationship Id="rIdLnk8" Type="http://schemas.openxmlformats.org/officeDocument/2006/relationships/slide" Target="slide7.xml"/><Relationship Id="rIdLnk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Lnk3" Type="http://schemas.openxmlformats.org/officeDocument/2006/relationships/slide" Target="slide9.xml"/><Relationship Id="rIdLnk4" Type="http://schemas.openxmlformats.org/officeDocument/2006/relationships/slide" Target="slide10.xml"/><Relationship Id="rIdLnk5" Type="http://schemas.openxmlformats.org/officeDocument/2006/relationships/slide" Target="slide10.xml"/><Relationship Id="rIdLnk6" Type="http://schemas.openxmlformats.org/officeDocument/2006/relationships/slide" Target="slide10.xml"/><Relationship Id="rIdLnk7" Type="http://schemas.openxmlformats.org/officeDocument/2006/relationships/slide" Target="slide10.xml"/><Relationship Id="rIdLnk8" Type="http://schemas.openxmlformats.org/officeDocument/2006/relationships/slide" Target="slide10.xml"/><Relationship Id="rIdLnk9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3.xml"/><Relationship Id="rIdLnk2" Type="http://schemas.openxmlformats.org/officeDocument/2006/relationships/slide" Target="slide13.xml"/><Relationship Id="rIdLnk3" Type="http://schemas.openxmlformats.org/officeDocument/2006/relationships/slide" Target="slide13.xml"/><Relationship Id="rIdLnk4" Type="http://schemas.openxmlformats.org/officeDocument/2006/relationships/slide" Target="slide12.xml"/><Relationship Id="rIdLnk5" Type="http://schemas.openxmlformats.org/officeDocument/2006/relationships/slide" Target="slide12.xml"/><Relationship Id="rIdLnk6" Type="http://schemas.openxmlformats.org/officeDocument/2006/relationships/slide" Target="slide12.xml"/><Relationship Id="rIdLnk7" Type="http://schemas.openxmlformats.org/officeDocument/2006/relationships/slide" Target="slide13.xml"/><Relationship Id="rIdLnk8" Type="http://schemas.openxmlformats.org/officeDocument/2006/relationships/slide" Target="slide13.xml"/><Relationship Id="rIdLnk9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5.xml"/><Relationship Id="rIdLnk2" Type="http://schemas.openxmlformats.org/officeDocument/2006/relationships/slide" Target="slide15.xml"/><Relationship Id="rIdLnk3" Type="http://schemas.openxmlformats.org/officeDocument/2006/relationships/slide" Target="slide15.xml"/><Relationship Id="rIdLnk4" Type="http://schemas.openxmlformats.org/officeDocument/2006/relationships/slide" Target="slide16.xml"/><Relationship Id="rIdLnk5" Type="http://schemas.openxmlformats.org/officeDocument/2006/relationships/slide" Target="slide16.xml"/><Relationship Id="rIdLnk6" Type="http://schemas.openxmlformats.org/officeDocument/2006/relationships/slide" Target="slide16.xml"/><Relationship Id="rIdLnk7" Type="http://schemas.openxmlformats.org/officeDocument/2006/relationships/slide" Target="slide16.xml"/><Relationship Id="rIdLnk8" Type="http://schemas.openxmlformats.org/officeDocument/2006/relationships/slide" Target="slide16.xml"/><Relationship Id="rIdLnk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9.xml"/><Relationship Id="rIdLnk2" Type="http://schemas.openxmlformats.org/officeDocument/2006/relationships/slide" Target="slide19.xml"/><Relationship Id="rIdLnk3" Type="http://schemas.openxmlformats.org/officeDocument/2006/relationships/slide" Target="slide19.xml"/><Relationship Id="rIdLnk4" Type="http://schemas.openxmlformats.org/officeDocument/2006/relationships/slide" Target="slide18.xml"/><Relationship Id="rIdLnk5" Type="http://schemas.openxmlformats.org/officeDocument/2006/relationships/slide" Target="slide18.xml"/><Relationship Id="rIdLnk6" Type="http://schemas.openxmlformats.org/officeDocument/2006/relationships/slide" Target="slide18.xml"/><Relationship Id="rIdLnk7" Type="http://schemas.openxmlformats.org/officeDocument/2006/relationships/slide" Target="slide19.xml"/><Relationship Id="rIdLnk8" Type="http://schemas.openxmlformats.org/officeDocument/2006/relationships/slide" Target="slide19.xml"/><Relationship Id="rIdLnk9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2.xml"/><Relationship Id="rIdLnk4" Type="http://schemas.openxmlformats.org/officeDocument/2006/relationships/slide" Target="slide22.xml"/><Relationship Id="rIdLnk5" Type="http://schemas.openxmlformats.org/officeDocument/2006/relationships/slide" Target="slide22.xml"/><Relationship Id="rIdLnk6" Type="http://schemas.openxmlformats.org/officeDocument/2006/relationships/slide" Target="slide22.xml"/><Relationship Id="rIdLnk7" Type="http://schemas.openxmlformats.org/officeDocument/2006/relationships/slide" Target="slide21.xml"/><Relationship Id="rIdLnk8" Type="http://schemas.openxmlformats.org/officeDocument/2006/relationships/slide" Target="slide21.xml"/><Relationship Id="rIdLnk9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4.xml"/><Relationship Id="rIdLnk2" Type="http://schemas.openxmlformats.org/officeDocument/2006/relationships/slide" Target="slide24.xml"/><Relationship Id="rIdLnk3" Type="http://schemas.openxmlformats.org/officeDocument/2006/relationships/slide" Target="slide24.xml"/><Relationship Id="rIdLnk4" Type="http://schemas.openxmlformats.org/officeDocument/2006/relationships/slide" Target="slide25.xml"/><Relationship Id="rIdLnk5" Type="http://schemas.openxmlformats.org/officeDocument/2006/relationships/slide" Target="slide25.xml"/><Relationship Id="rIdLnk6" Type="http://schemas.openxmlformats.org/officeDocument/2006/relationships/slide" Target="slide25.xml"/><Relationship Id="rIdLnk7" Type="http://schemas.openxmlformats.org/officeDocument/2006/relationships/slide" Target="slide25.xml"/><Relationship Id="rIdLnk8" Type="http://schemas.openxmlformats.org/officeDocument/2006/relationships/slide" Target="slide25.xml"/><Relationship Id="rIdLnk9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8.xml"/><Relationship Id="rIdLnk2" Type="http://schemas.openxmlformats.org/officeDocument/2006/relationships/slide" Target="slide28.xml"/><Relationship Id="rIdLnk3" Type="http://schemas.openxmlformats.org/officeDocument/2006/relationships/slide" Target="slide28.xml"/><Relationship Id="rIdLnk4" Type="http://schemas.openxmlformats.org/officeDocument/2006/relationships/slide" Target="slide28.xml"/><Relationship Id="rIdLnk5" Type="http://schemas.openxmlformats.org/officeDocument/2006/relationships/slide" Target="slide28.xml"/><Relationship Id="rIdLnk6" Type="http://schemas.openxmlformats.org/officeDocument/2006/relationships/slide" Target="slide28.xml"/><Relationship Id="rIdLnk7" Type="http://schemas.openxmlformats.org/officeDocument/2006/relationships/slide" Target="slide27.xml"/><Relationship Id="rIdLnk8" Type="http://schemas.openxmlformats.org/officeDocument/2006/relationships/slide" Target="slide27.xml"/><Relationship Id="rIdLnk9" Type="http://schemas.openxmlformats.org/officeDocument/2006/relationships/slide" Target="slide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sparkle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oops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Lnk3" Type="http://schemas.openxmlformats.org/officeDocument/2006/relationships/slide" Target="slide31.xml"/><Relationship Id="rIdLnk4" Type="http://schemas.openxmlformats.org/officeDocument/2006/relationships/slide" Target="slide31.xml"/><Relationship Id="rIdLnk5" Type="http://schemas.openxmlformats.org/officeDocument/2006/relationships/slide" Target="slide31.xml"/><Relationship Id="rIdLnk6" Type="http://schemas.openxmlformats.org/officeDocument/2006/relationships/slide" Target="slide31.xml"/><Relationship Id="rIdLnk7" Type="http://schemas.openxmlformats.org/officeDocument/2006/relationships/slide" Target="slide30.xml"/><Relationship Id="rIdLnk8" Type="http://schemas.openxmlformats.org/officeDocument/2006/relationships/slide" Target="slide30.xml"/><Relationship Id="rIdLnk9" Type="http://schemas.openxmlformats.org/officeDocument/2006/relationships/slide" Target="slide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sparkle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oops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Lnk1" Type="http://schemas.openxmlformats.org/officeDocument/2006/relationships/slide" Target="slide34.xml"/><Relationship Id="rIdLnk2" Type="http://schemas.openxmlformats.org/officeDocument/2006/relationships/slide" Target="slide34.xml"/><Relationship Id="rIdLnk3" Type="http://schemas.openxmlformats.org/officeDocument/2006/relationships/slide" Target="slide34.xml"/><Relationship Id="rIdLnk4" Type="http://schemas.openxmlformats.org/officeDocument/2006/relationships/slide" Target="slide34.xml"/><Relationship Id="rIdLnk5" Type="http://schemas.openxmlformats.org/officeDocument/2006/relationships/slide" Target="slide34.xml"/><Relationship Id="rIdLnk6" Type="http://schemas.openxmlformats.org/officeDocument/2006/relationships/slide" Target="slide34.xml"/><Relationship Id="rIdLnk7" Type="http://schemas.openxmlformats.org/officeDocument/2006/relationships/slide" Target="slide33.xml"/><Relationship Id="rIdLnk8" Type="http://schemas.openxmlformats.org/officeDocument/2006/relationships/slide" Target="slide33.xml"/><Relationship Id="rIdLnk9" Type="http://schemas.openxmlformats.org/officeDocument/2006/relationships/slide" Target="slide3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sparkle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oops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Lnk1" Type="http://schemas.openxmlformats.org/officeDocument/2006/relationships/slide" Target="slide37.xml"/><Relationship Id="rIdLnk2" Type="http://schemas.openxmlformats.org/officeDocument/2006/relationships/slide" Target="slide37.xml"/><Relationship Id="rIdLnk3" Type="http://schemas.openxmlformats.org/officeDocument/2006/relationships/slide" Target="slide37.xml"/><Relationship Id="rIdLnk4" Type="http://schemas.openxmlformats.org/officeDocument/2006/relationships/slide" Target="slide36.xml"/><Relationship Id="rIdLnk5" Type="http://schemas.openxmlformats.org/officeDocument/2006/relationships/slide" Target="slide36.xml"/><Relationship Id="rIdLnk6" Type="http://schemas.openxmlformats.org/officeDocument/2006/relationships/slide" Target="slide36.xml"/><Relationship Id="rIdLnk7" Type="http://schemas.openxmlformats.org/officeDocument/2006/relationships/slide" Target="slide37.xml"/><Relationship Id="rIdLnk8" Type="http://schemas.openxmlformats.org/officeDocument/2006/relationships/slide" Target="slide37.xml"/><Relationship Id="rIdLnk9" Type="http://schemas.openxmlformats.org/officeDocument/2006/relationships/slide" Target="slide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sparkle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oops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Lnk1" Type="http://schemas.openxmlformats.org/officeDocument/2006/relationships/slide" Target="slide40.xml"/><Relationship Id="rIdLnk2" Type="http://schemas.openxmlformats.org/officeDocument/2006/relationships/slide" Target="slide40.xml"/><Relationship Id="rIdLnk3" Type="http://schemas.openxmlformats.org/officeDocument/2006/relationships/slide" Target="slide40.xml"/><Relationship Id="rIdLnk4" Type="http://schemas.openxmlformats.org/officeDocument/2006/relationships/slide" Target="slide39.xml"/><Relationship Id="rIdLnk5" Type="http://schemas.openxmlformats.org/officeDocument/2006/relationships/slide" Target="slide39.xml"/><Relationship Id="rIdLnk6" Type="http://schemas.openxmlformats.org/officeDocument/2006/relationships/slide" Target="slide39.xml"/><Relationship Id="rIdLnk7" Type="http://schemas.openxmlformats.org/officeDocument/2006/relationships/slide" Target="slide40.xml"/><Relationship Id="rIdLnk8" Type="http://schemas.openxmlformats.org/officeDocument/2006/relationships/slide" Target="slide40.xml"/><Relationship Id="rIdLnk9" Type="http://schemas.openxmlformats.org/officeDocument/2006/relationships/slide" Target="slide4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Lnk1" Type="http://schemas.openxmlformats.org/officeDocument/2006/relationships/slide" Target="slide41.xml"/><Relationship Id="rIdLnk2" Type="http://schemas.openxmlformats.org/officeDocument/2006/relationships/slide" Target="slide41.xml"/><Relationship Id="rIdLnk3" Type="http://schemas.openxmlformats.org/officeDocument/2006/relationships/slide" Target="slide41.xml"/><Relationship Id="rIdGameSnd" Type="http://schemas.openxmlformats.org/officeDocument/2006/relationships/audio" Target="../media/sparkle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oops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0988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   زَ</a:t>
            </a:r>
            <a:endParaRPr lang="ar-SA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4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 answer 1 text">
            <a:hlinkClick r:id="rIdLnk3" action="ppaction://hlinksldjump"/>
          </p:cNvPr>
          <p:cNvSpPr txBox="1"/>
          <p:nvPr/>
        </p:nvSpPr>
        <p:spPr>
          <a:xfrm>
            <a:off x="6457950" y="249216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900" dirty="0"/>
          </a:p>
        </p:txBody>
      </p:sp>
      <p:sp>
        <p:nvSpPr>
          <p:cNvPr id="12" name="LINK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 answer 2 text">
            <a:hlinkClick r:id="rIdLnk6" action="ppaction://hlinksldjump"/>
          </p:cNvPr>
          <p:cNvSpPr txBox="1"/>
          <p:nvPr/>
        </p:nvSpPr>
        <p:spPr>
          <a:xfrm>
            <a:off x="3771900" y="244200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900" dirty="0"/>
          </a:p>
        </p:txBody>
      </p:sp>
      <p:sp>
        <p:nvSpPr>
          <p:cNvPr id="15" name="LINK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 answer 3 text">
            <a:hlinkClick r:id="rIdLnk9" action="ppaction://hlinksldjump"/>
          </p:cNvPr>
          <p:cNvSpPr txBox="1"/>
          <p:nvPr/>
        </p:nvSpPr>
        <p:spPr>
          <a:xfrm>
            <a:off x="1085850" y="222779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79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51204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6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6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6 answer 1 text">
            <a:hlinkClick r:id="rIdLnk3" action="ppaction://hlinksldjump"/>
          </p:cNvPr>
          <p:cNvSpPr txBox="1"/>
          <p:nvPr/>
        </p:nvSpPr>
        <p:spPr>
          <a:xfrm>
            <a:off x="6457950" y="255127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900" dirty="0"/>
          </a:p>
        </p:txBody>
      </p:sp>
      <p:sp>
        <p:nvSpPr>
          <p:cNvPr id="12" name="LINK7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7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7 answer 2 text">
            <a:hlinkClick r:id="rIdLnk6" action="ppaction://hlinksldjump"/>
          </p:cNvPr>
          <p:cNvSpPr txBox="1"/>
          <p:nvPr/>
        </p:nvSpPr>
        <p:spPr>
          <a:xfrm>
            <a:off x="3771900" y="237119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900" dirty="0"/>
          </a:p>
        </p:txBody>
      </p:sp>
      <p:sp>
        <p:nvSpPr>
          <p:cNvPr id="15" name="LINK7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7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7 answer 3 text">
            <a:hlinkClick r:id="rIdLnk9" action="ppaction://hlinksldjump"/>
          </p:cNvPr>
          <p:cNvSpPr txBox="1"/>
          <p:nvPr/>
        </p:nvSpPr>
        <p:spPr>
          <a:xfrm>
            <a:off x="1085850" y="259508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9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6413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“ra”</a:t>
            </a:r>
            <a:endParaRPr lang="en-US" sz="3400" dirty="0"/>
          </a:p>
        </p:txBody>
      </p:sp>
      <p:sp>
        <p:nvSpPr>
          <p:cNvPr id="9" name="LINK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9 answer 1 text">
            <a:hlinkClick r:id="rIdLnk3" action="ppaction://hlinksldjump"/>
          </p:cNvPr>
          <p:cNvSpPr txBox="1"/>
          <p:nvPr/>
        </p:nvSpPr>
        <p:spPr>
          <a:xfrm>
            <a:off x="6457950" y="2468994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2" name="LINK10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0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0 answer 2 text">
            <a:hlinkClick r:id="rIdLnk6" action="ppaction://hlinksldjump"/>
          </p:cNvPr>
          <p:cNvSpPr txBox="1"/>
          <p:nvPr/>
        </p:nvSpPr>
        <p:spPr>
          <a:xfrm>
            <a:off x="3771900" y="246103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5" name="LINK10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0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0 answer 3 text">
            <a:hlinkClick r:id="rIdLnk9" action="ppaction://hlinksldjump"/>
          </p:cNvPr>
          <p:cNvSpPr txBox="1"/>
          <p:nvPr/>
        </p:nvSpPr>
        <p:spPr>
          <a:xfrm>
            <a:off x="1085850" y="243337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51204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“ra”</a:t>
            </a:r>
            <a:endParaRPr lang="en-US" sz="3400" dirty="0"/>
          </a:p>
        </p:txBody>
      </p:sp>
      <p:sp>
        <p:nvSpPr>
          <p:cNvPr id="9" name="LINK13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3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3 answer 1 text">
            <a:hlinkClick r:id="rIdLnk3" action="ppaction://hlinksldjump"/>
          </p:cNvPr>
          <p:cNvSpPr txBox="1"/>
          <p:nvPr/>
        </p:nvSpPr>
        <p:spPr>
          <a:xfrm>
            <a:off x="6457950" y="25576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2" name="LINK12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2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2 answer 2 text">
            <a:hlinkClick r:id="rIdLnk6" action="ppaction://hlinksldjump"/>
          </p:cNvPr>
          <p:cNvSpPr txBox="1"/>
          <p:nvPr/>
        </p:nvSpPr>
        <p:spPr>
          <a:xfrm>
            <a:off x="3771900" y="24814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5" name="LINK13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3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3 answer 3 text">
            <a:hlinkClick r:id="rIdLnk9" action="ppaction://hlinksldjump"/>
          </p:cNvPr>
          <p:cNvSpPr txBox="1"/>
          <p:nvPr/>
        </p:nvSpPr>
        <p:spPr>
          <a:xfrm>
            <a:off x="1085850" y="254469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51204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“za”</a:t>
            </a:r>
            <a:endParaRPr lang="en-US" sz="3400" dirty="0"/>
          </a:p>
        </p:txBody>
      </p:sp>
      <p:sp>
        <p:nvSpPr>
          <p:cNvPr id="9" name="LINK15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5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5 answer 1 text">
            <a:hlinkClick r:id="rIdLnk3" action="ppaction://hlinksldjump"/>
          </p:cNvPr>
          <p:cNvSpPr txBox="1"/>
          <p:nvPr/>
        </p:nvSpPr>
        <p:spPr>
          <a:xfrm>
            <a:off x="6457950" y="254809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300" dirty="0"/>
          </a:p>
        </p:txBody>
      </p:sp>
      <p:sp>
        <p:nvSpPr>
          <p:cNvPr id="12" name="LINK16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6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6 answer 2 text">
            <a:hlinkClick r:id="rIdLnk6" action="ppaction://hlinksldjump"/>
          </p:cNvPr>
          <p:cNvSpPr txBox="1"/>
          <p:nvPr/>
        </p:nvSpPr>
        <p:spPr>
          <a:xfrm>
            <a:off x="3771900" y="262550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300" dirty="0"/>
          </a:p>
        </p:txBody>
      </p:sp>
      <p:sp>
        <p:nvSpPr>
          <p:cNvPr id="15" name="LINK16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6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6 answer 3 text">
            <a:hlinkClick r:id="rIdLnk9" action="ppaction://hlinksldjump"/>
          </p:cNvPr>
          <p:cNvSpPr txBox="1"/>
          <p:nvPr/>
        </p:nvSpPr>
        <p:spPr>
          <a:xfrm>
            <a:off x="1085850" y="253140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3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6413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“za”</a:t>
            </a:r>
            <a:endParaRPr lang="en-US" sz="3400" dirty="0"/>
          </a:p>
        </p:txBody>
      </p:sp>
      <p:sp>
        <p:nvSpPr>
          <p:cNvPr id="9" name="LINK1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9 answer 1 text">
            <a:hlinkClick r:id="rIdLnk3" action="ppaction://hlinksldjump"/>
          </p:cNvPr>
          <p:cNvSpPr txBox="1"/>
          <p:nvPr/>
        </p:nvSpPr>
        <p:spPr>
          <a:xfrm>
            <a:off x="6457950" y="244906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2" name="LINK18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8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8 answer 2 text">
            <a:hlinkClick r:id="rIdLnk6" action="ppaction://hlinksldjump"/>
          </p:cNvPr>
          <p:cNvSpPr txBox="1"/>
          <p:nvPr/>
        </p:nvSpPr>
        <p:spPr>
          <a:xfrm>
            <a:off x="3771900" y="255841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5" name="LINK19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9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9 answer 3 text">
            <a:hlinkClick r:id="rIdLnk9" action="ppaction://hlinksldjump"/>
          </p:cNvPr>
          <p:cNvSpPr txBox="1"/>
          <p:nvPr/>
        </p:nvSpPr>
        <p:spPr>
          <a:xfrm>
            <a:off x="1085850" y="25576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6413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 + kha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16877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  +  خَ</a:t>
            </a:r>
            <a:endParaRPr lang="ar-SA" sz="5300" dirty="0"/>
          </a:p>
        </p:txBody>
      </p:sp>
      <p:sp>
        <p:nvSpPr>
          <p:cNvPr id="10" name="LINK22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2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2 answer 1 text">
            <a:hlinkClick r:id="rIdLnk3" action="ppaction://hlinksldjump"/>
          </p:cNvPr>
          <p:cNvSpPr txBox="1"/>
          <p:nvPr/>
        </p:nvSpPr>
        <p:spPr>
          <a:xfrm>
            <a:off x="6309360" y="257060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</a:t>
            </a:r>
            <a:endParaRPr lang="ar-SA" sz="4500" dirty="0"/>
          </a:p>
        </p:txBody>
      </p:sp>
      <p:sp>
        <p:nvSpPr>
          <p:cNvPr id="13" name="LINK2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2 answer 2 text">
            <a:hlinkClick r:id="rIdLnk6" action="ppaction://hlinksldjump"/>
          </p:cNvPr>
          <p:cNvSpPr txBox="1"/>
          <p:nvPr/>
        </p:nvSpPr>
        <p:spPr>
          <a:xfrm>
            <a:off x="3474720" y="248831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رَحَ</a:t>
            </a:r>
            <a:endParaRPr lang="ar-SA" sz="4500" dirty="0"/>
          </a:p>
        </p:txBody>
      </p:sp>
      <p:sp>
        <p:nvSpPr>
          <p:cNvPr id="16" name="LINK21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1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1 answer 3 text">
            <a:hlinkClick r:id="rIdLnk9" action="ppaction://hlinksldjump"/>
          </p:cNvPr>
          <p:cNvSpPr txBox="1"/>
          <p:nvPr/>
        </p:nvSpPr>
        <p:spPr>
          <a:xfrm>
            <a:off x="640080" y="254603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رَخَ</a:t>
            </a:r>
            <a:endParaRPr lang="ar-SA" sz="45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4131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رَخَ</a:t>
            </a:r>
            <a:endParaRPr lang="ar-SA" sz="5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326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 + ta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15213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  +  تَ</a:t>
            </a:r>
            <a:endParaRPr lang="ar-SA" sz="6400" dirty="0"/>
          </a:p>
        </p:txBody>
      </p:sp>
      <p:sp>
        <p:nvSpPr>
          <p:cNvPr id="10" name="LINK2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4 answer 1 text">
            <a:hlinkClick r:id="rIdLnk3" action="ppaction://hlinksldjump"/>
          </p:cNvPr>
          <p:cNvSpPr txBox="1"/>
          <p:nvPr/>
        </p:nvSpPr>
        <p:spPr>
          <a:xfrm>
            <a:off x="6309360" y="254839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رَتَ</a:t>
            </a:r>
            <a:endParaRPr lang="ar-SA" sz="5100" dirty="0"/>
          </a:p>
        </p:txBody>
      </p:sp>
      <p:sp>
        <p:nvSpPr>
          <p:cNvPr id="13" name="LINK25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5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5 answer 2 text">
            <a:hlinkClick r:id="rIdLnk6" action="ppaction://hlinksldjump"/>
          </p:cNvPr>
          <p:cNvSpPr txBox="1"/>
          <p:nvPr/>
        </p:nvSpPr>
        <p:spPr>
          <a:xfrm>
            <a:off x="3474720" y="247261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رَجَ</a:t>
            </a:r>
            <a:endParaRPr lang="ar-SA" sz="5100" dirty="0"/>
          </a:p>
        </p:txBody>
      </p:sp>
      <p:sp>
        <p:nvSpPr>
          <p:cNvPr id="16" name="LINK2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5 answer 3 text">
            <a:hlinkClick r:id="rIdLnk9" action="ppaction://hlinksldjump"/>
          </p:cNvPr>
          <p:cNvSpPr txBox="1"/>
          <p:nvPr/>
        </p:nvSpPr>
        <p:spPr>
          <a:xfrm>
            <a:off x="640080" y="258272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</a:t>
            </a:r>
            <a:endParaRPr lang="ar-SA" sz="51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3819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رَتَ</a:t>
            </a:r>
            <a:endParaRPr lang="ar-SA" sz="7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1549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rata</a:t>
            </a:r>
            <a:endParaRPr lang="en-US" sz="26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 + tha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62076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  +  ثَ</a:t>
            </a:r>
            <a:endParaRPr lang="ar-SA" sz="5900" dirty="0"/>
          </a:p>
        </p:txBody>
      </p:sp>
      <p:sp>
        <p:nvSpPr>
          <p:cNvPr id="10" name="LINK28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8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8 answer 1 text">
            <a:hlinkClick r:id="rIdLnk3" action="ppaction://hlinksldjump"/>
          </p:cNvPr>
          <p:cNvSpPr txBox="1"/>
          <p:nvPr/>
        </p:nvSpPr>
        <p:spPr>
          <a:xfrm>
            <a:off x="6309360" y="25687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زَبَ</a:t>
            </a:r>
            <a:endParaRPr lang="ar-SA" sz="4700" dirty="0"/>
          </a:p>
        </p:txBody>
      </p:sp>
      <p:sp>
        <p:nvSpPr>
          <p:cNvPr id="13" name="LINK28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8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8 answer 2 text">
            <a:hlinkClick r:id="rIdLnk6" action="ppaction://hlinksldjump"/>
          </p:cNvPr>
          <p:cNvSpPr txBox="1"/>
          <p:nvPr/>
        </p:nvSpPr>
        <p:spPr>
          <a:xfrm>
            <a:off x="3474720" y="261738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</a:t>
            </a:r>
            <a:endParaRPr lang="ar-SA" sz="4700" dirty="0"/>
          </a:p>
        </p:txBody>
      </p:sp>
      <p:sp>
        <p:nvSpPr>
          <p:cNvPr id="16" name="LINK27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7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7 answer 3 text">
            <a:hlinkClick r:id="rIdLnk9" action="ppaction://hlinksldjump"/>
          </p:cNvPr>
          <p:cNvSpPr txBox="1"/>
          <p:nvPr/>
        </p:nvSpPr>
        <p:spPr>
          <a:xfrm>
            <a:off x="640080" y="258574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زَثَ</a:t>
            </a:r>
            <a:endParaRPr lang="ar-SA" sz="47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8968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زَثَ</a:t>
            </a:r>
            <a:endParaRPr lang="ar-SA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zatha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9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9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9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6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6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6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326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 + 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49612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  +  أَ</a:t>
            </a:r>
            <a:endParaRPr lang="ar-SA" sz="4900" dirty="0"/>
          </a:p>
        </p:txBody>
      </p:sp>
      <p:sp>
        <p:nvSpPr>
          <p:cNvPr id="10" name="LINK3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1 answer 1 text">
            <a:hlinkClick r:id="rIdLnk3" action="ppaction://hlinksldjump"/>
          </p:cNvPr>
          <p:cNvSpPr txBox="1"/>
          <p:nvPr/>
        </p:nvSpPr>
        <p:spPr>
          <a:xfrm>
            <a:off x="6309360" y="26592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</a:t>
            </a:r>
            <a:endParaRPr lang="ar-SA" sz="4200" dirty="0"/>
          </a:p>
        </p:txBody>
      </p:sp>
      <p:sp>
        <p:nvSpPr>
          <p:cNvPr id="13" name="LINK31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1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1 answer 2 text">
            <a:hlinkClick r:id="rIdLnk6" action="ppaction://hlinksldjump"/>
          </p:cNvPr>
          <p:cNvSpPr txBox="1"/>
          <p:nvPr/>
        </p:nvSpPr>
        <p:spPr>
          <a:xfrm>
            <a:off x="3474720" y="255003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زَخَ</a:t>
            </a:r>
            <a:endParaRPr lang="ar-SA" sz="4200" dirty="0"/>
          </a:p>
        </p:txBody>
      </p:sp>
      <p:sp>
        <p:nvSpPr>
          <p:cNvPr id="16" name="LINK30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30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30 answer 3 text">
            <a:hlinkClick r:id="rIdLnk9" action="ppaction://hlinksldjump"/>
          </p:cNvPr>
          <p:cNvSpPr txBox="1"/>
          <p:nvPr/>
        </p:nvSpPr>
        <p:spPr>
          <a:xfrm>
            <a:off x="640080" y="26592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زَأَ</a:t>
            </a:r>
            <a:endParaRPr lang="ar-SA" sz="42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8571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زَأَ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2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2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2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9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9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9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“raka'a”?</a:t>
            </a:r>
            <a:endParaRPr lang="en-US" sz="3400" dirty="0"/>
          </a:p>
        </p:txBody>
      </p:sp>
      <p:sp>
        <p:nvSpPr>
          <p:cNvPr id="9" name="LINK3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4 answer 1 text">
            <a:hlinkClick r:id="rIdLnk3" action="ppaction://hlinksldjump"/>
          </p:cNvPr>
          <p:cNvSpPr txBox="1"/>
          <p:nvPr/>
        </p:nvSpPr>
        <p:spPr>
          <a:xfrm>
            <a:off x="6309360" y="260289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بَحَثَ</a:t>
            </a:r>
            <a:endParaRPr lang="ar-SA" sz="4500" dirty="0"/>
          </a:p>
        </p:txBody>
      </p:sp>
      <p:sp>
        <p:nvSpPr>
          <p:cNvPr id="12" name="LINK34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4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4 answer 2 text">
            <a:hlinkClick r:id="rIdLnk6" action="ppaction://hlinksldjump"/>
          </p:cNvPr>
          <p:cNvSpPr txBox="1"/>
          <p:nvPr/>
        </p:nvSpPr>
        <p:spPr>
          <a:xfrm>
            <a:off x="3474720" y="254288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وَحَصَدَ</a:t>
            </a:r>
            <a:endParaRPr lang="ar-SA" sz="4500" dirty="0"/>
          </a:p>
        </p:txBody>
      </p:sp>
      <p:sp>
        <p:nvSpPr>
          <p:cNvPr id="15" name="LINK33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3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3 answer 3 text">
            <a:hlinkClick r:id="rIdLnk9" action="ppaction://hlinksldjump"/>
          </p:cNvPr>
          <p:cNvSpPr txBox="1"/>
          <p:nvPr/>
        </p:nvSpPr>
        <p:spPr>
          <a:xfrm>
            <a:off x="640080" y="254546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</a:t>
            </a:r>
            <a:endParaRPr lang="ar-SA" sz="45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3924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</a:t>
            </a:r>
            <a:endParaRPr lang="ar-SA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raka'a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“washakara”?</a:t>
            </a:r>
            <a:endParaRPr lang="en-US" sz="3400" dirty="0"/>
          </a:p>
        </p:txBody>
      </p:sp>
      <p:sp>
        <p:nvSpPr>
          <p:cNvPr id="9" name="LINK37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7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7 answer 1 text">
            <a:hlinkClick r:id="rIdLnk3" action="ppaction://hlinksldjump"/>
          </p:cNvPr>
          <p:cNvSpPr txBox="1"/>
          <p:nvPr/>
        </p:nvSpPr>
        <p:spPr>
          <a:xfrm>
            <a:off x="6309360" y="252426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خَرَجَ</a:t>
            </a:r>
            <a:endParaRPr lang="ar-SA" sz="4700" dirty="0"/>
          </a:p>
        </p:txBody>
      </p:sp>
      <p:sp>
        <p:nvSpPr>
          <p:cNvPr id="12" name="LINK36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6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6 answer 2 text">
            <a:hlinkClick r:id="rIdLnk6" action="ppaction://hlinksldjump"/>
          </p:cNvPr>
          <p:cNvSpPr txBox="1"/>
          <p:nvPr/>
        </p:nvSpPr>
        <p:spPr>
          <a:xfrm>
            <a:off x="3474720" y="259589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700" dirty="0"/>
          </a:p>
        </p:txBody>
      </p:sp>
      <p:sp>
        <p:nvSpPr>
          <p:cNvPr id="15" name="LINK37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7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7 answer 3 text">
            <a:hlinkClick r:id="rIdLnk9" action="ppaction://hlinksldjump"/>
          </p:cNvPr>
          <p:cNvSpPr txBox="1"/>
          <p:nvPr/>
        </p:nvSpPr>
        <p:spPr>
          <a:xfrm>
            <a:off x="640080" y="254008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دَرَسَ</a:t>
            </a:r>
            <a:endParaRPr lang="ar-SA" sz="47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371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washakara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“naẓara”?</a:t>
            </a:r>
            <a:endParaRPr lang="en-US" sz="3400" dirty="0"/>
          </a:p>
        </p:txBody>
      </p:sp>
      <p:sp>
        <p:nvSpPr>
          <p:cNvPr id="9" name="LINK40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0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0 answer 1 text">
            <a:hlinkClick r:id="rIdLnk3" action="ppaction://hlinksldjump"/>
          </p:cNvPr>
          <p:cNvSpPr txBox="1"/>
          <p:nvPr/>
        </p:nvSpPr>
        <p:spPr>
          <a:xfrm>
            <a:off x="6309360" y="260012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وَذَهَبَ</a:t>
            </a:r>
            <a:endParaRPr lang="ar-SA" sz="4900" dirty="0"/>
          </a:p>
        </p:txBody>
      </p:sp>
      <p:sp>
        <p:nvSpPr>
          <p:cNvPr id="12" name="LINK39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9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9 answer 2 text">
            <a:hlinkClick r:id="rIdLnk6" action="ppaction://hlinksldjump"/>
          </p:cNvPr>
          <p:cNvSpPr txBox="1"/>
          <p:nvPr/>
        </p:nvSpPr>
        <p:spPr>
          <a:xfrm>
            <a:off x="3474720" y="259973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نَظَرَ</a:t>
            </a:r>
            <a:endParaRPr lang="ar-SA" sz="4900" dirty="0"/>
          </a:p>
        </p:txBody>
      </p:sp>
      <p:sp>
        <p:nvSpPr>
          <p:cNvPr id="15" name="LINK40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0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0 answer 3 text">
            <a:hlinkClick r:id="rIdLnk9" action="ppaction://hlinksldjump"/>
          </p:cNvPr>
          <p:cNvSpPr txBox="1"/>
          <p:nvPr/>
        </p:nvSpPr>
        <p:spPr>
          <a:xfrm>
            <a:off x="640080" y="260137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نَبَتَ</a:t>
            </a:r>
            <a:endParaRPr lang="ar-SA" sz="49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933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نَظَرَ</a:t>
            </a:r>
            <a:endParaRPr lang="ar-SA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90813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naẓara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4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4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4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06-ra-zay</dc:title>
  <dc:subject>PptxGenJS Presentation</dc:subject>
  <dc:creator>PptxGenJS</dc:creator>
  <cp:lastModifiedBy>PptxGenJS</cp:lastModifiedBy>
  <cp:revision>1</cp:revision>
  <dcterms:created xsi:type="dcterms:W3CDTF">2026-10-22T14:27:38Z</dcterms:created>
  <dcterms:modified xsi:type="dcterms:W3CDTF">2026-10-22T14:27:38Z</dcterms:modified>
</cp:coreProperties>
</file>