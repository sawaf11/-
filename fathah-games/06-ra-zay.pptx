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زَ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زَ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زَ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رَخَ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رَتَ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زَثَ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زَأَ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رَكَعَ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وَشَكَرَ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نَظَرَ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2.xml"/><Relationship Id="rIdLnk5" Type="http://schemas.openxmlformats.org/officeDocument/2006/relationships/slide" Target="slide12.xml"/><Relationship Id="rIdLnk6" Type="http://schemas.openxmlformats.org/officeDocument/2006/relationships/slide" Target="slide12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5.xml"/><Relationship Id="rIdLnk2" Type="http://schemas.openxmlformats.org/officeDocument/2006/relationships/slide" Target="slide15.xml"/><Relationship Id="rIdLnk3" Type="http://schemas.openxmlformats.org/officeDocument/2006/relationships/slide" Target="slide15.xml"/><Relationship Id="rIdLnk4" Type="http://schemas.openxmlformats.org/officeDocument/2006/relationships/slide" Target="slide16.xml"/><Relationship Id="rIdLnk5" Type="http://schemas.openxmlformats.org/officeDocument/2006/relationships/slide" Target="slide16.xml"/><Relationship Id="rIdLnk6" Type="http://schemas.openxmlformats.org/officeDocument/2006/relationships/slide" Target="slide16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4.xml"/><Relationship Id="rIdLnk5" Type="http://schemas.openxmlformats.org/officeDocument/2006/relationships/slide" Target="slide34.xml"/><Relationship Id="rIdLnk6" Type="http://schemas.openxmlformats.org/officeDocument/2006/relationships/slide" Target="slide34.xml"/><Relationship Id="rIdLnk7" Type="http://schemas.openxmlformats.org/officeDocument/2006/relationships/slide" Target="slide33.xml"/><Relationship Id="rIdLnk8" Type="http://schemas.openxmlformats.org/officeDocument/2006/relationships/slide" Target="slide33.xml"/><Relationship Id="rIdLnk9" Type="http://schemas.openxmlformats.org/officeDocument/2006/relationships/slide" Target="slide3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6.xml"/><Relationship Id="rIdLnk5" Type="http://schemas.openxmlformats.org/officeDocument/2006/relationships/slide" Target="slide36.xml"/><Relationship Id="rIdLnk6" Type="http://schemas.openxmlformats.org/officeDocument/2006/relationships/slide" Target="slide36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39.xml"/><Relationship Id="rIdLnk5" Type="http://schemas.openxmlformats.org/officeDocument/2006/relationships/slide" Target="slide39.xml"/><Relationship Id="rIdLnk6" Type="http://schemas.openxmlformats.org/officeDocument/2006/relationships/slide" Target="slide39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0988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   زَ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49216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9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44200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9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22779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7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12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55127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9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37119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9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59508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6413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“ra”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46899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46103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43337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12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“ra”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2" name="LINK12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2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2 answer 2 text">
            <a:hlinkClick r:id="rIdLnk6" action="ppaction://hlinksldjump"/>
          </p:cNvPr>
          <p:cNvSpPr txBox="1"/>
          <p:nvPr/>
        </p:nvSpPr>
        <p:spPr>
          <a:xfrm>
            <a:off x="3771900" y="24814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5" name="LINK1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3 answer 3 text">
            <a:hlinkClick r:id="rIdLnk9" action="ppaction://hlinksldjump"/>
          </p:cNvPr>
          <p:cNvSpPr txBox="1"/>
          <p:nvPr/>
        </p:nvSpPr>
        <p:spPr>
          <a:xfrm>
            <a:off x="1085850" y="254469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512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“za”</a:t>
            </a:r>
            <a:endParaRPr lang="en-US" sz="3400" dirty="0"/>
          </a:p>
        </p:txBody>
      </p:sp>
      <p:sp>
        <p:nvSpPr>
          <p:cNvPr id="9" name="LINK15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5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5 answer 1 text">
            <a:hlinkClick r:id="rIdLnk3" action="ppaction://hlinksldjump"/>
          </p:cNvPr>
          <p:cNvSpPr txBox="1"/>
          <p:nvPr/>
        </p:nvSpPr>
        <p:spPr>
          <a:xfrm>
            <a:off x="6457950" y="254809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  <p:sp>
        <p:nvSpPr>
          <p:cNvPr id="12" name="LINK16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6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6 answer 2 text">
            <a:hlinkClick r:id="rIdLnk6" action="ppaction://hlinksldjump"/>
          </p:cNvPr>
          <p:cNvSpPr txBox="1"/>
          <p:nvPr/>
        </p:nvSpPr>
        <p:spPr>
          <a:xfrm>
            <a:off x="3771900" y="262550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3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5314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6413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“za”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44906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771900" y="255841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6413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+ kha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6877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  +  خَ</a:t>
            </a:r>
            <a:endParaRPr lang="ar-SA" sz="5300" dirty="0"/>
          </a:p>
        </p:txBody>
      </p:sp>
      <p:sp>
        <p:nvSpPr>
          <p:cNvPr id="10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2 answer 1 text">
            <a:hlinkClick r:id="rIdLnk3" action="ppaction://hlinksldjump"/>
          </p:cNvPr>
          <p:cNvSpPr txBox="1"/>
          <p:nvPr/>
        </p:nvSpPr>
        <p:spPr>
          <a:xfrm>
            <a:off x="6309360" y="257060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45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48831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4500" dirty="0"/>
          </a:p>
        </p:txBody>
      </p:sp>
      <p:sp>
        <p:nvSpPr>
          <p:cNvPr id="16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1 answer 3 text">
            <a:hlinkClick r:id="rIdLnk9" action="ppaction://hlinksldjump"/>
          </p:cNvPr>
          <p:cNvSpPr txBox="1"/>
          <p:nvPr/>
        </p:nvSpPr>
        <p:spPr>
          <a:xfrm>
            <a:off x="640080" y="2546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4131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+ ta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521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  +  تَ</a:t>
            </a:r>
            <a:endParaRPr lang="ar-SA" sz="6400" dirty="0"/>
          </a:p>
        </p:txBody>
      </p:sp>
      <p:sp>
        <p:nvSpPr>
          <p:cNvPr id="10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4 answer 1 text">
            <a:hlinkClick r:id="rIdLnk3" action="ppaction://hlinksldjump"/>
          </p:cNvPr>
          <p:cNvSpPr txBox="1"/>
          <p:nvPr/>
        </p:nvSpPr>
        <p:spPr>
          <a:xfrm>
            <a:off x="6309360" y="254839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5100" dirty="0"/>
          </a:p>
        </p:txBody>
      </p:sp>
      <p:sp>
        <p:nvSpPr>
          <p:cNvPr id="13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5 answer 2 text">
            <a:hlinkClick r:id="rIdLnk6" action="ppaction://hlinksldjump"/>
          </p:cNvPr>
          <p:cNvSpPr txBox="1"/>
          <p:nvPr/>
        </p:nvSpPr>
        <p:spPr>
          <a:xfrm>
            <a:off x="3474720" y="247261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51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58272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51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3819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7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+ tha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6207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  +  ثَ</a:t>
            </a:r>
            <a:endParaRPr lang="ar-SA" sz="59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5687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47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61738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4700" dirty="0"/>
          </a:p>
        </p:txBody>
      </p:sp>
      <p:sp>
        <p:nvSpPr>
          <p:cNvPr id="16" name="LINK2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7 answer 3 text">
            <a:hlinkClick r:id="rIdLnk9" action="ppaction://hlinksldjump"/>
          </p:cNvPr>
          <p:cNvSpPr txBox="1"/>
          <p:nvPr/>
        </p:nvSpPr>
        <p:spPr>
          <a:xfrm>
            <a:off x="640080" y="25857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8968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zatha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+ 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49612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  +  أَ</a:t>
            </a:r>
            <a:endParaRPr lang="ar-SA" sz="49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42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5500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42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42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“raka'a”?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60289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4500" dirty="0"/>
          </a:p>
        </p:txBody>
      </p:sp>
      <p:sp>
        <p:nvSpPr>
          <p:cNvPr id="12" name="LINK3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4 answer 2 text">
            <a:hlinkClick r:id="rIdLnk6" action="ppaction://hlinksldjump"/>
          </p:cNvPr>
          <p:cNvSpPr txBox="1"/>
          <p:nvPr/>
        </p:nvSpPr>
        <p:spPr>
          <a:xfrm>
            <a:off x="3474720" y="254288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500" dirty="0"/>
          </a:p>
        </p:txBody>
      </p:sp>
      <p:sp>
        <p:nvSpPr>
          <p:cNvPr id="15" name="LINK3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3 answer 3 text">
            <a:hlinkClick r:id="rIdLnk9" action="ppaction://hlinksldjump"/>
          </p:cNvPr>
          <p:cNvSpPr txBox="1"/>
          <p:nvPr/>
        </p:nvSpPr>
        <p:spPr>
          <a:xfrm>
            <a:off x="640080" y="254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5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39240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5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raka'a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“washakara”?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52426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خَرَجَ</a:t>
            </a:r>
            <a:endParaRPr lang="ar-SA" sz="4700" dirty="0"/>
          </a:p>
        </p:txBody>
      </p:sp>
      <p:sp>
        <p:nvSpPr>
          <p:cNvPr id="12" name="LINK36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6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6 answer 2 text">
            <a:hlinkClick r:id="rIdLnk6" action="ppaction://hlinksldjump"/>
          </p:cNvPr>
          <p:cNvSpPr txBox="1"/>
          <p:nvPr/>
        </p:nvSpPr>
        <p:spPr>
          <a:xfrm>
            <a:off x="3474720" y="25958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7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54008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washakara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“naẓara”?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6001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4900" dirty="0"/>
          </a:p>
        </p:txBody>
      </p:sp>
      <p:sp>
        <p:nvSpPr>
          <p:cNvPr id="12" name="LINK39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9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9 answer 2 text">
            <a:hlinkClick r:id="rIdLnk6" action="ppaction://hlinksldjump"/>
          </p:cNvPr>
          <p:cNvSpPr txBox="1"/>
          <p:nvPr/>
        </p:nvSpPr>
        <p:spPr>
          <a:xfrm>
            <a:off x="347472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900" dirty="0"/>
          </a:p>
        </p:txBody>
      </p:sp>
      <p:sp>
        <p:nvSpPr>
          <p:cNvPr id="15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0 answer 3 text">
            <a:hlinkClick r:id="rIdLnk9" action="ppaction://hlinksldjump"/>
          </p:cNvPr>
          <p:cNvSpPr txBox="1"/>
          <p:nvPr/>
        </p:nvSpPr>
        <p:spPr>
          <a:xfrm>
            <a:off x="640080" y="260137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3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690813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naẓara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06-ra-zay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