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صَ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صَ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صَ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صَثَ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صَأَ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ضَشَ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ضَبَ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صَبَرَ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وَضَعَ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حَضَرَ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6.xml"/><Relationship Id="rIdLnk5" Type="http://schemas.openxmlformats.org/officeDocument/2006/relationships/slide" Target="slide6.xml"/><Relationship Id="rIdLnk6" Type="http://schemas.openxmlformats.org/officeDocument/2006/relationships/slide" Target="slide6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2.xml"/><Relationship Id="rIdLnk2" Type="http://schemas.openxmlformats.org/officeDocument/2006/relationships/slide" Target="slide12.xml"/><Relationship Id="rIdLnk3" Type="http://schemas.openxmlformats.org/officeDocument/2006/relationships/slide" Target="slide12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5.xml"/><Relationship Id="rIdLnk2" Type="http://schemas.openxmlformats.org/officeDocument/2006/relationships/slide" Target="slide15.xml"/><Relationship Id="rIdLnk3" Type="http://schemas.openxmlformats.org/officeDocument/2006/relationships/slide" Target="slide15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8.xml"/><Relationship Id="rIdLnk8" Type="http://schemas.openxmlformats.org/officeDocument/2006/relationships/slide" Target="slide18.xml"/><Relationship Id="rIdLnk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4.xml"/><Relationship Id="rIdLnk5" Type="http://schemas.openxmlformats.org/officeDocument/2006/relationships/slide" Target="slide24.xml"/><Relationship Id="rIdLnk6" Type="http://schemas.openxmlformats.org/officeDocument/2006/relationships/slide" Target="slide24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7.xml"/><Relationship Id="rIdLnk2" Type="http://schemas.openxmlformats.org/officeDocument/2006/relationships/slide" Target="slide27.xml"/><Relationship Id="rIdLnk3" Type="http://schemas.openxmlformats.org/officeDocument/2006/relationships/slide" Target="slide27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8.xml"/><Relationship Id="rIdLnk8" Type="http://schemas.openxmlformats.org/officeDocument/2006/relationships/slide" Target="slide28.xml"/><Relationship Id="rIdLnk9" Type="http://schemas.openxmlformats.org/officeDocument/2006/relationships/slide" Target="slide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0.xml"/><Relationship Id="rIdLnk5" Type="http://schemas.openxmlformats.org/officeDocument/2006/relationships/slide" Target="slide30.xml"/><Relationship Id="rIdLnk6" Type="http://schemas.openxmlformats.org/officeDocument/2006/relationships/slide" Target="slide30.xml"/><Relationship Id="rIdLnk7" Type="http://schemas.openxmlformats.org/officeDocument/2006/relationships/slide" Target="slide31.xml"/><Relationship Id="rIdLnk8" Type="http://schemas.openxmlformats.org/officeDocument/2006/relationships/slide" Target="slide31.xml"/><Relationship Id="rIdLnk9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3.xml"/><Relationship Id="rIdLnk2" Type="http://schemas.openxmlformats.org/officeDocument/2006/relationships/slide" Target="slide33.xml"/><Relationship Id="rIdLnk3" Type="http://schemas.openxmlformats.org/officeDocument/2006/relationships/slide" Target="slide33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4.xml"/><Relationship Id="rIdLnk8" Type="http://schemas.openxmlformats.org/officeDocument/2006/relationships/slide" Target="slide34.xml"/><Relationship Id="rIdLnk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6.xml"/><Relationship Id="rIdLnk2" Type="http://schemas.openxmlformats.org/officeDocument/2006/relationships/slide" Target="slide36.xml"/><Relationship Id="rIdLnk3" Type="http://schemas.openxmlformats.org/officeDocument/2006/relationships/slide" Target="slide36.xml"/><Relationship Id="rIdLnk4" Type="http://schemas.openxmlformats.org/officeDocument/2006/relationships/slide" Target="slide37.xml"/><Relationship Id="rIdLnk5" Type="http://schemas.openxmlformats.org/officeDocument/2006/relationships/slide" Target="slide37.xml"/><Relationship Id="rIdLnk6" Type="http://schemas.openxmlformats.org/officeDocument/2006/relationships/slide" Target="slide37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39.xml"/><Relationship Id="rIdLnk8" Type="http://schemas.openxmlformats.org/officeDocument/2006/relationships/slide" Target="slide39.xml"/><Relationship Id="rIdLnk9" Type="http://schemas.openxmlformats.org/officeDocument/2006/relationships/slide" Target="slide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60690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   ضَ</a:t>
            </a:r>
            <a:endParaRPr lang="ar-SA" sz="6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32394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59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49214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9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52961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60534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500" dirty="0"/>
          </a:p>
        </p:txBody>
      </p:sp>
      <p:sp>
        <p:nvSpPr>
          <p:cNvPr id="12" name="LINK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6 answer 2 text">
            <a:hlinkClick r:id="rIdLnk6" action="ppaction://hlinksldjump"/>
          </p:cNvPr>
          <p:cNvSpPr txBox="1"/>
          <p:nvPr/>
        </p:nvSpPr>
        <p:spPr>
          <a:xfrm>
            <a:off x="3771900" y="257041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5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39621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55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5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“ṣa”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49600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7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6226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7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“ṣa”</a:t>
            </a:r>
            <a:endParaRPr lang="en-US" sz="3400" dirty="0"/>
          </a:p>
        </p:txBody>
      </p:sp>
      <p:sp>
        <p:nvSpPr>
          <p:cNvPr id="9" name="LINK12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2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2 answer 1 text">
            <a:hlinkClick r:id="rIdLnk3" action="ppaction://hlinksldjump"/>
          </p:cNvPr>
          <p:cNvSpPr txBox="1"/>
          <p:nvPr/>
        </p:nvSpPr>
        <p:spPr>
          <a:xfrm>
            <a:off x="6457950" y="24863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2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7829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200" dirty="0"/>
          </a:p>
        </p:txBody>
      </p:sp>
      <p:sp>
        <p:nvSpPr>
          <p:cNvPr id="15" name="LINK1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3 answer 3 text">
            <a:hlinkClick r:id="rIdLnk9" action="ppaction://hlinksldjump"/>
          </p:cNvPr>
          <p:cNvSpPr txBox="1"/>
          <p:nvPr/>
        </p:nvSpPr>
        <p:spPr>
          <a:xfrm>
            <a:off x="1085850" y="269462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2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“ḍa”</a:t>
            </a:r>
            <a:endParaRPr lang="en-US" sz="3400" dirty="0"/>
          </a:p>
        </p:txBody>
      </p:sp>
      <p:sp>
        <p:nvSpPr>
          <p:cNvPr id="9" name="LINK15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5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5 answer 1 text">
            <a:hlinkClick r:id="rIdLnk3" action="ppaction://hlinksldjump"/>
          </p:cNvPr>
          <p:cNvSpPr txBox="1"/>
          <p:nvPr/>
        </p:nvSpPr>
        <p:spPr>
          <a:xfrm>
            <a:off x="64579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48080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7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62124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5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“ḍa”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6518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7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45691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700" dirty="0"/>
          </a:p>
        </p:txBody>
      </p:sp>
      <p:sp>
        <p:nvSpPr>
          <p:cNvPr id="15" name="LINK18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8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8 answer 3 text">
            <a:hlinkClick r:id="rIdLnk9" action="ppaction://hlinksldjump"/>
          </p:cNvPr>
          <p:cNvSpPr txBox="1"/>
          <p:nvPr/>
        </p:nvSpPr>
        <p:spPr>
          <a:xfrm>
            <a:off x="10858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5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 + tha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6207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  +  ثَ</a:t>
            </a:r>
            <a:endParaRPr lang="ar-SA" sz="5900" dirty="0"/>
          </a:p>
        </p:txBody>
      </p:sp>
      <p:sp>
        <p:nvSpPr>
          <p:cNvPr id="10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2 answer 1 text">
            <a:hlinkClick r:id="rIdLnk3" action="ppaction://hlinksldjump"/>
          </p:cNvPr>
          <p:cNvSpPr txBox="1"/>
          <p:nvPr/>
        </p:nvSpPr>
        <p:spPr>
          <a:xfrm>
            <a:off x="6309360" y="260872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صَدَ</a:t>
            </a:r>
            <a:endParaRPr lang="ar-SA" sz="47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61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endParaRPr lang="ar-SA" sz="4700" dirty="0"/>
          </a:p>
        </p:txBody>
      </p:sp>
      <p:sp>
        <p:nvSpPr>
          <p:cNvPr id="16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1 answer 3 text">
            <a:hlinkClick r:id="rIdLnk9" action="ppaction://hlinksldjump"/>
          </p:cNvPr>
          <p:cNvSpPr txBox="1"/>
          <p:nvPr/>
        </p:nvSpPr>
        <p:spPr>
          <a:xfrm>
            <a:off x="640080" y="265140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6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ṣatha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088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 + 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4961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  +  أَ</a:t>
            </a:r>
            <a:endParaRPr lang="ar-SA" sz="4900" dirty="0"/>
          </a:p>
        </p:txBody>
      </p:sp>
      <p:sp>
        <p:nvSpPr>
          <p:cNvPr id="10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5 answer 1 text">
            <a:hlinkClick r:id="rIdLnk3" action="ppaction://hlinksldjump"/>
          </p:cNvPr>
          <p:cNvSpPr txBox="1"/>
          <p:nvPr/>
        </p:nvSpPr>
        <p:spPr>
          <a:xfrm>
            <a:off x="6309360" y="252363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</a:t>
            </a:r>
            <a:endParaRPr lang="ar-SA" sz="4200" dirty="0"/>
          </a:p>
        </p:txBody>
      </p:sp>
      <p:sp>
        <p:nvSpPr>
          <p:cNvPr id="13" name="LINK2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4 answer 2 text">
            <a:hlinkClick r:id="rIdLnk6" action="ppaction://hlinksldjump"/>
          </p:cNvPr>
          <p:cNvSpPr txBox="1"/>
          <p:nvPr/>
        </p:nvSpPr>
        <p:spPr>
          <a:xfrm>
            <a:off x="3474720" y="27335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42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endParaRPr lang="ar-SA" sz="42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9954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 + sha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7524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  +  شَ</a:t>
            </a:r>
            <a:endParaRPr lang="ar-SA" sz="5700" dirty="0"/>
          </a:p>
        </p:txBody>
      </p:sp>
      <p:sp>
        <p:nvSpPr>
          <p:cNvPr id="10" name="LINK2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7 answer 1 text">
            <a:hlinkClick r:id="rIdLnk3" action="ppaction://hlinksldjump"/>
          </p:cNvPr>
          <p:cNvSpPr txBox="1"/>
          <p:nvPr/>
        </p:nvSpPr>
        <p:spPr>
          <a:xfrm>
            <a:off x="6309360" y="259632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45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59632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4500" dirty="0"/>
          </a:p>
        </p:txBody>
      </p:sp>
      <p:sp>
        <p:nvSpPr>
          <p:cNvPr id="16" name="LINK28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8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8 answer 3 text">
            <a:hlinkClick r:id="rIdLnk9" action="ppaction://hlinksldjump"/>
          </p:cNvPr>
          <p:cNvSpPr txBox="1"/>
          <p:nvPr/>
        </p:nvSpPr>
        <p:spPr>
          <a:xfrm>
            <a:off x="64008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ḍasha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4804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  +  بَ</a:t>
            </a:r>
            <a:endParaRPr lang="ar-SA" sz="61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5755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endParaRPr lang="ar-SA" sz="4700" dirty="0"/>
          </a:p>
        </p:txBody>
      </p:sp>
      <p:sp>
        <p:nvSpPr>
          <p:cNvPr id="13" name="LINK3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0 answer 2 text">
            <a:hlinkClick r:id="rIdLnk6" action="ppaction://hlinksldjump"/>
          </p:cNvPr>
          <p:cNvSpPr txBox="1"/>
          <p:nvPr/>
        </p:nvSpPr>
        <p:spPr>
          <a:xfrm>
            <a:off x="3474720" y="258514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4700" dirty="0"/>
          </a:p>
        </p:txBody>
      </p:sp>
      <p:sp>
        <p:nvSpPr>
          <p:cNvPr id="16" name="LINK3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1 answer 3 text">
            <a:hlinkClick r:id="rIdLnk9" action="ppaction://hlinksldjump"/>
          </p:cNvPr>
          <p:cNvSpPr txBox="1"/>
          <p:nvPr/>
        </p:nvSpPr>
        <p:spPr>
          <a:xfrm>
            <a:off x="640080" y="252933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8709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ḍaba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“ṣabara”?</a:t>
            </a:r>
            <a:endParaRPr lang="en-US" sz="3400" dirty="0"/>
          </a:p>
        </p:txBody>
      </p:sp>
      <p:sp>
        <p:nvSpPr>
          <p:cNvPr id="9" name="LINK3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3 answer 1 text">
            <a:hlinkClick r:id="rIdLnk3" action="ppaction://hlinksldjump"/>
          </p:cNvPr>
          <p:cNvSpPr txBox="1"/>
          <p:nvPr/>
        </p:nvSpPr>
        <p:spPr>
          <a:xfrm>
            <a:off x="6309360" y="252166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4300" dirty="0"/>
          </a:p>
        </p:txBody>
      </p:sp>
      <p:sp>
        <p:nvSpPr>
          <p:cNvPr id="12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4 answer 2 text">
            <a:hlinkClick r:id="rIdLnk6" action="ppaction://hlinksldjump"/>
          </p:cNvPr>
          <p:cNvSpPr txBox="1"/>
          <p:nvPr/>
        </p:nvSpPr>
        <p:spPr>
          <a:xfrm>
            <a:off x="3474720" y="261477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300" dirty="0"/>
          </a:p>
        </p:txBody>
      </p:sp>
      <p:sp>
        <p:nvSpPr>
          <p:cNvPr id="15" name="LINK3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4 answer 3 text">
            <a:hlinkClick r:id="rIdLnk9" action="ppaction://hlinksldjump"/>
          </p:cNvPr>
          <p:cNvSpPr txBox="1"/>
          <p:nvPr/>
        </p:nvSpPr>
        <p:spPr>
          <a:xfrm>
            <a:off x="640080" y="257491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endParaRPr lang="ar-SA" sz="4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231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7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ṣabara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“waḍa'a”?</a:t>
            </a:r>
            <a:endParaRPr lang="en-US" sz="3400" dirty="0"/>
          </a:p>
        </p:txBody>
      </p:sp>
      <p:sp>
        <p:nvSpPr>
          <p:cNvPr id="9" name="LINK3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6 answer 1 text">
            <a:hlinkClick r:id="rIdLnk3" action="ppaction://hlinksldjump"/>
          </p:cNvPr>
          <p:cNvSpPr txBox="1"/>
          <p:nvPr/>
        </p:nvSpPr>
        <p:spPr>
          <a:xfrm>
            <a:off x="6309360" y="252933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</a:t>
            </a:r>
            <a:endParaRPr lang="ar-SA" sz="4700" dirty="0"/>
          </a:p>
        </p:txBody>
      </p:sp>
      <p:sp>
        <p:nvSpPr>
          <p:cNvPr id="12" name="LINK3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7 answer 2 text">
            <a:hlinkClick r:id="rIdLnk6" action="ppaction://hlinksldjump"/>
          </p:cNvPr>
          <p:cNvSpPr txBox="1"/>
          <p:nvPr/>
        </p:nvSpPr>
        <p:spPr>
          <a:xfrm>
            <a:off x="3474720" y="260036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47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54008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وَدَرَسَ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21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</a:t>
            </a:r>
            <a:endParaRPr lang="ar-SA" sz="5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waḍa'a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“ḥaḍara”?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61366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800" dirty="0"/>
          </a:p>
        </p:txBody>
      </p:sp>
      <p:sp>
        <p:nvSpPr>
          <p:cNvPr id="12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0 answer 2 text">
            <a:hlinkClick r:id="rIdLnk6" action="ppaction://hlinksldjump"/>
          </p:cNvPr>
          <p:cNvSpPr txBox="1"/>
          <p:nvPr/>
        </p:nvSpPr>
        <p:spPr>
          <a:xfrm>
            <a:off x="3474720" y="273693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800" dirty="0"/>
          </a:p>
        </p:txBody>
      </p:sp>
      <p:sp>
        <p:nvSpPr>
          <p:cNvPr id="15" name="LINK3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9 answer 3 text">
            <a:hlinkClick r:id="rIdLnk9" action="ppaction://hlinksldjump"/>
          </p:cNvPr>
          <p:cNvSpPr txBox="1"/>
          <p:nvPr/>
        </p:nvSpPr>
        <p:spPr>
          <a:xfrm>
            <a:off x="640080" y="257342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247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ḥaḍara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08-sad-dad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