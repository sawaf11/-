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show: the buttons work by tapping or clicking. A wrong answer opens a 'try again' slide that goes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صَ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ضَ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صَ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صَ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ضَ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ضَ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صَثَ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صَأَ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ضَشَ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ضَبَ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صَبَرَ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وَضَعَ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حَضَرَ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hoosh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Lnk1" Type="http://schemas.openxmlformats.org/officeDocument/2006/relationships/slide" Target="slide4.xml"/><Relationship Id="rIdLnk2" Type="http://schemas.openxmlformats.org/officeDocument/2006/relationships/slide" Target="slide4.xml"/><Relationship Id="rIdLnk3" Type="http://schemas.openxmlformats.org/officeDocument/2006/relationships/slide" Target="slide4.xml"/><Relationship Id="rIdLnk4" Type="http://schemas.openxmlformats.org/officeDocument/2006/relationships/slide" Target="slide3.xml"/><Relationship Id="rIdLnk5" Type="http://schemas.openxmlformats.org/officeDocument/2006/relationships/slide" Target="slide3.xml"/><Relationship Id="rIdLnk6" Type="http://schemas.openxmlformats.org/officeDocument/2006/relationships/slide" Target="slide3.xml"/><Relationship Id="rIdLnk7" Type="http://schemas.openxmlformats.org/officeDocument/2006/relationships/slide" Target="slide4.xml"/><Relationship Id="rIdLnk8" Type="http://schemas.openxmlformats.org/officeDocument/2006/relationships/slide" Target="slide4.xml"/><Relationship Id="rIdLnk9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sparkle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oops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Lnk1" Type="http://schemas.openxmlformats.org/officeDocument/2006/relationships/slide" Target="slide7.xml"/><Relationship Id="rIdLnk2" Type="http://schemas.openxmlformats.org/officeDocument/2006/relationships/slide" Target="slide7.xml"/><Relationship Id="rIdLnk3" Type="http://schemas.openxmlformats.org/officeDocument/2006/relationships/slide" Target="slide7.xml"/><Relationship Id="rIdLnk4" Type="http://schemas.openxmlformats.org/officeDocument/2006/relationships/slide" Target="slide6.xml"/><Relationship Id="rIdLnk5" Type="http://schemas.openxmlformats.org/officeDocument/2006/relationships/slide" Target="slide6.xml"/><Relationship Id="rIdLnk6" Type="http://schemas.openxmlformats.org/officeDocument/2006/relationships/slide" Target="slide6.xml"/><Relationship Id="rIdLnk7" Type="http://schemas.openxmlformats.org/officeDocument/2006/relationships/slide" Target="slide7.xml"/><Relationship Id="rIdLnk8" Type="http://schemas.openxmlformats.org/officeDocument/2006/relationships/slide" Target="slide7.xml"/><Relationship Id="rIdLnk9" Type="http://schemas.openxmlformats.org/officeDocument/2006/relationships/slide" Target="slide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sparkle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oops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Lnk3" Type="http://schemas.openxmlformats.org/officeDocument/2006/relationships/slide" Target="slide9.xml"/><Relationship Id="rIdLnk4" Type="http://schemas.openxmlformats.org/officeDocument/2006/relationships/slide" Target="slide10.xml"/><Relationship Id="rIdLnk5" Type="http://schemas.openxmlformats.org/officeDocument/2006/relationships/slide" Target="slide10.xml"/><Relationship Id="rIdLnk6" Type="http://schemas.openxmlformats.org/officeDocument/2006/relationships/slide" Target="slide10.xml"/><Relationship Id="rIdLnk7" Type="http://schemas.openxmlformats.org/officeDocument/2006/relationships/slide" Target="slide10.xml"/><Relationship Id="rIdLnk8" Type="http://schemas.openxmlformats.org/officeDocument/2006/relationships/slide" Target="slide10.xml"/><Relationship Id="rIdLnk9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sparkle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oops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Lnk1" Type="http://schemas.openxmlformats.org/officeDocument/2006/relationships/slide" Target="slide12.xml"/><Relationship Id="rIdLnk2" Type="http://schemas.openxmlformats.org/officeDocument/2006/relationships/slide" Target="slide12.xml"/><Relationship Id="rIdLnk3" Type="http://schemas.openxmlformats.org/officeDocument/2006/relationships/slide" Target="slide12.xml"/><Relationship Id="rIdLnk4" Type="http://schemas.openxmlformats.org/officeDocument/2006/relationships/slide" Target="slide13.xml"/><Relationship Id="rIdLnk5" Type="http://schemas.openxmlformats.org/officeDocument/2006/relationships/slide" Target="slide13.xml"/><Relationship Id="rIdLnk6" Type="http://schemas.openxmlformats.org/officeDocument/2006/relationships/slide" Target="slide13.xml"/><Relationship Id="rIdLnk7" Type="http://schemas.openxmlformats.org/officeDocument/2006/relationships/slide" Target="slide13.xml"/><Relationship Id="rIdLnk8" Type="http://schemas.openxmlformats.org/officeDocument/2006/relationships/slide" Target="slide13.xml"/><Relationship Id="rIdLnk9" Type="http://schemas.openxmlformats.org/officeDocument/2006/relationships/slide" Target="slide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sparkle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oops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Lnk1" Type="http://schemas.openxmlformats.org/officeDocument/2006/relationships/slide" Target="slide15.xml"/><Relationship Id="rIdLnk2" Type="http://schemas.openxmlformats.org/officeDocument/2006/relationships/slide" Target="slide15.xml"/><Relationship Id="rIdLnk3" Type="http://schemas.openxmlformats.org/officeDocument/2006/relationships/slide" Target="slide15.xml"/><Relationship Id="rIdLnk4" Type="http://schemas.openxmlformats.org/officeDocument/2006/relationships/slide" Target="slide16.xml"/><Relationship Id="rIdLnk5" Type="http://schemas.openxmlformats.org/officeDocument/2006/relationships/slide" Target="slide16.xml"/><Relationship Id="rIdLnk6" Type="http://schemas.openxmlformats.org/officeDocument/2006/relationships/slide" Target="slide16.xml"/><Relationship Id="rIdLnk7" Type="http://schemas.openxmlformats.org/officeDocument/2006/relationships/slide" Target="slide16.xml"/><Relationship Id="rIdLnk8" Type="http://schemas.openxmlformats.org/officeDocument/2006/relationships/slide" Target="slide16.xml"/><Relationship Id="rIdLnk9" Type="http://schemas.openxmlformats.org/officeDocument/2006/relationships/slide" Target="slide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sparkle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oops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Lnk1" Type="http://schemas.openxmlformats.org/officeDocument/2006/relationships/slide" Target="slide19.xml"/><Relationship Id="rIdLnk2" Type="http://schemas.openxmlformats.org/officeDocument/2006/relationships/slide" Target="slide19.xml"/><Relationship Id="rIdLnk3" Type="http://schemas.openxmlformats.org/officeDocument/2006/relationships/slide" Target="slide19.xml"/><Relationship Id="rIdLnk4" Type="http://schemas.openxmlformats.org/officeDocument/2006/relationships/slide" Target="slide19.xml"/><Relationship Id="rIdLnk5" Type="http://schemas.openxmlformats.org/officeDocument/2006/relationships/slide" Target="slide19.xml"/><Relationship Id="rIdLnk6" Type="http://schemas.openxmlformats.org/officeDocument/2006/relationships/slide" Target="slide19.xml"/><Relationship Id="rIdLnk7" Type="http://schemas.openxmlformats.org/officeDocument/2006/relationships/slide" Target="slide18.xml"/><Relationship Id="rIdLnk8" Type="http://schemas.openxmlformats.org/officeDocument/2006/relationships/slide" Target="slide18.xml"/><Relationship Id="rIdLnk9" Type="http://schemas.openxmlformats.org/officeDocument/2006/relationships/slide" Target="slide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sparkle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oops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2.xml"/><Relationship Id="rIdLnk4" Type="http://schemas.openxmlformats.org/officeDocument/2006/relationships/slide" Target="slide22.xml"/><Relationship Id="rIdLnk5" Type="http://schemas.openxmlformats.org/officeDocument/2006/relationships/slide" Target="slide22.xml"/><Relationship Id="rIdLnk6" Type="http://schemas.openxmlformats.org/officeDocument/2006/relationships/slide" Target="slide22.xml"/><Relationship Id="rIdLnk7" Type="http://schemas.openxmlformats.org/officeDocument/2006/relationships/slide" Target="slide21.xml"/><Relationship Id="rIdLnk8" Type="http://schemas.openxmlformats.org/officeDocument/2006/relationships/slide" Target="slide21.xml"/><Relationship Id="rIdLnk9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sparkle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oops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Lnk1" Type="http://schemas.openxmlformats.org/officeDocument/2006/relationships/slide" Target="slide25.xml"/><Relationship Id="rIdLnk2" Type="http://schemas.openxmlformats.org/officeDocument/2006/relationships/slide" Target="slide25.xml"/><Relationship Id="rIdLnk3" Type="http://schemas.openxmlformats.org/officeDocument/2006/relationships/slide" Target="slide25.xml"/><Relationship Id="rIdLnk4" Type="http://schemas.openxmlformats.org/officeDocument/2006/relationships/slide" Target="slide24.xml"/><Relationship Id="rIdLnk5" Type="http://schemas.openxmlformats.org/officeDocument/2006/relationships/slide" Target="slide24.xml"/><Relationship Id="rIdLnk6" Type="http://schemas.openxmlformats.org/officeDocument/2006/relationships/slide" Target="slide24.xml"/><Relationship Id="rIdLnk7" Type="http://schemas.openxmlformats.org/officeDocument/2006/relationships/slide" Target="slide25.xml"/><Relationship Id="rIdLnk8" Type="http://schemas.openxmlformats.org/officeDocument/2006/relationships/slide" Target="slide25.xml"/><Relationship Id="rIdLnk9" Type="http://schemas.openxmlformats.org/officeDocument/2006/relationships/slide" Target="slide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sparkle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oops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Lnk1" Type="http://schemas.openxmlformats.org/officeDocument/2006/relationships/slide" Target="slide27.xml"/><Relationship Id="rIdLnk2" Type="http://schemas.openxmlformats.org/officeDocument/2006/relationships/slide" Target="slide27.xml"/><Relationship Id="rIdLnk3" Type="http://schemas.openxmlformats.org/officeDocument/2006/relationships/slide" Target="slide27.xml"/><Relationship Id="rIdLnk4" Type="http://schemas.openxmlformats.org/officeDocument/2006/relationships/slide" Target="slide28.xml"/><Relationship Id="rIdLnk5" Type="http://schemas.openxmlformats.org/officeDocument/2006/relationships/slide" Target="slide28.xml"/><Relationship Id="rIdLnk6" Type="http://schemas.openxmlformats.org/officeDocument/2006/relationships/slide" Target="slide28.xml"/><Relationship Id="rIdLnk7" Type="http://schemas.openxmlformats.org/officeDocument/2006/relationships/slide" Target="slide28.xml"/><Relationship Id="rIdLnk8" Type="http://schemas.openxmlformats.org/officeDocument/2006/relationships/slide" Target="slide28.xml"/><Relationship Id="rIdLnk9" Type="http://schemas.openxmlformats.org/officeDocument/2006/relationships/slide" Target="slide2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sparkle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oops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Lnk3" Type="http://schemas.openxmlformats.org/officeDocument/2006/relationships/slide" Target="slide31.xml"/><Relationship Id="rIdLnk4" Type="http://schemas.openxmlformats.org/officeDocument/2006/relationships/slide" Target="slide30.xml"/><Relationship Id="rIdLnk5" Type="http://schemas.openxmlformats.org/officeDocument/2006/relationships/slide" Target="slide30.xml"/><Relationship Id="rIdLnk6" Type="http://schemas.openxmlformats.org/officeDocument/2006/relationships/slide" Target="slide30.xml"/><Relationship Id="rIdLnk7" Type="http://schemas.openxmlformats.org/officeDocument/2006/relationships/slide" Target="slide31.xml"/><Relationship Id="rIdLnk8" Type="http://schemas.openxmlformats.org/officeDocument/2006/relationships/slide" Target="slide31.xml"/><Relationship Id="rIdLnk9" Type="http://schemas.openxmlformats.org/officeDocument/2006/relationships/slide" Target="slide3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sparkle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oops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Lnk1" Type="http://schemas.openxmlformats.org/officeDocument/2006/relationships/slide" Target="slide33.xml"/><Relationship Id="rIdLnk2" Type="http://schemas.openxmlformats.org/officeDocument/2006/relationships/slide" Target="slide33.xml"/><Relationship Id="rIdLnk3" Type="http://schemas.openxmlformats.org/officeDocument/2006/relationships/slide" Target="slide33.xml"/><Relationship Id="rIdLnk4" Type="http://schemas.openxmlformats.org/officeDocument/2006/relationships/slide" Target="slide34.xml"/><Relationship Id="rIdLnk5" Type="http://schemas.openxmlformats.org/officeDocument/2006/relationships/slide" Target="slide34.xml"/><Relationship Id="rIdLnk6" Type="http://schemas.openxmlformats.org/officeDocument/2006/relationships/slide" Target="slide34.xml"/><Relationship Id="rIdLnk7" Type="http://schemas.openxmlformats.org/officeDocument/2006/relationships/slide" Target="slide34.xml"/><Relationship Id="rIdLnk8" Type="http://schemas.openxmlformats.org/officeDocument/2006/relationships/slide" Target="slide34.xml"/><Relationship Id="rIdLnk9" Type="http://schemas.openxmlformats.org/officeDocument/2006/relationships/slide" Target="slide3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sparkle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oops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Lnk1" Type="http://schemas.openxmlformats.org/officeDocument/2006/relationships/slide" Target="slide36.xml"/><Relationship Id="rIdLnk2" Type="http://schemas.openxmlformats.org/officeDocument/2006/relationships/slide" Target="slide36.xml"/><Relationship Id="rIdLnk3" Type="http://schemas.openxmlformats.org/officeDocument/2006/relationships/slide" Target="slide36.xml"/><Relationship Id="rIdLnk4" Type="http://schemas.openxmlformats.org/officeDocument/2006/relationships/slide" Target="slide37.xml"/><Relationship Id="rIdLnk5" Type="http://schemas.openxmlformats.org/officeDocument/2006/relationships/slide" Target="slide37.xml"/><Relationship Id="rIdLnk6" Type="http://schemas.openxmlformats.org/officeDocument/2006/relationships/slide" Target="slide37.xml"/><Relationship Id="rIdLnk7" Type="http://schemas.openxmlformats.org/officeDocument/2006/relationships/slide" Target="slide37.xml"/><Relationship Id="rIdLnk8" Type="http://schemas.openxmlformats.org/officeDocument/2006/relationships/slide" Target="slide37.xml"/><Relationship Id="rIdLnk9" Type="http://schemas.openxmlformats.org/officeDocument/2006/relationships/slide" Target="slide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sparkle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oops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Lnk1" Type="http://schemas.openxmlformats.org/officeDocument/2006/relationships/slide" Target="slide40.xml"/><Relationship Id="rIdLnk2" Type="http://schemas.openxmlformats.org/officeDocument/2006/relationships/slide" Target="slide40.xml"/><Relationship Id="rIdLnk3" Type="http://schemas.openxmlformats.org/officeDocument/2006/relationships/slide" Target="slide40.xml"/><Relationship Id="rIdLnk4" Type="http://schemas.openxmlformats.org/officeDocument/2006/relationships/slide" Target="slide40.xml"/><Relationship Id="rIdLnk5" Type="http://schemas.openxmlformats.org/officeDocument/2006/relationships/slide" Target="slide40.xml"/><Relationship Id="rIdLnk6" Type="http://schemas.openxmlformats.org/officeDocument/2006/relationships/slide" Target="slide40.xml"/><Relationship Id="rIdLnk7" Type="http://schemas.openxmlformats.org/officeDocument/2006/relationships/slide" Target="slide39.xml"/><Relationship Id="rIdLnk8" Type="http://schemas.openxmlformats.org/officeDocument/2006/relationships/slide" Target="slide39.xml"/><Relationship Id="rIdLnk9" Type="http://schemas.openxmlformats.org/officeDocument/2006/relationships/slide" Target="slide3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Lnk1" Type="http://schemas.openxmlformats.org/officeDocument/2006/relationships/slide" Target="slide41.xml"/><Relationship Id="rIdLnk2" Type="http://schemas.openxmlformats.org/officeDocument/2006/relationships/slide" Target="slide41.xml"/><Relationship Id="rIdLnk3" Type="http://schemas.openxmlformats.org/officeDocument/2006/relationships/slide" Target="slide41.xml"/><Relationship Id="rIdGameSnd" Type="http://schemas.openxmlformats.org/officeDocument/2006/relationships/audio" Target="../media/sparkle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oops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title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097280" y="640080"/>
            <a:ext cx="69494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514246" y="753466"/>
            <a:ext cx="6115507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90956"/>
            <a:ext cx="65836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 Games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60690"/>
            <a:ext cx="65836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   ضَ</a:t>
            </a:r>
            <a:endParaRPr lang="ar-SA" sz="61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811272"/>
            <a:ext cx="658368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right answer!</a:t>
            </a:r>
            <a:endParaRPr lang="en-US" sz="2300" dirty="0"/>
          </a:p>
        </p:txBody>
      </p:sp>
      <p:sp>
        <p:nvSpPr>
          <p:cNvPr id="8" name="LINK2 button">
            <a:hlinkClick r:id="rIdLnk1" action="ppaction://hlinksldjump"/>
          </p:cNvPr>
          <p:cNvSpPr/>
          <p:nvPr/>
        </p:nvSpPr>
        <p:spPr>
          <a:xfrm>
            <a:off x="3291840" y="3749040"/>
            <a:ext cx="2560320" cy="777240"/>
          </a:xfrm>
          <a:prstGeom prst="roundRect">
            <a:avLst>
              <a:gd name="adj" fmla="val 41176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9" name="LINK2 button sheen">
            <a:hlinkClick r:id="rIdLnk2" action="ppaction://hlinksldjump"/>
          </p:cNvPr>
          <p:cNvSpPr/>
          <p:nvPr/>
        </p:nvSpPr>
        <p:spPr>
          <a:xfrm>
            <a:off x="3445459" y="3780130"/>
            <a:ext cx="2253082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LINK2 button text">
            <a:hlinkClick r:id="rIdLnk3" action="ppaction://hlinksldjump"/>
          </p:cNvPr>
          <p:cNvSpPr txBox="1"/>
          <p:nvPr/>
        </p:nvSpPr>
        <p:spPr>
          <a:xfrm>
            <a:off x="3291840" y="3747262"/>
            <a:ext cx="256032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Start</a:t>
            </a:r>
            <a:endParaRPr lang="en-US" sz="2800" dirty="0"/>
          </a:p>
        </p:txBody>
      </p:sp>
    </p:spTree>
  </p:cSld>
  <p:clrMapOvr>
    <a:masterClrMapping/>
  </p:clrMapOvr>
  <p:transition spd="med">
    <p:fade/>
    <p:sndAc>
      <p:stSnd>
        <p:snd r:embed="rIdGameSnd" name="whoosh.wav"/>
      </p:stSnd>
    </p:sndAc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4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 answer 1 text">
            <a:hlinkClick r:id="rIdLnk3" action="ppaction://hlinksldjump"/>
          </p:cNvPr>
          <p:cNvSpPr txBox="1"/>
          <p:nvPr/>
        </p:nvSpPr>
        <p:spPr>
          <a:xfrm>
            <a:off x="6457950" y="232394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5900" dirty="0"/>
          </a:p>
        </p:txBody>
      </p:sp>
      <p:sp>
        <p:nvSpPr>
          <p:cNvPr id="12" name="LINK3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 answer 2 text">
            <a:hlinkClick r:id="rIdLnk6" action="ppaction://hlinksldjump"/>
          </p:cNvPr>
          <p:cNvSpPr txBox="1"/>
          <p:nvPr/>
        </p:nvSpPr>
        <p:spPr>
          <a:xfrm>
            <a:off x="3771900" y="249214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900" dirty="0"/>
          </a:p>
        </p:txBody>
      </p:sp>
      <p:sp>
        <p:nvSpPr>
          <p:cNvPr id="15" name="LINK4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 answer 3 text">
            <a:hlinkClick r:id="rIdLnk9" action="ppaction://hlinksldjump"/>
          </p:cNvPr>
          <p:cNvSpPr txBox="1"/>
          <p:nvPr/>
        </p:nvSpPr>
        <p:spPr>
          <a:xfrm>
            <a:off x="1085850" y="252961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9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6674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90813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</a:t>
            </a:r>
            <a:endParaRPr lang="en-US" sz="25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7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7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7 answer 1 text">
            <a:hlinkClick r:id="rIdLnk3" action="ppaction://hlinksldjump"/>
          </p:cNvPr>
          <p:cNvSpPr txBox="1"/>
          <p:nvPr/>
        </p:nvSpPr>
        <p:spPr>
          <a:xfrm>
            <a:off x="6457950" y="260534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500" dirty="0"/>
          </a:p>
        </p:txBody>
      </p:sp>
      <p:sp>
        <p:nvSpPr>
          <p:cNvPr id="12" name="LINK6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6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6 answer 2 text">
            <a:hlinkClick r:id="rIdLnk6" action="ppaction://hlinksldjump"/>
          </p:cNvPr>
          <p:cNvSpPr txBox="1"/>
          <p:nvPr/>
        </p:nvSpPr>
        <p:spPr>
          <a:xfrm>
            <a:off x="3771900" y="2570417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500" dirty="0"/>
          </a:p>
        </p:txBody>
      </p:sp>
      <p:sp>
        <p:nvSpPr>
          <p:cNvPr id="15" name="LINK7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7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7 answer 3 text">
            <a:hlinkClick r:id="rIdLnk9" action="ppaction://hlinksldjump"/>
          </p:cNvPr>
          <p:cNvSpPr txBox="1"/>
          <p:nvPr/>
        </p:nvSpPr>
        <p:spPr>
          <a:xfrm>
            <a:off x="1085850" y="239621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55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7457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ḍa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“ṣa”</a:t>
            </a:r>
            <a:endParaRPr lang="en-US" sz="3400" dirty="0"/>
          </a:p>
        </p:txBody>
      </p:sp>
      <p:sp>
        <p:nvSpPr>
          <p:cNvPr id="9" name="LINK9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9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9 answer 1 text">
            <a:hlinkClick r:id="rIdLnk3" action="ppaction://hlinksldjump"/>
          </p:cNvPr>
          <p:cNvSpPr txBox="1"/>
          <p:nvPr/>
        </p:nvSpPr>
        <p:spPr>
          <a:xfrm>
            <a:off x="6457950" y="2496007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700" dirty="0"/>
          </a:p>
        </p:txBody>
      </p:sp>
      <p:sp>
        <p:nvSpPr>
          <p:cNvPr id="12" name="LINK10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0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0 answer 2 text">
            <a:hlinkClick r:id="rIdLnk6" action="ppaction://hlinksldjump"/>
          </p:cNvPr>
          <p:cNvSpPr txBox="1"/>
          <p:nvPr/>
        </p:nvSpPr>
        <p:spPr>
          <a:xfrm>
            <a:off x="3771900" y="262269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700" dirty="0"/>
          </a:p>
        </p:txBody>
      </p:sp>
      <p:sp>
        <p:nvSpPr>
          <p:cNvPr id="15" name="LINK10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0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0 answer 3 text">
            <a:hlinkClick r:id="rIdLnk9" action="ppaction://hlinksldjump"/>
          </p:cNvPr>
          <p:cNvSpPr txBox="1"/>
          <p:nvPr/>
        </p:nvSpPr>
        <p:spPr>
          <a:xfrm>
            <a:off x="1085850" y="256912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7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6674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90813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</a:t>
            </a:r>
            <a:endParaRPr lang="en-US" sz="25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“ṣa”</a:t>
            </a:r>
            <a:endParaRPr lang="en-US" sz="3400" dirty="0"/>
          </a:p>
        </p:txBody>
      </p:sp>
      <p:sp>
        <p:nvSpPr>
          <p:cNvPr id="9" name="LINK12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2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2 answer 1 text">
            <a:hlinkClick r:id="rIdLnk3" action="ppaction://hlinksldjump"/>
          </p:cNvPr>
          <p:cNvSpPr txBox="1"/>
          <p:nvPr/>
        </p:nvSpPr>
        <p:spPr>
          <a:xfrm>
            <a:off x="6457950" y="248635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200" dirty="0"/>
          </a:p>
        </p:txBody>
      </p:sp>
      <p:sp>
        <p:nvSpPr>
          <p:cNvPr id="12" name="LINK13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3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3 answer 2 text">
            <a:hlinkClick r:id="rIdLnk6" action="ppaction://hlinksldjump"/>
          </p:cNvPr>
          <p:cNvSpPr txBox="1"/>
          <p:nvPr/>
        </p:nvSpPr>
        <p:spPr>
          <a:xfrm>
            <a:off x="3771900" y="278299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200" dirty="0"/>
          </a:p>
        </p:txBody>
      </p:sp>
      <p:sp>
        <p:nvSpPr>
          <p:cNvPr id="15" name="LINK13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3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3 answer 3 text">
            <a:hlinkClick r:id="rIdLnk9" action="ppaction://hlinksldjump"/>
          </p:cNvPr>
          <p:cNvSpPr txBox="1"/>
          <p:nvPr/>
        </p:nvSpPr>
        <p:spPr>
          <a:xfrm>
            <a:off x="1085850" y="269462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2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6674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90813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</a:t>
            </a:r>
            <a:endParaRPr lang="en-US" sz="25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“ḍa”</a:t>
            </a:r>
            <a:endParaRPr lang="en-US" sz="3400" dirty="0"/>
          </a:p>
        </p:txBody>
      </p:sp>
      <p:sp>
        <p:nvSpPr>
          <p:cNvPr id="9" name="LINK15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5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5 answer 1 text">
            <a:hlinkClick r:id="rIdLnk3" action="ppaction://hlinksldjump"/>
          </p:cNvPr>
          <p:cNvSpPr txBox="1"/>
          <p:nvPr/>
        </p:nvSpPr>
        <p:spPr>
          <a:xfrm>
            <a:off x="6457950" y="256912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700" dirty="0"/>
          </a:p>
        </p:txBody>
      </p:sp>
      <p:sp>
        <p:nvSpPr>
          <p:cNvPr id="12" name="LINK16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6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6 answer 2 text">
            <a:hlinkClick r:id="rIdLnk6" action="ppaction://hlinksldjump"/>
          </p:cNvPr>
          <p:cNvSpPr txBox="1"/>
          <p:nvPr/>
        </p:nvSpPr>
        <p:spPr>
          <a:xfrm>
            <a:off x="3771900" y="248080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700" dirty="0"/>
          </a:p>
        </p:txBody>
      </p:sp>
      <p:sp>
        <p:nvSpPr>
          <p:cNvPr id="15" name="LINK16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6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6 answer 3 text">
            <a:hlinkClick r:id="rIdLnk9" action="ppaction://hlinksldjump"/>
          </p:cNvPr>
          <p:cNvSpPr txBox="1"/>
          <p:nvPr/>
        </p:nvSpPr>
        <p:spPr>
          <a:xfrm>
            <a:off x="1085850" y="262124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7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7457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ḍa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“ḍa”</a:t>
            </a:r>
            <a:endParaRPr lang="en-US" sz="3400" dirty="0"/>
          </a:p>
        </p:txBody>
      </p:sp>
      <p:sp>
        <p:nvSpPr>
          <p:cNvPr id="9" name="LINK19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9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9 answer 1 text">
            <a:hlinkClick r:id="rIdLnk3" action="ppaction://hlinksldjump"/>
          </p:cNvPr>
          <p:cNvSpPr txBox="1"/>
          <p:nvPr/>
        </p:nvSpPr>
        <p:spPr>
          <a:xfrm>
            <a:off x="6457950" y="265182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700" dirty="0"/>
          </a:p>
        </p:txBody>
      </p:sp>
      <p:sp>
        <p:nvSpPr>
          <p:cNvPr id="12" name="LINK19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9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9 answer 2 text">
            <a:hlinkClick r:id="rIdLnk6" action="ppaction://hlinksldjump"/>
          </p:cNvPr>
          <p:cNvSpPr txBox="1"/>
          <p:nvPr/>
        </p:nvSpPr>
        <p:spPr>
          <a:xfrm>
            <a:off x="3771900" y="2456917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700" dirty="0"/>
          </a:p>
        </p:txBody>
      </p:sp>
      <p:sp>
        <p:nvSpPr>
          <p:cNvPr id="15" name="LINK18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8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8 answer 3 text">
            <a:hlinkClick r:id="rIdLnk9" action="ppaction://hlinksldjump"/>
          </p:cNvPr>
          <p:cNvSpPr txBox="1"/>
          <p:nvPr/>
        </p:nvSpPr>
        <p:spPr>
          <a:xfrm>
            <a:off x="1085850" y="256912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7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7457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ḍa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278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 + tha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62076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  +  ثَ</a:t>
            </a:r>
            <a:endParaRPr lang="ar-SA" sz="5900" dirty="0"/>
          </a:p>
        </p:txBody>
      </p:sp>
      <p:sp>
        <p:nvSpPr>
          <p:cNvPr id="10" name="LINK22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2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2 answer 1 text">
            <a:hlinkClick r:id="rIdLnk3" action="ppaction://hlinksldjump"/>
          </p:cNvPr>
          <p:cNvSpPr txBox="1"/>
          <p:nvPr/>
        </p:nvSpPr>
        <p:spPr>
          <a:xfrm>
            <a:off x="6309360" y="260872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صَدَ</a:t>
            </a:r>
            <a:endParaRPr lang="ar-SA" sz="4700" dirty="0"/>
          </a:p>
        </p:txBody>
      </p:sp>
      <p:sp>
        <p:nvSpPr>
          <p:cNvPr id="13" name="LINK2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2 answer 2 text">
            <a:hlinkClick r:id="rIdLnk6" action="ppaction://hlinksldjump"/>
          </p:cNvPr>
          <p:cNvSpPr txBox="1"/>
          <p:nvPr/>
        </p:nvSpPr>
        <p:spPr>
          <a:xfrm>
            <a:off x="3474720" y="261738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endParaRPr lang="ar-SA" sz="4700" dirty="0"/>
          </a:p>
        </p:txBody>
      </p:sp>
      <p:sp>
        <p:nvSpPr>
          <p:cNvPr id="16" name="LINK21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1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1 answer 3 text">
            <a:hlinkClick r:id="rIdLnk9" action="ppaction://hlinksldjump"/>
          </p:cNvPr>
          <p:cNvSpPr txBox="1"/>
          <p:nvPr/>
        </p:nvSpPr>
        <p:spPr>
          <a:xfrm>
            <a:off x="640080" y="265140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صَثَ</a:t>
            </a:r>
            <a:endParaRPr lang="ar-SA" sz="47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91640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صَثَ</a:t>
            </a:r>
            <a:endParaRPr lang="ar-SA" sz="7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ṣatha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088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 + 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049612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  +  أَ</a:t>
            </a:r>
            <a:endParaRPr lang="ar-SA" sz="4900" dirty="0"/>
          </a:p>
        </p:txBody>
      </p:sp>
      <p:sp>
        <p:nvSpPr>
          <p:cNvPr id="10" name="LINK25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5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5 answer 1 text">
            <a:hlinkClick r:id="rIdLnk3" action="ppaction://hlinksldjump"/>
          </p:cNvPr>
          <p:cNvSpPr txBox="1"/>
          <p:nvPr/>
        </p:nvSpPr>
        <p:spPr>
          <a:xfrm>
            <a:off x="6309360" y="252363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صَرَ</a:t>
            </a:r>
            <a:endParaRPr lang="ar-SA" sz="4200" dirty="0"/>
          </a:p>
        </p:txBody>
      </p:sp>
      <p:sp>
        <p:nvSpPr>
          <p:cNvPr id="13" name="LINK24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4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4 answer 2 text">
            <a:hlinkClick r:id="rIdLnk6" action="ppaction://hlinksldjump"/>
          </p:cNvPr>
          <p:cNvSpPr txBox="1"/>
          <p:nvPr/>
        </p:nvSpPr>
        <p:spPr>
          <a:xfrm>
            <a:off x="3474720" y="273359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صَأَ</a:t>
            </a:r>
            <a:endParaRPr lang="ar-SA" sz="4200" dirty="0"/>
          </a:p>
        </p:txBody>
      </p:sp>
      <p:sp>
        <p:nvSpPr>
          <p:cNvPr id="16" name="LINK25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5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5 answer 3 text">
            <a:hlinkClick r:id="rIdLnk9" action="ppaction://hlinksldjump"/>
          </p:cNvPr>
          <p:cNvSpPr txBox="1"/>
          <p:nvPr/>
        </p:nvSpPr>
        <p:spPr>
          <a:xfrm>
            <a:off x="640080" y="265923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endParaRPr lang="ar-SA" sz="42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9954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صَأَ</a:t>
            </a:r>
            <a:endParaRPr lang="ar-SA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90813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ṣaa</a:t>
            </a:r>
            <a:endParaRPr lang="en-US" sz="25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278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ḍa + sha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75246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  +  شَ</a:t>
            </a:r>
            <a:endParaRPr lang="ar-SA" sz="5700" dirty="0"/>
          </a:p>
        </p:txBody>
      </p:sp>
      <p:sp>
        <p:nvSpPr>
          <p:cNvPr id="10" name="LINK27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7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7 answer 1 text">
            <a:hlinkClick r:id="rIdLnk3" action="ppaction://hlinksldjump"/>
          </p:cNvPr>
          <p:cNvSpPr txBox="1"/>
          <p:nvPr/>
        </p:nvSpPr>
        <p:spPr>
          <a:xfrm>
            <a:off x="6309360" y="259632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ضَشَ</a:t>
            </a:r>
            <a:endParaRPr lang="ar-SA" sz="4500" dirty="0"/>
          </a:p>
        </p:txBody>
      </p:sp>
      <p:sp>
        <p:nvSpPr>
          <p:cNvPr id="13" name="LINK28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8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8 answer 2 text">
            <a:hlinkClick r:id="rIdLnk6" action="ppaction://hlinksldjump"/>
          </p:cNvPr>
          <p:cNvSpPr txBox="1"/>
          <p:nvPr/>
        </p:nvSpPr>
        <p:spPr>
          <a:xfrm>
            <a:off x="3474720" y="259632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endParaRPr lang="ar-SA" sz="4500" dirty="0"/>
          </a:p>
        </p:txBody>
      </p:sp>
      <p:sp>
        <p:nvSpPr>
          <p:cNvPr id="16" name="LINK28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8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8 answer 3 text">
            <a:hlinkClick r:id="rIdLnk9" action="ppaction://hlinksldjump"/>
          </p:cNvPr>
          <p:cNvSpPr txBox="1"/>
          <p:nvPr/>
        </p:nvSpPr>
        <p:spPr>
          <a:xfrm>
            <a:off x="640080" y="254603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ضَخَ</a:t>
            </a:r>
            <a:endParaRPr lang="ar-SA" sz="45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371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ضَشَ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ḍasha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9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9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9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6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6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6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278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ḍa + ba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48042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  +  بَ</a:t>
            </a:r>
            <a:endParaRPr lang="ar-SA" sz="6100" dirty="0"/>
          </a:p>
        </p:txBody>
      </p:sp>
      <p:sp>
        <p:nvSpPr>
          <p:cNvPr id="10" name="LINK31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31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31 answer 1 text">
            <a:hlinkClick r:id="rIdLnk3" action="ppaction://hlinksldjump"/>
          </p:cNvPr>
          <p:cNvSpPr txBox="1"/>
          <p:nvPr/>
        </p:nvSpPr>
        <p:spPr>
          <a:xfrm>
            <a:off x="6309360" y="257559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endParaRPr lang="ar-SA" sz="4700" dirty="0"/>
          </a:p>
        </p:txBody>
      </p:sp>
      <p:sp>
        <p:nvSpPr>
          <p:cNvPr id="13" name="LINK30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30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30 answer 2 text">
            <a:hlinkClick r:id="rIdLnk6" action="ppaction://hlinksldjump"/>
          </p:cNvPr>
          <p:cNvSpPr txBox="1"/>
          <p:nvPr/>
        </p:nvSpPr>
        <p:spPr>
          <a:xfrm>
            <a:off x="3474720" y="258514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ضَبَ</a:t>
            </a:r>
            <a:endParaRPr lang="ar-SA" sz="4700" dirty="0"/>
          </a:p>
        </p:txBody>
      </p:sp>
      <p:sp>
        <p:nvSpPr>
          <p:cNvPr id="16" name="LINK31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31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31 answer 3 text">
            <a:hlinkClick r:id="rIdLnk9" action="ppaction://hlinksldjump"/>
          </p:cNvPr>
          <p:cNvSpPr txBox="1"/>
          <p:nvPr/>
        </p:nvSpPr>
        <p:spPr>
          <a:xfrm>
            <a:off x="640080" y="252933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ضَجَ</a:t>
            </a:r>
            <a:endParaRPr lang="ar-SA" sz="47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87094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ضَبَ</a:t>
            </a:r>
            <a:endParaRPr lang="ar-SA" sz="6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ḍaba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2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2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2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9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9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9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“ṣabara”?</a:t>
            </a:r>
            <a:endParaRPr lang="en-US" sz="3400" dirty="0"/>
          </a:p>
        </p:txBody>
      </p:sp>
      <p:sp>
        <p:nvSpPr>
          <p:cNvPr id="9" name="LINK33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3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3 answer 1 text">
            <a:hlinkClick r:id="rIdLnk3" action="ppaction://hlinksldjump"/>
          </p:cNvPr>
          <p:cNvSpPr txBox="1"/>
          <p:nvPr/>
        </p:nvSpPr>
        <p:spPr>
          <a:xfrm>
            <a:off x="6309360" y="252166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</a:t>
            </a:r>
            <a:endParaRPr lang="ar-SA" sz="4300" dirty="0"/>
          </a:p>
        </p:txBody>
      </p:sp>
      <p:sp>
        <p:nvSpPr>
          <p:cNvPr id="12" name="LINK34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4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4 answer 2 text">
            <a:hlinkClick r:id="rIdLnk6" action="ppaction://hlinksldjump"/>
          </p:cNvPr>
          <p:cNvSpPr txBox="1"/>
          <p:nvPr/>
        </p:nvSpPr>
        <p:spPr>
          <a:xfrm>
            <a:off x="3474720" y="261477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وَحَمَلَ</a:t>
            </a:r>
            <a:endParaRPr lang="ar-SA" sz="4300" dirty="0"/>
          </a:p>
        </p:txBody>
      </p:sp>
      <p:sp>
        <p:nvSpPr>
          <p:cNvPr id="15" name="LINK34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4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4 answer 3 text">
            <a:hlinkClick r:id="rIdLnk9" action="ppaction://hlinksldjump"/>
          </p:cNvPr>
          <p:cNvSpPr txBox="1"/>
          <p:nvPr/>
        </p:nvSpPr>
        <p:spPr>
          <a:xfrm>
            <a:off x="640080" y="257491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</a:t>
            </a:r>
            <a:endParaRPr lang="ar-SA" sz="43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62310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</a:t>
            </a:r>
            <a:endParaRPr lang="ar-SA" sz="79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ṣabara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“waḍa'a”?</a:t>
            </a:r>
            <a:endParaRPr lang="en-US" sz="3400" dirty="0"/>
          </a:p>
        </p:txBody>
      </p:sp>
      <p:sp>
        <p:nvSpPr>
          <p:cNvPr id="9" name="LINK36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6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6 answer 1 text">
            <a:hlinkClick r:id="rIdLnk3" action="ppaction://hlinksldjump"/>
          </p:cNvPr>
          <p:cNvSpPr txBox="1"/>
          <p:nvPr/>
        </p:nvSpPr>
        <p:spPr>
          <a:xfrm>
            <a:off x="6309360" y="252933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وَضَعَ</a:t>
            </a:r>
            <a:endParaRPr lang="ar-SA" sz="4700" dirty="0"/>
          </a:p>
        </p:txBody>
      </p:sp>
      <p:sp>
        <p:nvSpPr>
          <p:cNvPr id="12" name="LINK37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7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7 answer 2 text">
            <a:hlinkClick r:id="rIdLnk6" action="ppaction://hlinksldjump"/>
          </p:cNvPr>
          <p:cNvSpPr txBox="1"/>
          <p:nvPr/>
        </p:nvSpPr>
        <p:spPr>
          <a:xfrm>
            <a:off x="3474720" y="260036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وَذَهَبَ</a:t>
            </a:r>
            <a:endParaRPr lang="ar-SA" sz="4700" dirty="0"/>
          </a:p>
        </p:txBody>
      </p:sp>
      <p:sp>
        <p:nvSpPr>
          <p:cNvPr id="15" name="LINK37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7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7 answer 3 text">
            <a:hlinkClick r:id="rIdLnk9" action="ppaction://hlinksldjump"/>
          </p:cNvPr>
          <p:cNvSpPr txBox="1"/>
          <p:nvPr/>
        </p:nvSpPr>
        <p:spPr>
          <a:xfrm>
            <a:off x="640080" y="254008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وَدَرَسَ</a:t>
            </a:r>
            <a:endParaRPr lang="ar-SA" sz="47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2103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وَضَعَ</a:t>
            </a:r>
            <a:endParaRPr lang="ar-SA" sz="59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waḍa'a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“ḥaḍara”?</a:t>
            </a:r>
            <a:endParaRPr lang="en-US" sz="3400" dirty="0"/>
          </a:p>
        </p:txBody>
      </p:sp>
      <p:sp>
        <p:nvSpPr>
          <p:cNvPr id="9" name="LINK40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0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0 answer 1 text">
            <a:hlinkClick r:id="rIdLnk3" action="ppaction://hlinksldjump"/>
          </p:cNvPr>
          <p:cNvSpPr txBox="1"/>
          <p:nvPr/>
        </p:nvSpPr>
        <p:spPr>
          <a:xfrm>
            <a:off x="6309360" y="261366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800" dirty="0"/>
          </a:p>
        </p:txBody>
      </p:sp>
      <p:sp>
        <p:nvSpPr>
          <p:cNvPr id="12" name="LINK40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40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40 answer 2 text">
            <a:hlinkClick r:id="rIdLnk6" action="ppaction://hlinksldjump"/>
          </p:cNvPr>
          <p:cNvSpPr txBox="1"/>
          <p:nvPr/>
        </p:nvSpPr>
        <p:spPr>
          <a:xfrm>
            <a:off x="3474720" y="273693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</a:t>
            </a:r>
            <a:endParaRPr lang="ar-SA" sz="4800" dirty="0"/>
          </a:p>
        </p:txBody>
      </p:sp>
      <p:sp>
        <p:nvSpPr>
          <p:cNvPr id="15" name="LINK39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9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9 answer 3 text">
            <a:hlinkClick r:id="rIdLnk9" action="ppaction://hlinksldjump"/>
          </p:cNvPr>
          <p:cNvSpPr txBox="1"/>
          <p:nvPr/>
        </p:nvSpPr>
        <p:spPr>
          <a:xfrm>
            <a:off x="640080" y="257342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48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7247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ḥaḍara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4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4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4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end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463040" y="548640"/>
            <a:ext cx="6217920" cy="2926080"/>
          </a:xfrm>
          <a:prstGeom prst="roundRect">
            <a:avLst>
              <a:gd name="adj" fmla="val 109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836115" y="665683"/>
            <a:ext cx="5471770" cy="1228954"/>
          </a:xfrm>
          <a:prstGeom prst="roundRect">
            <a:avLst>
              <a:gd name="adj" fmla="val 208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746252"/>
            <a:ext cx="585216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08214"/>
            <a:ext cx="585216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games won</a:t>
            </a:r>
            <a:endParaRPr lang="en-US" sz="2700" dirty="0"/>
          </a:p>
        </p:txBody>
      </p:sp>
      <p:sp>
        <p:nvSpPr>
          <p:cNvPr id="7" name="A300 star 1"/>
          <p:cNvSpPr/>
          <p:nvPr/>
        </p:nvSpPr>
        <p:spPr>
          <a:xfrm>
            <a:off x="219456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A600 star 2"/>
          <p:cNvSpPr/>
          <p:nvPr/>
        </p:nvSpPr>
        <p:spPr>
          <a:xfrm>
            <a:off x="4160520" y="233172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900 star 3"/>
          <p:cNvSpPr/>
          <p:nvPr/>
        </p:nvSpPr>
        <p:spPr>
          <a:xfrm>
            <a:off x="612648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INK2 button">
            <a:hlinkClick r:id="rIdLnk1" action="ppaction://hlinksldjump"/>
          </p:cNvPr>
          <p:cNvSpPr/>
          <p:nvPr/>
        </p:nvSpPr>
        <p:spPr>
          <a:xfrm>
            <a:off x="3017520" y="3840480"/>
            <a:ext cx="3108960" cy="777240"/>
          </a:xfrm>
          <a:prstGeom prst="roundRect">
            <a:avLst>
              <a:gd name="adj" fmla="val 41176"/>
            </a:avLst>
          </a:prstGeom>
          <a:solidFill>
            <a:srgbClr val="1971C2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 button sheen">
            <a:hlinkClick r:id="rIdLnk2" action="ppaction://hlinksldjump"/>
          </p:cNvPr>
          <p:cNvSpPr/>
          <p:nvPr/>
        </p:nvSpPr>
        <p:spPr>
          <a:xfrm>
            <a:off x="3204058" y="3871570"/>
            <a:ext cx="2735885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 button text">
            <a:hlinkClick r:id="rIdLnk3" action="ppaction://hlinksldjump"/>
          </p:cNvPr>
          <p:cNvSpPr txBox="1"/>
          <p:nvPr/>
        </p:nvSpPr>
        <p:spPr>
          <a:xfrm>
            <a:off x="3017520" y="3836924"/>
            <a:ext cx="310896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Play again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win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 08-sad-dad</dc:title>
  <dc:subject>PptxGenJS Presentation</dc:subject>
  <dc:creator>PptxGenJS</dc:creator>
  <cp:lastModifiedBy>PptxGenJS</cp:lastModifiedBy>
  <cp:revision>1</cp:revision>
  <dcterms:created xsi:type="dcterms:W3CDTF">2026-10-22T14:27:39Z</dcterms:created>
  <dcterms:modified xsi:type="dcterms:W3CDTF">2026-10-22T14:27:39Z</dcterms:modified>
</cp:coreProperties>
</file>