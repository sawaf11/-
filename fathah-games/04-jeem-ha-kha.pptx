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</p:sldIdLst>
  <p:notesMasterIdLst>
    <p:notesMasterId r:id="rId5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notesMaster" Target="notesMasters/notesMaster1.xml"/><Relationship Id="rId59" Type="http://schemas.openxmlformats.org/officeDocument/2006/relationships/presProps" Target="presProps.xml"/><Relationship Id="rId60" Type="http://schemas.openxmlformats.org/officeDocument/2006/relationships/viewProps" Target="viewProps.xml"/><Relationship Id="rId61" Type="http://schemas.openxmlformats.org/officeDocument/2006/relationships/theme" Target="theme/theme1.xml"/><Relationship Id="rId6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show: the buttons work by tapping or clicking. A wrong answer opens a 'try again' slide that goes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1 · Find the fathah. Answer: جَ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1 · Find the fathah. Answer: حَ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1 · Find the fathah. Answer: خَ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2 · Find the sound. Answer: جَ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2 · Find the sound. Answer: جَ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2 · Find the sound. Answer: حَ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2 · Find the sound. Answer: حَ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2 · Find the sound. Answer: خَ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2 · Find the sound. Answer: خَ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3 · Build it. Answer: جَحَ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3 · Build it. Answer: جَأَ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3 · Build it. Answer: حَبَ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3 · Build it. Answer: حَثَ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3 · Build it. Answer: خَبَ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3 · Build it. Answer: خَحَ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4 · Read the word. Answer: حَضَرَ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4 · Read the word. Answer: وَخَرَجَ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4 · Read the word. Answer: جَلَسَ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Lnk1" Type="http://schemas.openxmlformats.org/officeDocument/2006/relationships/slide" Target="slide2.xml"/><Relationship Id="rIdLnk2" Type="http://schemas.openxmlformats.org/officeDocument/2006/relationships/slide" Target="slide2.xml"/><Relationship Id="rIdLnk3" Type="http://schemas.openxmlformats.org/officeDocument/2006/relationships/slide" Target="slide2.xml"/><Relationship Id="rIdGameSnd" Type="http://schemas.openxmlformats.org/officeDocument/2006/relationships/audio" Target="../media/whoosh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Lnk1" Type="http://schemas.openxmlformats.org/officeDocument/2006/relationships/slide" Target="slide4.xml"/><Relationship Id="rIdLnk2" Type="http://schemas.openxmlformats.org/officeDocument/2006/relationships/slide" Target="slide4.xml"/><Relationship Id="rIdLnk3" Type="http://schemas.openxmlformats.org/officeDocument/2006/relationships/slide" Target="slide4.xml"/><Relationship Id="rIdLnk4" Type="http://schemas.openxmlformats.org/officeDocument/2006/relationships/slide" Target="slide3.xml"/><Relationship Id="rIdLnk5" Type="http://schemas.openxmlformats.org/officeDocument/2006/relationships/slide" Target="slide3.xml"/><Relationship Id="rIdLnk6" Type="http://schemas.openxmlformats.org/officeDocument/2006/relationships/slide" Target="slide3.xml"/><Relationship Id="rIdLnk7" Type="http://schemas.openxmlformats.org/officeDocument/2006/relationships/slide" Target="slide4.xml"/><Relationship Id="rIdLnk8" Type="http://schemas.openxmlformats.org/officeDocument/2006/relationships/slide" Target="slide4.xml"/><Relationship Id="rIdLnk9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Lnk1" Type="http://schemas.openxmlformats.org/officeDocument/2006/relationships/slide" Target="slide5.xml"/><Relationship Id="rIdLnk2" Type="http://schemas.openxmlformats.org/officeDocument/2006/relationships/slide" Target="slide5.xml"/><Relationship Id="rIdLnk3" Type="http://schemas.openxmlformats.org/officeDocument/2006/relationships/slide" Target="slide5.xml"/><Relationship Id="rIdGameSnd" Type="http://schemas.openxmlformats.org/officeDocument/2006/relationships/audio" Target="../media/sparkle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Lnk1" Type="http://schemas.openxmlformats.org/officeDocument/2006/relationships/slide" Target="slide2.xml"/><Relationship Id="rIdLnk2" Type="http://schemas.openxmlformats.org/officeDocument/2006/relationships/slide" Target="slide2.xml"/><Relationship Id="rIdLnk3" Type="http://schemas.openxmlformats.org/officeDocument/2006/relationships/slide" Target="slide2.xml"/><Relationship Id="rIdGameSnd" Type="http://schemas.openxmlformats.org/officeDocument/2006/relationships/audio" Target="../media/oops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Lnk1" Type="http://schemas.openxmlformats.org/officeDocument/2006/relationships/slide" Target="slide7.xml"/><Relationship Id="rIdLnk2" Type="http://schemas.openxmlformats.org/officeDocument/2006/relationships/slide" Target="slide7.xml"/><Relationship Id="rIdLnk3" Type="http://schemas.openxmlformats.org/officeDocument/2006/relationships/slide" Target="slide7.xml"/><Relationship Id="rIdLnk4" Type="http://schemas.openxmlformats.org/officeDocument/2006/relationships/slide" Target="slide6.xml"/><Relationship Id="rIdLnk5" Type="http://schemas.openxmlformats.org/officeDocument/2006/relationships/slide" Target="slide6.xml"/><Relationship Id="rIdLnk6" Type="http://schemas.openxmlformats.org/officeDocument/2006/relationships/slide" Target="slide6.xml"/><Relationship Id="rIdLnk7" Type="http://schemas.openxmlformats.org/officeDocument/2006/relationships/slide" Target="slide7.xml"/><Relationship Id="rIdLnk8" Type="http://schemas.openxmlformats.org/officeDocument/2006/relationships/slide" Target="slide7.xml"/><Relationship Id="rIdLnk9" Type="http://schemas.openxmlformats.org/officeDocument/2006/relationships/slide" Target="slide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Lnk1" Type="http://schemas.openxmlformats.org/officeDocument/2006/relationships/slide" Target="slide8.xml"/><Relationship Id="rIdLnk2" Type="http://schemas.openxmlformats.org/officeDocument/2006/relationships/slide" Target="slide8.xml"/><Relationship Id="rIdLnk3" Type="http://schemas.openxmlformats.org/officeDocument/2006/relationships/slide" Target="slide8.xml"/><Relationship Id="rIdGameSnd" Type="http://schemas.openxmlformats.org/officeDocument/2006/relationships/audio" Target="../media/sparkle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Lnk1" Type="http://schemas.openxmlformats.org/officeDocument/2006/relationships/slide" Target="slide5.xml"/><Relationship Id="rIdLnk2" Type="http://schemas.openxmlformats.org/officeDocument/2006/relationships/slide" Target="slide5.xml"/><Relationship Id="rIdLnk3" Type="http://schemas.openxmlformats.org/officeDocument/2006/relationships/slide" Target="slide5.xml"/><Relationship Id="rIdGameSnd" Type="http://schemas.openxmlformats.org/officeDocument/2006/relationships/audio" Target="../media/oops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Lnk1" Type="http://schemas.openxmlformats.org/officeDocument/2006/relationships/slide" Target="slide10.xml"/><Relationship Id="rIdLnk2" Type="http://schemas.openxmlformats.org/officeDocument/2006/relationships/slide" Target="slide10.xml"/><Relationship Id="rIdLnk3" Type="http://schemas.openxmlformats.org/officeDocument/2006/relationships/slide" Target="slide10.xml"/><Relationship Id="rIdLnk4" Type="http://schemas.openxmlformats.org/officeDocument/2006/relationships/slide" Target="slide9.xml"/><Relationship Id="rIdLnk5" Type="http://schemas.openxmlformats.org/officeDocument/2006/relationships/slide" Target="slide9.xml"/><Relationship Id="rIdLnk6" Type="http://schemas.openxmlformats.org/officeDocument/2006/relationships/slide" Target="slide9.xml"/><Relationship Id="rIdLnk7" Type="http://schemas.openxmlformats.org/officeDocument/2006/relationships/slide" Target="slide10.xml"/><Relationship Id="rIdLnk8" Type="http://schemas.openxmlformats.org/officeDocument/2006/relationships/slide" Target="slide10.xml"/><Relationship Id="rIdLnk9" Type="http://schemas.openxmlformats.org/officeDocument/2006/relationships/slide" Target="slide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Lnk1" Type="http://schemas.openxmlformats.org/officeDocument/2006/relationships/slide" Target="slide11.xml"/><Relationship Id="rIdLnk2" Type="http://schemas.openxmlformats.org/officeDocument/2006/relationships/slide" Target="slide11.xml"/><Relationship Id="rIdLnk3" Type="http://schemas.openxmlformats.org/officeDocument/2006/relationships/slide" Target="slide11.xml"/><Relationship Id="rIdGameSnd" Type="http://schemas.openxmlformats.org/officeDocument/2006/relationships/audio" Target="../media/sparkle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Relationship Id="rIdLnk1" Type="http://schemas.openxmlformats.org/officeDocument/2006/relationships/slide" Target="slide8.xml"/><Relationship Id="rIdLnk2" Type="http://schemas.openxmlformats.org/officeDocument/2006/relationships/slide" Target="slide8.xml"/><Relationship Id="rIdLnk3" Type="http://schemas.openxmlformats.org/officeDocument/2006/relationships/slide" Target="slide8.xml"/><Relationship Id="rIdGameSnd" Type="http://schemas.openxmlformats.org/officeDocument/2006/relationships/audio" Target="../media/oops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Lnk1" Type="http://schemas.openxmlformats.org/officeDocument/2006/relationships/slide" Target="slide13.xml"/><Relationship Id="rIdLnk2" Type="http://schemas.openxmlformats.org/officeDocument/2006/relationships/slide" Target="slide13.xml"/><Relationship Id="rIdLnk3" Type="http://schemas.openxmlformats.org/officeDocument/2006/relationships/slide" Target="slide13.xml"/><Relationship Id="rIdLnk4" Type="http://schemas.openxmlformats.org/officeDocument/2006/relationships/slide" Target="slide13.xml"/><Relationship Id="rIdLnk5" Type="http://schemas.openxmlformats.org/officeDocument/2006/relationships/slide" Target="slide13.xml"/><Relationship Id="rIdLnk6" Type="http://schemas.openxmlformats.org/officeDocument/2006/relationships/slide" Target="slide13.xml"/><Relationship Id="rIdLnk7" Type="http://schemas.openxmlformats.org/officeDocument/2006/relationships/slide" Target="slide12.xml"/><Relationship Id="rIdLnk8" Type="http://schemas.openxmlformats.org/officeDocument/2006/relationships/slide" Target="slide12.xml"/><Relationship Id="rIdLnk9" Type="http://schemas.openxmlformats.org/officeDocument/2006/relationships/slide" Target="slide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Lnk1" Type="http://schemas.openxmlformats.org/officeDocument/2006/relationships/slide" Target="slide14.xml"/><Relationship Id="rIdLnk2" Type="http://schemas.openxmlformats.org/officeDocument/2006/relationships/slide" Target="slide14.xml"/><Relationship Id="rIdLnk3" Type="http://schemas.openxmlformats.org/officeDocument/2006/relationships/slide" Target="slide14.xml"/><Relationship Id="rIdGameSnd" Type="http://schemas.openxmlformats.org/officeDocument/2006/relationships/audio" Target="../media/sparkle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Relationship Id="rIdLnk1" Type="http://schemas.openxmlformats.org/officeDocument/2006/relationships/slide" Target="slide11.xml"/><Relationship Id="rIdLnk2" Type="http://schemas.openxmlformats.org/officeDocument/2006/relationships/slide" Target="slide11.xml"/><Relationship Id="rIdLnk3" Type="http://schemas.openxmlformats.org/officeDocument/2006/relationships/slide" Target="slide11.xml"/><Relationship Id="rIdGameSnd" Type="http://schemas.openxmlformats.org/officeDocument/2006/relationships/audio" Target="../media/oops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Relationship Id="rIdLnk1" Type="http://schemas.openxmlformats.org/officeDocument/2006/relationships/slide" Target="slide16.xml"/><Relationship Id="rIdLnk2" Type="http://schemas.openxmlformats.org/officeDocument/2006/relationships/slide" Target="slide16.xml"/><Relationship Id="rIdLnk3" Type="http://schemas.openxmlformats.org/officeDocument/2006/relationships/slide" Target="slide16.xml"/><Relationship Id="rIdLnk4" Type="http://schemas.openxmlformats.org/officeDocument/2006/relationships/slide" Target="slide16.xml"/><Relationship Id="rIdLnk5" Type="http://schemas.openxmlformats.org/officeDocument/2006/relationships/slide" Target="slide16.xml"/><Relationship Id="rIdLnk6" Type="http://schemas.openxmlformats.org/officeDocument/2006/relationships/slide" Target="slide16.xml"/><Relationship Id="rIdLnk7" Type="http://schemas.openxmlformats.org/officeDocument/2006/relationships/slide" Target="slide15.xml"/><Relationship Id="rIdLnk8" Type="http://schemas.openxmlformats.org/officeDocument/2006/relationships/slide" Target="slide15.xml"/><Relationship Id="rIdLnk9" Type="http://schemas.openxmlformats.org/officeDocument/2006/relationships/slide" Target="slide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Relationship Id="rIdLnk1" Type="http://schemas.openxmlformats.org/officeDocument/2006/relationships/slide" Target="slide17.xml"/><Relationship Id="rIdLnk2" Type="http://schemas.openxmlformats.org/officeDocument/2006/relationships/slide" Target="slide17.xml"/><Relationship Id="rIdLnk3" Type="http://schemas.openxmlformats.org/officeDocument/2006/relationships/slide" Target="slide17.xml"/><Relationship Id="rIdGameSnd" Type="http://schemas.openxmlformats.org/officeDocument/2006/relationships/audio" Target="../media/sparkle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Relationship Id="rIdLnk1" Type="http://schemas.openxmlformats.org/officeDocument/2006/relationships/slide" Target="slide14.xml"/><Relationship Id="rIdLnk2" Type="http://schemas.openxmlformats.org/officeDocument/2006/relationships/slide" Target="slide14.xml"/><Relationship Id="rIdLnk3" Type="http://schemas.openxmlformats.org/officeDocument/2006/relationships/slide" Target="slide14.xml"/><Relationship Id="rIdGameSnd" Type="http://schemas.openxmlformats.org/officeDocument/2006/relationships/audio" Target="../media/oops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Relationship Id="rIdLnk1" Type="http://schemas.openxmlformats.org/officeDocument/2006/relationships/slide" Target="slide18.xml"/><Relationship Id="rIdLnk2" Type="http://schemas.openxmlformats.org/officeDocument/2006/relationships/slide" Target="slide18.xml"/><Relationship Id="rIdLnk3" Type="http://schemas.openxmlformats.org/officeDocument/2006/relationships/slide" Target="slide18.xml"/><Relationship Id="rIdLnk4" Type="http://schemas.openxmlformats.org/officeDocument/2006/relationships/slide" Target="slide19.xml"/><Relationship Id="rIdLnk5" Type="http://schemas.openxmlformats.org/officeDocument/2006/relationships/slide" Target="slide19.xml"/><Relationship Id="rIdLnk6" Type="http://schemas.openxmlformats.org/officeDocument/2006/relationships/slide" Target="slide19.xml"/><Relationship Id="rIdLnk7" Type="http://schemas.openxmlformats.org/officeDocument/2006/relationships/slide" Target="slide19.xml"/><Relationship Id="rIdLnk8" Type="http://schemas.openxmlformats.org/officeDocument/2006/relationships/slide" Target="slide19.xml"/><Relationship Id="rIdLnk9" Type="http://schemas.openxmlformats.org/officeDocument/2006/relationships/slide" Target="slide1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Relationship Id="rIdLnk1" Type="http://schemas.openxmlformats.org/officeDocument/2006/relationships/slide" Target="slide20.xml"/><Relationship Id="rIdLnk2" Type="http://schemas.openxmlformats.org/officeDocument/2006/relationships/slide" Target="slide20.xml"/><Relationship Id="rIdLnk3" Type="http://schemas.openxmlformats.org/officeDocument/2006/relationships/slide" Target="slide20.xml"/><Relationship Id="rIdGameSnd" Type="http://schemas.openxmlformats.org/officeDocument/2006/relationships/audio" Target="../media/sparkle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Relationship Id="rIdLnk1" Type="http://schemas.openxmlformats.org/officeDocument/2006/relationships/slide" Target="slide17.xml"/><Relationship Id="rIdLnk2" Type="http://schemas.openxmlformats.org/officeDocument/2006/relationships/slide" Target="slide17.xml"/><Relationship Id="rIdLnk3" Type="http://schemas.openxmlformats.org/officeDocument/2006/relationships/slide" Target="slide17.xml"/><Relationship Id="rIdGameSnd" Type="http://schemas.openxmlformats.org/officeDocument/2006/relationships/audio" Target="../media/oops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Relationship Id="rIdLnk1" Type="http://schemas.openxmlformats.org/officeDocument/2006/relationships/slide" Target="slide22.xml"/><Relationship Id="rIdLnk2" Type="http://schemas.openxmlformats.org/officeDocument/2006/relationships/slide" Target="slide22.xml"/><Relationship Id="rIdLnk3" Type="http://schemas.openxmlformats.org/officeDocument/2006/relationships/slide" Target="slide22.xml"/><Relationship Id="rIdLnk4" Type="http://schemas.openxmlformats.org/officeDocument/2006/relationships/slide" Target="slide21.xml"/><Relationship Id="rIdLnk5" Type="http://schemas.openxmlformats.org/officeDocument/2006/relationships/slide" Target="slide21.xml"/><Relationship Id="rIdLnk6" Type="http://schemas.openxmlformats.org/officeDocument/2006/relationships/slide" Target="slide21.xml"/><Relationship Id="rIdLnk7" Type="http://schemas.openxmlformats.org/officeDocument/2006/relationships/slide" Target="slide22.xml"/><Relationship Id="rIdLnk8" Type="http://schemas.openxmlformats.org/officeDocument/2006/relationships/slide" Target="slide22.xml"/><Relationship Id="rIdLnk9" Type="http://schemas.openxmlformats.org/officeDocument/2006/relationships/slide" Target="slide2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Relationship Id="rIdLnk1" Type="http://schemas.openxmlformats.org/officeDocument/2006/relationships/slide" Target="slide23.xml"/><Relationship Id="rIdLnk2" Type="http://schemas.openxmlformats.org/officeDocument/2006/relationships/slide" Target="slide23.xml"/><Relationship Id="rIdLnk3" Type="http://schemas.openxmlformats.org/officeDocument/2006/relationships/slide" Target="slide23.xml"/><Relationship Id="rIdGameSnd" Type="http://schemas.openxmlformats.org/officeDocument/2006/relationships/audio" Target="../media/sparkle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Relationship Id="rIdLnk1" Type="http://schemas.openxmlformats.org/officeDocument/2006/relationships/slide" Target="slide20.xml"/><Relationship Id="rIdLnk2" Type="http://schemas.openxmlformats.org/officeDocument/2006/relationships/slide" Target="slide20.xml"/><Relationship Id="rIdLnk3" Type="http://schemas.openxmlformats.org/officeDocument/2006/relationships/slide" Target="slide20.xml"/><Relationship Id="rIdGameSnd" Type="http://schemas.openxmlformats.org/officeDocument/2006/relationships/audio" Target="../media/oops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Relationship Id="rIdLnk1" Type="http://schemas.openxmlformats.org/officeDocument/2006/relationships/slide" Target="slide25.xml"/><Relationship Id="rIdLnk2" Type="http://schemas.openxmlformats.org/officeDocument/2006/relationships/slide" Target="slide25.xml"/><Relationship Id="rIdLnk3" Type="http://schemas.openxmlformats.org/officeDocument/2006/relationships/slide" Target="slide25.xml"/><Relationship Id="rIdLnk4" Type="http://schemas.openxmlformats.org/officeDocument/2006/relationships/slide" Target="slide25.xml"/><Relationship Id="rIdLnk5" Type="http://schemas.openxmlformats.org/officeDocument/2006/relationships/slide" Target="slide25.xml"/><Relationship Id="rIdLnk6" Type="http://schemas.openxmlformats.org/officeDocument/2006/relationships/slide" Target="slide25.xml"/><Relationship Id="rIdLnk7" Type="http://schemas.openxmlformats.org/officeDocument/2006/relationships/slide" Target="slide24.xml"/><Relationship Id="rIdLnk8" Type="http://schemas.openxmlformats.org/officeDocument/2006/relationships/slide" Target="slide24.xml"/><Relationship Id="rIdLnk9" Type="http://schemas.openxmlformats.org/officeDocument/2006/relationships/slide" Target="slide2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Relationship Id="rIdLnk1" Type="http://schemas.openxmlformats.org/officeDocument/2006/relationships/slide" Target="slide26.xml"/><Relationship Id="rIdLnk2" Type="http://schemas.openxmlformats.org/officeDocument/2006/relationships/slide" Target="slide26.xml"/><Relationship Id="rIdLnk3" Type="http://schemas.openxmlformats.org/officeDocument/2006/relationships/slide" Target="slide26.xml"/><Relationship Id="rIdGameSnd" Type="http://schemas.openxmlformats.org/officeDocument/2006/relationships/audio" Target="../media/sparkle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Relationship Id="rIdLnk1" Type="http://schemas.openxmlformats.org/officeDocument/2006/relationships/slide" Target="slide23.xml"/><Relationship Id="rIdLnk2" Type="http://schemas.openxmlformats.org/officeDocument/2006/relationships/slide" Target="slide23.xml"/><Relationship Id="rIdLnk3" Type="http://schemas.openxmlformats.org/officeDocument/2006/relationships/slide" Target="slide23.xml"/><Relationship Id="rIdGameSnd" Type="http://schemas.openxmlformats.org/officeDocument/2006/relationships/audio" Target="../media/oops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Relationship Id="rIdLnk1" Type="http://schemas.openxmlformats.org/officeDocument/2006/relationships/slide" Target="slide28.xml"/><Relationship Id="rIdLnk2" Type="http://schemas.openxmlformats.org/officeDocument/2006/relationships/slide" Target="slide28.xml"/><Relationship Id="rIdLnk3" Type="http://schemas.openxmlformats.org/officeDocument/2006/relationships/slide" Target="slide28.xml"/><Relationship Id="rIdLnk4" Type="http://schemas.openxmlformats.org/officeDocument/2006/relationships/slide" Target="slide28.xml"/><Relationship Id="rIdLnk5" Type="http://schemas.openxmlformats.org/officeDocument/2006/relationships/slide" Target="slide28.xml"/><Relationship Id="rIdLnk6" Type="http://schemas.openxmlformats.org/officeDocument/2006/relationships/slide" Target="slide28.xml"/><Relationship Id="rIdLnk7" Type="http://schemas.openxmlformats.org/officeDocument/2006/relationships/slide" Target="slide27.xml"/><Relationship Id="rIdLnk8" Type="http://schemas.openxmlformats.org/officeDocument/2006/relationships/slide" Target="slide27.xml"/><Relationship Id="rIdLnk9" Type="http://schemas.openxmlformats.org/officeDocument/2006/relationships/slide" Target="slide2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Relationship Id="rIdLnk1" Type="http://schemas.openxmlformats.org/officeDocument/2006/relationships/slide" Target="slide29.xml"/><Relationship Id="rIdLnk2" Type="http://schemas.openxmlformats.org/officeDocument/2006/relationships/slide" Target="slide29.xml"/><Relationship Id="rIdLnk3" Type="http://schemas.openxmlformats.org/officeDocument/2006/relationships/slide" Target="slide29.xml"/><Relationship Id="rIdGameSnd" Type="http://schemas.openxmlformats.org/officeDocument/2006/relationships/audio" Target="../media/sparkle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Relationship Id="rIdLnk1" Type="http://schemas.openxmlformats.org/officeDocument/2006/relationships/slide" Target="slide26.xml"/><Relationship Id="rIdLnk2" Type="http://schemas.openxmlformats.org/officeDocument/2006/relationships/slide" Target="slide26.xml"/><Relationship Id="rIdLnk3" Type="http://schemas.openxmlformats.org/officeDocument/2006/relationships/slide" Target="slide26.xml"/><Relationship Id="rIdGameSnd" Type="http://schemas.openxmlformats.org/officeDocument/2006/relationships/audio" Target="../media/oops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Relationship Id="rIdLnk1" Type="http://schemas.openxmlformats.org/officeDocument/2006/relationships/slide" Target="slide31.xml"/><Relationship Id="rIdLnk2" Type="http://schemas.openxmlformats.org/officeDocument/2006/relationships/slide" Target="slide31.xml"/><Relationship Id="rIdLnk3" Type="http://schemas.openxmlformats.org/officeDocument/2006/relationships/slide" Target="slide31.xml"/><Relationship Id="rIdLnk4" Type="http://schemas.openxmlformats.org/officeDocument/2006/relationships/slide" Target="slide31.xml"/><Relationship Id="rIdLnk5" Type="http://schemas.openxmlformats.org/officeDocument/2006/relationships/slide" Target="slide31.xml"/><Relationship Id="rIdLnk6" Type="http://schemas.openxmlformats.org/officeDocument/2006/relationships/slide" Target="slide31.xml"/><Relationship Id="rIdLnk7" Type="http://schemas.openxmlformats.org/officeDocument/2006/relationships/slide" Target="slide30.xml"/><Relationship Id="rIdLnk8" Type="http://schemas.openxmlformats.org/officeDocument/2006/relationships/slide" Target="slide30.xml"/><Relationship Id="rIdLnk9" Type="http://schemas.openxmlformats.org/officeDocument/2006/relationships/slide" Target="slide3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Relationship Id="rIdLnk1" Type="http://schemas.openxmlformats.org/officeDocument/2006/relationships/slide" Target="slide32.xml"/><Relationship Id="rIdLnk2" Type="http://schemas.openxmlformats.org/officeDocument/2006/relationships/slide" Target="slide32.xml"/><Relationship Id="rIdLnk3" Type="http://schemas.openxmlformats.org/officeDocument/2006/relationships/slide" Target="slide32.xml"/><Relationship Id="rIdGameSnd" Type="http://schemas.openxmlformats.org/officeDocument/2006/relationships/audio" Target="../media/sparkle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Relationship Id="rIdLnk1" Type="http://schemas.openxmlformats.org/officeDocument/2006/relationships/slide" Target="slide29.xml"/><Relationship Id="rIdLnk2" Type="http://schemas.openxmlformats.org/officeDocument/2006/relationships/slide" Target="slide29.xml"/><Relationship Id="rIdLnk3" Type="http://schemas.openxmlformats.org/officeDocument/2006/relationships/slide" Target="slide29.xml"/><Relationship Id="rIdGameSnd" Type="http://schemas.openxmlformats.org/officeDocument/2006/relationships/audio" Target="../media/oops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Relationship Id="rIdLnk1" Type="http://schemas.openxmlformats.org/officeDocument/2006/relationships/slide" Target="slide34.xml"/><Relationship Id="rIdLnk2" Type="http://schemas.openxmlformats.org/officeDocument/2006/relationships/slide" Target="slide34.xml"/><Relationship Id="rIdLnk3" Type="http://schemas.openxmlformats.org/officeDocument/2006/relationships/slide" Target="slide34.xml"/><Relationship Id="rIdLnk4" Type="http://schemas.openxmlformats.org/officeDocument/2006/relationships/slide" Target="slide34.xml"/><Relationship Id="rIdLnk5" Type="http://schemas.openxmlformats.org/officeDocument/2006/relationships/slide" Target="slide34.xml"/><Relationship Id="rIdLnk6" Type="http://schemas.openxmlformats.org/officeDocument/2006/relationships/slide" Target="slide34.xml"/><Relationship Id="rIdLnk7" Type="http://schemas.openxmlformats.org/officeDocument/2006/relationships/slide" Target="slide33.xml"/><Relationship Id="rIdLnk8" Type="http://schemas.openxmlformats.org/officeDocument/2006/relationships/slide" Target="slide33.xml"/><Relationship Id="rIdLnk9" Type="http://schemas.openxmlformats.org/officeDocument/2006/relationships/slide" Target="slide3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Relationship Id="rIdLnk1" Type="http://schemas.openxmlformats.org/officeDocument/2006/relationships/slide" Target="slide35.xml"/><Relationship Id="rIdLnk2" Type="http://schemas.openxmlformats.org/officeDocument/2006/relationships/slide" Target="slide35.xml"/><Relationship Id="rIdLnk3" Type="http://schemas.openxmlformats.org/officeDocument/2006/relationships/slide" Target="slide35.xml"/><Relationship Id="rIdGameSnd" Type="http://schemas.openxmlformats.org/officeDocument/2006/relationships/audio" Target="../media/sparkle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Relationship Id="rIdLnk1" Type="http://schemas.openxmlformats.org/officeDocument/2006/relationships/slide" Target="slide32.xml"/><Relationship Id="rIdLnk2" Type="http://schemas.openxmlformats.org/officeDocument/2006/relationships/slide" Target="slide32.xml"/><Relationship Id="rIdLnk3" Type="http://schemas.openxmlformats.org/officeDocument/2006/relationships/slide" Target="slide32.xml"/><Relationship Id="rIdGameSnd" Type="http://schemas.openxmlformats.org/officeDocument/2006/relationships/audio" Target="../media/oops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Relationship Id="rIdLnk1" Type="http://schemas.openxmlformats.org/officeDocument/2006/relationships/slide" Target="slide37.xml"/><Relationship Id="rIdLnk2" Type="http://schemas.openxmlformats.org/officeDocument/2006/relationships/slide" Target="slide37.xml"/><Relationship Id="rIdLnk3" Type="http://schemas.openxmlformats.org/officeDocument/2006/relationships/slide" Target="slide37.xml"/><Relationship Id="rIdLnk4" Type="http://schemas.openxmlformats.org/officeDocument/2006/relationships/slide" Target="slide36.xml"/><Relationship Id="rIdLnk5" Type="http://schemas.openxmlformats.org/officeDocument/2006/relationships/slide" Target="slide36.xml"/><Relationship Id="rIdLnk6" Type="http://schemas.openxmlformats.org/officeDocument/2006/relationships/slide" Target="slide36.xml"/><Relationship Id="rIdLnk7" Type="http://schemas.openxmlformats.org/officeDocument/2006/relationships/slide" Target="slide37.xml"/><Relationship Id="rIdLnk8" Type="http://schemas.openxmlformats.org/officeDocument/2006/relationships/slide" Target="slide37.xml"/><Relationship Id="rIdLnk9" Type="http://schemas.openxmlformats.org/officeDocument/2006/relationships/slide" Target="slide3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Relationship Id="rIdLnk1" Type="http://schemas.openxmlformats.org/officeDocument/2006/relationships/slide" Target="slide38.xml"/><Relationship Id="rIdLnk2" Type="http://schemas.openxmlformats.org/officeDocument/2006/relationships/slide" Target="slide38.xml"/><Relationship Id="rIdLnk3" Type="http://schemas.openxmlformats.org/officeDocument/2006/relationships/slide" Target="slide38.xml"/><Relationship Id="rIdGameSnd" Type="http://schemas.openxmlformats.org/officeDocument/2006/relationships/audio" Target="../media/sparkle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Relationship Id="rIdLnk1" Type="http://schemas.openxmlformats.org/officeDocument/2006/relationships/slide" Target="slide35.xml"/><Relationship Id="rIdLnk2" Type="http://schemas.openxmlformats.org/officeDocument/2006/relationships/slide" Target="slide35.xml"/><Relationship Id="rIdLnk3" Type="http://schemas.openxmlformats.org/officeDocument/2006/relationships/slide" Target="slide35.xml"/><Relationship Id="rIdGameSnd" Type="http://schemas.openxmlformats.org/officeDocument/2006/relationships/audio" Target="../media/oops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Relationship Id="rIdLnk1" Type="http://schemas.openxmlformats.org/officeDocument/2006/relationships/slide" Target="slide39.xml"/><Relationship Id="rIdLnk2" Type="http://schemas.openxmlformats.org/officeDocument/2006/relationships/slide" Target="slide39.xml"/><Relationship Id="rIdLnk3" Type="http://schemas.openxmlformats.org/officeDocument/2006/relationships/slide" Target="slide39.xml"/><Relationship Id="rIdLnk4" Type="http://schemas.openxmlformats.org/officeDocument/2006/relationships/slide" Target="slide40.xml"/><Relationship Id="rIdLnk5" Type="http://schemas.openxmlformats.org/officeDocument/2006/relationships/slide" Target="slide40.xml"/><Relationship Id="rIdLnk6" Type="http://schemas.openxmlformats.org/officeDocument/2006/relationships/slide" Target="slide40.xml"/><Relationship Id="rIdLnk7" Type="http://schemas.openxmlformats.org/officeDocument/2006/relationships/slide" Target="slide40.xml"/><Relationship Id="rIdLnk8" Type="http://schemas.openxmlformats.org/officeDocument/2006/relationships/slide" Target="slide40.xml"/><Relationship Id="rIdLnk9" Type="http://schemas.openxmlformats.org/officeDocument/2006/relationships/slide" Target="slide40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Relationship Id="rIdLnk1" Type="http://schemas.openxmlformats.org/officeDocument/2006/relationships/slide" Target="slide41.xml"/><Relationship Id="rIdLnk2" Type="http://schemas.openxmlformats.org/officeDocument/2006/relationships/slide" Target="slide41.xml"/><Relationship Id="rIdLnk3" Type="http://schemas.openxmlformats.org/officeDocument/2006/relationships/slide" Target="slide41.xml"/><Relationship Id="rIdGameSnd" Type="http://schemas.openxmlformats.org/officeDocument/2006/relationships/audio" Target="../media/sparkle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Relationship Id="rIdLnk1" Type="http://schemas.openxmlformats.org/officeDocument/2006/relationships/slide" Target="slide38.xml"/><Relationship Id="rIdLnk2" Type="http://schemas.openxmlformats.org/officeDocument/2006/relationships/slide" Target="slide38.xml"/><Relationship Id="rIdLnk3" Type="http://schemas.openxmlformats.org/officeDocument/2006/relationships/slide" Target="slide38.xml"/><Relationship Id="rIdGameSnd" Type="http://schemas.openxmlformats.org/officeDocument/2006/relationships/audio" Target="../media/oops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Relationship Id="rIdLnk1" Type="http://schemas.openxmlformats.org/officeDocument/2006/relationships/slide" Target="slide43.xml"/><Relationship Id="rIdLnk2" Type="http://schemas.openxmlformats.org/officeDocument/2006/relationships/slide" Target="slide43.xml"/><Relationship Id="rIdLnk3" Type="http://schemas.openxmlformats.org/officeDocument/2006/relationships/slide" Target="slide43.xml"/><Relationship Id="rIdLnk4" Type="http://schemas.openxmlformats.org/officeDocument/2006/relationships/slide" Target="slide42.xml"/><Relationship Id="rIdLnk5" Type="http://schemas.openxmlformats.org/officeDocument/2006/relationships/slide" Target="slide42.xml"/><Relationship Id="rIdLnk6" Type="http://schemas.openxmlformats.org/officeDocument/2006/relationships/slide" Target="slide42.xml"/><Relationship Id="rIdLnk7" Type="http://schemas.openxmlformats.org/officeDocument/2006/relationships/slide" Target="slide43.xml"/><Relationship Id="rIdLnk8" Type="http://schemas.openxmlformats.org/officeDocument/2006/relationships/slide" Target="slide43.xml"/><Relationship Id="rIdLnk9" Type="http://schemas.openxmlformats.org/officeDocument/2006/relationships/slide" Target="slide4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Relationship Id="rIdLnk1" Type="http://schemas.openxmlformats.org/officeDocument/2006/relationships/slide" Target="slide44.xml"/><Relationship Id="rIdLnk2" Type="http://schemas.openxmlformats.org/officeDocument/2006/relationships/slide" Target="slide44.xml"/><Relationship Id="rIdLnk3" Type="http://schemas.openxmlformats.org/officeDocument/2006/relationships/slide" Target="slide44.xml"/><Relationship Id="rIdGameSnd" Type="http://schemas.openxmlformats.org/officeDocument/2006/relationships/audio" Target="../media/sparkle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Relationship Id="rIdLnk1" Type="http://schemas.openxmlformats.org/officeDocument/2006/relationships/slide" Target="slide41.xml"/><Relationship Id="rIdLnk2" Type="http://schemas.openxmlformats.org/officeDocument/2006/relationships/slide" Target="slide41.xml"/><Relationship Id="rIdLnk3" Type="http://schemas.openxmlformats.org/officeDocument/2006/relationships/slide" Target="slide41.xml"/><Relationship Id="rIdGameSnd" Type="http://schemas.openxmlformats.org/officeDocument/2006/relationships/audio" Target="../media/oops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Relationship Id="rIdLnk1" Type="http://schemas.openxmlformats.org/officeDocument/2006/relationships/slide" Target="slide45.xml"/><Relationship Id="rIdLnk2" Type="http://schemas.openxmlformats.org/officeDocument/2006/relationships/slide" Target="slide45.xml"/><Relationship Id="rIdLnk3" Type="http://schemas.openxmlformats.org/officeDocument/2006/relationships/slide" Target="slide45.xml"/><Relationship Id="rIdLnk4" Type="http://schemas.openxmlformats.org/officeDocument/2006/relationships/slide" Target="slide46.xml"/><Relationship Id="rIdLnk5" Type="http://schemas.openxmlformats.org/officeDocument/2006/relationships/slide" Target="slide46.xml"/><Relationship Id="rIdLnk6" Type="http://schemas.openxmlformats.org/officeDocument/2006/relationships/slide" Target="slide46.xml"/><Relationship Id="rIdLnk7" Type="http://schemas.openxmlformats.org/officeDocument/2006/relationships/slide" Target="slide46.xml"/><Relationship Id="rIdLnk8" Type="http://schemas.openxmlformats.org/officeDocument/2006/relationships/slide" Target="slide46.xml"/><Relationship Id="rIdLnk9" Type="http://schemas.openxmlformats.org/officeDocument/2006/relationships/slide" Target="slide4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Relationship Id="rIdLnk1" Type="http://schemas.openxmlformats.org/officeDocument/2006/relationships/slide" Target="slide47.xml"/><Relationship Id="rIdLnk2" Type="http://schemas.openxmlformats.org/officeDocument/2006/relationships/slide" Target="slide47.xml"/><Relationship Id="rIdLnk3" Type="http://schemas.openxmlformats.org/officeDocument/2006/relationships/slide" Target="slide47.xml"/><Relationship Id="rIdGameSnd" Type="http://schemas.openxmlformats.org/officeDocument/2006/relationships/audio" Target="../media/sparkle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Relationship Id="rIdLnk1" Type="http://schemas.openxmlformats.org/officeDocument/2006/relationships/slide" Target="slide44.xml"/><Relationship Id="rIdLnk2" Type="http://schemas.openxmlformats.org/officeDocument/2006/relationships/slide" Target="slide44.xml"/><Relationship Id="rIdLnk3" Type="http://schemas.openxmlformats.org/officeDocument/2006/relationships/slide" Target="slide44.xml"/><Relationship Id="rIdGameSnd" Type="http://schemas.openxmlformats.org/officeDocument/2006/relationships/audio" Target="../media/oops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Relationship Id="rIdLnk1" Type="http://schemas.openxmlformats.org/officeDocument/2006/relationships/slide" Target="slide49.xml"/><Relationship Id="rIdLnk2" Type="http://schemas.openxmlformats.org/officeDocument/2006/relationships/slide" Target="slide49.xml"/><Relationship Id="rIdLnk3" Type="http://schemas.openxmlformats.org/officeDocument/2006/relationships/slide" Target="slide49.xml"/><Relationship Id="rIdLnk4" Type="http://schemas.openxmlformats.org/officeDocument/2006/relationships/slide" Target="slide49.xml"/><Relationship Id="rIdLnk5" Type="http://schemas.openxmlformats.org/officeDocument/2006/relationships/slide" Target="slide49.xml"/><Relationship Id="rIdLnk6" Type="http://schemas.openxmlformats.org/officeDocument/2006/relationships/slide" Target="slide49.xml"/><Relationship Id="rIdLnk7" Type="http://schemas.openxmlformats.org/officeDocument/2006/relationships/slide" Target="slide48.xml"/><Relationship Id="rIdLnk8" Type="http://schemas.openxmlformats.org/officeDocument/2006/relationships/slide" Target="slide48.xml"/><Relationship Id="rIdLnk9" Type="http://schemas.openxmlformats.org/officeDocument/2006/relationships/slide" Target="slide4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Relationship Id="rIdLnk1" Type="http://schemas.openxmlformats.org/officeDocument/2006/relationships/slide" Target="slide50.xml"/><Relationship Id="rIdLnk2" Type="http://schemas.openxmlformats.org/officeDocument/2006/relationships/slide" Target="slide50.xml"/><Relationship Id="rIdLnk3" Type="http://schemas.openxmlformats.org/officeDocument/2006/relationships/slide" Target="slide50.xml"/><Relationship Id="rIdGameSnd" Type="http://schemas.openxmlformats.org/officeDocument/2006/relationships/audio" Target="../media/sparkle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Relationship Id="rIdLnk1" Type="http://schemas.openxmlformats.org/officeDocument/2006/relationships/slide" Target="slide47.xml"/><Relationship Id="rIdLnk2" Type="http://schemas.openxmlformats.org/officeDocument/2006/relationships/slide" Target="slide47.xml"/><Relationship Id="rIdLnk3" Type="http://schemas.openxmlformats.org/officeDocument/2006/relationships/slide" Target="slide47.xml"/><Relationship Id="rIdGameSnd" Type="http://schemas.openxmlformats.org/officeDocument/2006/relationships/audio" Target="../media/oops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Relationship Id="rIdLnk1" Type="http://schemas.openxmlformats.org/officeDocument/2006/relationships/slide" Target="slide51.xml"/><Relationship Id="rIdLnk2" Type="http://schemas.openxmlformats.org/officeDocument/2006/relationships/slide" Target="slide51.xml"/><Relationship Id="rIdLnk3" Type="http://schemas.openxmlformats.org/officeDocument/2006/relationships/slide" Target="slide51.xml"/><Relationship Id="rIdLnk4" Type="http://schemas.openxmlformats.org/officeDocument/2006/relationships/slide" Target="slide52.xml"/><Relationship Id="rIdLnk5" Type="http://schemas.openxmlformats.org/officeDocument/2006/relationships/slide" Target="slide52.xml"/><Relationship Id="rIdLnk6" Type="http://schemas.openxmlformats.org/officeDocument/2006/relationships/slide" Target="slide52.xml"/><Relationship Id="rIdLnk7" Type="http://schemas.openxmlformats.org/officeDocument/2006/relationships/slide" Target="slide52.xml"/><Relationship Id="rIdLnk8" Type="http://schemas.openxmlformats.org/officeDocument/2006/relationships/slide" Target="slide52.xml"/><Relationship Id="rIdLnk9" Type="http://schemas.openxmlformats.org/officeDocument/2006/relationships/slide" Target="slide5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Relationship Id="rIdLnk1" Type="http://schemas.openxmlformats.org/officeDocument/2006/relationships/slide" Target="slide53.xml"/><Relationship Id="rIdLnk2" Type="http://schemas.openxmlformats.org/officeDocument/2006/relationships/slide" Target="slide53.xml"/><Relationship Id="rIdLnk3" Type="http://schemas.openxmlformats.org/officeDocument/2006/relationships/slide" Target="slide53.xml"/><Relationship Id="rIdGameSnd" Type="http://schemas.openxmlformats.org/officeDocument/2006/relationships/audio" Target="../media/sparkle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Relationship Id="rIdLnk1" Type="http://schemas.openxmlformats.org/officeDocument/2006/relationships/slide" Target="slide50.xml"/><Relationship Id="rIdLnk2" Type="http://schemas.openxmlformats.org/officeDocument/2006/relationships/slide" Target="slide50.xml"/><Relationship Id="rIdLnk3" Type="http://schemas.openxmlformats.org/officeDocument/2006/relationships/slide" Target="slide50.xml"/><Relationship Id="rIdGameSnd" Type="http://schemas.openxmlformats.org/officeDocument/2006/relationships/audio" Target="../media/oops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Relationship Id="rIdLnk1" Type="http://schemas.openxmlformats.org/officeDocument/2006/relationships/slide" Target="slide55.xml"/><Relationship Id="rIdLnk2" Type="http://schemas.openxmlformats.org/officeDocument/2006/relationships/slide" Target="slide55.xml"/><Relationship Id="rIdLnk3" Type="http://schemas.openxmlformats.org/officeDocument/2006/relationships/slide" Target="slide55.xml"/><Relationship Id="rIdLnk4" Type="http://schemas.openxmlformats.org/officeDocument/2006/relationships/slide" Target="slide54.xml"/><Relationship Id="rIdLnk5" Type="http://schemas.openxmlformats.org/officeDocument/2006/relationships/slide" Target="slide54.xml"/><Relationship Id="rIdLnk6" Type="http://schemas.openxmlformats.org/officeDocument/2006/relationships/slide" Target="slide54.xml"/><Relationship Id="rIdLnk7" Type="http://schemas.openxmlformats.org/officeDocument/2006/relationships/slide" Target="slide55.xml"/><Relationship Id="rIdLnk8" Type="http://schemas.openxmlformats.org/officeDocument/2006/relationships/slide" Target="slide55.xml"/><Relationship Id="rIdLnk9" Type="http://schemas.openxmlformats.org/officeDocument/2006/relationships/slide" Target="slide5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Relationship Id="rIdLnk1" Type="http://schemas.openxmlformats.org/officeDocument/2006/relationships/slide" Target="slide56.xml"/><Relationship Id="rIdLnk2" Type="http://schemas.openxmlformats.org/officeDocument/2006/relationships/slide" Target="slide56.xml"/><Relationship Id="rIdLnk3" Type="http://schemas.openxmlformats.org/officeDocument/2006/relationships/slide" Target="slide56.xml"/><Relationship Id="rIdGameSnd" Type="http://schemas.openxmlformats.org/officeDocument/2006/relationships/audio" Target="../media/sparkle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Relationship Id="rIdLnk1" Type="http://schemas.openxmlformats.org/officeDocument/2006/relationships/slide" Target="slide53.xml"/><Relationship Id="rIdLnk2" Type="http://schemas.openxmlformats.org/officeDocument/2006/relationships/slide" Target="slide53.xml"/><Relationship Id="rIdLnk3" Type="http://schemas.openxmlformats.org/officeDocument/2006/relationships/slide" Target="slide53.xml"/><Relationship Id="rIdGameSnd" Type="http://schemas.openxmlformats.org/officeDocument/2006/relationships/audio" Target="../media/oops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Relationship Id="rIdLnk1" Type="http://schemas.openxmlformats.org/officeDocument/2006/relationships/slide" Target="slide2.xml"/><Relationship Id="rIdLnk2" Type="http://schemas.openxmlformats.org/officeDocument/2006/relationships/slide" Target="slide2.xml"/><Relationship Id="rIdLnk3" Type="http://schemas.openxmlformats.org/officeDocument/2006/relationships/slide" Target="slide2.xml"/><Relationship Id="rIdGameSnd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title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097280" y="640080"/>
            <a:ext cx="69494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1514246" y="753466"/>
            <a:ext cx="6115507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80160" y="790956"/>
            <a:ext cx="65836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Fathah Games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529525"/>
            <a:ext cx="6583680" cy="1280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   حَ   خَ</a:t>
            </a:r>
            <a:endParaRPr lang="ar-SA" sz="53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811272"/>
            <a:ext cx="6583680" cy="5029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the right answer!</a:t>
            </a:r>
            <a:endParaRPr lang="en-US" sz="2300" dirty="0"/>
          </a:p>
        </p:txBody>
      </p:sp>
      <p:sp>
        <p:nvSpPr>
          <p:cNvPr id="8" name="LINK2 button">
            <a:hlinkClick r:id="rIdLnk1" action="ppaction://hlinksldjump"/>
          </p:cNvPr>
          <p:cNvSpPr/>
          <p:nvPr/>
        </p:nvSpPr>
        <p:spPr>
          <a:xfrm>
            <a:off x="3291840" y="3749040"/>
            <a:ext cx="2560320" cy="777240"/>
          </a:xfrm>
          <a:prstGeom prst="roundRect">
            <a:avLst>
              <a:gd name="adj" fmla="val 41176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9" name="LINK2 button sheen">
            <a:hlinkClick r:id="rIdLnk2" action="ppaction://hlinksldjump"/>
          </p:cNvPr>
          <p:cNvSpPr/>
          <p:nvPr/>
        </p:nvSpPr>
        <p:spPr>
          <a:xfrm>
            <a:off x="3445459" y="3780130"/>
            <a:ext cx="2253082" cy="326441"/>
          </a:xfrm>
          <a:prstGeom prst="roundRect">
            <a:avLst>
              <a:gd name="adj" fmla="val 78431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LINK2 button text">
            <a:hlinkClick r:id="rIdLnk3" action="ppaction://hlinksldjump"/>
          </p:cNvPr>
          <p:cNvSpPr txBox="1"/>
          <p:nvPr/>
        </p:nvSpPr>
        <p:spPr>
          <a:xfrm>
            <a:off x="3291840" y="3747262"/>
            <a:ext cx="256032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 Start</a:t>
            </a:r>
            <a:endParaRPr lang="en-US" sz="2800" dirty="0"/>
          </a:p>
        </p:txBody>
      </p:sp>
    </p:spTree>
  </p:cSld>
  <p:clrMapOvr>
    <a:masterClrMapping/>
  </p:clrMapOvr>
  <p:transition spd="med">
    <p:fade/>
    <p:sndAc>
      <p:stSnd>
        <p:snd r:embed="rIdGameSnd" name="whoosh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1 · Find the fathah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the letter with FATHAH (a)</a:t>
            </a:r>
            <a:endParaRPr lang="en-US" sz="3400" dirty="0"/>
          </a:p>
        </p:txBody>
      </p:sp>
      <p:sp>
        <p:nvSpPr>
          <p:cNvPr id="9" name="LINK4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4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4 answer 1 text">
            <a:hlinkClick r:id="rIdLnk3" action="ppaction://hlinksldjump"/>
          </p:cNvPr>
          <p:cNvSpPr txBox="1"/>
          <p:nvPr/>
        </p:nvSpPr>
        <p:spPr>
          <a:xfrm>
            <a:off x="6457950" y="2246960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6700" dirty="0"/>
          </a:p>
        </p:txBody>
      </p:sp>
      <p:sp>
        <p:nvSpPr>
          <p:cNvPr id="12" name="LINK3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3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3 answer 2 text">
            <a:hlinkClick r:id="rIdLnk6" action="ppaction://hlinksldjump"/>
          </p:cNvPr>
          <p:cNvSpPr txBox="1"/>
          <p:nvPr/>
        </p:nvSpPr>
        <p:spPr>
          <a:xfrm>
            <a:off x="3771900" y="2430755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700" dirty="0"/>
          </a:p>
        </p:txBody>
      </p:sp>
      <p:sp>
        <p:nvSpPr>
          <p:cNvPr id="15" name="LINK4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4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4 answer 3 text">
            <a:hlinkClick r:id="rIdLnk9" action="ppaction://hlinksldjump"/>
          </p:cNvPr>
          <p:cNvSpPr txBox="1"/>
          <p:nvPr/>
        </p:nvSpPr>
        <p:spPr>
          <a:xfrm>
            <a:off x="1085850" y="2473300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6700" dirty="0"/>
          </a:p>
        </p:txBody>
      </p:sp>
      <p:sp>
        <p:nvSpPr>
          <p:cNvPr id="18" name="Progress"/>
          <p:cNvSpPr/>
          <p:nvPr/>
        </p:nvSpPr>
        <p:spPr>
          <a:xfrm>
            <a:off x="2478024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27157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29535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19125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342900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Progress"/>
          <p:cNvSpPr/>
          <p:nvPr/>
        </p:nvSpPr>
        <p:spPr>
          <a:xfrm>
            <a:off x="556869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Progress"/>
          <p:cNvSpPr/>
          <p:nvPr/>
        </p:nvSpPr>
        <p:spPr>
          <a:xfrm>
            <a:off x="580644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Progress"/>
          <p:cNvSpPr/>
          <p:nvPr/>
        </p:nvSpPr>
        <p:spPr>
          <a:xfrm>
            <a:off x="604418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Progress"/>
          <p:cNvSpPr/>
          <p:nvPr/>
        </p:nvSpPr>
        <p:spPr>
          <a:xfrm>
            <a:off x="628192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Progress"/>
          <p:cNvSpPr/>
          <p:nvPr/>
        </p:nvSpPr>
        <p:spPr>
          <a:xfrm>
            <a:off x="651967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242035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7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22880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</a:t>
            </a:r>
            <a:endParaRPr lang="en-US" sz="20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5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5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5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2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2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2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1 · Find the fathah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the letter with FATHAH (a)</a:t>
            </a:r>
            <a:endParaRPr lang="en-US" sz="3400" dirty="0"/>
          </a:p>
        </p:txBody>
      </p:sp>
      <p:sp>
        <p:nvSpPr>
          <p:cNvPr id="9" name="LINK7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7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7 answer 1 text">
            <a:hlinkClick r:id="rIdLnk3" action="ppaction://hlinksldjump"/>
          </p:cNvPr>
          <p:cNvSpPr txBox="1"/>
          <p:nvPr/>
        </p:nvSpPr>
        <p:spPr>
          <a:xfrm>
            <a:off x="6457950" y="2473300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6700" dirty="0"/>
          </a:p>
        </p:txBody>
      </p:sp>
      <p:sp>
        <p:nvSpPr>
          <p:cNvPr id="12" name="LINK6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6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6 answer 2 text">
            <a:hlinkClick r:id="rIdLnk6" action="ppaction://hlinksldjump"/>
          </p:cNvPr>
          <p:cNvSpPr txBox="1"/>
          <p:nvPr/>
        </p:nvSpPr>
        <p:spPr>
          <a:xfrm>
            <a:off x="3771900" y="2430755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700" dirty="0"/>
          </a:p>
        </p:txBody>
      </p:sp>
      <p:sp>
        <p:nvSpPr>
          <p:cNvPr id="15" name="LINK7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7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7 answer 3 text">
            <a:hlinkClick r:id="rIdLnk9" action="ppaction://hlinksldjump"/>
          </p:cNvPr>
          <p:cNvSpPr txBox="1"/>
          <p:nvPr/>
        </p:nvSpPr>
        <p:spPr>
          <a:xfrm>
            <a:off x="1085850" y="2246960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6700" dirty="0"/>
          </a:p>
        </p:txBody>
      </p:sp>
      <p:sp>
        <p:nvSpPr>
          <p:cNvPr id="18" name="Progress"/>
          <p:cNvSpPr/>
          <p:nvPr/>
        </p:nvSpPr>
        <p:spPr>
          <a:xfrm>
            <a:off x="247802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2715768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29535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19125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342900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Progress"/>
          <p:cNvSpPr/>
          <p:nvPr/>
        </p:nvSpPr>
        <p:spPr>
          <a:xfrm>
            <a:off x="556869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Progress"/>
          <p:cNvSpPr/>
          <p:nvPr/>
        </p:nvSpPr>
        <p:spPr>
          <a:xfrm>
            <a:off x="580644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Progress"/>
          <p:cNvSpPr/>
          <p:nvPr/>
        </p:nvSpPr>
        <p:spPr>
          <a:xfrm>
            <a:off x="604418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Progress"/>
          <p:cNvSpPr/>
          <p:nvPr/>
        </p:nvSpPr>
        <p:spPr>
          <a:xfrm>
            <a:off x="628192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Progress"/>
          <p:cNvSpPr/>
          <p:nvPr/>
        </p:nvSpPr>
        <p:spPr>
          <a:xfrm>
            <a:off x="651967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242035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7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25865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ḥa</a:t>
            </a:r>
            <a:endParaRPr lang="en-US" sz="21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8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8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8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5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5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5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1 · Find the fathah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the letter with FATHAH (a)</a:t>
            </a:r>
            <a:endParaRPr lang="en-US" sz="3400" dirty="0"/>
          </a:p>
        </p:txBody>
      </p:sp>
      <p:sp>
        <p:nvSpPr>
          <p:cNvPr id="9" name="LINK10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10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10 answer 1 text">
            <a:hlinkClick r:id="rIdLnk3" action="ppaction://hlinksldjump"/>
          </p:cNvPr>
          <p:cNvSpPr txBox="1"/>
          <p:nvPr/>
        </p:nvSpPr>
        <p:spPr>
          <a:xfrm>
            <a:off x="6457950" y="2564130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6000" dirty="0"/>
          </a:p>
        </p:txBody>
      </p:sp>
      <p:sp>
        <p:nvSpPr>
          <p:cNvPr id="12" name="LINK9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9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9 answer 2 text">
            <a:hlinkClick r:id="rIdLnk6" action="ppaction://hlinksldjump"/>
          </p:cNvPr>
          <p:cNvSpPr txBox="1"/>
          <p:nvPr/>
        </p:nvSpPr>
        <p:spPr>
          <a:xfrm>
            <a:off x="3771900" y="2526030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  <p:sp>
        <p:nvSpPr>
          <p:cNvPr id="15" name="LINK10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10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10 answer 3 text">
            <a:hlinkClick r:id="rIdLnk9" action="ppaction://hlinksldjump"/>
          </p:cNvPr>
          <p:cNvSpPr txBox="1"/>
          <p:nvPr/>
        </p:nvSpPr>
        <p:spPr>
          <a:xfrm>
            <a:off x="1085850" y="2358009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6000" dirty="0"/>
          </a:p>
        </p:txBody>
      </p:sp>
      <p:sp>
        <p:nvSpPr>
          <p:cNvPr id="18" name="Progress"/>
          <p:cNvSpPr/>
          <p:nvPr/>
        </p:nvSpPr>
        <p:spPr>
          <a:xfrm>
            <a:off x="247802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271576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2953512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19125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342900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Progress"/>
          <p:cNvSpPr/>
          <p:nvPr/>
        </p:nvSpPr>
        <p:spPr>
          <a:xfrm>
            <a:off x="556869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Progress"/>
          <p:cNvSpPr/>
          <p:nvPr/>
        </p:nvSpPr>
        <p:spPr>
          <a:xfrm>
            <a:off x="580644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Progress"/>
          <p:cNvSpPr/>
          <p:nvPr/>
        </p:nvSpPr>
        <p:spPr>
          <a:xfrm>
            <a:off x="604418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Progress"/>
          <p:cNvSpPr/>
          <p:nvPr/>
        </p:nvSpPr>
        <p:spPr>
          <a:xfrm>
            <a:off x="628192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Progress"/>
          <p:cNvSpPr/>
          <p:nvPr/>
        </p:nvSpPr>
        <p:spPr>
          <a:xfrm>
            <a:off x="651967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341311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7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49296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kha</a:t>
            </a:r>
            <a:endParaRPr lang="en-US" sz="24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11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11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11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8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8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8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2 · Find the sound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Tap:  “ja”</a:t>
            </a:r>
            <a:endParaRPr lang="en-US" sz="3400" dirty="0"/>
          </a:p>
        </p:txBody>
      </p:sp>
      <p:sp>
        <p:nvSpPr>
          <p:cNvPr id="9" name="LINK13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13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13 answer 1 text">
            <a:hlinkClick r:id="rIdLnk3" action="ppaction://hlinksldjump"/>
          </p:cNvPr>
          <p:cNvSpPr txBox="1"/>
          <p:nvPr/>
        </p:nvSpPr>
        <p:spPr>
          <a:xfrm>
            <a:off x="6457950" y="2458612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100" dirty="0"/>
          </a:p>
        </p:txBody>
      </p:sp>
      <p:sp>
        <p:nvSpPr>
          <p:cNvPr id="12" name="LINK13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13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13 answer 2 text">
            <a:hlinkClick r:id="rIdLnk6" action="ppaction://hlinksldjump"/>
          </p:cNvPr>
          <p:cNvSpPr txBox="1"/>
          <p:nvPr/>
        </p:nvSpPr>
        <p:spPr>
          <a:xfrm>
            <a:off x="3771900" y="2701169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100" dirty="0"/>
          </a:p>
        </p:txBody>
      </p:sp>
      <p:sp>
        <p:nvSpPr>
          <p:cNvPr id="15" name="LINK12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12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12 answer 3 text">
            <a:hlinkClick r:id="rIdLnk9" action="ppaction://hlinksldjump"/>
          </p:cNvPr>
          <p:cNvSpPr txBox="1"/>
          <p:nvPr/>
        </p:nvSpPr>
        <p:spPr>
          <a:xfrm>
            <a:off x="1085850" y="2420290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100" dirty="0"/>
          </a:p>
        </p:txBody>
      </p:sp>
      <p:sp>
        <p:nvSpPr>
          <p:cNvPr id="18" name="Progress"/>
          <p:cNvSpPr/>
          <p:nvPr/>
        </p:nvSpPr>
        <p:spPr>
          <a:xfrm>
            <a:off x="247802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271576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295351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191256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342900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Progress"/>
          <p:cNvSpPr/>
          <p:nvPr/>
        </p:nvSpPr>
        <p:spPr>
          <a:xfrm>
            <a:off x="556869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Progress"/>
          <p:cNvSpPr/>
          <p:nvPr/>
        </p:nvSpPr>
        <p:spPr>
          <a:xfrm>
            <a:off x="580644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Progress"/>
          <p:cNvSpPr/>
          <p:nvPr/>
        </p:nvSpPr>
        <p:spPr>
          <a:xfrm>
            <a:off x="604418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Progress"/>
          <p:cNvSpPr/>
          <p:nvPr/>
        </p:nvSpPr>
        <p:spPr>
          <a:xfrm>
            <a:off x="628192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Progress"/>
          <p:cNvSpPr/>
          <p:nvPr/>
        </p:nvSpPr>
        <p:spPr>
          <a:xfrm>
            <a:off x="651967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242035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7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22880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</a:t>
            </a:r>
            <a:endParaRPr lang="en-US" sz="20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14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14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14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11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11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11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2 · Find the sound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Tap:  “ja”</a:t>
            </a:r>
            <a:endParaRPr lang="en-US" sz="3400" dirty="0"/>
          </a:p>
        </p:txBody>
      </p:sp>
      <p:sp>
        <p:nvSpPr>
          <p:cNvPr id="9" name="LINK16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16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16 answer 1 text">
            <a:hlinkClick r:id="rIdLnk3" action="ppaction://hlinksldjump"/>
          </p:cNvPr>
          <p:cNvSpPr txBox="1"/>
          <p:nvPr/>
        </p:nvSpPr>
        <p:spPr>
          <a:xfrm>
            <a:off x="6457950" y="2609583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200" dirty="0"/>
          </a:p>
        </p:txBody>
      </p:sp>
      <p:sp>
        <p:nvSpPr>
          <p:cNvPr id="12" name="LINK16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16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16 answer 2 text">
            <a:hlinkClick r:id="rIdLnk6" action="ppaction://hlinksldjump"/>
          </p:cNvPr>
          <p:cNvSpPr txBox="1"/>
          <p:nvPr/>
        </p:nvSpPr>
        <p:spPr>
          <a:xfrm>
            <a:off x="3771900" y="2486355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200" dirty="0"/>
          </a:p>
        </p:txBody>
      </p:sp>
      <p:sp>
        <p:nvSpPr>
          <p:cNvPr id="15" name="LINK15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15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15 answer 3 text">
            <a:hlinkClick r:id="rIdLnk9" action="ppaction://hlinksldjump"/>
          </p:cNvPr>
          <p:cNvSpPr txBox="1"/>
          <p:nvPr/>
        </p:nvSpPr>
        <p:spPr>
          <a:xfrm>
            <a:off x="1085850" y="2443836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200" dirty="0"/>
          </a:p>
        </p:txBody>
      </p:sp>
      <p:sp>
        <p:nvSpPr>
          <p:cNvPr id="18" name="Progress"/>
          <p:cNvSpPr/>
          <p:nvPr/>
        </p:nvSpPr>
        <p:spPr>
          <a:xfrm>
            <a:off x="247802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271576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295351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19125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3429000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Progress"/>
          <p:cNvSpPr/>
          <p:nvPr/>
        </p:nvSpPr>
        <p:spPr>
          <a:xfrm>
            <a:off x="556869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Progress"/>
          <p:cNvSpPr/>
          <p:nvPr/>
        </p:nvSpPr>
        <p:spPr>
          <a:xfrm>
            <a:off x="580644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Progress"/>
          <p:cNvSpPr/>
          <p:nvPr/>
        </p:nvSpPr>
        <p:spPr>
          <a:xfrm>
            <a:off x="604418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Progress"/>
          <p:cNvSpPr/>
          <p:nvPr/>
        </p:nvSpPr>
        <p:spPr>
          <a:xfrm>
            <a:off x="628192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Progress"/>
          <p:cNvSpPr/>
          <p:nvPr/>
        </p:nvSpPr>
        <p:spPr>
          <a:xfrm>
            <a:off x="651967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242035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7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22880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</a:t>
            </a:r>
            <a:endParaRPr lang="en-US" sz="20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17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17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17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14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14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14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2 · Find the sound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Tap:  “ḥa”</a:t>
            </a:r>
            <a:endParaRPr lang="en-US" sz="3400" dirty="0"/>
          </a:p>
        </p:txBody>
      </p:sp>
      <p:sp>
        <p:nvSpPr>
          <p:cNvPr id="9" name="LINK18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18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18 answer 1 text">
            <a:hlinkClick r:id="rIdLnk3" action="ppaction://hlinksldjump"/>
          </p:cNvPr>
          <p:cNvSpPr txBox="1"/>
          <p:nvPr/>
        </p:nvSpPr>
        <p:spPr>
          <a:xfrm>
            <a:off x="6457950" y="2420290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100" dirty="0"/>
          </a:p>
        </p:txBody>
      </p:sp>
      <p:sp>
        <p:nvSpPr>
          <p:cNvPr id="12" name="LINK19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19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19 answer 2 text">
            <a:hlinkClick r:id="rIdLnk6" action="ppaction://hlinksldjump"/>
          </p:cNvPr>
          <p:cNvSpPr txBox="1"/>
          <p:nvPr/>
        </p:nvSpPr>
        <p:spPr>
          <a:xfrm>
            <a:off x="3771900" y="2321226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7100" dirty="0"/>
          </a:p>
        </p:txBody>
      </p:sp>
      <p:sp>
        <p:nvSpPr>
          <p:cNvPr id="15" name="LINK19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19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19 answer 3 text">
            <a:hlinkClick r:id="rIdLnk9" action="ppaction://hlinksldjump"/>
          </p:cNvPr>
          <p:cNvSpPr txBox="1"/>
          <p:nvPr/>
        </p:nvSpPr>
        <p:spPr>
          <a:xfrm>
            <a:off x="1085850" y="2624976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100" dirty="0"/>
          </a:p>
        </p:txBody>
      </p:sp>
      <p:sp>
        <p:nvSpPr>
          <p:cNvPr id="18" name="Progress"/>
          <p:cNvSpPr/>
          <p:nvPr/>
        </p:nvSpPr>
        <p:spPr>
          <a:xfrm>
            <a:off x="247802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271576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295351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19125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342900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Progress"/>
          <p:cNvSpPr/>
          <p:nvPr/>
        </p:nvSpPr>
        <p:spPr>
          <a:xfrm>
            <a:off x="556869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Progress"/>
          <p:cNvSpPr/>
          <p:nvPr/>
        </p:nvSpPr>
        <p:spPr>
          <a:xfrm>
            <a:off x="580644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Progress"/>
          <p:cNvSpPr/>
          <p:nvPr/>
        </p:nvSpPr>
        <p:spPr>
          <a:xfrm>
            <a:off x="604418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Progress"/>
          <p:cNvSpPr/>
          <p:nvPr/>
        </p:nvSpPr>
        <p:spPr>
          <a:xfrm>
            <a:off x="628192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Progress"/>
          <p:cNvSpPr/>
          <p:nvPr/>
        </p:nvSpPr>
        <p:spPr>
          <a:xfrm>
            <a:off x="651967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242035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7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25865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ḥa</a:t>
            </a:r>
            <a:endParaRPr lang="en-US" sz="21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20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20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20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17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17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17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2 · Find the sound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Tap:  “ḥa”</a:t>
            </a:r>
            <a:endParaRPr lang="en-US" sz="3400" dirty="0"/>
          </a:p>
        </p:txBody>
      </p:sp>
      <p:sp>
        <p:nvSpPr>
          <p:cNvPr id="9" name="LINK22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22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22 answer 1 text">
            <a:hlinkClick r:id="rIdLnk3" action="ppaction://hlinksldjump"/>
          </p:cNvPr>
          <p:cNvSpPr txBox="1"/>
          <p:nvPr/>
        </p:nvSpPr>
        <p:spPr>
          <a:xfrm>
            <a:off x="6457950" y="2659853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700" dirty="0"/>
          </a:p>
        </p:txBody>
      </p:sp>
      <p:sp>
        <p:nvSpPr>
          <p:cNvPr id="12" name="LINK21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21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21 answer 2 text">
            <a:hlinkClick r:id="rIdLnk6" action="ppaction://hlinksldjump"/>
          </p:cNvPr>
          <p:cNvSpPr txBox="1"/>
          <p:nvPr/>
        </p:nvSpPr>
        <p:spPr>
          <a:xfrm>
            <a:off x="3771900" y="2430755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700" dirty="0"/>
          </a:p>
        </p:txBody>
      </p:sp>
      <p:sp>
        <p:nvSpPr>
          <p:cNvPr id="15" name="LINK22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22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22 answer 3 text">
            <a:hlinkClick r:id="rIdLnk9" action="ppaction://hlinksldjump"/>
          </p:cNvPr>
          <p:cNvSpPr txBox="1"/>
          <p:nvPr/>
        </p:nvSpPr>
        <p:spPr>
          <a:xfrm>
            <a:off x="1085850" y="2701766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700" dirty="0"/>
          </a:p>
        </p:txBody>
      </p:sp>
      <p:sp>
        <p:nvSpPr>
          <p:cNvPr id="18" name="Progress"/>
          <p:cNvSpPr/>
          <p:nvPr/>
        </p:nvSpPr>
        <p:spPr>
          <a:xfrm>
            <a:off x="247802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271576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295351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19125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342900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Progress"/>
          <p:cNvSpPr/>
          <p:nvPr/>
        </p:nvSpPr>
        <p:spPr>
          <a:xfrm>
            <a:off x="556869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Progress"/>
          <p:cNvSpPr/>
          <p:nvPr/>
        </p:nvSpPr>
        <p:spPr>
          <a:xfrm>
            <a:off x="580644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Progress"/>
          <p:cNvSpPr/>
          <p:nvPr/>
        </p:nvSpPr>
        <p:spPr>
          <a:xfrm>
            <a:off x="604418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Progress"/>
          <p:cNvSpPr/>
          <p:nvPr/>
        </p:nvSpPr>
        <p:spPr>
          <a:xfrm>
            <a:off x="628192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Progress"/>
          <p:cNvSpPr/>
          <p:nvPr/>
        </p:nvSpPr>
        <p:spPr>
          <a:xfrm>
            <a:off x="651967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242035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7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25865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ḥa</a:t>
            </a:r>
            <a:endParaRPr lang="en-US" sz="21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23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23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23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20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20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20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2 · Find the sound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Tap:  “kha”</a:t>
            </a:r>
            <a:endParaRPr lang="en-US" sz="3400" dirty="0"/>
          </a:p>
        </p:txBody>
      </p:sp>
      <p:sp>
        <p:nvSpPr>
          <p:cNvPr id="9" name="LINK25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25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25 answer 1 text">
            <a:hlinkClick r:id="rIdLnk3" action="ppaction://hlinksldjump"/>
          </p:cNvPr>
          <p:cNvSpPr txBox="1"/>
          <p:nvPr/>
        </p:nvSpPr>
        <p:spPr>
          <a:xfrm>
            <a:off x="6457950" y="2690451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300" dirty="0"/>
          </a:p>
        </p:txBody>
      </p:sp>
      <p:sp>
        <p:nvSpPr>
          <p:cNvPr id="12" name="LINK25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25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25 answer 2 text">
            <a:hlinkClick r:id="rIdLnk6" action="ppaction://hlinksldjump"/>
          </p:cNvPr>
          <p:cNvSpPr txBox="1"/>
          <p:nvPr/>
        </p:nvSpPr>
        <p:spPr>
          <a:xfrm>
            <a:off x="3771900" y="2353318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300" dirty="0"/>
          </a:p>
        </p:txBody>
      </p:sp>
      <p:sp>
        <p:nvSpPr>
          <p:cNvPr id="15" name="LINK24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24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24 answer 3 text">
            <a:hlinkClick r:id="rIdLnk9" action="ppaction://hlinksldjump"/>
          </p:cNvPr>
          <p:cNvSpPr txBox="1"/>
          <p:nvPr/>
        </p:nvSpPr>
        <p:spPr>
          <a:xfrm>
            <a:off x="1085850" y="2522030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300" dirty="0"/>
          </a:p>
        </p:txBody>
      </p:sp>
      <p:sp>
        <p:nvSpPr>
          <p:cNvPr id="18" name="Progress"/>
          <p:cNvSpPr/>
          <p:nvPr/>
        </p:nvSpPr>
        <p:spPr>
          <a:xfrm>
            <a:off x="247802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271576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295351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19125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342900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Progress"/>
          <p:cNvSpPr/>
          <p:nvPr/>
        </p:nvSpPr>
        <p:spPr>
          <a:xfrm>
            <a:off x="556869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Progress"/>
          <p:cNvSpPr/>
          <p:nvPr/>
        </p:nvSpPr>
        <p:spPr>
          <a:xfrm>
            <a:off x="580644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Progress"/>
          <p:cNvSpPr/>
          <p:nvPr/>
        </p:nvSpPr>
        <p:spPr>
          <a:xfrm>
            <a:off x="604418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Progress"/>
          <p:cNvSpPr/>
          <p:nvPr/>
        </p:nvSpPr>
        <p:spPr>
          <a:xfrm>
            <a:off x="628192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Progress"/>
          <p:cNvSpPr/>
          <p:nvPr/>
        </p:nvSpPr>
        <p:spPr>
          <a:xfrm>
            <a:off x="651967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341311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7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49296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kha</a:t>
            </a:r>
            <a:endParaRPr lang="en-US" sz="24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26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26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26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23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23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23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2 · Find the sound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Tap:  “kha”</a:t>
            </a:r>
            <a:endParaRPr lang="en-US" sz="3400" dirty="0"/>
          </a:p>
        </p:txBody>
      </p:sp>
      <p:sp>
        <p:nvSpPr>
          <p:cNvPr id="9" name="LINK28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28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28 answer 1 text">
            <a:hlinkClick r:id="rIdLnk3" action="ppaction://hlinksldjump"/>
          </p:cNvPr>
          <p:cNvSpPr txBox="1"/>
          <p:nvPr/>
        </p:nvSpPr>
        <p:spPr>
          <a:xfrm>
            <a:off x="6457950" y="2485762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300" dirty="0"/>
          </a:p>
        </p:txBody>
      </p:sp>
      <p:sp>
        <p:nvSpPr>
          <p:cNvPr id="12" name="LINK28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28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28 answer 2 text">
            <a:hlinkClick r:id="rIdLnk6" action="ppaction://hlinksldjump"/>
          </p:cNvPr>
          <p:cNvSpPr txBox="1"/>
          <p:nvPr/>
        </p:nvSpPr>
        <p:spPr>
          <a:xfrm>
            <a:off x="3771900" y="2656640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300" dirty="0"/>
          </a:p>
        </p:txBody>
      </p:sp>
      <p:sp>
        <p:nvSpPr>
          <p:cNvPr id="15" name="LINK27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27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27 answer 3 text">
            <a:hlinkClick r:id="rIdLnk9" action="ppaction://hlinksldjump"/>
          </p:cNvPr>
          <p:cNvSpPr txBox="1"/>
          <p:nvPr/>
        </p:nvSpPr>
        <p:spPr>
          <a:xfrm>
            <a:off x="1085850" y="2522030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300" dirty="0"/>
          </a:p>
        </p:txBody>
      </p:sp>
      <p:sp>
        <p:nvSpPr>
          <p:cNvPr id="18" name="Progress"/>
          <p:cNvSpPr/>
          <p:nvPr/>
        </p:nvSpPr>
        <p:spPr>
          <a:xfrm>
            <a:off x="247802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271576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295351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19125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342900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Progress"/>
          <p:cNvSpPr/>
          <p:nvPr/>
        </p:nvSpPr>
        <p:spPr>
          <a:xfrm>
            <a:off x="556869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Progress"/>
          <p:cNvSpPr/>
          <p:nvPr/>
        </p:nvSpPr>
        <p:spPr>
          <a:xfrm>
            <a:off x="580644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Progress"/>
          <p:cNvSpPr/>
          <p:nvPr/>
        </p:nvSpPr>
        <p:spPr>
          <a:xfrm>
            <a:off x="604418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Progress"/>
          <p:cNvSpPr/>
          <p:nvPr/>
        </p:nvSpPr>
        <p:spPr>
          <a:xfrm>
            <a:off x="628192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Progress"/>
          <p:cNvSpPr/>
          <p:nvPr/>
        </p:nvSpPr>
        <p:spPr>
          <a:xfrm>
            <a:off x="651967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341311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7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49296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kha</a:t>
            </a:r>
            <a:endParaRPr lang="en-US" sz="24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29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29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29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26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26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26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3 · Build it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7072"/>
            <a:ext cx="329184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 + ḥa = ?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827964"/>
            <a:ext cx="402336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  +  حَ</a:t>
            </a:r>
            <a:endParaRPr lang="ar-SA" sz="6100" dirty="0"/>
          </a:p>
        </p:txBody>
      </p:sp>
      <p:sp>
        <p:nvSpPr>
          <p:cNvPr id="10" name="LINK31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LINK31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LINK31 answer 1 text">
            <a:hlinkClick r:id="rIdLnk3" action="ppaction://hlinksldjump"/>
          </p:cNvPr>
          <p:cNvSpPr txBox="1"/>
          <p:nvPr/>
        </p:nvSpPr>
        <p:spPr>
          <a:xfrm>
            <a:off x="6309360" y="2508777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جَبَ</a:t>
            </a:r>
            <a:endParaRPr lang="ar-SA" sz="5300" dirty="0"/>
          </a:p>
        </p:txBody>
      </p:sp>
      <p:sp>
        <p:nvSpPr>
          <p:cNvPr id="13" name="LINK31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4" name="LINK31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LINK31 answer 2 text">
            <a:hlinkClick r:id="rIdLnk6" action="ppaction://hlinksldjump"/>
          </p:cNvPr>
          <p:cNvSpPr txBox="1"/>
          <p:nvPr/>
        </p:nvSpPr>
        <p:spPr>
          <a:xfrm>
            <a:off x="3474720" y="2467381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حَجَ</a:t>
            </a:r>
            <a:endParaRPr lang="ar-SA" sz="5300" dirty="0"/>
          </a:p>
        </p:txBody>
      </p:sp>
      <p:sp>
        <p:nvSpPr>
          <p:cNvPr id="16" name="LINK30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7" name="LINK30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LINK30 answer 3 text">
            <a:hlinkClick r:id="rIdLnk9" action="ppaction://hlinksldjump"/>
          </p:cNvPr>
          <p:cNvSpPr txBox="1"/>
          <p:nvPr/>
        </p:nvSpPr>
        <p:spPr>
          <a:xfrm>
            <a:off x="640080" y="2467381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جَحَ</a:t>
            </a:r>
            <a:endParaRPr lang="ar-SA" sz="5300" dirty="0"/>
          </a:p>
        </p:txBody>
      </p:sp>
      <p:sp>
        <p:nvSpPr>
          <p:cNvPr id="19" name="Progress"/>
          <p:cNvSpPr/>
          <p:nvPr/>
        </p:nvSpPr>
        <p:spPr>
          <a:xfrm>
            <a:off x="247802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271576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295351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319125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342900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Progress"/>
          <p:cNvSpPr/>
          <p:nvPr/>
        </p:nvSpPr>
        <p:spPr>
          <a:xfrm>
            <a:off x="556869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Progress"/>
          <p:cNvSpPr/>
          <p:nvPr/>
        </p:nvSpPr>
        <p:spPr>
          <a:xfrm>
            <a:off x="580644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Progress"/>
          <p:cNvSpPr/>
          <p:nvPr/>
        </p:nvSpPr>
        <p:spPr>
          <a:xfrm>
            <a:off x="604418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Progress"/>
          <p:cNvSpPr/>
          <p:nvPr/>
        </p:nvSpPr>
        <p:spPr>
          <a:xfrm>
            <a:off x="628192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Progress"/>
          <p:cNvSpPr/>
          <p:nvPr/>
        </p:nvSpPr>
        <p:spPr>
          <a:xfrm>
            <a:off x="651967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242035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جَحَ</a:t>
            </a:r>
            <a:endParaRPr lang="ar-SA" sz="67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22880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jaḥa</a:t>
            </a:r>
            <a:endParaRPr lang="en-US" sz="20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32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32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32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29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29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29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3 · Build it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7072"/>
            <a:ext cx="329184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 + a = ?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1001683"/>
            <a:ext cx="402336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  +  أَ</a:t>
            </a:r>
            <a:endParaRPr lang="ar-SA" sz="4500" dirty="0"/>
          </a:p>
        </p:txBody>
      </p:sp>
      <p:sp>
        <p:nvSpPr>
          <p:cNvPr id="10" name="LINK34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LINK34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LINK34 answer 1 text">
            <a:hlinkClick r:id="rIdLnk3" action="ppaction://hlinksldjump"/>
          </p:cNvPr>
          <p:cNvSpPr txBox="1"/>
          <p:nvPr/>
        </p:nvSpPr>
        <p:spPr>
          <a:xfrm>
            <a:off x="6309360" y="2618287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أَجَ</a:t>
            </a:r>
            <a:endParaRPr lang="ar-SA" sz="3900" dirty="0"/>
          </a:p>
        </p:txBody>
      </p:sp>
      <p:sp>
        <p:nvSpPr>
          <p:cNvPr id="13" name="LINK34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4" name="LINK34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LINK34 answer 2 text">
            <a:hlinkClick r:id="rIdLnk6" action="ppaction://hlinksldjump"/>
          </p:cNvPr>
          <p:cNvSpPr txBox="1"/>
          <p:nvPr/>
        </p:nvSpPr>
        <p:spPr>
          <a:xfrm>
            <a:off x="3474720" y="2604554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جَثَ</a:t>
            </a:r>
            <a:endParaRPr lang="ar-SA" sz="3900" dirty="0"/>
          </a:p>
        </p:txBody>
      </p:sp>
      <p:sp>
        <p:nvSpPr>
          <p:cNvPr id="16" name="LINK33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7" name="LINK33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LINK33 answer 3 text">
            <a:hlinkClick r:id="rIdLnk9" action="ppaction://hlinksldjump"/>
          </p:cNvPr>
          <p:cNvSpPr txBox="1"/>
          <p:nvPr/>
        </p:nvSpPr>
        <p:spPr>
          <a:xfrm>
            <a:off x="640080" y="2682881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جَأَ</a:t>
            </a:r>
            <a:endParaRPr lang="ar-SA" sz="3900" dirty="0"/>
          </a:p>
        </p:txBody>
      </p:sp>
      <p:sp>
        <p:nvSpPr>
          <p:cNvPr id="19" name="Progress"/>
          <p:cNvSpPr/>
          <p:nvPr/>
        </p:nvSpPr>
        <p:spPr>
          <a:xfrm>
            <a:off x="247802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271576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295351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319125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342900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Progress"/>
          <p:cNvSpPr/>
          <p:nvPr/>
        </p:nvSpPr>
        <p:spPr>
          <a:xfrm>
            <a:off x="556869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Progress"/>
          <p:cNvSpPr/>
          <p:nvPr/>
        </p:nvSpPr>
        <p:spPr>
          <a:xfrm>
            <a:off x="580644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Progress"/>
          <p:cNvSpPr/>
          <p:nvPr/>
        </p:nvSpPr>
        <p:spPr>
          <a:xfrm>
            <a:off x="604418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Progress"/>
          <p:cNvSpPr/>
          <p:nvPr/>
        </p:nvSpPr>
        <p:spPr>
          <a:xfrm>
            <a:off x="628192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Progress"/>
          <p:cNvSpPr/>
          <p:nvPr/>
        </p:nvSpPr>
        <p:spPr>
          <a:xfrm>
            <a:off x="651967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523715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جَأَ</a:t>
            </a:r>
            <a:endParaRPr lang="ar-SA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22880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</a:t>
            </a:r>
            <a:endParaRPr lang="en-US" sz="20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35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35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35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32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32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32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3 · Build it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62787"/>
            <a:ext cx="329184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ḥa + ba = ?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827964"/>
            <a:ext cx="402336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  +  بَ</a:t>
            </a:r>
            <a:endParaRPr lang="ar-SA" sz="6100" dirty="0"/>
          </a:p>
        </p:txBody>
      </p:sp>
      <p:sp>
        <p:nvSpPr>
          <p:cNvPr id="10" name="LINK37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LINK37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LINK37 answer 1 text">
            <a:hlinkClick r:id="rIdLnk3" action="ppaction://hlinksldjump"/>
          </p:cNvPr>
          <p:cNvSpPr txBox="1"/>
          <p:nvPr/>
        </p:nvSpPr>
        <p:spPr>
          <a:xfrm>
            <a:off x="6309360" y="2609069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حَدَ</a:t>
            </a:r>
            <a:endParaRPr lang="ar-SA" sz="5300" dirty="0"/>
          </a:p>
        </p:txBody>
      </p:sp>
      <p:sp>
        <p:nvSpPr>
          <p:cNvPr id="13" name="LINK36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4" name="LINK36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LINK36 answer 2 text">
            <a:hlinkClick r:id="rIdLnk6" action="ppaction://hlinksldjump"/>
          </p:cNvPr>
          <p:cNvSpPr txBox="1"/>
          <p:nvPr/>
        </p:nvSpPr>
        <p:spPr>
          <a:xfrm>
            <a:off x="3474720" y="2508777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حَبَ</a:t>
            </a:r>
            <a:endParaRPr lang="ar-SA" sz="5300" dirty="0"/>
          </a:p>
        </p:txBody>
      </p:sp>
      <p:sp>
        <p:nvSpPr>
          <p:cNvPr id="16" name="LINK37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7" name="LINK37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LINK37 answer 3 text">
            <a:hlinkClick r:id="rIdLnk9" action="ppaction://hlinksldjump"/>
          </p:cNvPr>
          <p:cNvSpPr txBox="1"/>
          <p:nvPr/>
        </p:nvSpPr>
        <p:spPr>
          <a:xfrm>
            <a:off x="640080" y="2467381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بَحَ</a:t>
            </a:r>
            <a:endParaRPr lang="ar-SA" sz="5300" dirty="0"/>
          </a:p>
        </p:txBody>
      </p:sp>
      <p:sp>
        <p:nvSpPr>
          <p:cNvPr id="19" name="Progress"/>
          <p:cNvSpPr/>
          <p:nvPr/>
        </p:nvSpPr>
        <p:spPr>
          <a:xfrm>
            <a:off x="247802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271576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295351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319125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342900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Progress"/>
          <p:cNvSpPr/>
          <p:nvPr/>
        </p:nvSpPr>
        <p:spPr>
          <a:xfrm>
            <a:off x="556869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Progress"/>
          <p:cNvSpPr/>
          <p:nvPr/>
        </p:nvSpPr>
        <p:spPr>
          <a:xfrm>
            <a:off x="580644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Progress"/>
          <p:cNvSpPr/>
          <p:nvPr/>
        </p:nvSpPr>
        <p:spPr>
          <a:xfrm>
            <a:off x="604418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Progress"/>
          <p:cNvSpPr/>
          <p:nvPr/>
        </p:nvSpPr>
        <p:spPr>
          <a:xfrm>
            <a:off x="628192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Progress"/>
          <p:cNvSpPr/>
          <p:nvPr/>
        </p:nvSpPr>
        <p:spPr>
          <a:xfrm>
            <a:off x="651967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265003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حَبَ</a:t>
            </a:r>
            <a:endParaRPr lang="ar-SA" sz="83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25865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ḥaba</a:t>
            </a:r>
            <a:endParaRPr lang="en-US" sz="21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38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38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38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35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35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35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3 · Build it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62787"/>
            <a:ext cx="329184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ḥa + tha = ?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914184"/>
            <a:ext cx="402336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  +  ثَ</a:t>
            </a:r>
            <a:endParaRPr lang="ar-SA" sz="5300" dirty="0"/>
          </a:p>
        </p:txBody>
      </p:sp>
      <p:sp>
        <p:nvSpPr>
          <p:cNvPr id="10" name="LINK39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LINK39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LINK39 answer 1 text">
            <a:hlinkClick r:id="rIdLnk3" action="ppaction://hlinksldjump"/>
          </p:cNvPr>
          <p:cNvSpPr txBox="1"/>
          <p:nvPr/>
        </p:nvSpPr>
        <p:spPr>
          <a:xfrm>
            <a:off x="6309360" y="2647544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حَثَ</a:t>
            </a:r>
            <a:endParaRPr lang="ar-SA" sz="4300" dirty="0"/>
          </a:p>
        </p:txBody>
      </p:sp>
      <p:sp>
        <p:nvSpPr>
          <p:cNvPr id="13" name="LINK40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4" name="LINK40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LINK40 answer 2 text">
            <a:hlinkClick r:id="rIdLnk6" action="ppaction://hlinksldjump"/>
          </p:cNvPr>
          <p:cNvSpPr txBox="1"/>
          <p:nvPr/>
        </p:nvSpPr>
        <p:spPr>
          <a:xfrm>
            <a:off x="3474720" y="2617508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حَتَ</a:t>
            </a:r>
            <a:endParaRPr lang="ar-SA" sz="4300" dirty="0"/>
          </a:p>
        </p:txBody>
      </p:sp>
      <p:sp>
        <p:nvSpPr>
          <p:cNvPr id="16" name="LINK40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7" name="LINK40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LINK40 answer 3 text">
            <a:hlinkClick r:id="rIdLnk9" action="ppaction://hlinksldjump"/>
          </p:cNvPr>
          <p:cNvSpPr txBox="1"/>
          <p:nvPr/>
        </p:nvSpPr>
        <p:spPr>
          <a:xfrm>
            <a:off x="640080" y="2575458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ثَحَ</a:t>
            </a:r>
            <a:endParaRPr lang="ar-SA" sz="4300" dirty="0"/>
          </a:p>
        </p:txBody>
      </p:sp>
      <p:sp>
        <p:nvSpPr>
          <p:cNvPr id="19" name="Progress"/>
          <p:cNvSpPr/>
          <p:nvPr/>
        </p:nvSpPr>
        <p:spPr>
          <a:xfrm>
            <a:off x="247802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271576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295351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319125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342900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Progress"/>
          <p:cNvSpPr/>
          <p:nvPr/>
        </p:nvSpPr>
        <p:spPr>
          <a:xfrm>
            <a:off x="556869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Progress"/>
          <p:cNvSpPr/>
          <p:nvPr/>
        </p:nvSpPr>
        <p:spPr>
          <a:xfrm>
            <a:off x="580644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Progress"/>
          <p:cNvSpPr/>
          <p:nvPr/>
        </p:nvSpPr>
        <p:spPr>
          <a:xfrm>
            <a:off x="604418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Progress"/>
          <p:cNvSpPr/>
          <p:nvPr/>
        </p:nvSpPr>
        <p:spPr>
          <a:xfrm>
            <a:off x="628192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Progress"/>
          <p:cNvSpPr/>
          <p:nvPr/>
        </p:nvSpPr>
        <p:spPr>
          <a:xfrm>
            <a:off x="651967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491640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حَثَ</a:t>
            </a:r>
            <a:endParaRPr lang="ar-SA" sz="77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25865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ḥatha</a:t>
            </a:r>
            <a:endParaRPr lang="en-US" sz="21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41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41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41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38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38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38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3 · Build it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95172"/>
            <a:ext cx="329184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kha + ba = ?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916877"/>
            <a:ext cx="402336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  +  بَ</a:t>
            </a:r>
            <a:endParaRPr lang="ar-SA" sz="5300" dirty="0"/>
          </a:p>
        </p:txBody>
      </p:sp>
      <p:sp>
        <p:nvSpPr>
          <p:cNvPr id="10" name="LINK43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LINK43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LINK43 answer 1 text">
            <a:hlinkClick r:id="rIdLnk3" action="ppaction://hlinksldjump"/>
          </p:cNvPr>
          <p:cNvSpPr txBox="1"/>
          <p:nvPr/>
        </p:nvSpPr>
        <p:spPr>
          <a:xfrm>
            <a:off x="6309360" y="2633472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خَتَ</a:t>
            </a:r>
            <a:endParaRPr lang="ar-SA" sz="4500" dirty="0"/>
          </a:p>
        </p:txBody>
      </p:sp>
      <p:sp>
        <p:nvSpPr>
          <p:cNvPr id="13" name="LINK42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4" name="LINK42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LINK42 answer 2 text">
            <a:hlinkClick r:id="rIdLnk6" action="ppaction://hlinksldjump"/>
          </p:cNvPr>
          <p:cNvSpPr txBox="1"/>
          <p:nvPr/>
        </p:nvSpPr>
        <p:spPr>
          <a:xfrm>
            <a:off x="3474720" y="2581180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خَبَ</a:t>
            </a:r>
            <a:endParaRPr lang="ar-SA" sz="4500" dirty="0"/>
          </a:p>
        </p:txBody>
      </p:sp>
      <p:sp>
        <p:nvSpPr>
          <p:cNvPr id="16" name="LINK43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7" name="LINK43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LINK43 answer 3 text">
            <a:hlinkClick r:id="rIdLnk9" action="ppaction://hlinksldjump"/>
          </p:cNvPr>
          <p:cNvSpPr txBox="1"/>
          <p:nvPr/>
        </p:nvSpPr>
        <p:spPr>
          <a:xfrm>
            <a:off x="640080" y="2546033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بَخَ</a:t>
            </a:r>
            <a:endParaRPr lang="ar-SA" sz="4500" dirty="0"/>
          </a:p>
        </p:txBody>
      </p:sp>
      <p:sp>
        <p:nvSpPr>
          <p:cNvPr id="19" name="Progress"/>
          <p:cNvSpPr/>
          <p:nvPr/>
        </p:nvSpPr>
        <p:spPr>
          <a:xfrm>
            <a:off x="247802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271576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295351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319125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342900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Progress"/>
          <p:cNvSpPr/>
          <p:nvPr/>
        </p:nvSpPr>
        <p:spPr>
          <a:xfrm>
            <a:off x="5568696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Progress"/>
          <p:cNvSpPr/>
          <p:nvPr/>
        </p:nvSpPr>
        <p:spPr>
          <a:xfrm>
            <a:off x="580644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Progress"/>
          <p:cNvSpPr/>
          <p:nvPr/>
        </p:nvSpPr>
        <p:spPr>
          <a:xfrm>
            <a:off x="604418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Progress"/>
          <p:cNvSpPr/>
          <p:nvPr/>
        </p:nvSpPr>
        <p:spPr>
          <a:xfrm>
            <a:off x="628192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Progress"/>
          <p:cNvSpPr/>
          <p:nvPr/>
        </p:nvSpPr>
        <p:spPr>
          <a:xfrm>
            <a:off x="651967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379201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خَبَ</a:t>
            </a:r>
            <a:endParaRPr lang="ar-SA" sz="69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49296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khaba</a:t>
            </a:r>
            <a:endParaRPr lang="en-US" sz="24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44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44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44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41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41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41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3 · Build it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62787"/>
            <a:ext cx="329184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kha + ḥa = ?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916877"/>
            <a:ext cx="402336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  +  حَ</a:t>
            </a:r>
            <a:endParaRPr lang="ar-SA" sz="5300" dirty="0"/>
          </a:p>
        </p:txBody>
      </p:sp>
      <p:sp>
        <p:nvSpPr>
          <p:cNvPr id="10" name="LINK45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LINK45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LINK45 answer 1 text">
            <a:hlinkClick r:id="rIdLnk3" action="ppaction://hlinksldjump"/>
          </p:cNvPr>
          <p:cNvSpPr txBox="1"/>
          <p:nvPr/>
        </p:nvSpPr>
        <p:spPr>
          <a:xfrm>
            <a:off x="6309360" y="2527745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خَحَ</a:t>
            </a:r>
            <a:endParaRPr lang="ar-SA" sz="4500" dirty="0"/>
          </a:p>
        </p:txBody>
      </p:sp>
      <p:sp>
        <p:nvSpPr>
          <p:cNvPr id="13" name="LINK46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4" name="LINK46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LINK46 answer 2 text">
            <a:hlinkClick r:id="rIdLnk6" action="ppaction://hlinksldjump"/>
          </p:cNvPr>
          <p:cNvSpPr txBox="1"/>
          <p:nvPr/>
        </p:nvSpPr>
        <p:spPr>
          <a:xfrm>
            <a:off x="3474720" y="2527745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خَجَ</a:t>
            </a:r>
            <a:endParaRPr lang="ar-SA" sz="4500" dirty="0"/>
          </a:p>
        </p:txBody>
      </p:sp>
      <p:sp>
        <p:nvSpPr>
          <p:cNvPr id="16" name="LINK46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7" name="LINK46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LINK46 answer 3 text">
            <a:hlinkClick r:id="rIdLnk9" action="ppaction://hlinksldjump"/>
          </p:cNvPr>
          <p:cNvSpPr txBox="1"/>
          <p:nvPr/>
        </p:nvSpPr>
        <p:spPr>
          <a:xfrm>
            <a:off x="640080" y="2546033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حَخَ</a:t>
            </a:r>
            <a:endParaRPr lang="ar-SA" sz="4500" dirty="0"/>
          </a:p>
        </p:txBody>
      </p:sp>
      <p:sp>
        <p:nvSpPr>
          <p:cNvPr id="19" name="Progress"/>
          <p:cNvSpPr/>
          <p:nvPr/>
        </p:nvSpPr>
        <p:spPr>
          <a:xfrm>
            <a:off x="247802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271576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295351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319125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342900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Progress"/>
          <p:cNvSpPr/>
          <p:nvPr/>
        </p:nvSpPr>
        <p:spPr>
          <a:xfrm>
            <a:off x="556869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Progress"/>
          <p:cNvSpPr/>
          <p:nvPr/>
        </p:nvSpPr>
        <p:spPr>
          <a:xfrm>
            <a:off x="5806440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Progress"/>
          <p:cNvSpPr/>
          <p:nvPr/>
        </p:nvSpPr>
        <p:spPr>
          <a:xfrm>
            <a:off x="604418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Progress"/>
          <p:cNvSpPr/>
          <p:nvPr/>
        </p:nvSpPr>
        <p:spPr>
          <a:xfrm>
            <a:off x="628192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Progress"/>
          <p:cNvSpPr/>
          <p:nvPr/>
        </p:nvSpPr>
        <p:spPr>
          <a:xfrm>
            <a:off x="651967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312926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خَحَ</a:t>
            </a:r>
            <a:endParaRPr lang="ar-SA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25865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khaḥa</a:t>
            </a:r>
            <a:endParaRPr lang="en-US" sz="21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47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47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47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44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44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44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4 · Read the word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word says  “ḥaḍara”?</a:t>
            </a:r>
            <a:endParaRPr lang="en-US" sz="3400" dirty="0"/>
          </a:p>
        </p:txBody>
      </p:sp>
      <p:sp>
        <p:nvSpPr>
          <p:cNvPr id="9" name="LINK49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49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49 answer 1 text">
            <a:hlinkClick r:id="rIdLnk3" action="ppaction://hlinksldjump"/>
          </p:cNvPr>
          <p:cNvSpPr txBox="1"/>
          <p:nvPr/>
        </p:nvSpPr>
        <p:spPr>
          <a:xfrm>
            <a:off x="6309360" y="2596540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وَشَكَرَ</a:t>
            </a:r>
            <a:endParaRPr lang="ar-SA" sz="4400" dirty="0"/>
          </a:p>
        </p:txBody>
      </p:sp>
      <p:sp>
        <p:nvSpPr>
          <p:cNvPr id="12" name="LINK49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49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49 answer 2 text">
            <a:hlinkClick r:id="rIdLnk6" action="ppaction://hlinksldjump"/>
          </p:cNvPr>
          <p:cNvSpPr txBox="1"/>
          <p:nvPr/>
        </p:nvSpPr>
        <p:spPr>
          <a:xfrm>
            <a:off x="3474720" y="2558466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وَسَطَعَ</a:t>
            </a:r>
            <a:endParaRPr lang="ar-SA" sz="4400" dirty="0"/>
          </a:p>
        </p:txBody>
      </p:sp>
      <p:sp>
        <p:nvSpPr>
          <p:cNvPr id="15" name="LINK48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48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48 answer 3 text">
            <a:hlinkClick r:id="rIdLnk9" action="ppaction://hlinksldjump"/>
          </p:cNvPr>
          <p:cNvSpPr txBox="1"/>
          <p:nvPr/>
        </p:nvSpPr>
        <p:spPr>
          <a:xfrm>
            <a:off x="640080" y="2576144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حَضَرَ</a:t>
            </a:r>
            <a:endParaRPr lang="ar-SA" sz="4400" dirty="0"/>
          </a:p>
        </p:txBody>
      </p:sp>
      <p:sp>
        <p:nvSpPr>
          <p:cNvPr id="18" name="Progress"/>
          <p:cNvSpPr/>
          <p:nvPr/>
        </p:nvSpPr>
        <p:spPr>
          <a:xfrm>
            <a:off x="247802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271576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295351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19125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342900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Progress"/>
          <p:cNvSpPr/>
          <p:nvPr/>
        </p:nvSpPr>
        <p:spPr>
          <a:xfrm>
            <a:off x="556869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Progress"/>
          <p:cNvSpPr/>
          <p:nvPr/>
        </p:nvSpPr>
        <p:spPr>
          <a:xfrm>
            <a:off x="580644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Progress"/>
          <p:cNvSpPr/>
          <p:nvPr/>
        </p:nvSpPr>
        <p:spPr>
          <a:xfrm>
            <a:off x="6044184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Progress"/>
          <p:cNvSpPr/>
          <p:nvPr/>
        </p:nvSpPr>
        <p:spPr>
          <a:xfrm>
            <a:off x="628192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Progress"/>
          <p:cNvSpPr/>
          <p:nvPr/>
        </p:nvSpPr>
        <p:spPr>
          <a:xfrm>
            <a:off x="651967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372476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حَضَرَ</a:t>
            </a:r>
            <a:endParaRPr lang="ar-SA" sz="66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25865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ḥaḍara</a:t>
            </a:r>
            <a:endParaRPr lang="en-US" sz="21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50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50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50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47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47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47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4 · Read the word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word says  “wakharaja”?</a:t>
            </a:r>
            <a:endParaRPr lang="en-US" sz="3400" dirty="0"/>
          </a:p>
        </p:txBody>
      </p:sp>
      <p:sp>
        <p:nvSpPr>
          <p:cNvPr id="9" name="LINK51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51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51 answer 1 text">
            <a:hlinkClick r:id="rIdLnk3" action="ppaction://hlinksldjump"/>
          </p:cNvPr>
          <p:cNvSpPr txBox="1"/>
          <p:nvPr/>
        </p:nvSpPr>
        <p:spPr>
          <a:xfrm>
            <a:off x="6309360" y="2524265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وَخَرَجَ</a:t>
            </a:r>
            <a:endParaRPr lang="ar-SA" sz="4700" dirty="0"/>
          </a:p>
        </p:txBody>
      </p:sp>
      <p:sp>
        <p:nvSpPr>
          <p:cNvPr id="12" name="LINK52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52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52 answer 2 text">
            <a:hlinkClick r:id="rIdLnk6" action="ppaction://hlinksldjump"/>
          </p:cNvPr>
          <p:cNvSpPr txBox="1"/>
          <p:nvPr/>
        </p:nvSpPr>
        <p:spPr>
          <a:xfrm>
            <a:off x="3474720" y="2483079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وَمَسَحَ</a:t>
            </a:r>
            <a:endParaRPr lang="ar-SA" sz="4700" dirty="0"/>
          </a:p>
        </p:txBody>
      </p:sp>
      <p:sp>
        <p:nvSpPr>
          <p:cNvPr id="15" name="LINK52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52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52 answer 3 text">
            <a:hlinkClick r:id="rIdLnk9" action="ppaction://hlinksldjump"/>
          </p:cNvPr>
          <p:cNvSpPr txBox="1"/>
          <p:nvPr/>
        </p:nvSpPr>
        <p:spPr>
          <a:xfrm>
            <a:off x="640080" y="2599989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ظَهَرَ</a:t>
            </a:r>
            <a:endParaRPr lang="ar-SA" sz="4700" dirty="0"/>
          </a:p>
        </p:txBody>
      </p:sp>
      <p:sp>
        <p:nvSpPr>
          <p:cNvPr id="18" name="Progress"/>
          <p:cNvSpPr/>
          <p:nvPr/>
        </p:nvSpPr>
        <p:spPr>
          <a:xfrm>
            <a:off x="247802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271576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295351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19125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342900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Progress"/>
          <p:cNvSpPr/>
          <p:nvPr/>
        </p:nvSpPr>
        <p:spPr>
          <a:xfrm>
            <a:off x="556869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Progress"/>
          <p:cNvSpPr/>
          <p:nvPr/>
        </p:nvSpPr>
        <p:spPr>
          <a:xfrm>
            <a:off x="580644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Progress"/>
          <p:cNvSpPr/>
          <p:nvPr/>
        </p:nvSpPr>
        <p:spPr>
          <a:xfrm>
            <a:off x="60441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Progress"/>
          <p:cNvSpPr/>
          <p:nvPr/>
        </p:nvSpPr>
        <p:spPr>
          <a:xfrm>
            <a:off x="6281928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Progress"/>
          <p:cNvSpPr/>
          <p:nvPr/>
        </p:nvSpPr>
        <p:spPr>
          <a:xfrm>
            <a:off x="651967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312926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وَخَرَجَ</a:t>
            </a:r>
            <a:endParaRPr lang="ar-SA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22880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wakharaja</a:t>
            </a:r>
            <a:endParaRPr lang="en-US" sz="20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53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53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53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50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50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50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4 · Read the word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word says  “jalasa”?</a:t>
            </a:r>
            <a:endParaRPr lang="en-US" sz="3400" dirty="0"/>
          </a:p>
        </p:txBody>
      </p:sp>
      <p:sp>
        <p:nvSpPr>
          <p:cNvPr id="9" name="LINK55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55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55 answer 1 text">
            <a:hlinkClick r:id="rIdLnk3" action="ppaction://hlinksldjump"/>
          </p:cNvPr>
          <p:cNvSpPr txBox="1"/>
          <p:nvPr/>
        </p:nvSpPr>
        <p:spPr>
          <a:xfrm>
            <a:off x="6309360" y="2588133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وَرَزَقَ</a:t>
            </a:r>
            <a:endParaRPr lang="ar-SA" sz="4700" dirty="0"/>
          </a:p>
        </p:txBody>
      </p:sp>
      <p:sp>
        <p:nvSpPr>
          <p:cNvPr id="12" name="LINK54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54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54 answer 2 text">
            <a:hlinkClick r:id="rIdLnk6" action="ppaction://hlinksldjump"/>
          </p:cNvPr>
          <p:cNvSpPr txBox="1"/>
          <p:nvPr/>
        </p:nvSpPr>
        <p:spPr>
          <a:xfrm>
            <a:off x="3474720" y="2616784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جَلَسَ</a:t>
            </a:r>
            <a:endParaRPr lang="ar-SA" sz="4700" dirty="0"/>
          </a:p>
        </p:txBody>
      </p:sp>
      <p:sp>
        <p:nvSpPr>
          <p:cNvPr id="15" name="LINK55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55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55 answer 3 text">
            <a:hlinkClick r:id="rIdLnk9" action="ppaction://hlinksldjump"/>
          </p:cNvPr>
          <p:cNvSpPr txBox="1"/>
          <p:nvPr/>
        </p:nvSpPr>
        <p:spPr>
          <a:xfrm>
            <a:off x="640080" y="2466962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رَسَمَ</a:t>
            </a:r>
            <a:endParaRPr lang="ar-SA" sz="4700" dirty="0"/>
          </a:p>
        </p:txBody>
      </p:sp>
      <p:sp>
        <p:nvSpPr>
          <p:cNvPr id="18" name="Progress"/>
          <p:cNvSpPr/>
          <p:nvPr/>
        </p:nvSpPr>
        <p:spPr>
          <a:xfrm>
            <a:off x="247802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271576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295351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19125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342900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Progress"/>
          <p:cNvSpPr/>
          <p:nvPr/>
        </p:nvSpPr>
        <p:spPr>
          <a:xfrm>
            <a:off x="556869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Progress"/>
          <p:cNvSpPr/>
          <p:nvPr/>
        </p:nvSpPr>
        <p:spPr>
          <a:xfrm>
            <a:off x="580644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Progress"/>
          <p:cNvSpPr/>
          <p:nvPr/>
        </p:nvSpPr>
        <p:spPr>
          <a:xfrm>
            <a:off x="60441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Progress"/>
          <p:cNvSpPr/>
          <p:nvPr/>
        </p:nvSpPr>
        <p:spPr>
          <a:xfrm>
            <a:off x="62819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Progress"/>
          <p:cNvSpPr/>
          <p:nvPr/>
        </p:nvSpPr>
        <p:spPr>
          <a:xfrm>
            <a:off x="6519672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431036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جَلَسَ</a:t>
            </a:r>
            <a:endParaRPr lang="ar-SA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22880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jalasa</a:t>
            </a:r>
            <a:endParaRPr lang="en-US" sz="20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56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56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56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53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53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53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end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463040" y="548640"/>
            <a:ext cx="6217920" cy="2926080"/>
          </a:xfrm>
          <a:prstGeom prst="roundRect">
            <a:avLst>
              <a:gd name="adj" fmla="val 109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1836115" y="665683"/>
            <a:ext cx="5471770" cy="1228954"/>
          </a:xfrm>
          <a:prstGeom prst="roundRect">
            <a:avLst>
              <a:gd name="adj" fmla="val 208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645920" y="746252"/>
            <a:ext cx="585216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did it!</a:t>
            </a:r>
            <a:endParaRPr lang="en-US" sz="58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708214"/>
            <a:ext cx="5852160" cy="5486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games won</a:t>
            </a:r>
            <a:endParaRPr lang="en-US" sz="2700" dirty="0"/>
          </a:p>
        </p:txBody>
      </p:sp>
      <p:sp>
        <p:nvSpPr>
          <p:cNvPr id="7" name="A300 star 1"/>
          <p:cNvSpPr/>
          <p:nvPr/>
        </p:nvSpPr>
        <p:spPr>
          <a:xfrm>
            <a:off x="2194560" y="2423160"/>
            <a:ext cx="822960" cy="82296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A600 star 2"/>
          <p:cNvSpPr/>
          <p:nvPr/>
        </p:nvSpPr>
        <p:spPr>
          <a:xfrm>
            <a:off x="4160520" y="2331720"/>
            <a:ext cx="822960" cy="82296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900 star 3"/>
          <p:cNvSpPr/>
          <p:nvPr/>
        </p:nvSpPr>
        <p:spPr>
          <a:xfrm>
            <a:off x="6126480" y="2423160"/>
            <a:ext cx="822960" cy="82296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LINK2 button">
            <a:hlinkClick r:id="rIdLnk1" action="ppaction://hlinksldjump"/>
          </p:cNvPr>
          <p:cNvSpPr/>
          <p:nvPr/>
        </p:nvSpPr>
        <p:spPr>
          <a:xfrm>
            <a:off x="3017520" y="3840480"/>
            <a:ext cx="3108960" cy="777240"/>
          </a:xfrm>
          <a:prstGeom prst="roundRect">
            <a:avLst>
              <a:gd name="adj" fmla="val 41176"/>
            </a:avLst>
          </a:prstGeom>
          <a:solidFill>
            <a:srgbClr val="1971C2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LINK2 button sheen">
            <a:hlinkClick r:id="rIdLnk2" action="ppaction://hlinksldjump"/>
          </p:cNvPr>
          <p:cNvSpPr/>
          <p:nvPr/>
        </p:nvSpPr>
        <p:spPr>
          <a:xfrm>
            <a:off x="3204058" y="3871570"/>
            <a:ext cx="2735885" cy="326441"/>
          </a:xfrm>
          <a:prstGeom prst="roundRect">
            <a:avLst>
              <a:gd name="adj" fmla="val 78431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LINK2 button text">
            <a:hlinkClick r:id="rIdLnk3" action="ppaction://hlinksldjump"/>
          </p:cNvPr>
          <p:cNvSpPr txBox="1"/>
          <p:nvPr/>
        </p:nvSpPr>
        <p:spPr>
          <a:xfrm>
            <a:off x="3017520" y="3836924"/>
            <a:ext cx="310896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Play again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win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56</Slides>
  <Notes>56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5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Fathah Games 04-jeem-ha-kha</dc:title>
  <dc:subject>PptxGenJS Presentation</dc:subject>
  <dc:creator>PptxGenJS</dc:creator>
  <cp:lastModifiedBy>PptxGenJS</cp:lastModifiedBy>
  <cp:revision>1</cp:revision>
  <dcterms:created xsi:type="dcterms:W3CDTF">2026-10-22T14:27:38Z</dcterms:created>
  <dcterms:modified xsi:type="dcterms:W3CDTF">2026-10-22T14:27:38Z</dcterms:modified>
</cp:coreProperties>
</file>