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سَ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شَ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سَ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سَ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شَ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شَ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سَتَ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سَزَ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شَبَ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شَذَ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وَسَطَعَ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وَجَلَسَ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وَشَكَرَ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3.xml"/><Relationship Id="rIdLnk2" Type="http://schemas.openxmlformats.org/officeDocument/2006/relationships/slide" Target="slide3.xml"/><Relationship Id="rIdLnk3" Type="http://schemas.openxmlformats.org/officeDocument/2006/relationships/slide" Target="slide3.xml"/><Relationship Id="rIdLnk4" Type="http://schemas.openxmlformats.org/officeDocument/2006/relationships/slide" Target="slide4.xml"/><Relationship Id="rIdLnk5" Type="http://schemas.openxmlformats.org/officeDocument/2006/relationships/slide" Target="slide4.xml"/><Relationship Id="rIdLnk6" Type="http://schemas.openxmlformats.org/officeDocument/2006/relationships/slide" Target="slide4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6.xml"/><Relationship Id="rIdLnk2" Type="http://schemas.openxmlformats.org/officeDocument/2006/relationships/slide" Target="slide6.xml"/><Relationship Id="rIdLnk3" Type="http://schemas.openxmlformats.org/officeDocument/2006/relationships/slide" Target="slide6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7.xml"/><Relationship Id="rIdLnk8" Type="http://schemas.openxmlformats.org/officeDocument/2006/relationships/slide" Target="slide7.xml"/><Relationship Id="rIdLnk9" Type="http://schemas.openxmlformats.org/officeDocument/2006/relationships/slide" Target="slide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9.xml"/><Relationship Id="rIdLnk2" Type="http://schemas.openxmlformats.org/officeDocument/2006/relationships/slide" Target="slide9.xml"/><Relationship Id="rIdLnk3" Type="http://schemas.openxmlformats.org/officeDocument/2006/relationships/slide" Target="slide9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10.xml"/><Relationship Id="rIdLnk8" Type="http://schemas.openxmlformats.org/officeDocument/2006/relationships/slide" Target="slide10.xml"/><Relationship Id="rIdLnk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2.xml"/><Relationship Id="rIdLnk2" Type="http://schemas.openxmlformats.org/officeDocument/2006/relationships/slide" Target="slide12.xml"/><Relationship Id="rIdLnk3" Type="http://schemas.openxmlformats.org/officeDocument/2006/relationships/slide" Target="slide12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3.xml"/><Relationship Id="rIdLnk8" Type="http://schemas.openxmlformats.org/officeDocument/2006/relationships/slide" Target="slide13.xml"/><Relationship Id="rIdLnk9" Type="http://schemas.openxmlformats.org/officeDocument/2006/relationships/slide" Target="slide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5.xml"/><Relationship Id="rIdLnk5" Type="http://schemas.openxmlformats.org/officeDocument/2006/relationships/slide" Target="slide15.xml"/><Relationship Id="rIdLnk6" Type="http://schemas.openxmlformats.org/officeDocument/2006/relationships/slide" Target="slide15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9.xml"/><Relationship Id="rIdLnk5" Type="http://schemas.openxmlformats.org/officeDocument/2006/relationships/slide" Target="slide19.xml"/><Relationship Id="rIdLnk6" Type="http://schemas.openxmlformats.org/officeDocument/2006/relationships/slide" Target="slide19.xml"/><Relationship Id="rIdLnk7" Type="http://schemas.openxmlformats.org/officeDocument/2006/relationships/slide" Target="slide18.xml"/><Relationship Id="rIdLnk8" Type="http://schemas.openxmlformats.org/officeDocument/2006/relationships/slide" Target="slide18.xml"/><Relationship Id="rIdLnk9" Type="http://schemas.openxmlformats.org/officeDocument/2006/relationships/slide" Target="slide1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1.xml"/><Relationship Id="rIdLnk2" Type="http://schemas.openxmlformats.org/officeDocument/2006/relationships/slide" Target="slide21.xml"/><Relationship Id="rIdLnk3" Type="http://schemas.openxmlformats.org/officeDocument/2006/relationships/slide" Target="slide21.xml"/><Relationship Id="rIdLnk4" Type="http://schemas.openxmlformats.org/officeDocument/2006/relationships/slide" Target="slide22.xml"/><Relationship Id="rIdLnk5" Type="http://schemas.openxmlformats.org/officeDocument/2006/relationships/slide" Target="slide22.xml"/><Relationship Id="rIdLnk6" Type="http://schemas.openxmlformats.org/officeDocument/2006/relationships/slide" Target="slide22.xml"/><Relationship Id="rIdLnk7" Type="http://schemas.openxmlformats.org/officeDocument/2006/relationships/slide" Target="slide22.xml"/><Relationship Id="rIdLnk8" Type="http://schemas.openxmlformats.org/officeDocument/2006/relationships/slide" Target="slide22.xml"/><Relationship Id="rIdLnk9" Type="http://schemas.openxmlformats.org/officeDocument/2006/relationships/slide" Target="slide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5.xml"/><Relationship Id="rIdLnk2" Type="http://schemas.openxmlformats.org/officeDocument/2006/relationships/slide" Target="slide25.xml"/><Relationship Id="rIdLnk3" Type="http://schemas.openxmlformats.org/officeDocument/2006/relationships/slide" Target="slide25.xml"/><Relationship Id="rIdLnk4" Type="http://schemas.openxmlformats.org/officeDocument/2006/relationships/slide" Target="slide25.xml"/><Relationship Id="rIdLnk5" Type="http://schemas.openxmlformats.org/officeDocument/2006/relationships/slide" Target="slide25.xml"/><Relationship Id="rIdLnk6" Type="http://schemas.openxmlformats.org/officeDocument/2006/relationships/slide" Target="slide25.xml"/><Relationship Id="rIdLnk7" Type="http://schemas.openxmlformats.org/officeDocument/2006/relationships/slide" Target="slide24.xml"/><Relationship Id="rIdLnk8" Type="http://schemas.openxmlformats.org/officeDocument/2006/relationships/slide" Target="slide24.xml"/><Relationship Id="rIdLnk9" Type="http://schemas.openxmlformats.org/officeDocument/2006/relationships/slide" Target="slide2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8.xml"/><Relationship Id="rIdLnk2" Type="http://schemas.openxmlformats.org/officeDocument/2006/relationships/slide" Target="slide28.xml"/><Relationship Id="rIdLnk3" Type="http://schemas.openxmlformats.org/officeDocument/2006/relationships/slide" Target="slide28.xml"/><Relationship Id="rIdLnk4" Type="http://schemas.openxmlformats.org/officeDocument/2006/relationships/slide" Target="slide28.xml"/><Relationship Id="rIdLnk5" Type="http://schemas.openxmlformats.org/officeDocument/2006/relationships/slide" Target="slide28.xml"/><Relationship Id="rIdLnk6" Type="http://schemas.openxmlformats.org/officeDocument/2006/relationships/slide" Target="slide28.xml"/><Relationship Id="rIdLnk7" Type="http://schemas.openxmlformats.org/officeDocument/2006/relationships/slide" Target="slide27.xml"/><Relationship Id="rIdLnk8" Type="http://schemas.openxmlformats.org/officeDocument/2006/relationships/slide" Target="slide27.xml"/><Relationship Id="rIdLnk9" Type="http://schemas.openxmlformats.org/officeDocument/2006/relationships/slide" Target="slide2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Lnk3" Type="http://schemas.openxmlformats.org/officeDocument/2006/relationships/slide" Target="slide31.xml"/><Relationship Id="rIdLnk4" Type="http://schemas.openxmlformats.org/officeDocument/2006/relationships/slide" Target="slide31.xml"/><Relationship Id="rIdLnk5" Type="http://schemas.openxmlformats.org/officeDocument/2006/relationships/slide" Target="slide31.xml"/><Relationship Id="rIdLnk6" Type="http://schemas.openxmlformats.org/officeDocument/2006/relationships/slide" Target="slide31.xml"/><Relationship Id="rIdLnk7" Type="http://schemas.openxmlformats.org/officeDocument/2006/relationships/slide" Target="slide30.xml"/><Relationship Id="rIdLnk8" Type="http://schemas.openxmlformats.org/officeDocument/2006/relationships/slide" Target="slide30.xml"/><Relationship Id="rIdLnk9" Type="http://schemas.openxmlformats.org/officeDocument/2006/relationships/slide" Target="slide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4.xml"/><Relationship Id="rIdLnk2" Type="http://schemas.openxmlformats.org/officeDocument/2006/relationships/slide" Target="slide34.xml"/><Relationship Id="rIdLnk3" Type="http://schemas.openxmlformats.org/officeDocument/2006/relationships/slide" Target="slide34.xml"/><Relationship Id="rIdLnk4" Type="http://schemas.openxmlformats.org/officeDocument/2006/relationships/slide" Target="slide33.xml"/><Relationship Id="rIdLnk5" Type="http://schemas.openxmlformats.org/officeDocument/2006/relationships/slide" Target="slide33.xml"/><Relationship Id="rIdLnk6" Type="http://schemas.openxmlformats.org/officeDocument/2006/relationships/slide" Target="slide33.xml"/><Relationship Id="rIdLnk7" Type="http://schemas.openxmlformats.org/officeDocument/2006/relationships/slide" Target="slide34.xml"/><Relationship Id="rIdLnk8" Type="http://schemas.openxmlformats.org/officeDocument/2006/relationships/slide" Target="slide34.xml"/><Relationship Id="rIdLnk9" Type="http://schemas.openxmlformats.org/officeDocument/2006/relationships/slide" Target="slide3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6.xml"/><Relationship Id="rIdLnk2" Type="http://schemas.openxmlformats.org/officeDocument/2006/relationships/slide" Target="slide36.xml"/><Relationship Id="rIdLnk3" Type="http://schemas.openxmlformats.org/officeDocument/2006/relationships/slide" Target="slide36.xml"/><Relationship Id="rIdLnk4" Type="http://schemas.openxmlformats.org/officeDocument/2006/relationships/slide" Target="slide37.xml"/><Relationship Id="rIdLnk5" Type="http://schemas.openxmlformats.org/officeDocument/2006/relationships/slide" Target="slide37.xml"/><Relationship Id="rIdLnk6" Type="http://schemas.openxmlformats.org/officeDocument/2006/relationships/slide" Target="slide37.xml"/><Relationship Id="rIdLnk7" Type="http://schemas.openxmlformats.org/officeDocument/2006/relationships/slide" Target="slide37.xml"/><Relationship Id="rIdLnk8" Type="http://schemas.openxmlformats.org/officeDocument/2006/relationships/slide" Target="slide37.xml"/><Relationship Id="rIdLnk9" Type="http://schemas.openxmlformats.org/officeDocument/2006/relationships/slide" Target="slide3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39.xml"/><Relationship Id="rIdLnk2" Type="http://schemas.openxmlformats.org/officeDocument/2006/relationships/slide" Target="slide39.xml"/><Relationship Id="rIdLnk3" Type="http://schemas.openxmlformats.org/officeDocument/2006/relationships/slide" Target="slide39.xml"/><Relationship Id="rIdLnk4" Type="http://schemas.openxmlformats.org/officeDocument/2006/relationships/slide" Target="slide40.xml"/><Relationship Id="rIdLnk5" Type="http://schemas.openxmlformats.org/officeDocument/2006/relationships/slide" Target="slide40.xml"/><Relationship Id="rIdLnk6" Type="http://schemas.openxmlformats.org/officeDocument/2006/relationships/slide" Target="slide40.xml"/><Relationship Id="rIdLnk7" Type="http://schemas.openxmlformats.org/officeDocument/2006/relationships/slide" Target="slide40.xml"/><Relationship Id="rIdLnk8" Type="http://schemas.openxmlformats.org/officeDocument/2006/relationships/slide" Target="slide40.xml"/><Relationship Id="rIdLnk9" Type="http://schemas.openxmlformats.org/officeDocument/2006/relationships/slide" Target="slide40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87894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   شَ</a:t>
            </a:r>
            <a:endParaRPr lang="ar-SA" sz="57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 answer 1 text">
            <a:hlinkClick r:id="rIdLnk3" action="ppaction://hlinksldjump"/>
          </p:cNvPr>
          <p:cNvSpPr txBox="1"/>
          <p:nvPr/>
        </p:nvSpPr>
        <p:spPr>
          <a:xfrm>
            <a:off x="6457950" y="246762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300" dirty="0"/>
          </a:p>
        </p:txBody>
      </p:sp>
      <p:sp>
        <p:nvSpPr>
          <p:cNvPr id="12" name="LINK4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 answer 2 text">
            <a:hlinkClick r:id="rIdLnk6" action="ppaction://hlinksldjump"/>
          </p:cNvPr>
          <p:cNvSpPr txBox="1"/>
          <p:nvPr/>
        </p:nvSpPr>
        <p:spPr>
          <a:xfrm>
            <a:off x="3771900" y="231681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3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50762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63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3935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6 answer 1 text">
            <a:hlinkClick r:id="rIdLnk3" action="ppaction://hlinksldjump"/>
          </p:cNvPr>
          <p:cNvSpPr txBox="1"/>
          <p:nvPr/>
        </p:nvSpPr>
        <p:spPr>
          <a:xfrm>
            <a:off x="6457950" y="259416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5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43701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500" dirty="0"/>
          </a:p>
        </p:txBody>
      </p:sp>
      <p:sp>
        <p:nvSpPr>
          <p:cNvPr id="15" name="LINK7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7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7 answer 3 text">
            <a:hlinkClick r:id="rIdLnk9" action="ppaction://hlinksldjump"/>
          </p:cNvPr>
          <p:cNvSpPr txBox="1"/>
          <p:nvPr/>
        </p:nvSpPr>
        <p:spPr>
          <a:xfrm>
            <a:off x="1085850" y="262909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371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“sa”</a:t>
            </a:r>
            <a:endParaRPr lang="en-US" sz="3400" dirty="0"/>
          </a:p>
        </p:txBody>
      </p:sp>
      <p:sp>
        <p:nvSpPr>
          <p:cNvPr id="9" name="LINK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9 answer 1 text">
            <a:hlinkClick r:id="rIdLnk3" action="ppaction://hlinksldjump"/>
          </p:cNvPr>
          <p:cNvSpPr txBox="1"/>
          <p:nvPr/>
        </p:nvSpPr>
        <p:spPr>
          <a:xfrm>
            <a:off x="6457950" y="246103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53856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5" name="LINK10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0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0 answer 3 text">
            <a:hlinkClick r:id="rIdLnk9" action="ppaction://hlinksldjump"/>
          </p:cNvPr>
          <p:cNvSpPr txBox="1"/>
          <p:nvPr/>
        </p:nvSpPr>
        <p:spPr>
          <a:xfrm>
            <a:off x="1085850" y="2433371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3935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“sa”</a:t>
            </a:r>
            <a:endParaRPr lang="en-US" sz="3400" dirty="0"/>
          </a:p>
        </p:txBody>
      </p:sp>
      <p:sp>
        <p:nvSpPr>
          <p:cNvPr id="9" name="LINK12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2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2 answer 1 text">
            <a:hlinkClick r:id="rIdLnk3" action="ppaction://hlinksldjump"/>
          </p:cNvPr>
          <p:cNvSpPr txBox="1"/>
          <p:nvPr/>
        </p:nvSpPr>
        <p:spPr>
          <a:xfrm>
            <a:off x="6457950" y="247860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2" name="LINK1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3 answer 2 text">
            <a:hlinkClick r:id="rIdLnk6" action="ppaction://hlinksldjump"/>
          </p:cNvPr>
          <p:cNvSpPr txBox="1"/>
          <p:nvPr/>
        </p:nvSpPr>
        <p:spPr>
          <a:xfrm>
            <a:off x="3771900" y="268890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800" dirty="0"/>
          </a:p>
        </p:txBody>
      </p:sp>
      <p:sp>
        <p:nvSpPr>
          <p:cNvPr id="15" name="LINK13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3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3 answer 3 text">
            <a:hlinkClick r:id="rIdLnk9" action="ppaction://hlinksldjump"/>
          </p:cNvPr>
          <p:cNvSpPr txBox="1"/>
          <p:nvPr/>
        </p:nvSpPr>
        <p:spPr>
          <a:xfrm>
            <a:off x="1085850" y="25935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3935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1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“sha”</a:t>
            </a:r>
            <a:endParaRPr lang="en-US" sz="3400" dirty="0"/>
          </a:p>
        </p:txBody>
      </p:sp>
      <p:sp>
        <p:nvSpPr>
          <p:cNvPr id="9" name="LINK1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6 answer 1 text">
            <a:hlinkClick r:id="rIdLnk3" action="ppaction://hlinksldjump"/>
          </p:cNvPr>
          <p:cNvSpPr txBox="1"/>
          <p:nvPr/>
        </p:nvSpPr>
        <p:spPr>
          <a:xfrm>
            <a:off x="6457950" y="249407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800" dirty="0"/>
          </a:p>
        </p:txBody>
      </p:sp>
      <p:sp>
        <p:nvSpPr>
          <p:cNvPr id="12" name="LINK15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5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5 answer 2 text">
            <a:hlinkClick r:id="rIdLnk6" action="ppaction://hlinksldjump"/>
          </p:cNvPr>
          <p:cNvSpPr txBox="1"/>
          <p:nvPr/>
        </p:nvSpPr>
        <p:spPr>
          <a:xfrm>
            <a:off x="3771900" y="25935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LINK1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6 answer 3 text">
            <a:hlinkClick r:id="rIdLnk9" action="ppaction://hlinksldjump"/>
          </p:cNvPr>
          <p:cNvSpPr txBox="1"/>
          <p:nvPr/>
        </p:nvSpPr>
        <p:spPr>
          <a:xfrm>
            <a:off x="1085850" y="244177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371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“sha”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457950" y="265262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800" dirty="0"/>
          </a:p>
        </p:txBody>
      </p:sp>
      <p:sp>
        <p:nvSpPr>
          <p:cNvPr id="12" name="LINK19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9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9 answer 2 text">
            <a:hlinkClick r:id="rIdLnk6" action="ppaction://hlinksldjump"/>
          </p:cNvPr>
          <p:cNvSpPr txBox="1"/>
          <p:nvPr/>
        </p:nvSpPr>
        <p:spPr>
          <a:xfrm>
            <a:off x="3771900" y="237337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800" dirty="0"/>
          </a:p>
        </p:txBody>
      </p:sp>
      <p:sp>
        <p:nvSpPr>
          <p:cNvPr id="15" name="LINK18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8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8 answer 3 text">
            <a:hlinkClick r:id="rIdLnk9" action="ppaction://hlinksldjump"/>
          </p:cNvPr>
          <p:cNvSpPr txBox="1"/>
          <p:nvPr/>
        </p:nvSpPr>
        <p:spPr>
          <a:xfrm>
            <a:off x="1085850" y="259351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371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326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 + ta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15213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  +  تَ</a:t>
            </a:r>
            <a:endParaRPr lang="ar-SA" sz="6400" dirty="0"/>
          </a:p>
        </p:txBody>
      </p:sp>
      <p:sp>
        <p:nvSpPr>
          <p:cNvPr id="10" name="LINK2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1 answer 1 text">
            <a:hlinkClick r:id="rIdLnk3" action="ppaction://hlinksldjump"/>
          </p:cNvPr>
          <p:cNvSpPr txBox="1"/>
          <p:nvPr/>
        </p:nvSpPr>
        <p:spPr>
          <a:xfrm>
            <a:off x="6309360" y="261964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5100" dirty="0"/>
          </a:p>
        </p:txBody>
      </p:sp>
      <p:sp>
        <p:nvSpPr>
          <p:cNvPr id="13" name="LINK22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2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2 answer 2 text">
            <a:hlinkClick r:id="rIdLnk6" action="ppaction://hlinksldjump"/>
          </p:cNvPr>
          <p:cNvSpPr txBox="1"/>
          <p:nvPr/>
        </p:nvSpPr>
        <p:spPr>
          <a:xfrm>
            <a:off x="3474720" y="247261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5100" dirty="0"/>
          </a:p>
        </p:txBody>
      </p:sp>
      <p:sp>
        <p:nvSpPr>
          <p:cNvPr id="16" name="LINK2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2 answer 3 text">
            <a:hlinkClick r:id="rIdLnk9" action="ppaction://hlinksldjump"/>
          </p:cNvPr>
          <p:cNvSpPr txBox="1"/>
          <p:nvPr/>
        </p:nvSpPr>
        <p:spPr>
          <a:xfrm>
            <a:off x="640080" y="258272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endParaRPr lang="ar-SA" sz="51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4025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سَتَ</a:t>
            </a:r>
            <a:endParaRPr lang="ar-SA" sz="8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1549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sata</a:t>
            </a:r>
            <a:endParaRPr lang="en-US" sz="26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326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 + za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38340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  +  زَ</a:t>
            </a:r>
            <a:endParaRPr lang="ar-SA" sz="6200" dirty="0"/>
          </a:p>
        </p:txBody>
      </p:sp>
      <p:sp>
        <p:nvSpPr>
          <p:cNvPr id="10" name="LINK2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5 answer 1 text">
            <a:hlinkClick r:id="rIdLnk3" action="ppaction://hlinksldjump"/>
          </p:cNvPr>
          <p:cNvSpPr txBox="1"/>
          <p:nvPr/>
        </p:nvSpPr>
        <p:spPr>
          <a:xfrm>
            <a:off x="6309360" y="256397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endParaRPr lang="ar-SA" sz="5300" dirty="0"/>
          </a:p>
        </p:txBody>
      </p:sp>
      <p:sp>
        <p:nvSpPr>
          <p:cNvPr id="13" name="LINK25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5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5 answer 2 text">
            <a:hlinkClick r:id="rIdLnk6" action="ppaction://hlinksldjump"/>
          </p:cNvPr>
          <p:cNvSpPr txBox="1"/>
          <p:nvPr/>
        </p:nvSpPr>
        <p:spPr>
          <a:xfrm>
            <a:off x="3474720" y="260906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سَدَ</a:t>
            </a:r>
            <a:endParaRPr lang="ar-SA" sz="5300" dirty="0"/>
          </a:p>
        </p:txBody>
      </p:sp>
      <p:sp>
        <p:nvSpPr>
          <p:cNvPr id="16" name="LINK24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4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4 answer 3 text">
            <a:hlinkClick r:id="rIdLnk9" action="ppaction://hlinksldjump"/>
          </p:cNvPr>
          <p:cNvSpPr txBox="1"/>
          <p:nvPr/>
        </p:nvSpPr>
        <p:spPr>
          <a:xfrm>
            <a:off x="640080" y="256397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53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6413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سَزَ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14752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saza</a:t>
            </a:r>
            <a:endParaRPr lang="en-US" sz="28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 + ba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75246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  +  بَ</a:t>
            </a:r>
            <a:endParaRPr lang="ar-SA" sz="5700" dirty="0"/>
          </a:p>
        </p:txBody>
      </p:sp>
      <p:sp>
        <p:nvSpPr>
          <p:cNvPr id="10" name="LINK28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8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8 answer 1 text">
            <a:hlinkClick r:id="rIdLnk3" action="ppaction://hlinksldjump"/>
          </p:cNvPr>
          <p:cNvSpPr txBox="1"/>
          <p:nvPr/>
        </p:nvSpPr>
        <p:spPr>
          <a:xfrm>
            <a:off x="6309360" y="259632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endParaRPr lang="ar-SA" sz="4500" dirty="0"/>
          </a:p>
        </p:txBody>
      </p:sp>
      <p:sp>
        <p:nvSpPr>
          <p:cNvPr id="13" name="LINK2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8 answer 2 text">
            <a:hlinkClick r:id="rIdLnk6" action="ppaction://hlinksldjump"/>
          </p:cNvPr>
          <p:cNvSpPr txBox="1"/>
          <p:nvPr/>
        </p:nvSpPr>
        <p:spPr>
          <a:xfrm>
            <a:off x="3474720" y="255346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شَجَ</a:t>
            </a:r>
            <a:endParaRPr lang="ar-SA" sz="4500" dirty="0"/>
          </a:p>
        </p:txBody>
      </p:sp>
      <p:sp>
        <p:nvSpPr>
          <p:cNvPr id="16" name="LINK2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7 answer 3 text">
            <a:hlinkClick r:id="rIdLnk9" action="ppaction://hlinksldjump"/>
          </p:cNvPr>
          <p:cNvSpPr txBox="1"/>
          <p:nvPr/>
        </p:nvSpPr>
        <p:spPr>
          <a:xfrm>
            <a:off x="640080" y="260689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45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1855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شَبَ</a:t>
            </a:r>
            <a:endParaRPr lang="ar-SA" sz="6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shaba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51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 + dha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80675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  +  ذَ</a:t>
            </a:r>
            <a:endParaRPr lang="ar-SA" sz="5700" dirty="0"/>
          </a:p>
        </p:txBody>
      </p:sp>
      <p:sp>
        <p:nvSpPr>
          <p:cNvPr id="10" name="LINK3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1 answer 1 text">
            <a:hlinkClick r:id="rIdLnk3" action="ppaction://hlinksldjump"/>
          </p:cNvPr>
          <p:cNvSpPr txBox="1"/>
          <p:nvPr/>
        </p:nvSpPr>
        <p:spPr>
          <a:xfrm>
            <a:off x="6309360" y="260012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endParaRPr lang="ar-SA" sz="4900" dirty="0"/>
          </a:p>
        </p:txBody>
      </p:sp>
      <p:sp>
        <p:nvSpPr>
          <p:cNvPr id="13" name="LINK3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1 answer 2 text">
            <a:hlinkClick r:id="rIdLnk6" action="ppaction://hlinksldjump"/>
          </p:cNvPr>
          <p:cNvSpPr txBox="1"/>
          <p:nvPr/>
        </p:nvSpPr>
        <p:spPr>
          <a:xfrm>
            <a:off x="3474720" y="259546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شَرَ</a:t>
            </a:r>
            <a:endParaRPr lang="ar-SA" sz="4900" dirty="0"/>
          </a:p>
        </p:txBody>
      </p:sp>
      <p:sp>
        <p:nvSpPr>
          <p:cNvPr id="16" name="LINK3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0 answer 3 text">
            <a:hlinkClick r:id="rIdLnk9" action="ppaction://hlinksldjump"/>
          </p:cNvPr>
          <p:cNvSpPr txBox="1"/>
          <p:nvPr/>
        </p:nvSpPr>
        <p:spPr>
          <a:xfrm>
            <a:off x="640080" y="267169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49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51780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شَذَ</a:t>
            </a:r>
            <a:endParaRPr lang="ar-SA" sz="75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shadha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“wasaṭa'a”?</a:t>
            </a:r>
            <a:endParaRPr lang="en-US" sz="3400" dirty="0"/>
          </a:p>
        </p:txBody>
      </p:sp>
      <p:sp>
        <p:nvSpPr>
          <p:cNvPr id="9" name="LINK3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4 answer 1 text">
            <a:hlinkClick r:id="rIdLnk3" action="ppaction://hlinksldjump"/>
          </p:cNvPr>
          <p:cNvSpPr txBox="1"/>
          <p:nvPr/>
        </p:nvSpPr>
        <p:spPr>
          <a:xfrm>
            <a:off x="630936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200" dirty="0"/>
          </a:p>
        </p:txBody>
      </p:sp>
      <p:sp>
        <p:nvSpPr>
          <p:cNvPr id="12" name="LINK33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3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3 answer 2 text">
            <a:hlinkClick r:id="rIdLnk6" action="ppaction://hlinksldjump"/>
          </p:cNvPr>
          <p:cNvSpPr txBox="1"/>
          <p:nvPr/>
        </p:nvSpPr>
        <p:spPr>
          <a:xfrm>
            <a:off x="3474720" y="256062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200" dirty="0"/>
          </a:p>
        </p:txBody>
      </p:sp>
      <p:sp>
        <p:nvSpPr>
          <p:cNvPr id="15" name="LINK34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4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4 answer 3 text">
            <a:hlinkClick r:id="rIdLnk9" action="ppaction://hlinksldjump"/>
          </p:cNvPr>
          <p:cNvSpPr txBox="1"/>
          <p:nvPr/>
        </p:nvSpPr>
        <p:spPr>
          <a:xfrm>
            <a:off x="640080" y="256062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2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5677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186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wasaṭa'a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“wajalasa”?</a:t>
            </a:r>
            <a:endParaRPr lang="en-US" sz="3400" dirty="0"/>
          </a:p>
        </p:txBody>
      </p:sp>
      <p:sp>
        <p:nvSpPr>
          <p:cNvPr id="9" name="LINK36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6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6 answer 1 text">
            <a:hlinkClick r:id="rIdLnk3" action="ppaction://hlinksldjump"/>
          </p:cNvPr>
          <p:cNvSpPr txBox="1"/>
          <p:nvPr/>
        </p:nvSpPr>
        <p:spPr>
          <a:xfrm>
            <a:off x="6309360" y="2616327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500" dirty="0"/>
          </a:p>
        </p:txBody>
      </p:sp>
      <p:sp>
        <p:nvSpPr>
          <p:cNvPr id="12" name="LINK37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7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7 answer 2 text">
            <a:hlinkClick r:id="rIdLnk6" action="ppaction://hlinksldjump"/>
          </p:cNvPr>
          <p:cNvSpPr txBox="1"/>
          <p:nvPr/>
        </p:nvSpPr>
        <p:spPr>
          <a:xfrm>
            <a:off x="3474720" y="252774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500" dirty="0"/>
          </a:p>
        </p:txBody>
      </p:sp>
      <p:sp>
        <p:nvSpPr>
          <p:cNvPr id="15" name="LINK3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7 answer 3 text">
            <a:hlinkClick r:id="rIdLnk9" action="ppaction://hlinksldjump"/>
          </p:cNvPr>
          <p:cNvSpPr txBox="1"/>
          <p:nvPr/>
        </p:nvSpPr>
        <p:spPr>
          <a:xfrm>
            <a:off x="640080" y="254546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5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31036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wajalasa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“washakara”?</a:t>
            </a:r>
            <a:endParaRPr lang="en-US" sz="3400" dirty="0"/>
          </a:p>
        </p:txBody>
      </p:sp>
      <p:sp>
        <p:nvSpPr>
          <p:cNvPr id="9" name="LINK39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9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9 answer 1 text">
            <a:hlinkClick r:id="rIdLnk3" action="ppaction://hlinksldjump"/>
          </p:cNvPr>
          <p:cNvSpPr txBox="1"/>
          <p:nvPr/>
        </p:nvSpPr>
        <p:spPr>
          <a:xfrm>
            <a:off x="6309360" y="259654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2" name="LINK40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0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0 answer 2 text">
            <a:hlinkClick r:id="rIdLnk6" action="ppaction://hlinksldjump"/>
          </p:cNvPr>
          <p:cNvSpPr txBox="1"/>
          <p:nvPr/>
        </p:nvSpPr>
        <p:spPr>
          <a:xfrm>
            <a:off x="3474720" y="25584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5" name="LINK4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0 answer 3 text">
            <a:hlinkClick r:id="rIdLnk9" action="ppaction://hlinksldjump"/>
          </p:cNvPr>
          <p:cNvSpPr txBox="1"/>
          <p:nvPr/>
        </p:nvSpPr>
        <p:spPr>
          <a:xfrm>
            <a:off x="640080" y="260184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4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371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9296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washakara</a:t>
            </a:r>
            <a:endParaRPr lang="en-US" sz="24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07-seen-sheen</dc:title>
  <dc:subject>PptxGenJS Presentation</dc:subject>
  <dc:creator>PptxGenJS</dc:creator>
  <cp:lastModifiedBy>PptxGenJS</cp:lastModifiedBy>
  <cp:revision>1</cp:revision>
  <dcterms:created xsi:type="dcterms:W3CDTF">2026-10-22T14:27:38Z</dcterms:created>
  <dcterms:modified xsi:type="dcterms:W3CDTF">2026-10-22T14:27:38Z</dcterms:modified>
</cp:coreProperties>
</file>