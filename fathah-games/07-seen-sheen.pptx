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سَ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شَ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سَ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سَ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شَ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شَ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سَتَ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سَزَ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شَبَ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شَذَ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وَسَطَعَ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وَجَلَسَ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وَشَكَرَ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2.xml"/><Relationship Id="rIdLnk2" Type="http://schemas.openxmlformats.org/officeDocument/2006/relationships/slide" Target="slide12.xml"/><Relationship Id="rIdLnk3" Type="http://schemas.openxmlformats.org/officeDocument/2006/relationships/slide" Target="slide12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8.xml"/><Relationship Id="rIdLnk8" Type="http://schemas.openxmlformats.org/officeDocument/2006/relationships/slide" Target="slide18.xml"/><Relationship Id="rIdLnk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1.xml"/><Relationship Id="rIdLnk2" Type="http://schemas.openxmlformats.org/officeDocument/2006/relationships/slide" Target="slide21.xml"/><Relationship Id="rIdLnk3" Type="http://schemas.openxmlformats.org/officeDocument/2006/relationships/slide" Target="slide21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4.xml"/><Relationship Id="rIdLnk8" Type="http://schemas.openxmlformats.org/officeDocument/2006/relationships/slide" Target="slide24.xml"/><Relationship Id="rIdLnk9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3.xml"/><Relationship Id="rIdLnk5" Type="http://schemas.openxmlformats.org/officeDocument/2006/relationships/slide" Target="slide33.xml"/><Relationship Id="rIdLnk6" Type="http://schemas.openxmlformats.org/officeDocument/2006/relationships/slide" Target="slide33.xml"/><Relationship Id="rIdLnk7" Type="http://schemas.openxmlformats.org/officeDocument/2006/relationships/slide" Target="slide34.xml"/><Relationship Id="rIdLnk8" Type="http://schemas.openxmlformats.org/officeDocument/2006/relationships/slide" Target="slide34.xml"/><Relationship Id="rIdLnk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6.xml"/><Relationship Id="rIdLnk2" Type="http://schemas.openxmlformats.org/officeDocument/2006/relationships/slide" Target="slide36.xml"/><Relationship Id="rIdLnk3" Type="http://schemas.openxmlformats.org/officeDocument/2006/relationships/slide" Target="slide36.xml"/><Relationship Id="rIdLnk4" Type="http://schemas.openxmlformats.org/officeDocument/2006/relationships/slide" Target="slide37.xml"/><Relationship Id="rIdLnk5" Type="http://schemas.openxmlformats.org/officeDocument/2006/relationships/slide" Target="slide37.xml"/><Relationship Id="rIdLnk6" Type="http://schemas.openxmlformats.org/officeDocument/2006/relationships/slide" Target="slide37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39.xml"/><Relationship Id="rIdLnk2" Type="http://schemas.openxmlformats.org/officeDocument/2006/relationships/slide" Target="slide39.xml"/><Relationship Id="rIdLnk3" Type="http://schemas.openxmlformats.org/officeDocument/2006/relationships/slide" Target="slide39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87894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   شَ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46762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3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31681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3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50762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3935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5941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5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43701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5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62909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“sa”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46103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53856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43337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3935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“sa”</a:t>
            </a:r>
            <a:endParaRPr lang="en-US" sz="3400" dirty="0"/>
          </a:p>
        </p:txBody>
      </p:sp>
      <p:sp>
        <p:nvSpPr>
          <p:cNvPr id="9" name="LINK12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2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2 answer 1 text">
            <a:hlinkClick r:id="rIdLnk3" action="ppaction://hlinksldjump"/>
          </p:cNvPr>
          <p:cNvSpPr txBox="1"/>
          <p:nvPr/>
        </p:nvSpPr>
        <p:spPr>
          <a:xfrm>
            <a:off x="6457950" y="24786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6889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LINK1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3 answer 3 text">
            <a:hlinkClick r:id="rIdLnk9" action="ppaction://hlinksldjump"/>
          </p:cNvPr>
          <p:cNvSpPr txBox="1"/>
          <p:nvPr/>
        </p:nvSpPr>
        <p:spPr>
          <a:xfrm>
            <a:off x="108585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3935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“sha”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49407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800" dirty="0"/>
          </a:p>
        </p:txBody>
      </p:sp>
      <p:sp>
        <p:nvSpPr>
          <p:cNvPr id="12" name="LINK15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5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5 answer 2 text">
            <a:hlinkClick r:id="rIdLnk6" action="ppaction://hlinksldjump"/>
          </p:cNvPr>
          <p:cNvSpPr txBox="1"/>
          <p:nvPr/>
        </p:nvSpPr>
        <p:spPr>
          <a:xfrm>
            <a:off x="377190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4417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“sha”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65262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37337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800" dirty="0"/>
          </a:p>
        </p:txBody>
      </p:sp>
      <p:sp>
        <p:nvSpPr>
          <p:cNvPr id="15" name="LINK18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8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8 answer 3 text">
            <a:hlinkClick r:id="rIdLnk9" action="ppaction://hlinksldjump"/>
          </p:cNvPr>
          <p:cNvSpPr txBox="1"/>
          <p:nvPr/>
        </p:nvSpPr>
        <p:spPr>
          <a:xfrm>
            <a:off x="108585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+ ta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521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  +  تَ</a:t>
            </a:r>
            <a:endParaRPr lang="ar-SA" sz="6400" dirty="0"/>
          </a:p>
        </p:txBody>
      </p:sp>
      <p:sp>
        <p:nvSpPr>
          <p:cNvPr id="10" name="LINK2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1 answer 1 text">
            <a:hlinkClick r:id="rIdLnk3" action="ppaction://hlinksldjump"/>
          </p:cNvPr>
          <p:cNvSpPr txBox="1"/>
          <p:nvPr/>
        </p:nvSpPr>
        <p:spPr>
          <a:xfrm>
            <a:off x="6309360" y="26196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51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47261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سَحَ</a:t>
            </a:r>
            <a:endParaRPr lang="ar-SA" sz="5100" dirty="0"/>
          </a:p>
        </p:txBody>
      </p:sp>
      <p:sp>
        <p:nvSpPr>
          <p:cNvPr id="16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2 answer 3 text">
            <a:hlinkClick r:id="rIdLnk9" action="ppaction://hlinksldjump"/>
          </p:cNvPr>
          <p:cNvSpPr txBox="1"/>
          <p:nvPr/>
        </p:nvSpPr>
        <p:spPr>
          <a:xfrm>
            <a:off x="640080" y="258272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endParaRPr lang="ar-SA" sz="51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025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8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+ za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3834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  +  زَ</a:t>
            </a:r>
            <a:endParaRPr lang="ar-SA" sz="6200" dirty="0"/>
          </a:p>
        </p:txBody>
      </p:sp>
      <p:sp>
        <p:nvSpPr>
          <p:cNvPr id="10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5 answer 1 text">
            <a:hlinkClick r:id="rIdLnk3" action="ppaction://hlinksldjump"/>
          </p:cNvPr>
          <p:cNvSpPr txBox="1"/>
          <p:nvPr/>
        </p:nvSpPr>
        <p:spPr>
          <a:xfrm>
            <a:off x="6309360" y="256397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endParaRPr lang="ar-SA" sz="5300" dirty="0"/>
          </a:p>
        </p:txBody>
      </p:sp>
      <p:sp>
        <p:nvSpPr>
          <p:cNvPr id="13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5 answer 2 text">
            <a:hlinkClick r:id="rIdLnk6" action="ppaction://hlinksldjump"/>
          </p:cNvPr>
          <p:cNvSpPr txBox="1"/>
          <p:nvPr/>
        </p:nvSpPr>
        <p:spPr>
          <a:xfrm>
            <a:off x="3474720" y="260906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سَدَ</a:t>
            </a:r>
            <a:endParaRPr lang="ar-SA" sz="5300" dirty="0"/>
          </a:p>
        </p:txBody>
      </p:sp>
      <p:sp>
        <p:nvSpPr>
          <p:cNvPr id="16" name="LINK2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4 answer 3 text">
            <a:hlinkClick r:id="rIdLnk9" action="ppaction://hlinksldjump"/>
          </p:cNvPr>
          <p:cNvSpPr txBox="1"/>
          <p:nvPr/>
        </p:nvSpPr>
        <p:spPr>
          <a:xfrm>
            <a:off x="640080" y="256397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53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6413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saza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7524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  +  بَ</a:t>
            </a:r>
            <a:endParaRPr lang="ar-SA" sz="57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59632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endParaRPr lang="ar-SA" sz="45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55346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4500" dirty="0"/>
          </a:p>
        </p:txBody>
      </p:sp>
      <p:sp>
        <p:nvSpPr>
          <p:cNvPr id="16" name="LINK2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7 answer 3 text">
            <a:hlinkClick r:id="rIdLnk9" action="ppaction://hlinksldjump"/>
          </p:cNvPr>
          <p:cNvSpPr txBox="1"/>
          <p:nvPr/>
        </p:nvSpPr>
        <p:spPr>
          <a:xfrm>
            <a:off x="640080" y="260689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855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+ dha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80675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  +  ذَ</a:t>
            </a:r>
            <a:endParaRPr lang="ar-SA" sz="57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6001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endParaRPr lang="ar-SA" sz="49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59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49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6716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80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“wasaṭa'a”?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200" dirty="0"/>
          </a:p>
        </p:txBody>
      </p:sp>
      <p:sp>
        <p:nvSpPr>
          <p:cNvPr id="12" name="LINK3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3 answer 2 text">
            <a:hlinkClick r:id="rIdLnk6" action="ppaction://hlinksldjump"/>
          </p:cNvPr>
          <p:cNvSpPr txBox="1"/>
          <p:nvPr/>
        </p:nvSpPr>
        <p:spPr>
          <a:xfrm>
            <a:off x="3474720" y="25606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200" dirty="0"/>
          </a:p>
        </p:txBody>
      </p:sp>
      <p:sp>
        <p:nvSpPr>
          <p:cNvPr id="15" name="LINK3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4 answer 3 text">
            <a:hlinkClick r:id="rIdLnk9" action="ppaction://hlinksldjump"/>
          </p:cNvPr>
          <p:cNvSpPr txBox="1"/>
          <p:nvPr/>
        </p:nvSpPr>
        <p:spPr>
          <a:xfrm>
            <a:off x="640080" y="25606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56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1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wasaṭa'a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“wajalasa”?</a:t>
            </a:r>
            <a:endParaRPr lang="en-US" sz="3400" dirty="0"/>
          </a:p>
        </p:txBody>
      </p:sp>
      <p:sp>
        <p:nvSpPr>
          <p:cNvPr id="9" name="LINK3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6 answer 1 text">
            <a:hlinkClick r:id="rIdLnk3" action="ppaction://hlinksldjump"/>
          </p:cNvPr>
          <p:cNvSpPr txBox="1"/>
          <p:nvPr/>
        </p:nvSpPr>
        <p:spPr>
          <a:xfrm>
            <a:off x="6309360" y="261632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500" dirty="0"/>
          </a:p>
        </p:txBody>
      </p:sp>
      <p:sp>
        <p:nvSpPr>
          <p:cNvPr id="12" name="LINK3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7 answer 2 text">
            <a:hlinkClick r:id="rIdLnk6" action="ppaction://hlinksldjump"/>
          </p:cNvPr>
          <p:cNvSpPr txBox="1"/>
          <p:nvPr/>
        </p:nvSpPr>
        <p:spPr>
          <a:xfrm>
            <a:off x="3474720" y="25277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5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54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5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103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wajalasa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“washakara”?</a:t>
            </a:r>
            <a:endParaRPr lang="en-US" sz="3400" dirty="0"/>
          </a:p>
        </p:txBody>
      </p:sp>
      <p:sp>
        <p:nvSpPr>
          <p:cNvPr id="9" name="LINK3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9 answer 1 text">
            <a:hlinkClick r:id="rIdLnk3" action="ppaction://hlinksldjump"/>
          </p:cNvPr>
          <p:cNvSpPr txBox="1"/>
          <p:nvPr/>
        </p:nvSpPr>
        <p:spPr>
          <a:xfrm>
            <a:off x="6309360" y="259654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2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0 answer 2 text">
            <a:hlinkClick r:id="rIdLnk6" action="ppaction://hlinksldjump"/>
          </p:cNvPr>
          <p:cNvSpPr txBox="1"/>
          <p:nvPr/>
        </p:nvSpPr>
        <p:spPr>
          <a:xfrm>
            <a:off x="347472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5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0 answer 3 text">
            <a:hlinkClick r:id="rIdLnk9" action="ppaction://hlinksldjump"/>
          </p:cNvPr>
          <p:cNvSpPr txBox="1"/>
          <p:nvPr/>
        </p:nvSpPr>
        <p:spPr>
          <a:xfrm>
            <a:off x="640080" y="260184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washakara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07-seen-sheen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