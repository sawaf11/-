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هَ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هَ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هَ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هَدَ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هَصَ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ظَهَرَ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نَهَضَ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وَهَبَ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4.xml"/><Relationship Id="rIdLnk2" Type="http://schemas.openxmlformats.org/officeDocument/2006/relationships/slide" Target="slide4.xml"/><Relationship Id="rIdLnk3" Type="http://schemas.openxmlformats.org/officeDocument/2006/relationships/slide" Target="slide4.xml"/><Relationship Id="rIdLnk4" Type="http://schemas.openxmlformats.org/officeDocument/2006/relationships/slide" Target="slide3.xml"/><Relationship Id="rIdLnk5" Type="http://schemas.openxmlformats.org/officeDocument/2006/relationships/slide" Target="slide3.xml"/><Relationship Id="rIdLnk6" Type="http://schemas.openxmlformats.org/officeDocument/2006/relationships/slide" Target="slide3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6.xml"/><Relationship Id="rIdLnk2" Type="http://schemas.openxmlformats.org/officeDocument/2006/relationships/slide" Target="slide6.xml"/><Relationship Id="rIdLnk3" Type="http://schemas.openxmlformats.org/officeDocument/2006/relationships/slide" Target="slide6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10.xml"/><Relationship Id="rIdLnk2" Type="http://schemas.openxmlformats.org/officeDocument/2006/relationships/slide" Target="slide10.xml"/><Relationship Id="rIdLnk3" Type="http://schemas.openxmlformats.org/officeDocument/2006/relationships/slide" Target="slide10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9.xml"/><Relationship Id="rIdLnk8" Type="http://schemas.openxmlformats.org/officeDocument/2006/relationships/slide" Target="slide9.xml"/><Relationship Id="rIdLnk9" Type="http://schemas.openxmlformats.org/officeDocument/2006/relationships/slide" Target="slide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2.xml"/><Relationship Id="rIdLnk2" Type="http://schemas.openxmlformats.org/officeDocument/2006/relationships/slide" Target="slide12.xml"/><Relationship Id="rIdLnk3" Type="http://schemas.openxmlformats.org/officeDocument/2006/relationships/slide" Target="slide12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3.xml"/><Relationship Id="rIdLnk8" Type="http://schemas.openxmlformats.org/officeDocument/2006/relationships/slide" Target="slide13.xml"/><Relationship Id="rIdLnk9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5.xml"/><Relationship Id="rIdLnk5" Type="http://schemas.openxmlformats.org/officeDocument/2006/relationships/slide" Target="slide15.xml"/><Relationship Id="rIdLnk6" Type="http://schemas.openxmlformats.org/officeDocument/2006/relationships/slide" Target="slide15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8.xml"/><Relationship Id="rIdLnk5" Type="http://schemas.openxmlformats.org/officeDocument/2006/relationships/slide" Target="slide18.xml"/><Relationship Id="rIdLnk6" Type="http://schemas.openxmlformats.org/officeDocument/2006/relationships/slide" Target="slide18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1.xml"/><Relationship Id="rIdLnk2" Type="http://schemas.openxmlformats.org/officeDocument/2006/relationships/slide" Target="slide21.xml"/><Relationship Id="rIdLnk3" Type="http://schemas.openxmlformats.org/officeDocument/2006/relationships/slide" Target="slide21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2.xml"/><Relationship Id="rIdLnk8" Type="http://schemas.openxmlformats.org/officeDocument/2006/relationships/slide" Target="slide22.xml"/><Relationship Id="rIdLnk9" Type="http://schemas.openxmlformats.org/officeDocument/2006/relationships/slide" Target="slide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5.xml"/><Relationship Id="rIdLnk2" Type="http://schemas.openxmlformats.org/officeDocument/2006/relationships/slide" Target="slide25.xml"/><Relationship Id="rIdLnk3" Type="http://schemas.openxmlformats.org/officeDocument/2006/relationships/slide" Target="slide25.xml"/><Relationship Id="rIdLnk4" Type="http://schemas.openxmlformats.org/officeDocument/2006/relationships/slide" Target="slide24.xml"/><Relationship Id="rIdLnk5" Type="http://schemas.openxmlformats.org/officeDocument/2006/relationships/slide" Target="slide24.xml"/><Relationship Id="rIdLnk6" Type="http://schemas.openxmlformats.org/officeDocument/2006/relationships/slide" Target="slide24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99679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4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 answer 1 text">
            <a:hlinkClick r:id="rIdLnk3" action="ppaction://hlinksldjump"/>
          </p:cNvPr>
          <p:cNvSpPr txBox="1"/>
          <p:nvPr/>
        </p:nvSpPr>
        <p:spPr>
          <a:xfrm>
            <a:off x="6457950" y="238824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8300" dirty="0"/>
          </a:p>
        </p:txBody>
      </p:sp>
      <p:sp>
        <p:nvSpPr>
          <p:cNvPr id="12" name="LINK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 answer 2 text">
            <a:hlinkClick r:id="rIdLnk6" action="ppaction://hlinksldjump"/>
          </p:cNvPr>
          <p:cNvSpPr txBox="1"/>
          <p:nvPr/>
        </p:nvSpPr>
        <p:spPr>
          <a:xfrm>
            <a:off x="3771900" y="260551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3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6582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83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1674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“ha”</a:t>
            </a:r>
            <a:endParaRPr lang="en-US" sz="3400" dirty="0"/>
          </a:p>
        </p:txBody>
      </p:sp>
      <p:sp>
        <p:nvSpPr>
          <p:cNvPr id="9" name="LINK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6 answer 1 text">
            <a:hlinkClick r:id="rIdLnk3" action="ppaction://hlinksldjump"/>
          </p:cNvPr>
          <p:cNvSpPr txBox="1"/>
          <p:nvPr/>
        </p:nvSpPr>
        <p:spPr>
          <a:xfrm>
            <a:off x="6457950" y="260564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2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66588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2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48635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2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1674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“ha”</a:t>
            </a:r>
            <a:endParaRPr lang="en-US" sz="3400" dirty="0"/>
          </a:p>
        </p:txBody>
      </p:sp>
      <p:sp>
        <p:nvSpPr>
          <p:cNvPr id="9" name="LINK10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0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0 answer 1 text">
            <a:hlinkClick r:id="rIdLnk3" action="ppaction://hlinksldjump"/>
          </p:cNvPr>
          <p:cNvSpPr txBox="1"/>
          <p:nvPr/>
        </p:nvSpPr>
        <p:spPr>
          <a:xfrm>
            <a:off x="6457950" y="246397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8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33326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800" dirty="0"/>
          </a:p>
        </p:txBody>
      </p:sp>
      <p:sp>
        <p:nvSpPr>
          <p:cNvPr id="15" name="LINK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9 answer 3 text">
            <a:hlinkClick r:id="rIdLnk9" action="ppaction://hlinksldjump"/>
          </p:cNvPr>
          <p:cNvSpPr txBox="1"/>
          <p:nvPr/>
        </p:nvSpPr>
        <p:spPr>
          <a:xfrm>
            <a:off x="1085850" y="260560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8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1674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 + da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87044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  +  دَ</a:t>
            </a:r>
            <a:endParaRPr lang="ar-SA" sz="8000" dirty="0"/>
          </a:p>
        </p:txBody>
      </p:sp>
      <p:sp>
        <p:nvSpPr>
          <p:cNvPr id="10" name="LINK1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2 answer 1 text">
            <a:hlinkClick r:id="rIdLnk3" action="ppaction://hlinksldjump"/>
          </p:cNvPr>
          <p:cNvSpPr txBox="1"/>
          <p:nvPr/>
        </p:nvSpPr>
        <p:spPr>
          <a:xfrm>
            <a:off x="6309360" y="260247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5100" dirty="0"/>
          </a:p>
        </p:txBody>
      </p:sp>
      <p:sp>
        <p:nvSpPr>
          <p:cNvPr id="13" name="LINK13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3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3 answer 2 text">
            <a:hlinkClick r:id="rIdLnk6" action="ppaction://hlinksldjump"/>
          </p:cNvPr>
          <p:cNvSpPr txBox="1"/>
          <p:nvPr/>
        </p:nvSpPr>
        <p:spPr>
          <a:xfrm>
            <a:off x="3474720" y="260571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endParaRPr lang="ar-SA" sz="5100" dirty="0"/>
          </a:p>
        </p:txBody>
      </p:sp>
      <p:sp>
        <p:nvSpPr>
          <p:cNvPr id="16" name="LINK13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3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3 answer 3 text">
            <a:hlinkClick r:id="rIdLnk9" action="ppaction://hlinksldjump"/>
          </p:cNvPr>
          <p:cNvSpPr txBox="1"/>
          <p:nvPr/>
        </p:nvSpPr>
        <p:spPr>
          <a:xfrm>
            <a:off x="640080" y="248589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هَعَ</a:t>
            </a:r>
            <a:endParaRPr lang="ar-SA" sz="51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1110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89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hada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 + ṣa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93528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  +  صَ</a:t>
            </a:r>
            <a:endParaRPr lang="ar-SA" sz="6700" dirty="0"/>
          </a:p>
        </p:txBody>
      </p:sp>
      <p:sp>
        <p:nvSpPr>
          <p:cNvPr id="10" name="LINK16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16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16 answer 1 text">
            <a:hlinkClick r:id="rIdLnk3" action="ppaction://hlinksldjump"/>
          </p:cNvPr>
          <p:cNvSpPr txBox="1"/>
          <p:nvPr/>
        </p:nvSpPr>
        <p:spPr>
          <a:xfrm>
            <a:off x="6309360" y="263550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endParaRPr lang="ar-SA" sz="5800" dirty="0"/>
          </a:p>
        </p:txBody>
      </p:sp>
      <p:sp>
        <p:nvSpPr>
          <p:cNvPr id="13" name="LINK1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1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15 answer 2 text">
            <a:hlinkClick r:id="rIdLnk6" action="ppaction://hlinksldjump"/>
          </p:cNvPr>
          <p:cNvSpPr txBox="1"/>
          <p:nvPr/>
        </p:nvSpPr>
        <p:spPr>
          <a:xfrm>
            <a:off x="3474720" y="252464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5800" dirty="0"/>
          </a:p>
        </p:txBody>
      </p:sp>
      <p:sp>
        <p:nvSpPr>
          <p:cNvPr id="16" name="LINK1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1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16 answer 3 text">
            <a:hlinkClick r:id="rIdLnk9" action="ppaction://hlinksldjump"/>
          </p:cNvPr>
          <p:cNvSpPr txBox="1"/>
          <p:nvPr/>
        </p:nvSpPr>
        <p:spPr>
          <a:xfrm>
            <a:off x="640080" y="261782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5800" dirty="0"/>
          </a:p>
        </p:txBody>
      </p:sp>
      <p:sp>
        <p:nvSpPr>
          <p:cNvPr id="19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1487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7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haṣa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“ẓahara”?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309360" y="25294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400" dirty="0"/>
          </a:p>
        </p:txBody>
      </p:sp>
      <p:sp>
        <p:nvSpPr>
          <p:cNvPr id="12" name="LINK1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8 answer 2 text">
            <a:hlinkClick r:id="rIdLnk6" action="ppaction://hlinksldjump"/>
          </p:cNvPr>
          <p:cNvSpPr txBox="1"/>
          <p:nvPr/>
        </p:nvSpPr>
        <p:spPr>
          <a:xfrm>
            <a:off x="3474720" y="260037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4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64008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4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933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ẓahara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“nahaḍa”?</a:t>
            </a:r>
            <a:endParaRPr lang="en-US" sz="3400" dirty="0"/>
          </a:p>
        </p:txBody>
      </p:sp>
      <p:sp>
        <p:nvSpPr>
          <p:cNvPr id="9" name="LINK2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1 answer 1 text">
            <a:hlinkClick r:id="rIdLnk3" action="ppaction://hlinksldjump"/>
          </p:cNvPr>
          <p:cNvSpPr txBox="1"/>
          <p:nvPr/>
        </p:nvSpPr>
        <p:spPr>
          <a:xfrm>
            <a:off x="6309360" y="258409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4800" dirty="0"/>
          </a:p>
        </p:txBody>
      </p:sp>
      <p:sp>
        <p:nvSpPr>
          <p:cNvPr id="12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2 answer 2 text">
            <a:hlinkClick r:id="rIdLnk6" action="ppaction://hlinksldjump"/>
          </p:cNvPr>
          <p:cNvSpPr txBox="1"/>
          <p:nvPr/>
        </p:nvSpPr>
        <p:spPr>
          <a:xfrm>
            <a:off x="3474720" y="262829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800" dirty="0"/>
          </a:p>
        </p:txBody>
      </p:sp>
      <p:sp>
        <p:nvSpPr>
          <p:cNvPr id="15" name="LINK2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2 answer 3 text">
            <a:hlinkClick r:id="rIdLnk9" action="ppaction://hlinksldjump"/>
          </p:cNvPr>
          <p:cNvSpPr txBox="1"/>
          <p:nvPr/>
        </p:nvSpPr>
        <p:spPr>
          <a:xfrm>
            <a:off x="640080" y="260268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endParaRPr lang="ar-SA" sz="48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8760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6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nahaḍa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“wahaba”?</a:t>
            </a:r>
            <a:endParaRPr lang="en-US" sz="3400" dirty="0"/>
          </a:p>
        </p:txBody>
      </p:sp>
      <p:sp>
        <p:nvSpPr>
          <p:cNvPr id="9" name="LINK2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2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25 answer 1 text">
            <a:hlinkClick r:id="rIdLnk3" action="ppaction://hlinksldjump"/>
          </p:cNvPr>
          <p:cNvSpPr txBox="1"/>
          <p:nvPr/>
        </p:nvSpPr>
        <p:spPr>
          <a:xfrm>
            <a:off x="6309360" y="257614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4400" dirty="0"/>
          </a:p>
        </p:txBody>
      </p:sp>
      <p:sp>
        <p:nvSpPr>
          <p:cNvPr id="12" name="LINK2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2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24 answer 2 text">
            <a:hlinkClick r:id="rIdLnk6" action="ppaction://hlinksldjump"/>
          </p:cNvPr>
          <p:cNvSpPr txBox="1"/>
          <p:nvPr/>
        </p:nvSpPr>
        <p:spPr>
          <a:xfrm>
            <a:off x="3474720" y="254429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</a:t>
            </a:r>
            <a:endParaRPr lang="ar-SA" sz="4400" dirty="0"/>
          </a:p>
        </p:txBody>
      </p:sp>
      <p:sp>
        <p:nvSpPr>
          <p:cNvPr id="15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25 answer 3 text">
            <a:hlinkClick r:id="rIdLnk9" action="ppaction://hlinksldjump"/>
          </p:cNvPr>
          <p:cNvSpPr txBox="1"/>
          <p:nvPr/>
        </p:nvSpPr>
        <p:spPr>
          <a:xfrm>
            <a:off x="64008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8" name="Progress"/>
          <p:cNvSpPr/>
          <p:nvPr/>
        </p:nvSpPr>
        <p:spPr>
          <a:xfrm>
            <a:off x="366674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90448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414223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437997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61772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85546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509320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533095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1487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</a:t>
            </a:r>
            <a:endParaRPr lang="ar-SA" sz="7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wahaba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15-ha</dc:title>
  <dc:subject>PptxGenJS Presentation</dc:subject>
  <dc:creator>PptxGenJS</dc:creator>
  <cp:lastModifiedBy>PptxGenJS</cp:lastModifiedBy>
  <cp:revision>1</cp:revision>
  <dcterms:created xsi:type="dcterms:W3CDTF">2026-10-22T14:27:39Z</dcterms:created>
  <dcterms:modified xsi:type="dcterms:W3CDTF">2026-10-22T14:27:39Z</dcterms:modified>
</cp:coreProperties>
</file>