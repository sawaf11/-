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هَ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هَ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هَ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هَدَ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هَصَ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ظَهَرَ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نَهَضَ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وَهَبَ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9.xml"/><Relationship Id="rIdLnk8" Type="http://schemas.openxmlformats.org/officeDocument/2006/relationships/slide" Target="slide9.xml"/><Relationship Id="rIdLnk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2.xml"/><Relationship Id="rIdLnk2" Type="http://schemas.openxmlformats.org/officeDocument/2006/relationships/slide" Target="slide12.xml"/><Relationship Id="rIdLnk3" Type="http://schemas.openxmlformats.org/officeDocument/2006/relationships/slide" Target="slide12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1.xml"/><Relationship Id="rIdLnk2" Type="http://schemas.openxmlformats.org/officeDocument/2006/relationships/slide" Target="slide21.xml"/><Relationship Id="rIdLnk3" Type="http://schemas.openxmlformats.org/officeDocument/2006/relationships/slide" Target="slide21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4.xml"/><Relationship Id="rIdLnk5" Type="http://schemas.openxmlformats.org/officeDocument/2006/relationships/slide" Target="slide24.xml"/><Relationship Id="rIdLnk6" Type="http://schemas.openxmlformats.org/officeDocument/2006/relationships/slide" Target="slide24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99679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38824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83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60551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3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6582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83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“ha”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60564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2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66588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2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48635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“ha”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4639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8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33326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800" dirty="0"/>
          </a:p>
        </p:txBody>
      </p:sp>
      <p:sp>
        <p:nvSpPr>
          <p:cNvPr id="15" name="LINK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9 answer 3 text">
            <a:hlinkClick r:id="rIdLnk9" action="ppaction://hlinksldjump"/>
          </p:cNvPr>
          <p:cNvSpPr txBox="1"/>
          <p:nvPr/>
        </p:nvSpPr>
        <p:spPr>
          <a:xfrm>
            <a:off x="1085850" y="26056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6749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+ da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87044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  +  دَ</a:t>
            </a:r>
            <a:endParaRPr lang="ar-SA" sz="8000" dirty="0"/>
          </a:p>
        </p:txBody>
      </p:sp>
      <p:sp>
        <p:nvSpPr>
          <p:cNvPr id="10" name="LINK1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2 answer 1 text">
            <a:hlinkClick r:id="rIdLnk3" action="ppaction://hlinksldjump"/>
          </p:cNvPr>
          <p:cNvSpPr txBox="1"/>
          <p:nvPr/>
        </p:nvSpPr>
        <p:spPr>
          <a:xfrm>
            <a:off x="6309360" y="260247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5100" dirty="0"/>
          </a:p>
        </p:txBody>
      </p:sp>
      <p:sp>
        <p:nvSpPr>
          <p:cNvPr id="13" name="LINK1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3 answer 2 text">
            <a:hlinkClick r:id="rIdLnk6" action="ppaction://hlinksldjump"/>
          </p:cNvPr>
          <p:cNvSpPr txBox="1"/>
          <p:nvPr/>
        </p:nvSpPr>
        <p:spPr>
          <a:xfrm>
            <a:off x="3474720" y="260571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endParaRPr lang="ar-SA" sz="5100" dirty="0"/>
          </a:p>
        </p:txBody>
      </p:sp>
      <p:sp>
        <p:nvSpPr>
          <p:cNvPr id="16" name="LINK1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3 answer 3 text">
            <a:hlinkClick r:id="rIdLnk9" action="ppaction://hlinksldjump"/>
          </p:cNvPr>
          <p:cNvSpPr txBox="1"/>
          <p:nvPr/>
        </p:nvSpPr>
        <p:spPr>
          <a:xfrm>
            <a:off x="640080" y="248589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هَعَ</a:t>
            </a:r>
            <a:endParaRPr lang="ar-SA" sz="51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110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8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+ ṣa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93528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  +  صَ</a:t>
            </a:r>
            <a:endParaRPr lang="ar-SA" sz="6700" dirty="0"/>
          </a:p>
        </p:txBody>
      </p:sp>
      <p:sp>
        <p:nvSpPr>
          <p:cNvPr id="10" name="LINK1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6 answer 1 text">
            <a:hlinkClick r:id="rIdLnk3" action="ppaction://hlinksldjump"/>
          </p:cNvPr>
          <p:cNvSpPr txBox="1"/>
          <p:nvPr/>
        </p:nvSpPr>
        <p:spPr>
          <a:xfrm>
            <a:off x="6309360" y="263550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endParaRPr lang="ar-SA" sz="5800" dirty="0"/>
          </a:p>
        </p:txBody>
      </p:sp>
      <p:sp>
        <p:nvSpPr>
          <p:cNvPr id="13" name="LINK1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5 answer 2 text">
            <a:hlinkClick r:id="rIdLnk6" action="ppaction://hlinksldjump"/>
          </p:cNvPr>
          <p:cNvSpPr txBox="1"/>
          <p:nvPr/>
        </p:nvSpPr>
        <p:spPr>
          <a:xfrm>
            <a:off x="3474720" y="252464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5800" dirty="0"/>
          </a:p>
        </p:txBody>
      </p:sp>
      <p:sp>
        <p:nvSpPr>
          <p:cNvPr id="16" name="LINK1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6 answer 3 text">
            <a:hlinkClick r:id="rIdLnk9" action="ppaction://hlinksldjump"/>
          </p:cNvPr>
          <p:cNvSpPr txBox="1"/>
          <p:nvPr/>
        </p:nvSpPr>
        <p:spPr>
          <a:xfrm>
            <a:off x="640080" y="261782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هَتَ</a:t>
            </a:r>
            <a:endParaRPr lang="ar-SA" sz="58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487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7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haṣa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“ẓahara”?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309360" y="25294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4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474720" y="260037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44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64008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3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ẓahara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“nahaḍa”?</a:t>
            </a:r>
            <a:endParaRPr lang="en-US" sz="3400" dirty="0"/>
          </a:p>
        </p:txBody>
      </p:sp>
      <p:sp>
        <p:nvSpPr>
          <p:cNvPr id="9" name="LINK2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1 answer 1 text">
            <a:hlinkClick r:id="rIdLnk3" action="ppaction://hlinksldjump"/>
          </p:cNvPr>
          <p:cNvSpPr txBox="1"/>
          <p:nvPr/>
        </p:nvSpPr>
        <p:spPr>
          <a:xfrm>
            <a:off x="6309360" y="258409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4800" dirty="0"/>
          </a:p>
        </p:txBody>
      </p:sp>
      <p:sp>
        <p:nvSpPr>
          <p:cNvPr id="12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2 answer 2 text">
            <a:hlinkClick r:id="rIdLnk6" action="ppaction://hlinksldjump"/>
          </p:cNvPr>
          <p:cNvSpPr txBox="1"/>
          <p:nvPr/>
        </p:nvSpPr>
        <p:spPr>
          <a:xfrm>
            <a:off x="3474720" y="26282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800" dirty="0"/>
          </a:p>
        </p:txBody>
      </p:sp>
      <p:sp>
        <p:nvSpPr>
          <p:cNvPr id="15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2 answer 3 text">
            <a:hlinkClick r:id="rIdLnk9" action="ppaction://hlinksldjump"/>
          </p:cNvPr>
          <p:cNvSpPr txBox="1"/>
          <p:nvPr/>
        </p:nvSpPr>
        <p:spPr>
          <a:xfrm>
            <a:off x="640080" y="260268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بَحَثَ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876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نَهَضَ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nahaḍa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“wahaba”?</a:t>
            </a:r>
            <a:endParaRPr lang="en-US" sz="3400" dirty="0"/>
          </a:p>
        </p:txBody>
      </p:sp>
      <p:sp>
        <p:nvSpPr>
          <p:cNvPr id="9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5 answer 1 text">
            <a:hlinkClick r:id="rIdLnk3" action="ppaction://hlinksldjump"/>
          </p:cNvPr>
          <p:cNvSpPr txBox="1"/>
          <p:nvPr/>
        </p:nvSpPr>
        <p:spPr>
          <a:xfrm>
            <a:off x="6309360" y="25761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حَضَرَ</a:t>
            </a:r>
            <a:endParaRPr lang="ar-SA" sz="4400" dirty="0"/>
          </a:p>
        </p:txBody>
      </p:sp>
      <p:sp>
        <p:nvSpPr>
          <p:cNvPr id="12" name="LINK2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4 answer 2 text">
            <a:hlinkClick r:id="rIdLnk6" action="ppaction://hlinksldjump"/>
          </p:cNvPr>
          <p:cNvSpPr txBox="1"/>
          <p:nvPr/>
        </p:nvSpPr>
        <p:spPr>
          <a:xfrm>
            <a:off x="3474720" y="254429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</a:t>
            </a:r>
            <a:endParaRPr lang="ar-SA" sz="44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64008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1487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</a:t>
            </a:r>
            <a:endParaRPr lang="ar-SA" sz="7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wahaba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15-ha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