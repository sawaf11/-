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فَ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قَ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فَ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فَ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قَ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قَ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فَطَ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فَذَ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قَخَ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قَفَ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وَقَرَأَ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وَقَفَ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قَرَأَ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3.xml"/><Relationship Id="rIdLnk5" Type="http://schemas.openxmlformats.org/officeDocument/2006/relationships/slide" Target="slide3.xml"/><Relationship Id="rIdLnk6" Type="http://schemas.openxmlformats.org/officeDocument/2006/relationships/slide" Target="slide3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6.xml"/><Relationship Id="rIdLnk5" Type="http://schemas.openxmlformats.org/officeDocument/2006/relationships/slide" Target="slide6.xml"/><Relationship Id="rIdLnk6" Type="http://schemas.openxmlformats.org/officeDocument/2006/relationships/slide" Target="slide6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Lnk3" Type="http://schemas.openxmlformats.org/officeDocument/2006/relationships/slide" Target="slide9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3.xml"/><Relationship Id="rIdLnk5" Type="http://schemas.openxmlformats.org/officeDocument/2006/relationships/slide" Target="slide13.xml"/><Relationship Id="rIdLnk6" Type="http://schemas.openxmlformats.org/officeDocument/2006/relationships/slide" Target="slide13.xml"/><Relationship Id="rIdLnk7" Type="http://schemas.openxmlformats.org/officeDocument/2006/relationships/slide" Target="slide12.xml"/><Relationship Id="rIdLnk8" Type="http://schemas.openxmlformats.org/officeDocument/2006/relationships/slide" Target="slide12.xml"/><Relationship Id="rIdLnk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5.xml"/><Relationship Id="rIdLnk8" Type="http://schemas.openxmlformats.org/officeDocument/2006/relationships/slide" Target="slide15.xml"/><Relationship Id="rIdLnk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8.xml"/><Relationship Id="rIdLnk5" Type="http://schemas.openxmlformats.org/officeDocument/2006/relationships/slide" Target="slide18.xml"/><Relationship Id="rIdLnk6" Type="http://schemas.openxmlformats.org/officeDocument/2006/relationships/slide" Target="slide18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1.xml"/><Relationship Id="rIdLnk8" Type="http://schemas.openxmlformats.org/officeDocument/2006/relationships/slide" Target="slide21.xml"/><Relationship Id="rIdLnk9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5.xml"/><Relationship Id="rIdLnk2" Type="http://schemas.openxmlformats.org/officeDocument/2006/relationships/slide" Target="slide25.xml"/><Relationship Id="rIdLnk3" Type="http://schemas.openxmlformats.org/officeDocument/2006/relationships/slide" Target="slide25.xml"/><Relationship Id="rIdLnk4" Type="http://schemas.openxmlformats.org/officeDocument/2006/relationships/slide" Target="slide24.xml"/><Relationship Id="rIdLnk5" Type="http://schemas.openxmlformats.org/officeDocument/2006/relationships/slide" Target="slide24.xml"/><Relationship Id="rIdLnk6" Type="http://schemas.openxmlformats.org/officeDocument/2006/relationships/slide" Target="slide24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8.xml"/><Relationship Id="rIdLnk2" Type="http://schemas.openxmlformats.org/officeDocument/2006/relationships/slide" Target="slide28.xml"/><Relationship Id="rIdLnk3" Type="http://schemas.openxmlformats.org/officeDocument/2006/relationships/slide" Target="slide28.xml"/><Relationship Id="rIdLnk4" Type="http://schemas.openxmlformats.org/officeDocument/2006/relationships/slide" Target="slide27.xml"/><Relationship Id="rIdLnk5" Type="http://schemas.openxmlformats.org/officeDocument/2006/relationships/slide" Target="slide27.xml"/><Relationship Id="rIdLnk6" Type="http://schemas.openxmlformats.org/officeDocument/2006/relationships/slide" Target="slide27.xml"/><Relationship Id="rIdLnk7" Type="http://schemas.openxmlformats.org/officeDocument/2006/relationships/slide" Target="slide28.xml"/><Relationship Id="rIdLnk8" Type="http://schemas.openxmlformats.org/officeDocument/2006/relationships/slide" Target="slide28.xml"/><Relationship Id="rIdLnk9" Type="http://schemas.openxmlformats.org/officeDocument/2006/relationships/slide" Target="slide2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sparkle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oops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Lnk3" Type="http://schemas.openxmlformats.org/officeDocument/2006/relationships/slide" Target="slide31.xml"/><Relationship Id="rIdLnk4" Type="http://schemas.openxmlformats.org/officeDocument/2006/relationships/slide" Target="slide31.xml"/><Relationship Id="rIdLnk5" Type="http://schemas.openxmlformats.org/officeDocument/2006/relationships/slide" Target="slide31.xml"/><Relationship Id="rIdLnk6" Type="http://schemas.openxmlformats.org/officeDocument/2006/relationships/slide" Target="slide31.xml"/><Relationship Id="rIdLnk7" Type="http://schemas.openxmlformats.org/officeDocument/2006/relationships/slide" Target="slide30.xml"/><Relationship Id="rIdLnk8" Type="http://schemas.openxmlformats.org/officeDocument/2006/relationships/slide" Target="slide30.xml"/><Relationship Id="rIdLnk9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sparkle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Lnk1" Type="http://schemas.openxmlformats.org/officeDocument/2006/relationships/slide" Target="slide29.xml"/><Relationship Id="rIdLnk2" Type="http://schemas.openxmlformats.org/officeDocument/2006/relationships/slide" Target="slide29.xml"/><Relationship Id="rIdLnk3" Type="http://schemas.openxmlformats.org/officeDocument/2006/relationships/slide" Target="slide29.xml"/><Relationship Id="rIdGameSnd" Type="http://schemas.openxmlformats.org/officeDocument/2006/relationships/audio" Target="../media/oops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Lnk1" Type="http://schemas.openxmlformats.org/officeDocument/2006/relationships/slide" Target="slide34.xml"/><Relationship Id="rIdLnk2" Type="http://schemas.openxmlformats.org/officeDocument/2006/relationships/slide" Target="slide34.xml"/><Relationship Id="rIdLnk3" Type="http://schemas.openxmlformats.org/officeDocument/2006/relationships/slide" Target="slide34.xml"/><Relationship Id="rIdLnk4" Type="http://schemas.openxmlformats.org/officeDocument/2006/relationships/slide" Target="slide33.xml"/><Relationship Id="rIdLnk5" Type="http://schemas.openxmlformats.org/officeDocument/2006/relationships/slide" Target="slide33.xml"/><Relationship Id="rIdLnk6" Type="http://schemas.openxmlformats.org/officeDocument/2006/relationships/slide" Target="slide33.xml"/><Relationship Id="rIdLnk7" Type="http://schemas.openxmlformats.org/officeDocument/2006/relationships/slide" Target="slide34.xml"/><Relationship Id="rIdLnk8" Type="http://schemas.openxmlformats.org/officeDocument/2006/relationships/slide" Target="slide34.xml"/><Relationship Id="rIdLnk9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sparkle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Lnk1" Type="http://schemas.openxmlformats.org/officeDocument/2006/relationships/slide" Target="slide32.xml"/><Relationship Id="rIdLnk2" Type="http://schemas.openxmlformats.org/officeDocument/2006/relationships/slide" Target="slide32.xml"/><Relationship Id="rIdLnk3" Type="http://schemas.openxmlformats.org/officeDocument/2006/relationships/slide" Target="slide32.xml"/><Relationship Id="rIdGameSnd" Type="http://schemas.openxmlformats.org/officeDocument/2006/relationships/audio" Target="../media/oops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Lnk1" Type="http://schemas.openxmlformats.org/officeDocument/2006/relationships/slide" Target="slide37.xml"/><Relationship Id="rIdLnk2" Type="http://schemas.openxmlformats.org/officeDocument/2006/relationships/slide" Target="slide37.xml"/><Relationship Id="rIdLnk3" Type="http://schemas.openxmlformats.org/officeDocument/2006/relationships/slide" Target="slide37.xml"/><Relationship Id="rIdLnk4" Type="http://schemas.openxmlformats.org/officeDocument/2006/relationships/slide" Target="slide36.xml"/><Relationship Id="rIdLnk5" Type="http://schemas.openxmlformats.org/officeDocument/2006/relationships/slide" Target="slide36.xml"/><Relationship Id="rIdLnk6" Type="http://schemas.openxmlformats.org/officeDocument/2006/relationships/slide" Target="slide36.xml"/><Relationship Id="rIdLnk7" Type="http://schemas.openxmlformats.org/officeDocument/2006/relationships/slide" Target="slide37.xml"/><Relationship Id="rIdLnk8" Type="http://schemas.openxmlformats.org/officeDocument/2006/relationships/slide" Target="slide37.xml"/><Relationship Id="rIdLnk9" Type="http://schemas.openxmlformats.org/officeDocument/2006/relationships/slide" Target="slide3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sparkle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Lnk1" Type="http://schemas.openxmlformats.org/officeDocument/2006/relationships/slide" Target="slide35.xml"/><Relationship Id="rIdLnk2" Type="http://schemas.openxmlformats.org/officeDocument/2006/relationships/slide" Target="slide35.xml"/><Relationship Id="rIdLnk3" Type="http://schemas.openxmlformats.org/officeDocument/2006/relationships/slide" Target="slide35.xml"/><Relationship Id="rIdGameSnd" Type="http://schemas.openxmlformats.org/officeDocument/2006/relationships/audio" Target="../media/oops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Lnk1" Type="http://schemas.openxmlformats.org/officeDocument/2006/relationships/slide" Target="slide40.xml"/><Relationship Id="rIdLnk2" Type="http://schemas.openxmlformats.org/officeDocument/2006/relationships/slide" Target="slide40.xml"/><Relationship Id="rIdLnk3" Type="http://schemas.openxmlformats.org/officeDocument/2006/relationships/slide" Target="slide40.xml"/><Relationship Id="rIdLnk4" Type="http://schemas.openxmlformats.org/officeDocument/2006/relationships/slide" Target="slide40.xml"/><Relationship Id="rIdLnk5" Type="http://schemas.openxmlformats.org/officeDocument/2006/relationships/slide" Target="slide40.xml"/><Relationship Id="rIdLnk6" Type="http://schemas.openxmlformats.org/officeDocument/2006/relationships/slide" Target="slide40.xml"/><Relationship Id="rIdLnk7" Type="http://schemas.openxmlformats.org/officeDocument/2006/relationships/slide" Target="slide39.xml"/><Relationship Id="rIdLnk8" Type="http://schemas.openxmlformats.org/officeDocument/2006/relationships/slide" Target="slide39.xml"/><Relationship Id="rIdLnk9" Type="http://schemas.openxmlformats.org/officeDocument/2006/relationships/slide" Target="slide3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Lnk1" Type="http://schemas.openxmlformats.org/officeDocument/2006/relationships/slide" Target="slide41.xml"/><Relationship Id="rIdLnk2" Type="http://schemas.openxmlformats.org/officeDocument/2006/relationships/slide" Target="slide41.xml"/><Relationship Id="rIdLnk3" Type="http://schemas.openxmlformats.org/officeDocument/2006/relationships/slide" Target="slide41.xml"/><Relationship Id="rIdGameSnd" Type="http://schemas.openxmlformats.org/officeDocument/2006/relationships/audio" Target="../media/sparkle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Relationship Id="rIdLnk1" Type="http://schemas.openxmlformats.org/officeDocument/2006/relationships/slide" Target="slide38.xml"/><Relationship Id="rIdLnk2" Type="http://schemas.openxmlformats.org/officeDocument/2006/relationships/slide" Target="slide38.xml"/><Relationship Id="rIdLnk3" Type="http://schemas.openxmlformats.org/officeDocument/2006/relationships/slide" Target="slide38.xml"/><Relationship Id="rIdGameSnd" Type="http://schemas.openxmlformats.org/officeDocument/2006/relationships/audio" Target="../media/oops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19758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   قَ</a:t>
            </a:r>
            <a:endParaRPr lang="ar-SA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51270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فِ</a:t>
            </a:r>
            <a:endParaRPr lang="ar-SA" sz="6400" dirty="0"/>
          </a:p>
        </p:txBody>
      </p:sp>
      <p:sp>
        <p:nvSpPr>
          <p:cNvPr id="12" name="LINK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 answer 2 text">
            <a:hlinkClick r:id="rIdLnk6" action="ppaction://hlinksldjump"/>
          </p:cNvPr>
          <p:cNvSpPr txBox="1"/>
          <p:nvPr/>
        </p:nvSpPr>
        <p:spPr>
          <a:xfrm>
            <a:off x="3771900" y="269748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4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73812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4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33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412644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قِ</a:t>
            </a:r>
            <a:endParaRPr lang="ar-SA" sz="6500" dirty="0"/>
          </a:p>
        </p:txBody>
      </p:sp>
      <p:sp>
        <p:nvSpPr>
          <p:cNvPr id="12" name="LINK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6 answer 2 text">
            <a:hlinkClick r:id="rIdLnk6" action="ppaction://hlinksldjump"/>
          </p:cNvPr>
          <p:cNvSpPr txBox="1"/>
          <p:nvPr/>
        </p:nvSpPr>
        <p:spPr>
          <a:xfrm>
            <a:off x="3771900" y="259365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5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63493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5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49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8833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“fa”</a:t>
            </a:r>
            <a:endParaRPr lang="en-US" sz="3400" dirty="0"/>
          </a:p>
        </p:txBody>
      </p:sp>
      <p:sp>
        <p:nvSpPr>
          <p:cNvPr id="9" name="LINK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9 answer 1 text">
            <a:hlinkClick r:id="rIdLnk3" action="ppaction://hlinksldjump"/>
          </p:cNvPr>
          <p:cNvSpPr txBox="1"/>
          <p:nvPr/>
        </p:nvSpPr>
        <p:spPr>
          <a:xfrm>
            <a:off x="6457950" y="269605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3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44121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3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52203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3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33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“fa”</a:t>
            </a:r>
            <a:endParaRPr lang="en-US" sz="3400" dirty="0"/>
          </a:p>
        </p:txBody>
      </p:sp>
      <p:sp>
        <p:nvSpPr>
          <p:cNvPr id="9" name="LINK1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3 answer 1 text">
            <a:hlinkClick r:id="rIdLnk3" action="ppaction://hlinksldjump"/>
          </p:cNvPr>
          <p:cNvSpPr txBox="1"/>
          <p:nvPr/>
        </p:nvSpPr>
        <p:spPr>
          <a:xfrm>
            <a:off x="6457950" y="269393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2" name="LINK13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3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3 answer 2 text">
            <a:hlinkClick r:id="rIdLnk6" action="ppaction://hlinksldjump"/>
          </p:cNvPr>
          <p:cNvSpPr txBox="1"/>
          <p:nvPr/>
        </p:nvSpPr>
        <p:spPr>
          <a:xfrm>
            <a:off x="3771900" y="262531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5" name="LINK12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2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2 answer 3 text">
            <a:hlinkClick r:id="rIdLnk9" action="ppaction://hlinksldjump"/>
          </p:cNvPr>
          <p:cNvSpPr txBox="1"/>
          <p:nvPr/>
        </p:nvSpPr>
        <p:spPr>
          <a:xfrm>
            <a:off x="1085850" y="270033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33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“qa”</a:t>
            </a:r>
            <a:endParaRPr lang="en-US" sz="3400" dirty="0"/>
          </a:p>
        </p:txBody>
      </p:sp>
      <p:sp>
        <p:nvSpPr>
          <p:cNvPr id="9" name="LINK16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6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6 answer 1 text">
            <a:hlinkClick r:id="rIdLnk3" action="ppaction://hlinksldjump"/>
          </p:cNvPr>
          <p:cNvSpPr txBox="1"/>
          <p:nvPr/>
        </p:nvSpPr>
        <p:spPr>
          <a:xfrm>
            <a:off x="6457950" y="247621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800" dirty="0"/>
          </a:p>
        </p:txBody>
      </p:sp>
      <p:sp>
        <p:nvSpPr>
          <p:cNvPr id="12" name="LINK1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6 answer 2 text">
            <a:hlinkClick r:id="rIdLnk6" action="ppaction://hlinksldjump"/>
          </p:cNvPr>
          <p:cNvSpPr txBox="1"/>
          <p:nvPr/>
        </p:nvSpPr>
        <p:spPr>
          <a:xfrm>
            <a:off x="3771900" y="24639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800" dirty="0"/>
          </a:p>
        </p:txBody>
      </p:sp>
      <p:sp>
        <p:nvSpPr>
          <p:cNvPr id="15" name="LINK15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5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5 answer 3 text">
            <a:hlinkClick r:id="rIdLnk9" action="ppaction://hlinksldjump"/>
          </p:cNvPr>
          <p:cNvSpPr txBox="1"/>
          <p:nvPr/>
        </p:nvSpPr>
        <p:spPr>
          <a:xfrm>
            <a:off x="1085850" y="259308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49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8833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“qa”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457950" y="256079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700" dirty="0"/>
          </a:p>
        </p:txBody>
      </p:sp>
      <p:sp>
        <p:nvSpPr>
          <p:cNvPr id="12" name="LINK18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8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8 answer 2 text">
            <a:hlinkClick r:id="rIdLnk6" action="ppaction://hlinksldjump"/>
          </p:cNvPr>
          <p:cNvSpPr txBox="1"/>
          <p:nvPr/>
        </p:nvSpPr>
        <p:spPr>
          <a:xfrm>
            <a:off x="3771900" y="259518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7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1085850" y="25691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7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493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68833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+ ṭa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78992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  +  طَ</a:t>
            </a:r>
            <a:endParaRPr lang="ar-SA" sz="6400" dirty="0"/>
          </a:p>
        </p:txBody>
      </p:sp>
      <p:sp>
        <p:nvSpPr>
          <p:cNvPr id="10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2 answer 1 text">
            <a:hlinkClick r:id="rIdLnk3" action="ppaction://hlinksldjump"/>
          </p:cNvPr>
          <p:cNvSpPr txBox="1"/>
          <p:nvPr/>
        </p:nvSpPr>
        <p:spPr>
          <a:xfrm>
            <a:off x="6309360" y="269316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</a:t>
            </a:r>
            <a:endParaRPr lang="ar-SA" sz="5600" dirty="0"/>
          </a:p>
        </p:txBody>
      </p:sp>
      <p:sp>
        <p:nvSpPr>
          <p:cNvPr id="13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2 answer 2 text">
            <a:hlinkClick r:id="rIdLnk6" action="ppaction://hlinksldjump"/>
          </p:cNvPr>
          <p:cNvSpPr txBox="1"/>
          <p:nvPr/>
        </p:nvSpPr>
        <p:spPr>
          <a:xfrm>
            <a:off x="3474720" y="266995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طَفَ</a:t>
            </a:r>
            <a:endParaRPr lang="ar-SA" sz="5600" dirty="0"/>
          </a:p>
        </p:txBody>
      </p:sp>
      <p:sp>
        <p:nvSpPr>
          <p:cNvPr id="16" name="LINK2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1 answer 3 text">
            <a:hlinkClick r:id="rIdLnk9" action="ppaction://hlinksldjump"/>
          </p:cNvPr>
          <p:cNvSpPr txBox="1"/>
          <p:nvPr/>
        </p:nvSpPr>
        <p:spPr>
          <a:xfrm>
            <a:off x="640080" y="269671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فَطَ</a:t>
            </a:r>
            <a:endParaRPr lang="ar-SA" sz="56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3390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فَطَ</a:t>
            </a:r>
            <a:endParaRPr lang="ar-SA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faṭa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+ dha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78992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  +  ذَ</a:t>
            </a:r>
            <a:endParaRPr lang="ar-SA" sz="6400" dirty="0"/>
          </a:p>
        </p:txBody>
      </p:sp>
      <p:sp>
        <p:nvSpPr>
          <p:cNvPr id="10" name="LINK2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5 answer 1 text">
            <a:hlinkClick r:id="rIdLnk3" action="ppaction://hlinksldjump"/>
          </p:cNvPr>
          <p:cNvSpPr txBox="1"/>
          <p:nvPr/>
        </p:nvSpPr>
        <p:spPr>
          <a:xfrm>
            <a:off x="6309360" y="261366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فَضَ</a:t>
            </a:r>
            <a:endParaRPr lang="ar-SA" sz="4800" dirty="0"/>
          </a:p>
        </p:txBody>
      </p:sp>
      <p:sp>
        <p:nvSpPr>
          <p:cNvPr id="13" name="LINK24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4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4 answer 2 text">
            <a:hlinkClick r:id="rIdLnk6" action="ppaction://hlinksldjump"/>
          </p:cNvPr>
          <p:cNvSpPr txBox="1"/>
          <p:nvPr/>
        </p:nvSpPr>
        <p:spPr>
          <a:xfrm>
            <a:off x="3474720" y="268376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فَذَ</a:t>
            </a:r>
            <a:endParaRPr lang="ar-SA" sz="4800" dirty="0"/>
          </a:p>
        </p:txBody>
      </p:sp>
      <p:sp>
        <p:nvSpPr>
          <p:cNvPr id="16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5 answer 3 text">
            <a:hlinkClick r:id="rIdLnk9" action="ppaction://hlinksldjump"/>
          </p:cNvPr>
          <p:cNvSpPr txBox="1"/>
          <p:nvPr/>
        </p:nvSpPr>
        <p:spPr>
          <a:xfrm>
            <a:off x="640080" y="267462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ذَفَ</a:t>
            </a:r>
            <a:endParaRPr lang="ar-SA" sz="48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33906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فَذَ</a:t>
            </a:r>
            <a:endParaRPr lang="ar-SA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fadha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+ kha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16877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  +  خَ</a:t>
            </a:r>
            <a:endParaRPr lang="ar-SA" sz="5300" dirty="0"/>
          </a:p>
        </p:txBody>
      </p:sp>
      <p:sp>
        <p:nvSpPr>
          <p:cNvPr id="10" name="LINK28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8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8 answer 1 text">
            <a:hlinkClick r:id="rIdLnk3" action="ppaction://hlinksldjump"/>
          </p:cNvPr>
          <p:cNvSpPr txBox="1"/>
          <p:nvPr/>
        </p:nvSpPr>
        <p:spPr>
          <a:xfrm>
            <a:off x="6309360" y="256399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خَقَ</a:t>
            </a:r>
            <a:endParaRPr lang="ar-SA" sz="4300" dirty="0"/>
          </a:p>
        </p:txBody>
      </p:sp>
      <p:sp>
        <p:nvSpPr>
          <p:cNvPr id="13" name="LINK27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27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27 answer 2 text">
            <a:hlinkClick r:id="rIdLnk6" action="ppaction://hlinksldjump"/>
          </p:cNvPr>
          <p:cNvSpPr txBox="1"/>
          <p:nvPr/>
        </p:nvSpPr>
        <p:spPr>
          <a:xfrm>
            <a:off x="3474720" y="257190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قَخَ</a:t>
            </a:r>
            <a:endParaRPr lang="ar-SA" sz="4300" dirty="0"/>
          </a:p>
        </p:txBody>
      </p:sp>
      <p:sp>
        <p:nvSpPr>
          <p:cNvPr id="16" name="LINK28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28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28 answer 3 text">
            <a:hlinkClick r:id="rIdLnk9" action="ppaction://hlinksldjump"/>
          </p:cNvPr>
          <p:cNvSpPr txBox="1"/>
          <p:nvPr/>
        </p:nvSpPr>
        <p:spPr>
          <a:xfrm>
            <a:off x="640080" y="257190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قَحَ</a:t>
            </a:r>
            <a:endParaRPr lang="ar-SA" sz="43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445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قَخَ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qakha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9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9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9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6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6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6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+ fa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007110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  +  فَ</a:t>
            </a:r>
            <a:endParaRPr lang="ar-SA" sz="5600" dirty="0"/>
          </a:p>
        </p:txBody>
      </p:sp>
      <p:sp>
        <p:nvSpPr>
          <p:cNvPr id="10" name="LINK31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31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31 answer 1 text">
            <a:hlinkClick r:id="rIdLnk3" action="ppaction://hlinksldjump"/>
          </p:cNvPr>
          <p:cNvSpPr txBox="1"/>
          <p:nvPr/>
        </p:nvSpPr>
        <p:spPr>
          <a:xfrm>
            <a:off x="6309360" y="260454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فَقَ</a:t>
            </a:r>
            <a:endParaRPr lang="ar-SA" sz="4700" dirty="0"/>
          </a:p>
        </p:txBody>
      </p:sp>
      <p:sp>
        <p:nvSpPr>
          <p:cNvPr id="13" name="LINK31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31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31 answer 2 text">
            <a:hlinkClick r:id="rIdLnk6" action="ppaction://hlinksldjump"/>
          </p:cNvPr>
          <p:cNvSpPr txBox="1"/>
          <p:nvPr/>
        </p:nvSpPr>
        <p:spPr>
          <a:xfrm>
            <a:off x="3474720" y="261350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قَسَ</a:t>
            </a:r>
            <a:endParaRPr lang="ar-SA" sz="4700" dirty="0"/>
          </a:p>
        </p:txBody>
      </p:sp>
      <p:sp>
        <p:nvSpPr>
          <p:cNvPr id="16" name="LINK30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30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30 answer 3 text">
            <a:hlinkClick r:id="rIdLnk9" action="ppaction://hlinksldjump"/>
          </p:cNvPr>
          <p:cNvSpPr txBox="1"/>
          <p:nvPr/>
        </p:nvSpPr>
        <p:spPr>
          <a:xfrm>
            <a:off x="640080" y="267319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قَفَ</a:t>
            </a:r>
            <a:endParaRPr lang="ar-SA" sz="4700" dirty="0"/>
          </a:p>
        </p:txBody>
      </p:sp>
      <p:sp>
        <p:nvSpPr>
          <p:cNvPr id="19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733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قَفَ</a:t>
            </a:r>
            <a:endParaRPr lang="ar-SA" sz="7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qafa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2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2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2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9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9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9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“waqara'a”?</a:t>
            </a:r>
            <a:endParaRPr lang="en-US" sz="3400" dirty="0"/>
          </a:p>
        </p:txBody>
      </p:sp>
      <p:sp>
        <p:nvSpPr>
          <p:cNvPr id="9" name="LINK3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4 answer 1 text">
            <a:hlinkClick r:id="rIdLnk3" action="ppaction://hlinksldjump"/>
          </p:cNvPr>
          <p:cNvSpPr txBox="1"/>
          <p:nvPr/>
        </p:nvSpPr>
        <p:spPr>
          <a:xfrm>
            <a:off x="6309360" y="259697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200" dirty="0"/>
          </a:p>
        </p:txBody>
      </p:sp>
      <p:sp>
        <p:nvSpPr>
          <p:cNvPr id="12" name="LINK33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3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3 answer 2 text">
            <a:hlinkClick r:id="rIdLnk6" action="ppaction://hlinksldjump"/>
          </p:cNvPr>
          <p:cNvSpPr txBox="1"/>
          <p:nvPr/>
        </p:nvSpPr>
        <p:spPr>
          <a:xfrm>
            <a:off x="347472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وَقَرَأَ</a:t>
            </a:r>
            <a:endParaRPr lang="ar-SA" sz="4200" dirty="0"/>
          </a:p>
        </p:txBody>
      </p:sp>
      <p:sp>
        <p:nvSpPr>
          <p:cNvPr id="15" name="LINK34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4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4 answer 3 text">
            <a:hlinkClick r:id="rIdLnk9" action="ppaction://hlinksldjump"/>
          </p:cNvPr>
          <p:cNvSpPr txBox="1"/>
          <p:nvPr/>
        </p:nvSpPr>
        <p:spPr>
          <a:xfrm>
            <a:off x="640080" y="256062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2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57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وَقَرَأَ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786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waqara'a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“waqafa”?</a:t>
            </a:r>
            <a:endParaRPr lang="en-US" sz="3400" dirty="0"/>
          </a:p>
        </p:txBody>
      </p:sp>
      <p:sp>
        <p:nvSpPr>
          <p:cNvPr id="9" name="LINK37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7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7 answer 1 text">
            <a:hlinkClick r:id="rIdLnk3" action="ppaction://hlinksldjump"/>
          </p:cNvPr>
          <p:cNvSpPr txBox="1"/>
          <p:nvPr/>
        </p:nvSpPr>
        <p:spPr>
          <a:xfrm>
            <a:off x="6309360" y="258775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وَصَدَقَ</a:t>
            </a:r>
            <a:endParaRPr lang="ar-SA" sz="4800" dirty="0"/>
          </a:p>
        </p:txBody>
      </p:sp>
      <p:sp>
        <p:nvSpPr>
          <p:cNvPr id="12" name="LINK3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3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36 answer 2 text">
            <a:hlinkClick r:id="rIdLnk6" action="ppaction://hlinksldjump"/>
          </p:cNvPr>
          <p:cNvSpPr txBox="1"/>
          <p:nvPr/>
        </p:nvSpPr>
        <p:spPr>
          <a:xfrm>
            <a:off x="3474720" y="261366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4800" dirty="0"/>
          </a:p>
        </p:txBody>
      </p:sp>
      <p:sp>
        <p:nvSpPr>
          <p:cNvPr id="15" name="LINK37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7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7 answer 3 text">
            <a:hlinkClick r:id="rIdLnk9" action="ppaction://hlinksldjump"/>
          </p:cNvPr>
          <p:cNvSpPr txBox="1"/>
          <p:nvPr/>
        </p:nvSpPr>
        <p:spPr>
          <a:xfrm>
            <a:off x="640080" y="253867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وَهَبَ</a:t>
            </a:r>
            <a:endParaRPr lang="ar-SA" sz="48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26845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وَقَفَ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waqafa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3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3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3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“qara'a”?</a:t>
            </a:r>
            <a:endParaRPr lang="en-US" sz="3400" dirty="0"/>
          </a:p>
        </p:txBody>
      </p:sp>
      <p:sp>
        <p:nvSpPr>
          <p:cNvPr id="9" name="LINK40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0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0 answer 1 text">
            <a:hlinkClick r:id="rIdLnk3" action="ppaction://hlinksldjump"/>
          </p:cNvPr>
          <p:cNvSpPr txBox="1"/>
          <p:nvPr/>
        </p:nvSpPr>
        <p:spPr>
          <a:xfrm>
            <a:off x="6309360" y="257270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فَتَحَ</a:t>
            </a:r>
            <a:endParaRPr lang="ar-SA" sz="4200" dirty="0"/>
          </a:p>
        </p:txBody>
      </p:sp>
      <p:sp>
        <p:nvSpPr>
          <p:cNvPr id="12" name="LINK40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0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0 answer 2 text">
            <a:hlinkClick r:id="rIdLnk6" action="ppaction://hlinksldjump"/>
          </p:cNvPr>
          <p:cNvSpPr txBox="1"/>
          <p:nvPr/>
        </p:nvSpPr>
        <p:spPr>
          <a:xfrm>
            <a:off x="3474720" y="261564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4200" dirty="0"/>
          </a:p>
        </p:txBody>
      </p:sp>
      <p:sp>
        <p:nvSpPr>
          <p:cNvPr id="15" name="LINK3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9 answer 3 text">
            <a:hlinkClick r:id="rIdLnk9" action="ppaction://hlinksldjump"/>
          </p:cNvPr>
          <p:cNvSpPr txBox="1"/>
          <p:nvPr/>
        </p:nvSpPr>
        <p:spPr>
          <a:xfrm>
            <a:off x="64008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200" dirty="0"/>
          </a:p>
        </p:txBody>
      </p:sp>
      <p:sp>
        <p:nvSpPr>
          <p:cNvPr id="18" name="Progress"/>
          <p:cNvSpPr/>
          <p:nvPr/>
        </p:nvSpPr>
        <p:spPr>
          <a:xfrm>
            <a:off x="307238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31012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54787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378561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02336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26110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49884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473659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497433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Progress"/>
          <p:cNvSpPr/>
          <p:nvPr/>
        </p:nvSpPr>
        <p:spPr>
          <a:xfrm>
            <a:off x="521208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Progress"/>
          <p:cNvSpPr/>
          <p:nvPr/>
        </p:nvSpPr>
        <p:spPr>
          <a:xfrm>
            <a:off x="544982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Progress"/>
          <p:cNvSpPr/>
          <p:nvPr/>
        </p:nvSpPr>
        <p:spPr>
          <a:xfrm>
            <a:off x="568756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Progress"/>
          <p:cNvSpPr/>
          <p:nvPr/>
        </p:nvSpPr>
        <p:spPr>
          <a:xfrm>
            <a:off x="592531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57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786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qara'a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4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4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4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3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3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3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11-fa-qaf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