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show: the buttons work by tapping or clicking. A wrong answer opens a 'try again' slide that goes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لَ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لَ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لَ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لَضَ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لَبَ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بَلَغَ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وَأَكَلَ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دَخَلَ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hoosh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Lnk1" Type="http://schemas.openxmlformats.org/officeDocument/2006/relationships/slide" Target="slide4.xml"/><Relationship Id="rIdLnk2" Type="http://schemas.openxmlformats.org/officeDocument/2006/relationships/slide" Target="slide4.xml"/><Relationship Id="rIdLnk3" Type="http://schemas.openxmlformats.org/officeDocument/2006/relationships/slide" Target="slide4.xml"/><Relationship Id="rIdLnk4" Type="http://schemas.openxmlformats.org/officeDocument/2006/relationships/slide" Target="slide4.xml"/><Relationship Id="rIdLnk5" Type="http://schemas.openxmlformats.org/officeDocument/2006/relationships/slide" Target="slide4.xml"/><Relationship Id="rIdLnk6" Type="http://schemas.openxmlformats.org/officeDocument/2006/relationships/slide" Target="slide4.xml"/><Relationship Id="rIdLnk7" Type="http://schemas.openxmlformats.org/officeDocument/2006/relationships/slide" Target="slide3.xml"/><Relationship Id="rIdLnk8" Type="http://schemas.openxmlformats.org/officeDocument/2006/relationships/slide" Target="slide3.xml"/><Relationship Id="rIdLnk9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sparkle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oops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Lnk1" Type="http://schemas.openxmlformats.org/officeDocument/2006/relationships/slide" Target="slide7.xml"/><Relationship Id="rIdLnk2" Type="http://schemas.openxmlformats.org/officeDocument/2006/relationships/slide" Target="slide7.xml"/><Relationship Id="rIdLnk3" Type="http://schemas.openxmlformats.org/officeDocument/2006/relationships/slide" Target="slide7.xml"/><Relationship Id="rIdLnk4" Type="http://schemas.openxmlformats.org/officeDocument/2006/relationships/slide" Target="slide7.xml"/><Relationship Id="rIdLnk5" Type="http://schemas.openxmlformats.org/officeDocument/2006/relationships/slide" Target="slide7.xml"/><Relationship Id="rIdLnk6" Type="http://schemas.openxmlformats.org/officeDocument/2006/relationships/slide" Target="slide7.xml"/><Relationship Id="rIdLnk7" Type="http://schemas.openxmlformats.org/officeDocument/2006/relationships/slide" Target="slide6.xml"/><Relationship Id="rIdLnk8" Type="http://schemas.openxmlformats.org/officeDocument/2006/relationships/slide" Target="slide6.xml"/><Relationship Id="rIdLnk9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sparkle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oops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Lnk1" Type="http://schemas.openxmlformats.org/officeDocument/2006/relationships/slide" Target="slide10.xml"/><Relationship Id="rIdLnk2" Type="http://schemas.openxmlformats.org/officeDocument/2006/relationships/slide" Target="slide10.xml"/><Relationship Id="rIdLnk3" Type="http://schemas.openxmlformats.org/officeDocument/2006/relationships/slide" Target="slide10.xml"/><Relationship Id="rIdLnk4" Type="http://schemas.openxmlformats.org/officeDocument/2006/relationships/slide" Target="slide10.xml"/><Relationship Id="rIdLnk5" Type="http://schemas.openxmlformats.org/officeDocument/2006/relationships/slide" Target="slide10.xml"/><Relationship Id="rIdLnk6" Type="http://schemas.openxmlformats.org/officeDocument/2006/relationships/slide" Target="slide10.xml"/><Relationship Id="rIdLnk7" Type="http://schemas.openxmlformats.org/officeDocument/2006/relationships/slide" Target="slide9.xml"/><Relationship Id="rIdLnk8" Type="http://schemas.openxmlformats.org/officeDocument/2006/relationships/slide" Target="slide9.xml"/><Relationship Id="rIdLnk9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sparkle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oops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Lnk1" Type="http://schemas.openxmlformats.org/officeDocument/2006/relationships/slide" Target="slide13.xml"/><Relationship Id="rIdLnk2" Type="http://schemas.openxmlformats.org/officeDocument/2006/relationships/slide" Target="slide13.xml"/><Relationship Id="rIdLnk3" Type="http://schemas.openxmlformats.org/officeDocument/2006/relationships/slide" Target="slide13.xml"/><Relationship Id="rIdLnk4" Type="http://schemas.openxmlformats.org/officeDocument/2006/relationships/slide" Target="slide13.xml"/><Relationship Id="rIdLnk5" Type="http://schemas.openxmlformats.org/officeDocument/2006/relationships/slide" Target="slide13.xml"/><Relationship Id="rIdLnk6" Type="http://schemas.openxmlformats.org/officeDocument/2006/relationships/slide" Target="slide13.xml"/><Relationship Id="rIdLnk7" Type="http://schemas.openxmlformats.org/officeDocument/2006/relationships/slide" Target="slide12.xml"/><Relationship Id="rIdLnk8" Type="http://schemas.openxmlformats.org/officeDocument/2006/relationships/slide" Target="slide12.xml"/><Relationship Id="rIdLnk9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sparkle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oops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Lnk1" Type="http://schemas.openxmlformats.org/officeDocument/2006/relationships/slide" Target="slide16.xml"/><Relationship Id="rIdLnk2" Type="http://schemas.openxmlformats.org/officeDocument/2006/relationships/slide" Target="slide16.xml"/><Relationship Id="rIdLnk3" Type="http://schemas.openxmlformats.org/officeDocument/2006/relationships/slide" Target="slide16.xml"/><Relationship Id="rIdLnk4" Type="http://schemas.openxmlformats.org/officeDocument/2006/relationships/slide" Target="slide15.xml"/><Relationship Id="rIdLnk5" Type="http://schemas.openxmlformats.org/officeDocument/2006/relationships/slide" Target="slide15.xml"/><Relationship Id="rIdLnk6" Type="http://schemas.openxmlformats.org/officeDocument/2006/relationships/slide" Target="slide15.xml"/><Relationship Id="rIdLnk7" Type="http://schemas.openxmlformats.org/officeDocument/2006/relationships/slide" Target="slide16.xml"/><Relationship Id="rIdLnk8" Type="http://schemas.openxmlformats.org/officeDocument/2006/relationships/slide" Target="slide16.xml"/><Relationship Id="rIdLnk9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sparkle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oops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Lnk1" Type="http://schemas.openxmlformats.org/officeDocument/2006/relationships/slide" Target="slide19.xml"/><Relationship Id="rIdLnk2" Type="http://schemas.openxmlformats.org/officeDocument/2006/relationships/slide" Target="slide19.xml"/><Relationship Id="rIdLnk3" Type="http://schemas.openxmlformats.org/officeDocument/2006/relationships/slide" Target="slide19.xml"/><Relationship Id="rIdLnk4" Type="http://schemas.openxmlformats.org/officeDocument/2006/relationships/slide" Target="slide18.xml"/><Relationship Id="rIdLnk5" Type="http://schemas.openxmlformats.org/officeDocument/2006/relationships/slide" Target="slide18.xml"/><Relationship Id="rIdLnk6" Type="http://schemas.openxmlformats.org/officeDocument/2006/relationships/slide" Target="slide18.xml"/><Relationship Id="rIdLnk7" Type="http://schemas.openxmlformats.org/officeDocument/2006/relationships/slide" Target="slide19.xml"/><Relationship Id="rIdLnk8" Type="http://schemas.openxmlformats.org/officeDocument/2006/relationships/slide" Target="slide19.xml"/><Relationship Id="rIdLnk9" Type="http://schemas.openxmlformats.org/officeDocument/2006/relationships/slide" Target="slide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sparkle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oops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2.xml"/><Relationship Id="rIdLnk4" Type="http://schemas.openxmlformats.org/officeDocument/2006/relationships/slide" Target="slide22.xml"/><Relationship Id="rIdLnk5" Type="http://schemas.openxmlformats.org/officeDocument/2006/relationships/slide" Target="slide22.xml"/><Relationship Id="rIdLnk6" Type="http://schemas.openxmlformats.org/officeDocument/2006/relationships/slide" Target="slide22.xml"/><Relationship Id="rIdLnk7" Type="http://schemas.openxmlformats.org/officeDocument/2006/relationships/slide" Target="slide21.xml"/><Relationship Id="rIdLnk8" Type="http://schemas.openxmlformats.org/officeDocument/2006/relationships/slide" Target="slide21.xml"/><Relationship Id="rIdLnk9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sparkle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oops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Lnk1" Type="http://schemas.openxmlformats.org/officeDocument/2006/relationships/slide" Target="slide24.xml"/><Relationship Id="rIdLnk2" Type="http://schemas.openxmlformats.org/officeDocument/2006/relationships/slide" Target="slide24.xml"/><Relationship Id="rIdLnk3" Type="http://schemas.openxmlformats.org/officeDocument/2006/relationships/slide" Target="slide24.xml"/><Relationship Id="rIdLnk4" Type="http://schemas.openxmlformats.org/officeDocument/2006/relationships/slide" Target="slide25.xml"/><Relationship Id="rIdLnk5" Type="http://schemas.openxmlformats.org/officeDocument/2006/relationships/slide" Target="slide25.xml"/><Relationship Id="rIdLnk6" Type="http://schemas.openxmlformats.org/officeDocument/2006/relationships/slide" Target="slide25.xml"/><Relationship Id="rIdLnk7" Type="http://schemas.openxmlformats.org/officeDocument/2006/relationships/slide" Target="slide25.xml"/><Relationship Id="rIdLnk8" Type="http://schemas.openxmlformats.org/officeDocument/2006/relationships/slide" Target="slide25.xml"/><Relationship Id="rIdLnk9" Type="http://schemas.openxmlformats.org/officeDocument/2006/relationships/slide" Target="slide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sparkle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oops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title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097280" y="640080"/>
            <a:ext cx="69494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514246" y="753466"/>
            <a:ext cx="6115507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790956"/>
            <a:ext cx="65836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Fathah Games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16266"/>
            <a:ext cx="65836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811272"/>
            <a:ext cx="658368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right answer!</a:t>
            </a:r>
            <a:endParaRPr lang="en-US" sz="2300" dirty="0"/>
          </a:p>
        </p:txBody>
      </p:sp>
      <p:sp>
        <p:nvSpPr>
          <p:cNvPr id="8" name="LINK2 button">
            <a:hlinkClick r:id="rIdLnk1" action="ppaction://hlinksldjump"/>
          </p:cNvPr>
          <p:cNvSpPr/>
          <p:nvPr/>
        </p:nvSpPr>
        <p:spPr>
          <a:xfrm>
            <a:off x="3291840" y="3749040"/>
            <a:ext cx="2560320" cy="777240"/>
          </a:xfrm>
          <a:prstGeom prst="roundRect">
            <a:avLst>
              <a:gd name="adj" fmla="val 41176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9" name="LINK2 button sheen">
            <a:hlinkClick r:id="rIdLnk2" action="ppaction://hlinksldjump"/>
          </p:cNvPr>
          <p:cNvSpPr/>
          <p:nvPr/>
        </p:nvSpPr>
        <p:spPr>
          <a:xfrm>
            <a:off x="3445459" y="3780130"/>
            <a:ext cx="2253082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LINK2 button text">
            <a:hlinkClick r:id="rIdLnk3" action="ppaction://hlinksldjump"/>
          </p:cNvPr>
          <p:cNvSpPr txBox="1"/>
          <p:nvPr/>
        </p:nvSpPr>
        <p:spPr>
          <a:xfrm>
            <a:off x="3291840" y="3747262"/>
            <a:ext cx="256032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Start</a:t>
            </a:r>
            <a:endParaRPr lang="en-US" sz="2800" dirty="0"/>
          </a:p>
        </p:txBody>
      </p:sp>
    </p:spTree>
  </p:cSld>
  <p:clrMapOvr>
    <a:masterClrMapping/>
  </p:clrMapOvr>
  <p:transition spd="med">
    <p:fade/>
    <p:sndAc>
      <p:stSnd>
        <p:snd r:embed="rIdGameSnd" name="whoosh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4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4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4 answer 1 text">
            <a:hlinkClick r:id="rIdLnk3" action="ppaction://hlinksldjump"/>
          </p:cNvPr>
          <p:cNvSpPr txBox="1"/>
          <p:nvPr/>
        </p:nvSpPr>
        <p:spPr>
          <a:xfrm>
            <a:off x="6457950" y="246745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200" dirty="0"/>
          </a:p>
        </p:txBody>
      </p:sp>
      <p:sp>
        <p:nvSpPr>
          <p:cNvPr id="12" name="LINK4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4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4 answer 2 text">
            <a:hlinkClick r:id="rIdLnk6" action="ppaction://hlinksldjump"/>
          </p:cNvPr>
          <p:cNvSpPr txBox="1"/>
          <p:nvPr/>
        </p:nvSpPr>
        <p:spPr>
          <a:xfrm>
            <a:off x="3771900" y="266352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200" dirty="0"/>
          </a:p>
        </p:txBody>
      </p:sp>
      <p:sp>
        <p:nvSpPr>
          <p:cNvPr id="15" name="LINK3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3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3 answer 3 text">
            <a:hlinkClick r:id="rIdLnk9" action="ppaction://hlinksldjump"/>
          </p:cNvPr>
          <p:cNvSpPr txBox="1"/>
          <p:nvPr/>
        </p:nvSpPr>
        <p:spPr>
          <a:xfrm>
            <a:off x="1085850" y="262415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2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34846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“la”</a:t>
            </a:r>
            <a:endParaRPr lang="en-US" sz="3400" dirty="0"/>
          </a:p>
        </p:txBody>
      </p:sp>
      <p:sp>
        <p:nvSpPr>
          <p:cNvPr id="9" name="LINK7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7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7 answer 1 text">
            <a:hlinkClick r:id="rIdLnk3" action="ppaction://hlinksldjump"/>
          </p:cNvPr>
          <p:cNvSpPr txBox="1"/>
          <p:nvPr/>
        </p:nvSpPr>
        <p:spPr>
          <a:xfrm>
            <a:off x="6457950" y="255926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2" name="LINK7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7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7 answer 2 text">
            <a:hlinkClick r:id="rIdLnk6" action="ppaction://hlinksldjump"/>
          </p:cNvPr>
          <p:cNvSpPr txBox="1"/>
          <p:nvPr/>
        </p:nvSpPr>
        <p:spPr>
          <a:xfrm>
            <a:off x="3771900" y="259351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5" name="LINK6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6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6 answer 3 text">
            <a:hlinkClick r:id="rIdLnk9" action="ppaction://hlinksldjump"/>
          </p:cNvPr>
          <p:cNvSpPr txBox="1"/>
          <p:nvPr/>
        </p:nvSpPr>
        <p:spPr>
          <a:xfrm>
            <a:off x="1085850" y="2622982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34846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“la”</a:t>
            </a:r>
            <a:endParaRPr lang="en-US" sz="3400" dirty="0"/>
          </a:p>
        </p:txBody>
      </p:sp>
      <p:sp>
        <p:nvSpPr>
          <p:cNvPr id="9" name="LINK10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0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0 answer 1 text">
            <a:hlinkClick r:id="rIdLnk3" action="ppaction://hlinksldjump"/>
          </p:cNvPr>
          <p:cNvSpPr txBox="1"/>
          <p:nvPr/>
        </p:nvSpPr>
        <p:spPr>
          <a:xfrm>
            <a:off x="6457950" y="266974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2" name="LINK10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0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0 answer 2 text">
            <a:hlinkClick r:id="rIdLnk6" action="ppaction://hlinksldjump"/>
          </p:cNvPr>
          <p:cNvSpPr txBox="1"/>
          <p:nvPr/>
        </p:nvSpPr>
        <p:spPr>
          <a:xfrm>
            <a:off x="3771900" y="243337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5" name="LINK9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9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9 answer 3 text">
            <a:hlinkClick r:id="rIdLnk9" action="ppaction://hlinksldjump"/>
          </p:cNvPr>
          <p:cNvSpPr txBox="1"/>
          <p:nvPr/>
        </p:nvSpPr>
        <p:spPr>
          <a:xfrm>
            <a:off x="1085850" y="2625319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34846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62787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+ ḍa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000125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  +  ضَ</a:t>
            </a:r>
            <a:endParaRPr lang="ar-SA" sz="5500" dirty="0"/>
          </a:p>
        </p:txBody>
      </p:sp>
      <p:sp>
        <p:nvSpPr>
          <p:cNvPr id="10" name="LINK13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13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13 answer 1 text">
            <a:hlinkClick r:id="rIdLnk3" action="ppaction://hlinksldjump"/>
          </p:cNvPr>
          <p:cNvSpPr txBox="1"/>
          <p:nvPr/>
        </p:nvSpPr>
        <p:spPr>
          <a:xfrm>
            <a:off x="6309360" y="268542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لَطَ</a:t>
            </a:r>
            <a:endParaRPr lang="ar-SA" sz="4700" dirty="0"/>
          </a:p>
        </p:txBody>
      </p:sp>
      <p:sp>
        <p:nvSpPr>
          <p:cNvPr id="13" name="LINK13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13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13 answer 2 text">
            <a:hlinkClick r:id="rIdLnk6" action="ppaction://hlinksldjump"/>
          </p:cNvPr>
          <p:cNvSpPr txBox="1"/>
          <p:nvPr/>
        </p:nvSpPr>
        <p:spPr>
          <a:xfrm>
            <a:off x="3474720" y="2618575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ضَلَ</a:t>
            </a:r>
            <a:endParaRPr lang="ar-SA" sz="4700" dirty="0"/>
          </a:p>
        </p:txBody>
      </p:sp>
      <p:sp>
        <p:nvSpPr>
          <p:cNvPr id="16" name="LINK12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12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12 answer 3 text">
            <a:hlinkClick r:id="rIdLnk9" action="ppaction://hlinksldjump"/>
          </p:cNvPr>
          <p:cNvSpPr txBox="1"/>
          <p:nvPr/>
        </p:nvSpPr>
        <p:spPr>
          <a:xfrm>
            <a:off x="640080" y="261678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لَضَ</a:t>
            </a:r>
            <a:endParaRPr lang="ar-SA" sz="4700" dirty="0"/>
          </a:p>
        </p:txBody>
      </p:sp>
      <p:sp>
        <p:nvSpPr>
          <p:cNvPr id="19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31036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لَضَ</a:t>
            </a:r>
            <a:endParaRPr lang="ar-SA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laḍa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4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4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4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1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1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1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951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+ ba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003618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  +  بَ</a:t>
            </a:r>
            <a:endParaRPr lang="ar-SA" sz="5500" dirty="0"/>
          </a:p>
        </p:txBody>
      </p:sp>
      <p:sp>
        <p:nvSpPr>
          <p:cNvPr id="10" name="LINK16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16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16 answer 1 text">
            <a:hlinkClick r:id="rIdLnk3" action="ppaction://hlinksldjump"/>
          </p:cNvPr>
          <p:cNvSpPr txBox="1"/>
          <p:nvPr/>
        </p:nvSpPr>
        <p:spPr>
          <a:xfrm>
            <a:off x="6309360" y="261750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</a:t>
            </a:r>
            <a:endParaRPr lang="ar-SA" sz="4300" dirty="0"/>
          </a:p>
        </p:txBody>
      </p:sp>
      <p:sp>
        <p:nvSpPr>
          <p:cNvPr id="13" name="LINK15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15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15 answer 2 text">
            <a:hlinkClick r:id="rIdLnk6" action="ppaction://hlinksldjump"/>
          </p:cNvPr>
          <p:cNvSpPr txBox="1"/>
          <p:nvPr/>
        </p:nvSpPr>
        <p:spPr>
          <a:xfrm>
            <a:off x="3474720" y="262597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لَبَ</a:t>
            </a:r>
            <a:endParaRPr lang="ar-SA" sz="4300" dirty="0"/>
          </a:p>
        </p:txBody>
      </p:sp>
      <p:sp>
        <p:nvSpPr>
          <p:cNvPr id="16" name="LINK16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16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16 answer 3 text">
            <a:hlinkClick r:id="rIdLnk9" action="ppaction://hlinksldjump"/>
          </p:cNvPr>
          <p:cNvSpPr txBox="1"/>
          <p:nvPr/>
        </p:nvSpPr>
        <p:spPr>
          <a:xfrm>
            <a:off x="640080" y="257491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لَغَ</a:t>
            </a:r>
            <a:endParaRPr lang="ar-SA" sz="4300" dirty="0"/>
          </a:p>
        </p:txBody>
      </p:sp>
      <p:sp>
        <p:nvSpPr>
          <p:cNvPr id="19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45597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لَبَ</a:t>
            </a:r>
            <a:endParaRPr lang="ar-SA" sz="61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7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7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7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4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4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4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“balagha”?</a:t>
            </a:r>
            <a:endParaRPr lang="en-US" sz="3400" dirty="0"/>
          </a:p>
        </p:txBody>
      </p:sp>
      <p:sp>
        <p:nvSpPr>
          <p:cNvPr id="9" name="LINK19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9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9 answer 1 text">
            <a:hlinkClick r:id="rIdLnk3" action="ppaction://hlinksldjump"/>
          </p:cNvPr>
          <p:cNvSpPr txBox="1"/>
          <p:nvPr/>
        </p:nvSpPr>
        <p:spPr>
          <a:xfrm>
            <a:off x="6309360" y="2615870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نَزَلَ</a:t>
            </a:r>
            <a:endParaRPr lang="ar-SA" sz="4300" dirty="0"/>
          </a:p>
        </p:txBody>
      </p:sp>
      <p:sp>
        <p:nvSpPr>
          <p:cNvPr id="12" name="LINK18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8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8 answer 2 text">
            <a:hlinkClick r:id="rIdLnk6" action="ppaction://hlinksldjump"/>
          </p:cNvPr>
          <p:cNvSpPr txBox="1"/>
          <p:nvPr/>
        </p:nvSpPr>
        <p:spPr>
          <a:xfrm>
            <a:off x="3474720" y="257491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بَلَغَ</a:t>
            </a:r>
            <a:endParaRPr lang="ar-SA" sz="4300" dirty="0"/>
          </a:p>
        </p:txBody>
      </p:sp>
      <p:sp>
        <p:nvSpPr>
          <p:cNvPr id="15" name="LINK19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9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9 answer 3 text">
            <a:hlinkClick r:id="rIdLnk9" action="ppaction://hlinksldjump"/>
          </p:cNvPr>
          <p:cNvSpPr txBox="1"/>
          <p:nvPr/>
        </p:nvSpPr>
        <p:spPr>
          <a:xfrm>
            <a:off x="640080" y="254569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وَدَرَسَ</a:t>
            </a:r>
            <a:endParaRPr lang="ar-SA" sz="43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78229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بَلَغَ</a:t>
            </a:r>
            <a:endParaRPr lang="ar-SA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balagha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0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0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0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7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7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7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“wa'akala”?</a:t>
            </a:r>
            <a:endParaRPr lang="en-US" sz="3400" dirty="0"/>
          </a:p>
        </p:txBody>
      </p:sp>
      <p:sp>
        <p:nvSpPr>
          <p:cNvPr id="9" name="LINK22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22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22 answer 1 text">
            <a:hlinkClick r:id="rIdLnk3" action="ppaction://hlinksldjump"/>
          </p:cNvPr>
          <p:cNvSpPr txBox="1"/>
          <p:nvPr/>
        </p:nvSpPr>
        <p:spPr>
          <a:xfrm>
            <a:off x="6309360" y="253296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وَخَرَجَ</a:t>
            </a:r>
            <a:endParaRPr lang="ar-SA" sz="4200" dirty="0"/>
          </a:p>
        </p:txBody>
      </p:sp>
      <p:sp>
        <p:nvSpPr>
          <p:cNvPr id="12" name="LINK22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22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22 answer 2 text">
            <a:hlinkClick r:id="rIdLnk6" action="ppaction://hlinksldjump"/>
          </p:cNvPr>
          <p:cNvSpPr txBox="1"/>
          <p:nvPr/>
        </p:nvSpPr>
        <p:spPr>
          <a:xfrm>
            <a:off x="3474720" y="256062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</a:t>
            </a:r>
            <a:endParaRPr lang="ar-SA" sz="4200" dirty="0"/>
          </a:p>
        </p:txBody>
      </p:sp>
      <p:sp>
        <p:nvSpPr>
          <p:cNvPr id="15" name="LINK21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21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21 answer 3 text">
            <a:hlinkClick r:id="rIdLnk9" action="ppaction://hlinksldjump"/>
          </p:cNvPr>
          <p:cNvSpPr txBox="1"/>
          <p:nvPr/>
        </p:nvSpPr>
        <p:spPr>
          <a:xfrm>
            <a:off x="640080" y="265923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وَأَكَلَ</a:t>
            </a:r>
            <a:endParaRPr lang="ar-SA" sz="42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8571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وَأَكَلَ</a:t>
            </a:r>
            <a:endParaRPr lang="ar-SA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wa'akala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3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3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3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0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0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0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“dakhala”?</a:t>
            </a:r>
            <a:endParaRPr lang="en-US" sz="3400" dirty="0"/>
          </a:p>
        </p:txBody>
      </p:sp>
      <p:sp>
        <p:nvSpPr>
          <p:cNvPr id="9" name="LINK24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24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24 answer 1 text">
            <a:hlinkClick r:id="rIdLnk3" action="ppaction://hlinksldjump"/>
          </p:cNvPr>
          <p:cNvSpPr txBox="1"/>
          <p:nvPr/>
        </p:nvSpPr>
        <p:spPr>
          <a:xfrm>
            <a:off x="6309360" y="261884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دَخَلَ</a:t>
            </a:r>
            <a:endParaRPr lang="ar-SA" sz="4800" dirty="0"/>
          </a:p>
        </p:txBody>
      </p:sp>
      <p:sp>
        <p:nvSpPr>
          <p:cNvPr id="12" name="LINK25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25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25 answer 2 text">
            <a:hlinkClick r:id="rIdLnk6" action="ppaction://hlinksldjump"/>
          </p:cNvPr>
          <p:cNvSpPr txBox="1"/>
          <p:nvPr/>
        </p:nvSpPr>
        <p:spPr>
          <a:xfrm>
            <a:off x="3474720" y="258531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حَرَثَ</a:t>
            </a:r>
            <a:endParaRPr lang="ar-SA" sz="4800" dirty="0"/>
          </a:p>
        </p:txBody>
      </p:sp>
      <p:sp>
        <p:nvSpPr>
          <p:cNvPr id="15" name="LINK25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25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25 answer 3 text">
            <a:hlinkClick r:id="rIdLnk9" action="ppaction://hlinksldjump"/>
          </p:cNvPr>
          <p:cNvSpPr txBox="1"/>
          <p:nvPr/>
        </p:nvSpPr>
        <p:spPr>
          <a:xfrm>
            <a:off x="640080" y="258714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وَكَتَبَ</a:t>
            </a:r>
            <a:endParaRPr lang="ar-SA" sz="48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3332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دَخَلَ</a:t>
            </a:r>
            <a:endParaRPr lang="ar-SA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dakhala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6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6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6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3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3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3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end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463040" y="548640"/>
            <a:ext cx="6217920" cy="2926080"/>
          </a:xfrm>
          <a:prstGeom prst="roundRect">
            <a:avLst>
              <a:gd name="adj" fmla="val 109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836115" y="665683"/>
            <a:ext cx="5471770" cy="1228954"/>
          </a:xfrm>
          <a:prstGeom prst="roundRect">
            <a:avLst>
              <a:gd name="adj" fmla="val 208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746252"/>
            <a:ext cx="58521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did it!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708214"/>
            <a:ext cx="585216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games won</a:t>
            </a:r>
            <a:endParaRPr lang="en-US" sz="2700" dirty="0"/>
          </a:p>
        </p:txBody>
      </p:sp>
      <p:sp>
        <p:nvSpPr>
          <p:cNvPr id="7" name="A300 star 1"/>
          <p:cNvSpPr/>
          <p:nvPr/>
        </p:nvSpPr>
        <p:spPr>
          <a:xfrm>
            <a:off x="219456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A600 star 2"/>
          <p:cNvSpPr/>
          <p:nvPr/>
        </p:nvSpPr>
        <p:spPr>
          <a:xfrm>
            <a:off x="4160520" y="233172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900 star 3"/>
          <p:cNvSpPr/>
          <p:nvPr/>
        </p:nvSpPr>
        <p:spPr>
          <a:xfrm>
            <a:off x="612648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LINK2 button">
            <a:hlinkClick r:id="rIdLnk1" action="ppaction://hlinksldjump"/>
          </p:cNvPr>
          <p:cNvSpPr/>
          <p:nvPr/>
        </p:nvSpPr>
        <p:spPr>
          <a:xfrm>
            <a:off x="3017520" y="3840480"/>
            <a:ext cx="3108960" cy="777240"/>
          </a:xfrm>
          <a:prstGeom prst="roundRect">
            <a:avLst>
              <a:gd name="adj" fmla="val 41176"/>
            </a:avLst>
          </a:prstGeom>
          <a:solidFill>
            <a:srgbClr val="1971C2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 button sheen">
            <a:hlinkClick r:id="rIdLnk2" action="ppaction://hlinksldjump"/>
          </p:cNvPr>
          <p:cNvSpPr/>
          <p:nvPr/>
        </p:nvSpPr>
        <p:spPr>
          <a:xfrm>
            <a:off x="3204058" y="3871570"/>
            <a:ext cx="2735885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 button text">
            <a:hlinkClick r:id="rIdLnk3" action="ppaction://hlinksldjump"/>
          </p:cNvPr>
          <p:cNvSpPr txBox="1"/>
          <p:nvPr/>
        </p:nvSpPr>
        <p:spPr>
          <a:xfrm>
            <a:off x="3017520" y="3836924"/>
            <a:ext cx="310896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Play again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win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Games 13-lam</dc:title>
  <dc:subject>PptxGenJS Presentation</dc:subject>
  <dc:creator>PptxGenJS</dc:creator>
  <cp:lastModifiedBy>PptxGenJS</cp:lastModifiedBy>
  <cp:revision>1</cp:revision>
  <dcterms:created xsi:type="dcterms:W3CDTF">2026-10-22T14:27:39Z</dcterms:created>
  <dcterms:modified xsi:type="dcterms:W3CDTF">2026-10-22T14:27:39Z</dcterms:modified>
</cp:coreProperties>
</file>