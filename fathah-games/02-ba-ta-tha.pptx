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ثَ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بَحَ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بَأَ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تَخَ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تَدَ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ثَحَ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ثَجَ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طَلَبَ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طَبَخَ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سَكَتَ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9.xml"/><Relationship Id="rIdLnk8" Type="http://schemas.openxmlformats.org/officeDocument/2006/relationships/slide" Target="slide9.xml"/><Relationship Id="rIdLnk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2.xml"/><Relationship Id="rIdLnk2" Type="http://schemas.openxmlformats.org/officeDocument/2006/relationships/slide" Target="slide12.xml"/><Relationship Id="rIdLnk3" Type="http://schemas.openxmlformats.org/officeDocument/2006/relationships/slide" Target="slide12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5.xml"/><Relationship Id="rIdLnk2" Type="http://schemas.openxmlformats.org/officeDocument/2006/relationships/slide" Target="slide15.xml"/><Relationship Id="rIdLnk3" Type="http://schemas.openxmlformats.org/officeDocument/2006/relationships/slide" Target="slide15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8.xml"/><Relationship Id="rIdLnk2" Type="http://schemas.openxmlformats.org/officeDocument/2006/relationships/slide" Target="slide18.xml"/><Relationship Id="rIdLnk3" Type="http://schemas.openxmlformats.org/officeDocument/2006/relationships/slide" Target="slide18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1.xml"/><Relationship Id="rIdLnk5" Type="http://schemas.openxmlformats.org/officeDocument/2006/relationships/slide" Target="slide21.xml"/><Relationship Id="rIdLnk6" Type="http://schemas.openxmlformats.org/officeDocument/2006/relationships/slide" Target="slide21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7.xml"/><Relationship Id="rIdLnk2" Type="http://schemas.openxmlformats.org/officeDocument/2006/relationships/slide" Target="slide27.xml"/><Relationship Id="rIdLnk3" Type="http://schemas.openxmlformats.org/officeDocument/2006/relationships/slide" Target="slide27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8.xml"/><Relationship Id="rIdLnk8" Type="http://schemas.openxmlformats.org/officeDocument/2006/relationships/slide" Target="slide28.xml"/><Relationship Id="rIdLnk9" Type="http://schemas.openxmlformats.org/officeDocument/2006/relationships/slide" Target="slide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3.xml"/><Relationship Id="rIdLnk2" Type="http://schemas.openxmlformats.org/officeDocument/2006/relationships/slide" Target="slide33.xml"/><Relationship Id="rIdLnk3" Type="http://schemas.openxmlformats.org/officeDocument/2006/relationships/slide" Target="slide33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4.xml"/><Relationship Id="rIdLnk8" Type="http://schemas.openxmlformats.org/officeDocument/2006/relationships/slide" Target="slide34.xml"/><Relationship Id="rIdLnk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7.xml"/><Relationship Id="rIdLnk5" Type="http://schemas.openxmlformats.org/officeDocument/2006/relationships/slide" Target="slide37.xml"/><Relationship Id="rIdLnk6" Type="http://schemas.openxmlformats.org/officeDocument/2006/relationships/slide" Target="slide37.xml"/><Relationship Id="rIdLnk7" Type="http://schemas.openxmlformats.org/officeDocument/2006/relationships/slide" Target="slide36.xml"/><Relationship Id="rIdLnk8" Type="http://schemas.openxmlformats.org/officeDocument/2006/relationships/slide" Target="slide36.xml"/><Relationship Id="rIdLnk9" Type="http://schemas.openxmlformats.org/officeDocument/2006/relationships/slide" Target="slide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39.xml"/><Relationship Id="rIdLnk5" Type="http://schemas.openxmlformats.org/officeDocument/2006/relationships/slide" Target="slide39.xml"/><Relationship Id="rIdLnk6" Type="http://schemas.openxmlformats.org/officeDocument/2006/relationships/slide" Target="slide39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Lnk3" Type="http://schemas.openxmlformats.org/officeDocument/2006/relationships/slide" Target="slide43.xml"/><Relationship Id="rIdLnk4" Type="http://schemas.openxmlformats.org/officeDocument/2006/relationships/slide" Target="slide43.xml"/><Relationship Id="rIdLnk5" Type="http://schemas.openxmlformats.org/officeDocument/2006/relationships/slide" Target="slide43.xml"/><Relationship Id="rIdLnk6" Type="http://schemas.openxmlformats.org/officeDocument/2006/relationships/slide" Target="slide43.xml"/><Relationship Id="rIdLnk7" Type="http://schemas.openxmlformats.org/officeDocument/2006/relationships/slide" Target="slide42.xml"/><Relationship Id="rIdLnk8" Type="http://schemas.openxmlformats.org/officeDocument/2006/relationships/slide" Target="slide42.xml"/><Relationship Id="rIdLnk9" Type="http://schemas.openxmlformats.org/officeDocument/2006/relationships/slide" Target="slide4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Lnk1" Type="http://schemas.openxmlformats.org/officeDocument/2006/relationships/slide" Target="slide44.xml"/><Relationship Id="rIdLnk2" Type="http://schemas.openxmlformats.org/officeDocument/2006/relationships/slide" Target="slide44.xml"/><Relationship Id="rIdLnk3" Type="http://schemas.openxmlformats.org/officeDocument/2006/relationships/slide" Target="slide44.xml"/><Relationship Id="rIdGameSnd" Type="http://schemas.openxmlformats.org/officeDocument/2006/relationships/audio" Target="../media/sparkle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oops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Lnk1" Type="http://schemas.openxmlformats.org/officeDocument/2006/relationships/slide" Target="slide45.xml"/><Relationship Id="rIdLnk2" Type="http://schemas.openxmlformats.org/officeDocument/2006/relationships/slide" Target="slide45.xml"/><Relationship Id="rIdLnk3" Type="http://schemas.openxmlformats.org/officeDocument/2006/relationships/slide" Target="slide45.xml"/><Relationship Id="rIdLnk4" Type="http://schemas.openxmlformats.org/officeDocument/2006/relationships/slide" Target="slide46.xml"/><Relationship Id="rIdLnk5" Type="http://schemas.openxmlformats.org/officeDocument/2006/relationships/slide" Target="slide46.xml"/><Relationship Id="rIdLnk6" Type="http://schemas.openxmlformats.org/officeDocument/2006/relationships/slide" Target="slide46.xml"/><Relationship Id="rIdLnk7" Type="http://schemas.openxmlformats.org/officeDocument/2006/relationships/slide" Target="slide46.xml"/><Relationship Id="rIdLnk8" Type="http://schemas.openxmlformats.org/officeDocument/2006/relationships/slide" Target="slide46.xml"/><Relationship Id="rIdLnk9" Type="http://schemas.openxmlformats.org/officeDocument/2006/relationships/slide" Target="slide4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Lnk1" Type="http://schemas.openxmlformats.org/officeDocument/2006/relationships/slide" Target="slide47.xml"/><Relationship Id="rIdLnk2" Type="http://schemas.openxmlformats.org/officeDocument/2006/relationships/slide" Target="slide47.xml"/><Relationship Id="rIdLnk3" Type="http://schemas.openxmlformats.org/officeDocument/2006/relationships/slide" Target="slide47.xml"/><Relationship Id="rIdGameSnd" Type="http://schemas.openxmlformats.org/officeDocument/2006/relationships/audio" Target="../media/sparkle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Lnk1" Type="http://schemas.openxmlformats.org/officeDocument/2006/relationships/slide" Target="slide44.xml"/><Relationship Id="rIdLnk2" Type="http://schemas.openxmlformats.org/officeDocument/2006/relationships/slide" Target="slide44.xml"/><Relationship Id="rIdLnk3" Type="http://schemas.openxmlformats.org/officeDocument/2006/relationships/slide" Target="slide44.xml"/><Relationship Id="rIdGameSnd" Type="http://schemas.openxmlformats.org/officeDocument/2006/relationships/audio" Target="../media/oops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Lnk1" Type="http://schemas.openxmlformats.org/officeDocument/2006/relationships/slide" Target="slide48.xml"/><Relationship Id="rIdLnk2" Type="http://schemas.openxmlformats.org/officeDocument/2006/relationships/slide" Target="slide48.xml"/><Relationship Id="rIdLnk3" Type="http://schemas.openxmlformats.org/officeDocument/2006/relationships/slide" Target="slide48.xml"/><Relationship Id="rIdLnk4" Type="http://schemas.openxmlformats.org/officeDocument/2006/relationships/slide" Target="slide49.xml"/><Relationship Id="rIdLnk5" Type="http://schemas.openxmlformats.org/officeDocument/2006/relationships/slide" Target="slide49.xml"/><Relationship Id="rIdLnk6" Type="http://schemas.openxmlformats.org/officeDocument/2006/relationships/slide" Target="slide49.xml"/><Relationship Id="rIdLnk7" Type="http://schemas.openxmlformats.org/officeDocument/2006/relationships/slide" Target="slide49.xml"/><Relationship Id="rIdLnk8" Type="http://schemas.openxmlformats.org/officeDocument/2006/relationships/slide" Target="slide49.xml"/><Relationship Id="rIdLnk9" Type="http://schemas.openxmlformats.org/officeDocument/2006/relationships/slide" Target="slide4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Lnk1" Type="http://schemas.openxmlformats.org/officeDocument/2006/relationships/slide" Target="slide50.xml"/><Relationship Id="rIdLnk2" Type="http://schemas.openxmlformats.org/officeDocument/2006/relationships/slide" Target="slide50.xml"/><Relationship Id="rIdLnk3" Type="http://schemas.openxmlformats.org/officeDocument/2006/relationships/slide" Target="slide50.xml"/><Relationship Id="rIdGameSnd" Type="http://schemas.openxmlformats.org/officeDocument/2006/relationships/audio" Target="../media/sparkle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Lnk1" Type="http://schemas.openxmlformats.org/officeDocument/2006/relationships/slide" Target="slide47.xml"/><Relationship Id="rIdLnk2" Type="http://schemas.openxmlformats.org/officeDocument/2006/relationships/slide" Target="slide47.xml"/><Relationship Id="rIdLnk3" Type="http://schemas.openxmlformats.org/officeDocument/2006/relationships/slide" Target="slide47.xml"/><Relationship Id="rIdGameSnd" Type="http://schemas.openxmlformats.org/officeDocument/2006/relationships/audio" Target="../media/oops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Lnk1" Type="http://schemas.openxmlformats.org/officeDocument/2006/relationships/slide" Target="slide51.xml"/><Relationship Id="rIdLnk2" Type="http://schemas.openxmlformats.org/officeDocument/2006/relationships/slide" Target="slide51.xml"/><Relationship Id="rIdLnk3" Type="http://schemas.openxmlformats.org/officeDocument/2006/relationships/slide" Target="slide51.xml"/><Relationship Id="rIdLnk4" Type="http://schemas.openxmlformats.org/officeDocument/2006/relationships/slide" Target="slide52.xml"/><Relationship Id="rIdLnk5" Type="http://schemas.openxmlformats.org/officeDocument/2006/relationships/slide" Target="slide52.xml"/><Relationship Id="rIdLnk6" Type="http://schemas.openxmlformats.org/officeDocument/2006/relationships/slide" Target="slide52.xml"/><Relationship Id="rIdLnk7" Type="http://schemas.openxmlformats.org/officeDocument/2006/relationships/slide" Target="slide52.xml"/><Relationship Id="rIdLnk8" Type="http://schemas.openxmlformats.org/officeDocument/2006/relationships/slide" Target="slide52.xml"/><Relationship Id="rIdLnk9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Lnk1" Type="http://schemas.openxmlformats.org/officeDocument/2006/relationships/slide" Target="slide53.xml"/><Relationship Id="rIdLnk2" Type="http://schemas.openxmlformats.org/officeDocument/2006/relationships/slide" Target="slide53.xml"/><Relationship Id="rIdLnk3" Type="http://schemas.openxmlformats.org/officeDocument/2006/relationships/slide" Target="slide53.xml"/><Relationship Id="rIdGameSnd" Type="http://schemas.openxmlformats.org/officeDocument/2006/relationships/audio" Target="../media/sparkle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Lnk1" Type="http://schemas.openxmlformats.org/officeDocument/2006/relationships/slide" Target="slide50.xml"/><Relationship Id="rIdLnk2" Type="http://schemas.openxmlformats.org/officeDocument/2006/relationships/slide" Target="slide50.xml"/><Relationship Id="rIdLnk3" Type="http://schemas.openxmlformats.org/officeDocument/2006/relationships/slide" Target="slide50.xml"/><Relationship Id="rIdGameSnd" Type="http://schemas.openxmlformats.org/officeDocument/2006/relationships/audio" Target="../media/oops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Lnk3" Type="http://schemas.openxmlformats.org/officeDocument/2006/relationships/slide" Target="slide54.xml"/><Relationship Id="rIdLnk4" Type="http://schemas.openxmlformats.org/officeDocument/2006/relationships/slide" Target="slide55.xml"/><Relationship Id="rIdLnk5" Type="http://schemas.openxmlformats.org/officeDocument/2006/relationships/slide" Target="slide55.xml"/><Relationship Id="rIdLnk6" Type="http://schemas.openxmlformats.org/officeDocument/2006/relationships/slide" Target="slide55.xml"/><Relationship Id="rIdLnk7" Type="http://schemas.openxmlformats.org/officeDocument/2006/relationships/slide" Target="slide55.xml"/><Relationship Id="rIdLnk8" Type="http://schemas.openxmlformats.org/officeDocument/2006/relationships/slide" Target="slide55.xml"/><Relationship Id="rIdLnk9" Type="http://schemas.openxmlformats.org/officeDocument/2006/relationships/slide" Target="slide5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6.xml"/><Relationship Id="rIdGameSnd" Type="http://schemas.openxmlformats.org/officeDocument/2006/relationships/audio" Target="../media/sparkle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Lnk1" Type="http://schemas.openxmlformats.org/officeDocument/2006/relationships/slide" Target="slide53.xml"/><Relationship Id="rIdLnk2" Type="http://schemas.openxmlformats.org/officeDocument/2006/relationships/slide" Target="slide53.xml"/><Relationship Id="rIdLnk3" Type="http://schemas.openxmlformats.org/officeDocument/2006/relationships/slide" Target="slide53.xml"/><Relationship Id="rIdGameSnd" Type="http://schemas.openxmlformats.org/officeDocument/2006/relationships/audio" Target="../media/oops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88192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   تَ   ثَ</a:t>
            </a:r>
            <a:endParaRPr lang="ar-SA" sz="6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47621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8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31198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8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54962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695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62497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1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42198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71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67006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025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7132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7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4791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700" dirty="0"/>
          </a:p>
        </p:txBody>
      </p:sp>
      <p:sp>
        <p:nvSpPr>
          <p:cNvPr id="15" name="LINK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9 answer 3 text">
            <a:hlinkClick r:id="rIdLnk9" action="ppaction://hlinksldjump"/>
          </p:cNvPr>
          <p:cNvSpPr txBox="1"/>
          <p:nvPr/>
        </p:nvSpPr>
        <p:spPr>
          <a:xfrm>
            <a:off x="1085850" y="26707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6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“ba”</a:t>
            </a:r>
            <a:endParaRPr lang="en-US" sz="3400" dirty="0"/>
          </a:p>
        </p:txBody>
      </p:sp>
      <p:sp>
        <p:nvSpPr>
          <p:cNvPr id="9" name="LINK12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2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2 answer 1 text">
            <a:hlinkClick r:id="rIdLnk3" action="ppaction://hlinksldjump"/>
          </p:cNvPr>
          <p:cNvSpPr txBox="1"/>
          <p:nvPr/>
        </p:nvSpPr>
        <p:spPr>
          <a:xfrm>
            <a:off x="6457950" y="248576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3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5" name="LINK1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3 answer 3 text">
            <a:hlinkClick r:id="rIdLnk9" action="ppaction://hlinksldjump"/>
          </p:cNvPr>
          <p:cNvSpPr txBox="1"/>
          <p:nvPr/>
        </p:nvSpPr>
        <p:spPr>
          <a:xfrm>
            <a:off x="1085850" y="26904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695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“ba”</a:t>
            </a:r>
            <a:endParaRPr lang="en-US" sz="3400" dirty="0"/>
          </a:p>
        </p:txBody>
      </p:sp>
      <p:sp>
        <p:nvSpPr>
          <p:cNvPr id="9" name="LINK15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5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5 answer 1 text">
            <a:hlinkClick r:id="rIdLnk3" action="ppaction://hlinksldjump"/>
          </p:cNvPr>
          <p:cNvSpPr txBox="1"/>
          <p:nvPr/>
        </p:nvSpPr>
        <p:spPr>
          <a:xfrm>
            <a:off x="6457950" y="247048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1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61009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1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4202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695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“ta”</a:t>
            </a:r>
            <a:endParaRPr lang="en-US" sz="3400" dirty="0"/>
          </a:p>
        </p:txBody>
      </p:sp>
      <p:sp>
        <p:nvSpPr>
          <p:cNvPr id="9" name="LINK18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8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8 answer 1 text">
            <a:hlinkClick r:id="rIdLnk3" action="ppaction://hlinksldjump"/>
          </p:cNvPr>
          <p:cNvSpPr txBox="1"/>
          <p:nvPr/>
        </p:nvSpPr>
        <p:spPr>
          <a:xfrm>
            <a:off x="6457950" y="262204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771900" y="254469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025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“ta”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457950" y="246312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2" name="LINK21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1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1 answer 2 text">
            <a:hlinkClick r:id="rIdLnk6" action="ppaction://hlinksldjump"/>
          </p:cNvPr>
          <p:cNvSpPr txBox="1"/>
          <p:nvPr/>
        </p:nvSpPr>
        <p:spPr>
          <a:xfrm>
            <a:off x="3771900" y="262364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5" name="LINK2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2 answer 3 text">
            <a:hlinkClick r:id="rIdLnk9" action="ppaction://hlinksldjump"/>
          </p:cNvPr>
          <p:cNvSpPr txBox="1"/>
          <p:nvPr/>
        </p:nvSpPr>
        <p:spPr>
          <a:xfrm>
            <a:off x="1085850" y="246103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025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1549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26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“tha”</a:t>
            </a:r>
            <a:endParaRPr lang="en-US" sz="3400" dirty="0"/>
          </a:p>
        </p:txBody>
      </p:sp>
      <p:sp>
        <p:nvSpPr>
          <p:cNvPr id="9" name="LINK2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4 answer 1 text">
            <a:hlinkClick r:id="rIdLnk3" action="ppaction://hlinksldjump"/>
          </p:cNvPr>
          <p:cNvSpPr txBox="1"/>
          <p:nvPr/>
        </p:nvSpPr>
        <p:spPr>
          <a:xfrm>
            <a:off x="6457950" y="266202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771900" y="26837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108585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6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“tha”</a:t>
            </a:r>
            <a:endParaRPr lang="en-US" sz="3400" dirty="0"/>
          </a:p>
        </p:txBody>
      </p:sp>
      <p:sp>
        <p:nvSpPr>
          <p:cNvPr id="9" name="LINK2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7 answer 1 text">
            <a:hlinkClick r:id="rIdLnk3" action="ppaction://hlinksldjump"/>
          </p:cNvPr>
          <p:cNvSpPr txBox="1"/>
          <p:nvPr/>
        </p:nvSpPr>
        <p:spPr>
          <a:xfrm>
            <a:off x="6457950" y="266974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2" name="LINK2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8 answer 2 text">
            <a:hlinkClick r:id="rIdLnk6" action="ppaction://hlinksldjump"/>
          </p:cNvPr>
          <p:cNvSpPr txBox="1"/>
          <p:nvPr/>
        </p:nvSpPr>
        <p:spPr>
          <a:xfrm>
            <a:off x="3771900" y="246899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5" name="LINK28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8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8 answer 3 text">
            <a:hlinkClick r:id="rIdLnk9" action="ppaction://hlinksldjump"/>
          </p:cNvPr>
          <p:cNvSpPr txBox="1"/>
          <p:nvPr/>
        </p:nvSpPr>
        <p:spPr>
          <a:xfrm>
            <a:off x="1085850" y="26253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6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+ ḥa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2796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  +  حَ</a:t>
            </a:r>
            <a:endParaRPr lang="ar-SA" sz="61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56531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53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50877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53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46738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5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203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+ 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6262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  +  أَ</a:t>
            </a:r>
            <a:endParaRPr lang="ar-SA" sz="5000" dirty="0"/>
          </a:p>
        </p:txBody>
      </p:sp>
      <p:sp>
        <p:nvSpPr>
          <p:cNvPr id="10" name="LINK3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3 answer 1 text">
            <a:hlinkClick r:id="rIdLnk3" action="ppaction://hlinksldjump"/>
          </p:cNvPr>
          <p:cNvSpPr txBox="1"/>
          <p:nvPr/>
        </p:nvSpPr>
        <p:spPr>
          <a:xfrm>
            <a:off x="6309360" y="268745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4200" dirty="0"/>
          </a:p>
        </p:txBody>
      </p:sp>
      <p:sp>
        <p:nvSpPr>
          <p:cNvPr id="13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4 answer 2 text">
            <a:hlinkClick r:id="rIdLnk6" action="ppaction://hlinksldjump"/>
          </p:cNvPr>
          <p:cNvSpPr txBox="1"/>
          <p:nvPr/>
        </p:nvSpPr>
        <p:spPr>
          <a:xfrm>
            <a:off x="3474720" y="266910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4200" dirty="0"/>
          </a:p>
        </p:txBody>
      </p:sp>
      <p:sp>
        <p:nvSpPr>
          <p:cNvPr id="16" name="LINK3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4 answer 3 text">
            <a:hlinkClick r:id="rIdLnk9" action="ppaction://hlinksldjump"/>
          </p:cNvPr>
          <p:cNvSpPr txBox="1"/>
          <p:nvPr/>
        </p:nvSpPr>
        <p:spPr>
          <a:xfrm>
            <a:off x="640080" y="256230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42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2200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+ kha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  +  خَ</a:t>
            </a:r>
            <a:endParaRPr lang="ar-SA" sz="5300" dirty="0"/>
          </a:p>
        </p:txBody>
      </p:sp>
      <p:sp>
        <p:nvSpPr>
          <p:cNvPr id="10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7 answer 1 text">
            <a:hlinkClick r:id="rIdLnk3" action="ppaction://hlinksldjump"/>
          </p:cNvPr>
          <p:cNvSpPr txBox="1"/>
          <p:nvPr/>
        </p:nvSpPr>
        <p:spPr>
          <a:xfrm>
            <a:off x="6309360" y="264947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4500" dirty="0"/>
          </a:p>
        </p:txBody>
      </p:sp>
      <p:sp>
        <p:nvSpPr>
          <p:cNvPr id="13" name="LINK3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7 answer 2 text">
            <a:hlinkClick r:id="rIdLnk6" action="ppaction://hlinksldjump"/>
          </p:cNvPr>
          <p:cNvSpPr txBox="1"/>
          <p:nvPr/>
        </p:nvSpPr>
        <p:spPr>
          <a:xfrm>
            <a:off x="3474720" y="263347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4500" dirty="0"/>
          </a:p>
        </p:txBody>
      </p:sp>
      <p:sp>
        <p:nvSpPr>
          <p:cNvPr id="16" name="LINK3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6 answer 3 text">
            <a:hlinkClick r:id="rIdLnk9" action="ppaction://hlinksldjump"/>
          </p:cNvPr>
          <p:cNvSpPr txBox="1"/>
          <p:nvPr/>
        </p:nvSpPr>
        <p:spPr>
          <a:xfrm>
            <a:off x="64008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+ da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8621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  +  دَ</a:t>
            </a:r>
            <a:endParaRPr lang="ar-SA" sz="7900" dirty="0"/>
          </a:p>
        </p:txBody>
      </p:sp>
      <p:sp>
        <p:nvSpPr>
          <p:cNvPr id="10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40 answer 1 text">
            <a:hlinkClick r:id="rIdLnk3" action="ppaction://hlinksldjump"/>
          </p:cNvPr>
          <p:cNvSpPr txBox="1"/>
          <p:nvPr/>
        </p:nvSpPr>
        <p:spPr>
          <a:xfrm>
            <a:off x="6309360" y="259448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5200" dirty="0"/>
          </a:p>
        </p:txBody>
      </p:sp>
      <p:sp>
        <p:nvSpPr>
          <p:cNvPr id="13" name="LINK3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9 answer 2 text">
            <a:hlinkClick r:id="rIdLnk6" action="ppaction://hlinksldjump"/>
          </p:cNvPr>
          <p:cNvSpPr txBox="1"/>
          <p:nvPr/>
        </p:nvSpPr>
        <p:spPr>
          <a:xfrm>
            <a:off x="3474720" y="265821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5200" dirty="0"/>
          </a:p>
        </p:txBody>
      </p:sp>
      <p:sp>
        <p:nvSpPr>
          <p:cNvPr id="16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0 answer 3 text">
            <a:hlinkClick r:id="rIdLnk9" action="ppaction://hlinksldjump"/>
          </p:cNvPr>
          <p:cNvSpPr txBox="1"/>
          <p:nvPr/>
        </p:nvSpPr>
        <p:spPr>
          <a:xfrm>
            <a:off x="640080" y="261990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52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557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 + ḥa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418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  +  حَ</a:t>
            </a:r>
            <a:endParaRPr lang="ar-SA" sz="5300" dirty="0"/>
          </a:p>
        </p:txBody>
      </p:sp>
      <p:sp>
        <p:nvSpPr>
          <p:cNvPr id="10" name="LINK4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4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43 answer 1 text">
            <a:hlinkClick r:id="rIdLnk3" action="ppaction://hlinksldjump"/>
          </p:cNvPr>
          <p:cNvSpPr txBox="1"/>
          <p:nvPr/>
        </p:nvSpPr>
        <p:spPr>
          <a:xfrm>
            <a:off x="6309360" y="267648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4300" dirty="0"/>
          </a:p>
        </p:txBody>
      </p:sp>
      <p:sp>
        <p:nvSpPr>
          <p:cNvPr id="13" name="LINK4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4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43 answer 2 text">
            <a:hlinkClick r:id="rIdLnk6" action="ppaction://hlinksldjump"/>
          </p:cNvPr>
          <p:cNvSpPr txBox="1"/>
          <p:nvPr/>
        </p:nvSpPr>
        <p:spPr>
          <a:xfrm>
            <a:off x="3474720" y="26475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4300" dirty="0"/>
          </a:p>
        </p:txBody>
      </p:sp>
      <p:sp>
        <p:nvSpPr>
          <p:cNvPr id="16" name="LINK4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2 answer 3 text">
            <a:hlinkClick r:id="rIdLnk9" action="ppaction://hlinksldjump"/>
          </p:cNvPr>
          <p:cNvSpPr txBox="1"/>
          <p:nvPr/>
        </p:nvSpPr>
        <p:spPr>
          <a:xfrm>
            <a:off x="640080" y="257545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891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 + ja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418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  +  جَ</a:t>
            </a:r>
            <a:endParaRPr lang="ar-SA" sz="5300" dirty="0"/>
          </a:p>
        </p:txBody>
      </p:sp>
      <p:sp>
        <p:nvSpPr>
          <p:cNvPr id="10" name="LINK4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4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45 answer 1 text">
            <a:hlinkClick r:id="rIdLnk3" action="ppaction://hlinksldjump"/>
          </p:cNvPr>
          <p:cNvSpPr txBox="1"/>
          <p:nvPr/>
        </p:nvSpPr>
        <p:spPr>
          <a:xfrm>
            <a:off x="6309360" y="257545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4300" dirty="0"/>
          </a:p>
        </p:txBody>
      </p:sp>
      <p:sp>
        <p:nvSpPr>
          <p:cNvPr id="13" name="LINK4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4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46 answer 2 text">
            <a:hlinkClick r:id="rIdLnk6" action="ppaction://hlinksldjump"/>
          </p:cNvPr>
          <p:cNvSpPr txBox="1"/>
          <p:nvPr/>
        </p:nvSpPr>
        <p:spPr>
          <a:xfrm>
            <a:off x="3474720" y="262651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4300" dirty="0"/>
          </a:p>
        </p:txBody>
      </p:sp>
      <p:sp>
        <p:nvSpPr>
          <p:cNvPr id="16" name="LINK4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4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46 answer 3 text">
            <a:hlinkClick r:id="rIdLnk9" action="ppaction://hlinksldjump"/>
          </p:cNvPr>
          <p:cNvSpPr txBox="1"/>
          <p:nvPr/>
        </p:nvSpPr>
        <p:spPr>
          <a:xfrm>
            <a:off x="640080" y="260440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891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“ṭalaba”?</a:t>
            </a:r>
            <a:endParaRPr lang="en-US" sz="3400" dirty="0"/>
          </a:p>
        </p:txBody>
      </p:sp>
      <p:sp>
        <p:nvSpPr>
          <p:cNvPr id="9" name="LINK4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8 answer 1 text">
            <a:hlinkClick r:id="rIdLnk3" action="ppaction://hlinksldjump"/>
          </p:cNvPr>
          <p:cNvSpPr txBox="1"/>
          <p:nvPr/>
        </p:nvSpPr>
        <p:spPr>
          <a:xfrm>
            <a:off x="6309360" y="262782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700" dirty="0"/>
          </a:p>
        </p:txBody>
      </p:sp>
      <p:sp>
        <p:nvSpPr>
          <p:cNvPr id="12" name="LINK4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9 answer 2 text">
            <a:hlinkClick r:id="rIdLnk6" action="ppaction://hlinksldjump"/>
          </p:cNvPr>
          <p:cNvSpPr txBox="1"/>
          <p:nvPr/>
        </p:nvSpPr>
        <p:spPr>
          <a:xfrm>
            <a:off x="3474720" y="259998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نَظَرَ</a:t>
            </a:r>
            <a:endParaRPr lang="ar-SA" sz="4700" dirty="0"/>
          </a:p>
        </p:txBody>
      </p:sp>
      <p:sp>
        <p:nvSpPr>
          <p:cNvPr id="15" name="LINK4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9 answer 3 text">
            <a:hlinkClick r:id="rIdLnk9" action="ppaction://hlinksldjump"/>
          </p:cNvPr>
          <p:cNvSpPr txBox="1"/>
          <p:nvPr/>
        </p:nvSpPr>
        <p:spPr>
          <a:xfrm>
            <a:off x="640080" y="26155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وَدَخَلَ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4559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6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ṭalaba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4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4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4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“ṭabakha”?</a:t>
            </a:r>
            <a:endParaRPr lang="en-US" sz="3400" dirty="0"/>
          </a:p>
        </p:txBody>
      </p:sp>
      <p:sp>
        <p:nvSpPr>
          <p:cNvPr id="9" name="LINK5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5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51 answer 1 text">
            <a:hlinkClick r:id="rIdLnk3" action="ppaction://hlinksldjump"/>
          </p:cNvPr>
          <p:cNvSpPr txBox="1"/>
          <p:nvPr/>
        </p:nvSpPr>
        <p:spPr>
          <a:xfrm>
            <a:off x="630936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2" name="LINK5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5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52 answer 2 text">
            <a:hlinkClick r:id="rIdLnk6" action="ppaction://hlinksldjump"/>
          </p:cNvPr>
          <p:cNvSpPr txBox="1"/>
          <p:nvPr/>
        </p:nvSpPr>
        <p:spPr>
          <a:xfrm>
            <a:off x="3474720" y="272602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400" dirty="0"/>
          </a:p>
        </p:txBody>
      </p:sp>
      <p:sp>
        <p:nvSpPr>
          <p:cNvPr id="15" name="LINK5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5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52 answer 3 text">
            <a:hlinkClick r:id="rIdLnk9" action="ppaction://hlinksldjump"/>
          </p:cNvPr>
          <p:cNvSpPr txBox="1"/>
          <p:nvPr/>
        </p:nvSpPr>
        <p:spPr>
          <a:xfrm>
            <a:off x="640080" y="26160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56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ṭabakha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“sakata”?</a:t>
            </a:r>
            <a:endParaRPr lang="en-US" sz="3400" dirty="0"/>
          </a:p>
        </p:txBody>
      </p:sp>
      <p:sp>
        <p:nvSpPr>
          <p:cNvPr id="9" name="LINK5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5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54 answer 1 text">
            <a:hlinkClick r:id="rIdLnk3" action="ppaction://hlinksldjump"/>
          </p:cNvPr>
          <p:cNvSpPr txBox="1"/>
          <p:nvPr/>
        </p:nvSpPr>
        <p:spPr>
          <a:xfrm>
            <a:off x="6309360" y="265107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4700" dirty="0"/>
          </a:p>
        </p:txBody>
      </p:sp>
      <p:sp>
        <p:nvSpPr>
          <p:cNvPr id="12" name="LINK5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5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55 answer 2 text">
            <a:hlinkClick r:id="rIdLnk6" action="ppaction://hlinksldjump"/>
          </p:cNvPr>
          <p:cNvSpPr txBox="1"/>
          <p:nvPr/>
        </p:nvSpPr>
        <p:spPr>
          <a:xfrm>
            <a:off x="347472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endParaRPr lang="ar-SA" sz="4700" dirty="0"/>
          </a:p>
        </p:txBody>
      </p:sp>
      <p:sp>
        <p:nvSpPr>
          <p:cNvPr id="15" name="LINK5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5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55 answer 3 text">
            <a:hlinkClick r:id="rIdLnk9" action="ppaction://hlinksldjump"/>
          </p:cNvPr>
          <p:cNvSpPr txBox="1"/>
          <p:nvPr/>
        </p:nvSpPr>
        <p:spPr>
          <a:xfrm>
            <a:off x="640080" y="248307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24780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27157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295351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19125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42900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56869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Progress"/>
          <p:cNvSpPr/>
          <p:nvPr/>
        </p:nvSpPr>
        <p:spPr>
          <a:xfrm>
            <a:off x="580644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Progress"/>
          <p:cNvSpPr/>
          <p:nvPr/>
        </p:nvSpPr>
        <p:spPr>
          <a:xfrm>
            <a:off x="60441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Progress"/>
          <p:cNvSpPr/>
          <p:nvPr/>
        </p:nvSpPr>
        <p:spPr>
          <a:xfrm>
            <a:off x="62819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Progress"/>
          <p:cNvSpPr/>
          <p:nvPr/>
        </p:nvSpPr>
        <p:spPr>
          <a:xfrm>
            <a:off x="65196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11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sakata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02-ba-ta-tha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