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show: the buttons work by tapping or clicking. A wrong answer opens a 'try again' slide that goes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1 · Find the fathah. Answer: مَ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2 · Find the sound. Answer: مَ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2 · Find the sound. Answer: مَ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3 · Build it. Answer: مَطَ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3 · Build it. Answer: مَبَ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4 · Read the word. Answer: وَحَمَلَ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4 · Read the word. Answer: وَرَسَمَ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4 · Read the word. Answer: جَمَعَ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Relationship Id="rIdLnk1" Type="http://schemas.openxmlformats.org/officeDocument/2006/relationships/slide" Target="slide2.xml"/><Relationship Id="rIdLnk2" Type="http://schemas.openxmlformats.org/officeDocument/2006/relationships/slide" Target="slide2.xml"/><Relationship Id="rIdLnk3" Type="http://schemas.openxmlformats.org/officeDocument/2006/relationships/slide" Target="slide2.xml"/><Relationship Id="rIdGameSnd" Type="http://schemas.openxmlformats.org/officeDocument/2006/relationships/audio" Target="../media/whoosh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Relationship Id="rIdLnk1" Type="http://schemas.openxmlformats.org/officeDocument/2006/relationships/slide" Target="slide4.xml"/><Relationship Id="rIdLnk2" Type="http://schemas.openxmlformats.org/officeDocument/2006/relationships/slide" Target="slide4.xml"/><Relationship Id="rIdLnk3" Type="http://schemas.openxmlformats.org/officeDocument/2006/relationships/slide" Target="slide4.xml"/><Relationship Id="rIdLnk4" Type="http://schemas.openxmlformats.org/officeDocument/2006/relationships/slide" Target="slide4.xml"/><Relationship Id="rIdLnk5" Type="http://schemas.openxmlformats.org/officeDocument/2006/relationships/slide" Target="slide4.xml"/><Relationship Id="rIdLnk6" Type="http://schemas.openxmlformats.org/officeDocument/2006/relationships/slide" Target="slide4.xml"/><Relationship Id="rIdLnk7" Type="http://schemas.openxmlformats.org/officeDocument/2006/relationships/slide" Target="slide3.xml"/><Relationship Id="rIdLnk8" Type="http://schemas.openxmlformats.org/officeDocument/2006/relationships/slide" Target="slide3.xml"/><Relationship Id="rIdLnk9" Type="http://schemas.openxmlformats.org/officeDocument/2006/relationships/slide" Target="slide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Relationship Id="rIdLnk1" Type="http://schemas.openxmlformats.org/officeDocument/2006/relationships/slide" Target="slide5.xml"/><Relationship Id="rIdLnk2" Type="http://schemas.openxmlformats.org/officeDocument/2006/relationships/slide" Target="slide5.xml"/><Relationship Id="rIdLnk3" Type="http://schemas.openxmlformats.org/officeDocument/2006/relationships/slide" Target="slide5.xml"/><Relationship Id="rIdGameSnd" Type="http://schemas.openxmlformats.org/officeDocument/2006/relationships/audio" Target="../media/sparkle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Lnk1" Type="http://schemas.openxmlformats.org/officeDocument/2006/relationships/slide" Target="slide2.xml"/><Relationship Id="rIdLnk2" Type="http://schemas.openxmlformats.org/officeDocument/2006/relationships/slide" Target="slide2.xml"/><Relationship Id="rIdLnk3" Type="http://schemas.openxmlformats.org/officeDocument/2006/relationships/slide" Target="slide2.xml"/><Relationship Id="rIdGameSnd" Type="http://schemas.openxmlformats.org/officeDocument/2006/relationships/audio" Target="../media/oops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Lnk1" Type="http://schemas.openxmlformats.org/officeDocument/2006/relationships/slide" Target="slide7.xml"/><Relationship Id="rIdLnk2" Type="http://schemas.openxmlformats.org/officeDocument/2006/relationships/slide" Target="slide7.xml"/><Relationship Id="rIdLnk3" Type="http://schemas.openxmlformats.org/officeDocument/2006/relationships/slide" Target="slide7.xml"/><Relationship Id="rIdLnk4" Type="http://schemas.openxmlformats.org/officeDocument/2006/relationships/slide" Target="slide6.xml"/><Relationship Id="rIdLnk5" Type="http://schemas.openxmlformats.org/officeDocument/2006/relationships/slide" Target="slide6.xml"/><Relationship Id="rIdLnk6" Type="http://schemas.openxmlformats.org/officeDocument/2006/relationships/slide" Target="slide6.xml"/><Relationship Id="rIdLnk7" Type="http://schemas.openxmlformats.org/officeDocument/2006/relationships/slide" Target="slide7.xml"/><Relationship Id="rIdLnk8" Type="http://schemas.openxmlformats.org/officeDocument/2006/relationships/slide" Target="slide7.xml"/><Relationship Id="rIdLnk9" Type="http://schemas.openxmlformats.org/officeDocument/2006/relationships/slide" Target="slide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Relationship Id="rIdLnk1" Type="http://schemas.openxmlformats.org/officeDocument/2006/relationships/slide" Target="slide8.xml"/><Relationship Id="rIdLnk2" Type="http://schemas.openxmlformats.org/officeDocument/2006/relationships/slide" Target="slide8.xml"/><Relationship Id="rIdLnk3" Type="http://schemas.openxmlformats.org/officeDocument/2006/relationships/slide" Target="slide8.xml"/><Relationship Id="rIdGameSnd" Type="http://schemas.openxmlformats.org/officeDocument/2006/relationships/audio" Target="../media/sparkle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Lnk1" Type="http://schemas.openxmlformats.org/officeDocument/2006/relationships/slide" Target="slide5.xml"/><Relationship Id="rIdLnk2" Type="http://schemas.openxmlformats.org/officeDocument/2006/relationships/slide" Target="slide5.xml"/><Relationship Id="rIdLnk3" Type="http://schemas.openxmlformats.org/officeDocument/2006/relationships/slide" Target="slide5.xml"/><Relationship Id="rIdGameSnd" Type="http://schemas.openxmlformats.org/officeDocument/2006/relationships/audio" Target="../media/oops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Lnk1" Type="http://schemas.openxmlformats.org/officeDocument/2006/relationships/slide" Target="slide9.xml"/><Relationship Id="rIdLnk2" Type="http://schemas.openxmlformats.org/officeDocument/2006/relationships/slide" Target="slide9.xml"/><Relationship Id="rIdLnk3" Type="http://schemas.openxmlformats.org/officeDocument/2006/relationships/slide" Target="slide9.xml"/><Relationship Id="rIdLnk4" Type="http://schemas.openxmlformats.org/officeDocument/2006/relationships/slide" Target="slide10.xml"/><Relationship Id="rIdLnk5" Type="http://schemas.openxmlformats.org/officeDocument/2006/relationships/slide" Target="slide10.xml"/><Relationship Id="rIdLnk6" Type="http://schemas.openxmlformats.org/officeDocument/2006/relationships/slide" Target="slide10.xml"/><Relationship Id="rIdLnk7" Type="http://schemas.openxmlformats.org/officeDocument/2006/relationships/slide" Target="slide10.xml"/><Relationship Id="rIdLnk8" Type="http://schemas.openxmlformats.org/officeDocument/2006/relationships/slide" Target="slide10.xml"/><Relationship Id="rIdLnk9" Type="http://schemas.openxmlformats.org/officeDocument/2006/relationships/slide" Target="slide10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Lnk1" Type="http://schemas.openxmlformats.org/officeDocument/2006/relationships/slide" Target="slide11.xml"/><Relationship Id="rIdLnk2" Type="http://schemas.openxmlformats.org/officeDocument/2006/relationships/slide" Target="slide11.xml"/><Relationship Id="rIdLnk3" Type="http://schemas.openxmlformats.org/officeDocument/2006/relationships/slide" Target="slide11.xml"/><Relationship Id="rIdGameSnd" Type="http://schemas.openxmlformats.org/officeDocument/2006/relationships/audio" Target="../media/sparkle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Lnk1" Type="http://schemas.openxmlformats.org/officeDocument/2006/relationships/slide" Target="slide8.xml"/><Relationship Id="rIdLnk2" Type="http://schemas.openxmlformats.org/officeDocument/2006/relationships/slide" Target="slide8.xml"/><Relationship Id="rIdLnk3" Type="http://schemas.openxmlformats.org/officeDocument/2006/relationships/slide" Target="slide8.xml"/><Relationship Id="rIdGameSnd" Type="http://schemas.openxmlformats.org/officeDocument/2006/relationships/audio" Target="../media/oops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Lnk1" Type="http://schemas.openxmlformats.org/officeDocument/2006/relationships/slide" Target="slide13.xml"/><Relationship Id="rIdLnk2" Type="http://schemas.openxmlformats.org/officeDocument/2006/relationships/slide" Target="slide13.xml"/><Relationship Id="rIdLnk3" Type="http://schemas.openxmlformats.org/officeDocument/2006/relationships/slide" Target="slide13.xml"/><Relationship Id="rIdLnk4" Type="http://schemas.openxmlformats.org/officeDocument/2006/relationships/slide" Target="slide12.xml"/><Relationship Id="rIdLnk5" Type="http://schemas.openxmlformats.org/officeDocument/2006/relationships/slide" Target="slide12.xml"/><Relationship Id="rIdLnk6" Type="http://schemas.openxmlformats.org/officeDocument/2006/relationships/slide" Target="slide12.xml"/><Relationship Id="rIdLnk7" Type="http://schemas.openxmlformats.org/officeDocument/2006/relationships/slide" Target="slide13.xml"/><Relationship Id="rIdLnk8" Type="http://schemas.openxmlformats.org/officeDocument/2006/relationships/slide" Target="slide13.xml"/><Relationship Id="rIdLnk9" Type="http://schemas.openxmlformats.org/officeDocument/2006/relationships/slide" Target="slide1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Relationship Id="rIdLnk1" Type="http://schemas.openxmlformats.org/officeDocument/2006/relationships/slide" Target="slide14.xml"/><Relationship Id="rIdLnk2" Type="http://schemas.openxmlformats.org/officeDocument/2006/relationships/slide" Target="slide14.xml"/><Relationship Id="rIdLnk3" Type="http://schemas.openxmlformats.org/officeDocument/2006/relationships/slide" Target="slide14.xml"/><Relationship Id="rIdGameSnd" Type="http://schemas.openxmlformats.org/officeDocument/2006/relationships/audio" Target="../media/sparkle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Lnk1" Type="http://schemas.openxmlformats.org/officeDocument/2006/relationships/slide" Target="slide11.xml"/><Relationship Id="rIdLnk2" Type="http://schemas.openxmlformats.org/officeDocument/2006/relationships/slide" Target="slide11.xml"/><Relationship Id="rIdLnk3" Type="http://schemas.openxmlformats.org/officeDocument/2006/relationships/slide" Target="slide11.xml"/><Relationship Id="rIdGameSnd" Type="http://schemas.openxmlformats.org/officeDocument/2006/relationships/audio" Target="../media/oops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Relationship Id="rIdLnk1" Type="http://schemas.openxmlformats.org/officeDocument/2006/relationships/slide" Target="slide15.xml"/><Relationship Id="rIdLnk2" Type="http://schemas.openxmlformats.org/officeDocument/2006/relationships/slide" Target="slide15.xml"/><Relationship Id="rIdLnk3" Type="http://schemas.openxmlformats.org/officeDocument/2006/relationships/slide" Target="slide15.xml"/><Relationship Id="rIdLnk4" Type="http://schemas.openxmlformats.org/officeDocument/2006/relationships/slide" Target="slide16.xml"/><Relationship Id="rIdLnk5" Type="http://schemas.openxmlformats.org/officeDocument/2006/relationships/slide" Target="slide16.xml"/><Relationship Id="rIdLnk6" Type="http://schemas.openxmlformats.org/officeDocument/2006/relationships/slide" Target="slide16.xml"/><Relationship Id="rIdLnk7" Type="http://schemas.openxmlformats.org/officeDocument/2006/relationships/slide" Target="slide16.xml"/><Relationship Id="rIdLnk8" Type="http://schemas.openxmlformats.org/officeDocument/2006/relationships/slide" Target="slide16.xml"/><Relationship Id="rIdLnk9" Type="http://schemas.openxmlformats.org/officeDocument/2006/relationships/slide" Target="slide1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Relationship Id="rIdLnk1" Type="http://schemas.openxmlformats.org/officeDocument/2006/relationships/slide" Target="slide17.xml"/><Relationship Id="rIdLnk2" Type="http://schemas.openxmlformats.org/officeDocument/2006/relationships/slide" Target="slide17.xml"/><Relationship Id="rIdLnk3" Type="http://schemas.openxmlformats.org/officeDocument/2006/relationships/slide" Target="slide17.xml"/><Relationship Id="rIdGameSnd" Type="http://schemas.openxmlformats.org/officeDocument/2006/relationships/audio" Target="../media/sparkle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Relationship Id="rIdLnk1" Type="http://schemas.openxmlformats.org/officeDocument/2006/relationships/slide" Target="slide14.xml"/><Relationship Id="rIdLnk2" Type="http://schemas.openxmlformats.org/officeDocument/2006/relationships/slide" Target="slide14.xml"/><Relationship Id="rIdLnk3" Type="http://schemas.openxmlformats.org/officeDocument/2006/relationships/slide" Target="slide14.xml"/><Relationship Id="rIdGameSnd" Type="http://schemas.openxmlformats.org/officeDocument/2006/relationships/audio" Target="../media/oops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Relationship Id="rIdLnk1" Type="http://schemas.openxmlformats.org/officeDocument/2006/relationships/slide" Target="slide19.xml"/><Relationship Id="rIdLnk2" Type="http://schemas.openxmlformats.org/officeDocument/2006/relationships/slide" Target="slide19.xml"/><Relationship Id="rIdLnk3" Type="http://schemas.openxmlformats.org/officeDocument/2006/relationships/slide" Target="slide19.xml"/><Relationship Id="rIdLnk4" Type="http://schemas.openxmlformats.org/officeDocument/2006/relationships/slide" Target="slide19.xml"/><Relationship Id="rIdLnk5" Type="http://schemas.openxmlformats.org/officeDocument/2006/relationships/slide" Target="slide19.xml"/><Relationship Id="rIdLnk6" Type="http://schemas.openxmlformats.org/officeDocument/2006/relationships/slide" Target="slide19.xml"/><Relationship Id="rIdLnk7" Type="http://schemas.openxmlformats.org/officeDocument/2006/relationships/slide" Target="slide18.xml"/><Relationship Id="rIdLnk8" Type="http://schemas.openxmlformats.org/officeDocument/2006/relationships/slide" Target="slide18.xml"/><Relationship Id="rIdLnk9" Type="http://schemas.openxmlformats.org/officeDocument/2006/relationships/slide" Target="slide1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Relationship Id="rIdLnk1" Type="http://schemas.openxmlformats.org/officeDocument/2006/relationships/slide" Target="slide20.xml"/><Relationship Id="rIdLnk2" Type="http://schemas.openxmlformats.org/officeDocument/2006/relationships/slide" Target="slide20.xml"/><Relationship Id="rIdLnk3" Type="http://schemas.openxmlformats.org/officeDocument/2006/relationships/slide" Target="slide20.xml"/><Relationship Id="rIdGameSnd" Type="http://schemas.openxmlformats.org/officeDocument/2006/relationships/audio" Target="../media/sparkle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Relationship Id="rIdLnk1" Type="http://schemas.openxmlformats.org/officeDocument/2006/relationships/slide" Target="slide17.xml"/><Relationship Id="rIdLnk2" Type="http://schemas.openxmlformats.org/officeDocument/2006/relationships/slide" Target="slide17.xml"/><Relationship Id="rIdLnk3" Type="http://schemas.openxmlformats.org/officeDocument/2006/relationships/slide" Target="slide17.xml"/><Relationship Id="rIdGameSnd" Type="http://schemas.openxmlformats.org/officeDocument/2006/relationships/audio" Target="../media/oops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Relationship Id="rIdLnk1" Type="http://schemas.openxmlformats.org/officeDocument/2006/relationships/slide" Target="slide22.xml"/><Relationship Id="rIdLnk2" Type="http://schemas.openxmlformats.org/officeDocument/2006/relationships/slide" Target="slide22.xml"/><Relationship Id="rIdLnk3" Type="http://schemas.openxmlformats.org/officeDocument/2006/relationships/slide" Target="slide22.xml"/><Relationship Id="rIdLnk4" Type="http://schemas.openxmlformats.org/officeDocument/2006/relationships/slide" Target="slide22.xml"/><Relationship Id="rIdLnk5" Type="http://schemas.openxmlformats.org/officeDocument/2006/relationships/slide" Target="slide22.xml"/><Relationship Id="rIdLnk6" Type="http://schemas.openxmlformats.org/officeDocument/2006/relationships/slide" Target="slide22.xml"/><Relationship Id="rIdLnk7" Type="http://schemas.openxmlformats.org/officeDocument/2006/relationships/slide" Target="slide21.xml"/><Relationship Id="rIdLnk8" Type="http://schemas.openxmlformats.org/officeDocument/2006/relationships/slide" Target="slide21.xml"/><Relationship Id="rIdLnk9" Type="http://schemas.openxmlformats.org/officeDocument/2006/relationships/slide" Target="slide2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Relationship Id="rIdLnk1" Type="http://schemas.openxmlformats.org/officeDocument/2006/relationships/slide" Target="slide23.xml"/><Relationship Id="rIdLnk2" Type="http://schemas.openxmlformats.org/officeDocument/2006/relationships/slide" Target="slide23.xml"/><Relationship Id="rIdLnk3" Type="http://schemas.openxmlformats.org/officeDocument/2006/relationships/slide" Target="slide23.xml"/><Relationship Id="rIdGameSnd" Type="http://schemas.openxmlformats.org/officeDocument/2006/relationships/audio" Target="../media/sparkle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Relationship Id="rIdLnk1" Type="http://schemas.openxmlformats.org/officeDocument/2006/relationships/slide" Target="slide20.xml"/><Relationship Id="rIdLnk2" Type="http://schemas.openxmlformats.org/officeDocument/2006/relationships/slide" Target="slide20.xml"/><Relationship Id="rIdLnk3" Type="http://schemas.openxmlformats.org/officeDocument/2006/relationships/slide" Target="slide20.xml"/><Relationship Id="rIdGameSnd" Type="http://schemas.openxmlformats.org/officeDocument/2006/relationships/audio" Target="../media/oops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Relationship Id="rIdLnk1" Type="http://schemas.openxmlformats.org/officeDocument/2006/relationships/slide" Target="slide25.xml"/><Relationship Id="rIdLnk2" Type="http://schemas.openxmlformats.org/officeDocument/2006/relationships/slide" Target="slide25.xml"/><Relationship Id="rIdLnk3" Type="http://schemas.openxmlformats.org/officeDocument/2006/relationships/slide" Target="slide25.xml"/><Relationship Id="rIdLnk4" Type="http://schemas.openxmlformats.org/officeDocument/2006/relationships/slide" Target="slide25.xml"/><Relationship Id="rIdLnk5" Type="http://schemas.openxmlformats.org/officeDocument/2006/relationships/slide" Target="slide25.xml"/><Relationship Id="rIdLnk6" Type="http://schemas.openxmlformats.org/officeDocument/2006/relationships/slide" Target="slide25.xml"/><Relationship Id="rIdLnk7" Type="http://schemas.openxmlformats.org/officeDocument/2006/relationships/slide" Target="slide24.xml"/><Relationship Id="rIdLnk8" Type="http://schemas.openxmlformats.org/officeDocument/2006/relationships/slide" Target="slide24.xml"/><Relationship Id="rIdLnk9" Type="http://schemas.openxmlformats.org/officeDocument/2006/relationships/slide" Target="slide2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Relationship Id="rIdLnk1" Type="http://schemas.openxmlformats.org/officeDocument/2006/relationships/slide" Target="slide26.xml"/><Relationship Id="rIdLnk2" Type="http://schemas.openxmlformats.org/officeDocument/2006/relationships/slide" Target="slide26.xml"/><Relationship Id="rIdLnk3" Type="http://schemas.openxmlformats.org/officeDocument/2006/relationships/slide" Target="slide26.xml"/><Relationship Id="rIdGameSnd" Type="http://schemas.openxmlformats.org/officeDocument/2006/relationships/audio" Target="../media/sparkle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Relationship Id="rIdLnk1" Type="http://schemas.openxmlformats.org/officeDocument/2006/relationships/slide" Target="slide23.xml"/><Relationship Id="rIdLnk2" Type="http://schemas.openxmlformats.org/officeDocument/2006/relationships/slide" Target="slide23.xml"/><Relationship Id="rIdLnk3" Type="http://schemas.openxmlformats.org/officeDocument/2006/relationships/slide" Target="slide23.xml"/><Relationship Id="rIdGameSnd" Type="http://schemas.openxmlformats.org/officeDocument/2006/relationships/audio" Target="../media/oops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Relationship Id="rIdLnk1" Type="http://schemas.openxmlformats.org/officeDocument/2006/relationships/slide" Target="slide2.xml"/><Relationship Id="rIdLnk2" Type="http://schemas.openxmlformats.org/officeDocument/2006/relationships/slide" Target="slide2.xml"/><Relationship Id="rIdLnk3" Type="http://schemas.openxmlformats.org/officeDocument/2006/relationships/slide" Target="slide2.xml"/><Relationship Id="rIdGameSnd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title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097280" y="640080"/>
            <a:ext cx="69494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1514246" y="753466"/>
            <a:ext cx="6115507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80160" y="790956"/>
            <a:ext cx="65836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Fathah Games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421778"/>
            <a:ext cx="6583680" cy="1280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3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811272"/>
            <a:ext cx="6583680" cy="5029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 the right answer!</a:t>
            </a:r>
            <a:endParaRPr lang="en-US" sz="2300" dirty="0"/>
          </a:p>
        </p:txBody>
      </p:sp>
      <p:sp>
        <p:nvSpPr>
          <p:cNvPr id="8" name="LINK2 button">
            <a:hlinkClick r:id="rIdLnk1" action="ppaction://hlinksldjump"/>
          </p:cNvPr>
          <p:cNvSpPr/>
          <p:nvPr/>
        </p:nvSpPr>
        <p:spPr>
          <a:xfrm>
            <a:off x="3291840" y="3749040"/>
            <a:ext cx="2560320" cy="777240"/>
          </a:xfrm>
          <a:prstGeom prst="roundRect">
            <a:avLst>
              <a:gd name="adj" fmla="val 41176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9" name="LINK2 button sheen">
            <a:hlinkClick r:id="rIdLnk2" action="ppaction://hlinksldjump"/>
          </p:cNvPr>
          <p:cNvSpPr/>
          <p:nvPr/>
        </p:nvSpPr>
        <p:spPr>
          <a:xfrm>
            <a:off x="3445459" y="3780130"/>
            <a:ext cx="2253082" cy="326441"/>
          </a:xfrm>
          <a:prstGeom prst="roundRect">
            <a:avLst>
              <a:gd name="adj" fmla="val 78431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LINK2 button text">
            <a:hlinkClick r:id="rIdLnk3" action="ppaction://hlinksldjump"/>
          </p:cNvPr>
          <p:cNvSpPr txBox="1"/>
          <p:nvPr/>
        </p:nvSpPr>
        <p:spPr>
          <a:xfrm>
            <a:off x="3291840" y="3747262"/>
            <a:ext cx="256032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 Start</a:t>
            </a:r>
            <a:endParaRPr lang="en-US" sz="2800" dirty="0"/>
          </a:p>
        </p:txBody>
      </p:sp>
    </p:spTree>
  </p:cSld>
  <p:clrMapOvr>
    <a:masterClrMapping/>
  </p:clrMapOvr>
  <p:transition spd="med">
    <p:fade/>
    <p:sndAc>
      <p:stSnd>
        <p:snd r:embed="rIdGameSnd" name="whoosh.wav"/>
      </p:stSnd>
    </p:sndAc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1 · Find the fathah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 the letter with FATHAH (a)</a:t>
            </a:r>
            <a:endParaRPr lang="en-US" sz="3400" dirty="0"/>
          </a:p>
        </p:txBody>
      </p:sp>
      <p:sp>
        <p:nvSpPr>
          <p:cNvPr id="9" name="LINK4 answer 1">
            <a:hlinkClick r:id="rIdLnk1" action="ppaction://hlinksldjump"/>
          </p:cNvPr>
          <p:cNvSpPr/>
          <p:nvPr/>
        </p:nvSpPr>
        <p:spPr>
          <a:xfrm>
            <a:off x="64579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4 answer 1 sheen">
            <a:hlinkClick r:id="rIdLnk2" action="ppaction://hlinksldjump"/>
          </p:cNvPr>
          <p:cNvSpPr/>
          <p:nvPr/>
        </p:nvSpPr>
        <p:spPr>
          <a:xfrm>
            <a:off x="65539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4 answer 1 text">
            <a:hlinkClick r:id="rIdLnk3" action="ppaction://hlinksldjump"/>
          </p:cNvPr>
          <p:cNvSpPr txBox="1"/>
          <p:nvPr/>
        </p:nvSpPr>
        <p:spPr>
          <a:xfrm>
            <a:off x="6457950" y="2451818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7100" dirty="0"/>
          </a:p>
        </p:txBody>
      </p:sp>
      <p:sp>
        <p:nvSpPr>
          <p:cNvPr id="12" name="LINK4 answer 2">
            <a:hlinkClick r:id="rIdLnk4" action="ppaction://hlinksldjump"/>
          </p:cNvPr>
          <p:cNvSpPr/>
          <p:nvPr/>
        </p:nvSpPr>
        <p:spPr>
          <a:xfrm>
            <a:off x="377190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4 answer 2 sheen">
            <a:hlinkClick r:id="rIdLnk5" action="ppaction://hlinksldjump"/>
          </p:cNvPr>
          <p:cNvSpPr/>
          <p:nvPr/>
        </p:nvSpPr>
        <p:spPr>
          <a:xfrm>
            <a:off x="386791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4 answer 2 text">
            <a:hlinkClick r:id="rIdLnk6" action="ppaction://hlinksldjump"/>
          </p:cNvPr>
          <p:cNvSpPr txBox="1"/>
          <p:nvPr/>
        </p:nvSpPr>
        <p:spPr>
          <a:xfrm>
            <a:off x="3771900" y="2271073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7100" dirty="0"/>
          </a:p>
        </p:txBody>
      </p:sp>
      <p:sp>
        <p:nvSpPr>
          <p:cNvPr id="15" name="LINK3 answer 3">
            <a:hlinkClick r:id="rIdLnk7" action="ppaction://hlinksldjump"/>
          </p:cNvPr>
          <p:cNvSpPr/>
          <p:nvPr/>
        </p:nvSpPr>
        <p:spPr>
          <a:xfrm>
            <a:off x="10858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3 answer 3 sheen">
            <a:hlinkClick r:id="rIdLnk8" action="ppaction://hlinksldjump"/>
          </p:cNvPr>
          <p:cNvSpPr/>
          <p:nvPr/>
        </p:nvSpPr>
        <p:spPr>
          <a:xfrm>
            <a:off x="11818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3 answer 3 text">
            <a:hlinkClick r:id="rIdLnk9" action="ppaction://hlinksldjump"/>
          </p:cNvPr>
          <p:cNvSpPr txBox="1"/>
          <p:nvPr/>
        </p:nvSpPr>
        <p:spPr>
          <a:xfrm>
            <a:off x="1085850" y="2404961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100" dirty="0"/>
          </a:p>
        </p:txBody>
      </p:sp>
      <p:sp>
        <p:nvSpPr>
          <p:cNvPr id="18" name="Progress"/>
          <p:cNvSpPr/>
          <p:nvPr/>
        </p:nvSpPr>
        <p:spPr>
          <a:xfrm>
            <a:off x="3666744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90448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414223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437997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61772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85546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509320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533095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224737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8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14752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</a:t>
            </a:r>
            <a:endParaRPr lang="en-US" sz="28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5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5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5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2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2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2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2 · Find the sound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46531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Tap:  “ma”</a:t>
            </a:r>
            <a:endParaRPr lang="en-US" sz="3400" dirty="0"/>
          </a:p>
        </p:txBody>
      </p:sp>
      <p:sp>
        <p:nvSpPr>
          <p:cNvPr id="9" name="LINK7 answer 1">
            <a:hlinkClick r:id="rIdLnk1" action="ppaction://hlinksldjump"/>
          </p:cNvPr>
          <p:cNvSpPr/>
          <p:nvPr/>
        </p:nvSpPr>
        <p:spPr>
          <a:xfrm>
            <a:off x="64579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7 answer 1 sheen">
            <a:hlinkClick r:id="rIdLnk2" action="ppaction://hlinksldjump"/>
          </p:cNvPr>
          <p:cNvSpPr/>
          <p:nvPr/>
        </p:nvSpPr>
        <p:spPr>
          <a:xfrm>
            <a:off x="65539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7 answer 1 text">
            <a:hlinkClick r:id="rIdLnk3" action="ppaction://hlinksldjump"/>
          </p:cNvPr>
          <p:cNvSpPr txBox="1"/>
          <p:nvPr/>
        </p:nvSpPr>
        <p:spPr>
          <a:xfrm>
            <a:off x="6457950" y="2593518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2" name="LINK6 answer 2">
            <a:hlinkClick r:id="rIdLnk4" action="ppaction://hlinksldjump"/>
          </p:cNvPr>
          <p:cNvSpPr/>
          <p:nvPr/>
        </p:nvSpPr>
        <p:spPr>
          <a:xfrm>
            <a:off x="377190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6 answer 2 sheen">
            <a:hlinkClick r:id="rIdLnk5" action="ppaction://hlinksldjump"/>
          </p:cNvPr>
          <p:cNvSpPr/>
          <p:nvPr/>
        </p:nvSpPr>
        <p:spPr>
          <a:xfrm>
            <a:off x="386791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6 answer 2 text">
            <a:hlinkClick r:id="rIdLnk6" action="ppaction://hlinksldjump"/>
          </p:cNvPr>
          <p:cNvSpPr txBox="1"/>
          <p:nvPr/>
        </p:nvSpPr>
        <p:spPr>
          <a:xfrm>
            <a:off x="3771900" y="2441778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5" name="LINK7 answer 3">
            <a:hlinkClick r:id="rIdLnk7" action="ppaction://hlinksldjump"/>
          </p:cNvPr>
          <p:cNvSpPr/>
          <p:nvPr/>
        </p:nvSpPr>
        <p:spPr>
          <a:xfrm>
            <a:off x="10858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7 answer 3 sheen">
            <a:hlinkClick r:id="rIdLnk8" action="ppaction://hlinksldjump"/>
          </p:cNvPr>
          <p:cNvSpPr/>
          <p:nvPr/>
        </p:nvSpPr>
        <p:spPr>
          <a:xfrm>
            <a:off x="11818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7 answer 3 text">
            <a:hlinkClick r:id="rIdLnk9" action="ppaction://hlinksldjump"/>
          </p:cNvPr>
          <p:cNvSpPr txBox="1"/>
          <p:nvPr/>
        </p:nvSpPr>
        <p:spPr>
          <a:xfrm>
            <a:off x="1085850" y="2662022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8" name="Progress"/>
          <p:cNvSpPr/>
          <p:nvPr/>
        </p:nvSpPr>
        <p:spPr>
          <a:xfrm>
            <a:off x="366674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904488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414223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437997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61772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85546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509320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533095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224737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8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14752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</a:t>
            </a:r>
            <a:endParaRPr lang="en-US" sz="28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8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8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8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5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5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5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2 · Find the sound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46531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Tap:  “ma”</a:t>
            </a:r>
            <a:endParaRPr lang="en-US" sz="3400" dirty="0"/>
          </a:p>
        </p:txBody>
      </p:sp>
      <p:sp>
        <p:nvSpPr>
          <p:cNvPr id="9" name="LINK9 answer 1">
            <a:hlinkClick r:id="rIdLnk1" action="ppaction://hlinksldjump"/>
          </p:cNvPr>
          <p:cNvSpPr/>
          <p:nvPr/>
        </p:nvSpPr>
        <p:spPr>
          <a:xfrm>
            <a:off x="64579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9 answer 1 sheen">
            <a:hlinkClick r:id="rIdLnk2" action="ppaction://hlinksldjump"/>
          </p:cNvPr>
          <p:cNvSpPr/>
          <p:nvPr/>
        </p:nvSpPr>
        <p:spPr>
          <a:xfrm>
            <a:off x="65539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9 answer 1 text">
            <a:hlinkClick r:id="rIdLnk3" action="ppaction://hlinksldjump"/>
          </p:cNvPr>
          <p:cNvSpPr txBox="1"/>
          <p:nvPr/>
        </p:nvSpPr>
        <p:spPr>
          <a:xfrm>
            <a:off x="6457950" y="2390800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600" dirty="0"/>
          </a:p>
        </p:txBody>
      </p:sp>
      <p:sp>
        <p:nvSpPr>
          <p:cNvPr id="12" name="LINK10 answer 2">
            <a:hlinkClick r:id="rIdLnk4" action="ppaction://hlinksldjump"/>
          </p:cNvPr>
          <p:cNvSpPr/>
          <p:nvPr/>
        </p:nvSpPr>
        <p:spPr>
          <a:xfrm>
            <a:off x="377190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10 answer 2 sheen">
            <a:hlinkClick r:id="rIdLnk5" action="ppaction://hlinksldjump"/>
          </p:cNvPr>
          <p:cNvSpPr/>
          <p:nvPr/>
        </p:nvSpPr>
        <p:spPr>
          <a:xfrm>
            <a:off x="386791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10 answer 2 text">
            <a:hlinkClick r:id="rIdLnk6" action="ppaction://hlinksldjump"/>
          </p:cNvPr>
          <p:cNvSpPr txBox="1"/>
          <p:nvPr/>
        </p:nvSpPr>
        <p:spPr>
          <a:xfrm>
            <a:off x="3771900" y="2301169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7600" dirty="0"/>
          </a:p>
        </p:txBody>
      </p:sp>
      <p:sp>
        <p:nvSpPr>
          <p:cNvPr id="15" name="LINK10 answer 3">
            <a:hlinkClick r:id="rIdLnk7" action="ppaction://hlinksldjump"/>
          </p:cNvPr>
          <p:cNvSpPr/>
          <p:nvPr/>
        </p:nvSpPr>
        <p:spPr>
          <a:xfrm>
            <a:off x="10858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10 answer 3 sheen">
            <a:hlinkClick r:id="rIdLnk8" action="ppaction://hlinksldjump"/>
          </p:cNvPr>
          <p:cNvSpPr/>
          <p:nvPr/>
        </p:nvSpPr>
        <p:spPr>
          <a:xfrm>
            <a:off x="11818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10 answer 3 text">
            <a:hlinkClick r:id="rIdLnk9" action="ppaction://hlinksldjump"/>
          </p:cNvPr>
          <p:cNvSpPr txBox="1"/>
          <p:nvPr/>
        </p:nvSpPr>
        <p:spPr>
          <a:xfrm>
            <a:off x="1085850" y="2605557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600" dirty="0"/>
          </a:p>
        </p:txBody>
      </p:sp>
      <p:sp>
        <p:nvSpPr>
          <p:cNvPr id="18" name="Progress"/>
          <p:cNvSpPr/>
          <p:nvPr/>
        </p:nvSpPr>
        <p:spPr>
          <a:xfrm>
            <a:off x="366674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90448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4142232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437997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61772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85546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509320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533095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224737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8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14752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</a:t>
            </a:r>
            <a:endParaRPr lang="en-US" sz="28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11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11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11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8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8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8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3 · Build it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60882"/>
            <a:ext cx="329184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 + ṭa = ?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932409"/>
            <a:ext cx="402336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  +  طَ</a:t>
            </a:r>
            <a:endParaRPr lang="ar-SA" sz="5100" dirty="0"/>
          </a:p>
        </p:txBody>
      </p:sp>
      <p:sp>
        <p:nvSpPr>
          <p:cNvPr id="10" name="LINK13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1" name="LINK13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LINK13 answer 1 text">
            <a:hlinkClick r:id="rIdLnk3" action="ppaction://hlinksldjump"/>
          </p:cNvPr>
          <p:cNvSpPr txBox="1"/>
          <p:nvPr/>
        </p:nvSpPr>
        <p:spPr>
          <a:xfrm>
            <a:off x="6309360" y="2557145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مَقَ</a:t>
            </a:r>
            <a:endParaRPr lang="ar-SA" sz="4400" dirty="0"/>
          </a:p>
        </p:txBody>
      </p:sp>
      <p:sp>
        <p:nvSpPr>
          <p:cNvPr id="13" name="LINK12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4" name="LINK12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LINK12 answer 2 text">
            <a:hlinkClick r:id="rIdLnk6" action="ppaction://hlinksldjump"/>
          </p:cNvPr>
          <p:cNvSpPr txBox="1"/>
          <p:nvPr/>
        </p:nvSpPr>
        <p:spPr>
          <a:xfrm>
            <a:off x="3474720" y="2661844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مَطَ</a:t>
            </a:r>
            <a:endParaRPr lang="ar-SA" sz="4400" dirty="0"/>
          </a:p>
        </p:txBody>
      </p:sp>
      <p:sp>
        <p:nvSpPr>
          <p:cNvPr id="16" name="LINK13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7" name="LINK13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LINK13 answer 3 text">
            <a:hlinkClick r:id="rIdLnk9" action="ppaction://hlinksldjump"/>
          </p:cNvPr>
          <p:cNvSpPr txBox="1"/>
          <p:nvPr/>
        </p:nvSpPr>
        <p:spPr>
          <a:xfrm>
            <a:off x="640080" y="2558466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طَمَ</a:t>
            </a:r>
            <a:endParaRPr lang="ar-SA" sz="4400" dirty="0"/>
          </a:p>
        </p:txBody>
      </p:sp>
      <p:sp>
        <p:nvSpPr>
          <p:cNvPr id="19" name="Progress"/>
          <p:cNvSpPr/>
          <p:nvPr/>
        </p:nvSpPr>
        <p:spPr>
          <a:xfrm>
            <a:off x="366674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90448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414223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379976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61772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85546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509320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533095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511172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مَطَ</a:t>
            </a:r>
            <a:endParaRPr lang="ar-SA" sz="7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18054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maṭa</a:t>
            </a:r>
            <a:endParaRPr lang="en-US" sz="22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14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14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14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11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11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11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3 · Build it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95172"/>
            <a:ext cx="329184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 + ba = ?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809130"/>
            <a:ext cx="402336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  +  بَ</a:t>
            </a:r>
            <a:endParaRPr lang="ar-SA" sz="6300" dirty="0"/>
          </a:p>
        </p:txBody>
      </p:sp>
      <p:sp>
        <p:nvSpPr>
          <p:cNvPr id="10" name="LINK15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1" name="LINK15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LINK15 answer 1 text">
            <a:hlinkClick r:id="rIdLnk3" action="ppaction://hlinksldjump"/>
          </p:cNvPr>
          <p:cNvSpPr txBox="1"/>
          <p:nvPr/>
        </p:nvSpPr>
        <p:spPr>
          <a:xfrm>
            <a:off x="6309360" y="2510796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مَبَ</a:t>
            </a:r>
            <a:endParaRPr lang="ar-SA" sz="5300" dirty="0"/>
          </a:p>
        </p:txBody>
      </p:sp>
      <p:sp>
        <p:nvSpPr>
          <p:cNvPr id="13" name="LINK16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4" name="LINK16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LINK16 answer 2 text">
            <a:hlinkClick r:id="rIdLnk6" action="ppaction://hlinksldjump"/>
          </p:cNvPr>
          <p:cNvSpPr txBox="1"/>
          <p:nvPr/>
        </p:nvSpPr>
        <p:spPr>
          <a:xfrm>
            <a:off x="3474720" y="2463343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بَمَ</a:t>
            </a:r>
            <a:endParaRPr lang="ar-SA" sz="5300" dirty="0"/>
          </a:p>
        </p:txBody>
      </p:sp>
      <p:sp>
        <p:nvSpPr>
          <p:cNvPr id="16" name="LINK16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7" name="LINK16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LINK16 answer 3 text">
            <a:hlinkClick r:id="rIdLnk9" action="ppaction://hlinksldjump"/>
          </p:cNvPr>
          <p:cNvSpPr txBox="1"/>
          <p:nvPr/>
        </p:nvSpPr>
        <p:spPr>
          <a:xfrm>
            <a:off x="640080" y="2673687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مَذَ</a:t>
            </a:r>
            <a:endParaRPr lang="ar-SA" sz="5300" dirty="0"/>
          </a:p>
        </p:txBody>
      </p:sp>
      <p:sp>
        <p:nvSpPr>
          <p:cNvPr id="19" name="Progress"/>
          <p:cNvSpPr/>
          <p:nvPr/>
        </p:nvSpPr>
        <p:spPr>
          <a:xfrm>
            <a:off x="366674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90448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414223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37997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617720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85546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509320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533095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269962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مَبَ</a:t>
            </a:r>
            <a:endParaRPr lang="ar-SA" sz="82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49296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maba</a:t>
            </a:r>
            <a:endParaRPr lang="en-US" sz="24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17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17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17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14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14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14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4 · Read the word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word says  “waḥamala”?</a:t>
            </a:r>
            <a:endParaRPr lang="en-US" sz="3400" dirty="0"/>
          </a:p>
        </p:txBody>
      </p:sp>
      <p:sp>
        <p:nvSpPr>
          <p:cNvPr id="9" name="LINK19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19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19 answer 1 text">
            <a:hlinkClick r:id="rIdLnk3" action="ppaction://hlinksldjump"/>
          </p:cNvPr>
          <p:cNvSpPr txBox="1"/>
          <p:nvPr/>
        </p:nvSpPr>
        <p:spPr>
          <a:xfrm>
            <a:off x="6309360" y="2659234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وَأَخَذَ</a:t>
            </a:r>
            <a:endParaRPr lang="ar-SA" sz="4200" dirty="0"/>
          </a:p>
        </p:txBody>
      </p:sp>
      <p:sp>
        <p:nvSpPr>
          <p:cNvPr id="12" name="LINK19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19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19 answer 2 text">
            <a:hlinkClick r:id="rIdLnk6" action="ppaction://hlinksldjump"/>
          </p:cNvPr>
          <p:cNvSpPr txBox="1"/>
          <p:nvPr/>
        </p:nvSpPr>
        <p:spPr>
          <a:xfrm>
            <a:off x="3474720" y="2617241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غَسَلَ</a:t>
            </a:r>
            <a:endParaRPr lang="ar-SA" sz="4200" dirty="0"/>
          </a:p>
        </p:txBody>
      </p:sp>
      <p:sp>
        <p:nvSpPr>
          <p:cNvPr id="15" name="LINK18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18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18 answer 3 text">
            <a:hlinkClick r:id="rIdLnk9" action="ppaction://hlinksldjump"/>
          </p:cNvPr>
          <p:cNvSpPr txBox="1"/>
          <p:nvPr/>
        </p:nvSpPr>
        <p:spPr>
          <a:xfrm>
            <a:off x="640080" y="2614574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وَحَمَلَ</a:t>
            </a:r>
            <a:endParaRPr lang="ar-SA" sz="4200" dirty="0"/>
          </a:p>
        </p:txBody>
      </p:sp>
      <p:sp>
        <p:nvSpPr>
          <p:cNvPr id="18" name="Progress"/>
          <p:cNvSpPr/>
          <p:nvPr/>
        </p:nvSpPr>
        <p:spPr>
          <a:xfrm>
            <a:off x="366674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90448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414223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437997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61772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855464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509320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533095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429512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وَحَمَلَ</a:t>
            </a:r>
            <a:endParaRPr lang="ar-SA" sz="60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25865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waḥamala</a:t>
            </a:r>
            <a:endParaRPr lang="en-US" sz="21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20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20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20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17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17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17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4 · Read the word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word says  “warasama”?</a:t>
            </a:r>
            <a:endParaRPr lang="en-US" sz="3400" dirty="0"/>
          </a:p>
        </p:txBody>
      </p:sp>
      <p:sp>
        <p:nvSpPr>
          <p:cNvPr id="9" name="LINK22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22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22 answer 1 text">
            <a:hlinkClick r:id="rIdLnk3" action="ppaction://hlinksldjump"/>
          </p:cNvPr>
          <p:cNvSpPr txBox="1"/>
          <p:nvPr/>
        </p:nvSpPr>
        <p:spPr>
          <a:xfrm>
            <a:off x="6309360" y="2616784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جَلَسَ</a:t>
            </a:r>
            <a:endParaRPr lang="ar-SA" sz="4700" dirty="0"/>
          </a:p>
        </p:txBody>
      </p:sp>
      <p:sp>
        <p:nvSpPr>
          <p:cNvPr id="12" name="LINK22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22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22 answer 2 text">
            <a:hlinkClick r:id="rIdLnk6" action="ppaction://hlinksldjump"/>
          </p:cNvPr>
          <p:cNvSpPr txBox="1"/>
          <p:nvPr/>
        </p:nvSpPr>
        <p:spPr>
          <a:xfrm>
            <a:off x="3474720" y="2481586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جَمَعَ</a:t>
            </a:r>
            <a:endParaRPr lang="ar-SA" sz="4700" dirty="0"/>
          </a:p>
        </p:txBody>
      </p:sp>
      <p:sp>
        <p:nvSpPr>
          <p:cNvPr id="15" name="LINK21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21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21 answer 3 text">
            <a:hlinkClick r:id="rIdLnk9" action="ppaction://hlinksldjump"/>
          </p:cNvPr>
          <p:cNvSpPr txBox="1"/>
          <p:nvPr/>
        </p:nvSpPr>
        <p:spPr>
          <a:xfrm>
            <a:off x="640080" y="2466962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وَرَسَمَ</a:t>
            </a:r>
            <a:endParaRPr lang="ar-SA" sz="4700" dirty="0"/>
          </a:p>
        </p:txBody>
      </p:sp>
      <p:sp>
        <p:nvSpPr>
          <p:cNvPr id="18" name="Progress"/>
          <p:cNvSpPr/>
          <p:nvPr/>
        </p:nvSpPr>
        <p:spPr>
          <a:xfrm>
            <a:off x="366674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90448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414223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437997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61772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85546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5093208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533095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210183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وَرَسَمَ</a:t>
            </a:r>
            <a:endParaRPr lang="ar-SA" sz="70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14752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warasama</a:t>
            </a:r>
            <a:endParaRPr lang="en-US" sz="28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23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23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23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20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20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20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4 · Read the word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word says  “jama'a”?</a:t>
            </a:r>
            <a:endParaRPr lang="en-US" sz="3400" dirty="0"/>
          </a:p>
        </p:txBody>
      </p:sp>
      <p:sp>
        <p:nvSpPr>
          <p:cNvPr id="9" name="LINK25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25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25 answer 1 text">
            <a:hlinkClick r:id="rIdLnk3" action="ppaction://hlinksldjump"/>
          </p:cNvPr>
          <p:cNvSpPr txBox="1"/>
          <p:nvPr/>
        </p:nvSpPr>
        <p:spPr>
          <a:xfrm>
            <a:off x="6309360" y="2601754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نَبَتَ</a:t>
            </a:r>
            <a:endParaRPr lang="ar-SA" sz="4500" dirty="0"/>
          </a:p>
        </p:txBody>
      </p:sp>
      <p:sp>
        <p:nvSpPr>
          <p:cNvPr id="12" name="LINK25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25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25 answer 2 text">
            <a:hlinkClick r:id="rIdLnk6" action="ppaction://hlinksldjump"/>
          </p:cNvPr>
          <p:cNvSpPr txBox="1"/>
          <p:nvPr/>
        </p:nvSpPr>
        <p:spPr>
          <a:xfrm>
            <a:off x="3474720" y="2553462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شَرَحَ</a:t>
            </a:r>
            <a:endParaRPr lang="ar-SA" sz="4500" dirty="0"/>
          </a:p>
        </p:txBody>
      </p:sp>
      <p:sp>
        <p:nvSpPr>
          <p:cNvPr id="15" name="LINK24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24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24 answer 3 text">
            <a:hlinkClick r:id="rIdLnk9" action="ppaction://hlinksldjump"/>
          </p:cNvPr>
          <p:cNvSpPr txBox="1"/>
          <p:nvPr/>
        </p:nvSpPr>
        <p:spPr>
          <a:xfrm>
            <a:off x="640080" y="2486882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جَمَعَ</a:t>
            </a:r>
            <a:endParaRPr lang="ar-SA" sz="4500" dirty="0"/>
          </a:p>
        </p:txBody>
      </p:sp>
      <p:sp>
        <p:nvSpPr>
          <p:cNvPr id="18" name="Progress"/>
          <p:cNvSpPr/>
          <p:nvPr/>
        </p:nvSpPr>
        <p:spPr>
          <a:xfrm>
            <a:off x="366674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90448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414223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437997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61772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85546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509320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5330952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239907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جَمَعَ</a:t>
            </a:r>
            <a:endParaRPr lang="ar-SA" sz="67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22880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jama'a</a:t>
            </a:r>
            <a:endParaRPr lang="en-US" sz="20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26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26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26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23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23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23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end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463040" y="548640"/>
            <a:ext cx="6217920" cy="2926080"/>
          </a:xfrm>
          <a:prstGeom prst="roundRect">
            <a:avLst>
              <a:gd name="adj" fmla="val 109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1836115" y="665683"/>
            <a:ext cx="5471770" cy="1228954"/>
          </a:xfrm>
          <a:prstGeom prst="roundRect">
            <a:avLst>
              <a:gd name="adj" fmla="val 208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645920" y="746252"/>
            <a:ext cx="5852160" cy="9144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did it!</a:t>
            </a:r>
            <a:endParaRPr lang="en-US" sz="58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1708214"/>
            <a:ext cx="5852160" cy="5486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games won</a:t>
            </a:r>
            <a:endParaRPr lang="en-US" sz="2700" dirty="0"/>
          </a:p>
        </p:txBody>
      </p:sp>
      <p:sp>
        <p:nvSpPr>
          <p:cNvPr id="7" name="A300 star 1"/>
          <p:cNvSpPr/>
          <p:nvPr/>
        </p:nvSpPr>
        <p:spPr>
          <a:xfrm>
            <a:off x="2194560" y="2423160"/>
            <a:ext cx="822960" cy="82296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A600 star 2"/>
          <p:cNvSpPr/>
          <p:nvPr/>
        </p:nvSpPr>
        <p:spPr>
          <a:xfrm>
            <a:off x="4160520" y="2331720"/>
            <a:ext cx="822960" cy="82296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900 star 3"/>
          <p:cNvSpPr/>
          <p:nvPr/>
        </p:nvSpPr>
        <p:spPr>
          <a:xfrm>
            <a:off x="6126480" y="2423160"/>
            <a:ext cx="822960" cy="82296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LINK2 button">
            <a:hlinkClick r:id="rIdLnk1" action="ppaction://hlinksldjump"/>
          </p:cNvPr>
          <p:cNvSpPr/>
          <p:nvPr/>
        </p:nvSpPr>
        <p:spPr>
          <a:xfrm>
            <a:off x="3017520" y="3840480"/>
            <a:ext cx="3108960" cy="777240"/>
          </a:xfrm>
          <a:prstGeom prst="roundRect">
            <a:avLst>
              <a:gd name="adj" fmla="val 41176"/>
            </a:avLst>
          </a:prstGeom>
          <a:solidFill>
            <a:srgbClr val="1971C2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1" name="LINK2 button sheen">
            <a:hlinkClick r:id="rIdLnk2" action="ppaction://hlinksldjump"/>
          </p:cNvPr>
          <p:cNvSpPr/>
          <p:nvPr/>
        </p:nvSpPr>
        <p:spPr>
          <a:xfrm>
            <a:off x="3204058" y="3871570"/>
            <a:ext cx="2735885" cy="326441"/>
          </a:xfrm>
          <a:prstGeom prst="roundRect">
            <a:avLst>
              <a:gd name="adj" fmla="val 78431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LINK2 button text">
            <a:hlinkClick r:id="rIdLnk3" action="ppaction://hlinksldjump"/>
          </p:cNvPr>
          <p:cNvSpPr txBox="1"/>
          <p:nvPr/>
        </p:nvSpPr>
        <p:spPr>
          <a:xfrm>
            <a:off x="3017520" y="3836924"/>
            <a:ext cx="310896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Play again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win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Games 14-meem</dc:title>
  <dc:subject>PptxGenJS Presentation</dc:subject>
  <dc:creator>PptxGenJS</dc:creator>
  <cp:lastModifiedBy>PptxGenJS</cp:lastModifiedBy>
  <cp:revision>1</cp:revision>
  <dcterms:created xsi:type="dcterms:W3CDTF">2026-10-22T14:27:39Z</dcterms:created>
  <dcterms:modified xsi:type="dcterms:W3CDTF">2026-10-22T14:27:39Z</dcterms:modified>
</cp:coreProperties>
</file>