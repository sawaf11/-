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show: the buttons work by tapping or clicking. A wrong answer opens a 'try again' slide that goes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1 · Find the fathah. Answer: مَ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مَ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2 · Find the sound. Answer: مَ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مَطَ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3 · Build it. Answer: مَبَ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وَحَمَلَ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وَرَسَمَ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4 · Read the word. Answer: جَمَعَ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hoosh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Lnk1" Type="http://schemas.openxmlformats.org/officeDocument/2006/relationships/slide" Target="slide4.xml"/><Relationship Id="rIdLnk2" Type="http://schemas.openxmlformats.org/officeDocument/2006/relationships/slide" Target="slide4.xml"/><Relationship Id="rIdLnk3" Type="http://schemas.openxmlformats.org/officeDocument/2006/relationships/slide" Target="slide4.xml"/><Relationship Id="rIdLnk4" Type="http://schemas.openxmlformats.org/officeDocument/2006/relationships/slide" Target="slide4.xml"/><Relationship Id="rIdLnk5" Type="http://schemas.openxmlformats.org/officeDocument/2006/relationships/slide" Target="slide4.xml"/><Relationship Id="rIdLnk6" Type="http://schemas.openxmlformats.org/officeDocument/2006/relationships/slide" Target="slide4.xml"/><Relationship Id="rIdLnk7" Type="http://schemas.openxmlformats.org/officeDocument/2006/relationships/slide" Target="slide3.xml"/><Relationship Id="rIdLnk8" Type="http://schemas.openxmlformats.org/officeDocument/2006/relationships/slide" Target="slide3.xml"/><Relationship Id="rIdLnk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sparkle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oops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Lnk1" Type="http://schemas.openxmlformats.org/officeDocument/2006/relationships/slide" Target="slide7.xml"/><Relationship Id="rIdLnk2" Type="http://schemas.openxmlformats.org/officeDocument/2006/relationships/slide" Target="slide7.xml"/><Relationship Id="rIdLnk3" Type="http://schemas.openxmlformats.org/officeDocument/2006/relationships/slide" Target="slide7.xml"/><Relationship Id="rIdLnk4" Type="http://schemas.openxmlformats.org/officeDocument/2006/relationships/slide" Target="slide6.xml"/><Relationship Id="rIdLnk5" Type="http://schemas.openxmlformats.org/officeDocument/2006/relationships/slide" Target="slide6.xml"/><Relationship Id="rIdLnk6" Type="http://schemas.openxmlformats.org/officeDocument/2006/relationships/slide" Target="slide6.xml"/><Relationship Id="rIdLnk7" Type="http://schemas.openxmlformats.org/officeDocument/2006/relationships/slide" Target="slide7.xml"/><Relationship Id="rIdLnk8" Type="http://schemas.openxmlformats.org/officeDocument/2006/relationships/slide" Target="slide7.xml"/><Relationship Id="rIdLnk9" Type="http://schemas.openxmlformats.org/officeDocument/2006/relationships/slide" Target="slide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sparkle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Lnk1" Type="http://schemas.openxmlformats.org/officeDocument/2006/relationships/slide" Target="slide5.xml"/><Relationship Id="rIdLnk2" Type="http://schemas.openxmlformats.org/officeDocument/2006/relationships/slide" Target="slide5.xml"/><Relationship Id="rIdLnk3" Type="http://schemas.openxmlformats.org/officeDocument/2006/relationships/slide" Target="slide5.xml"/><Relationship Id="rIdGameSnd" Type="http://schemas.openxmlformats.org/officeDocument/2006/relationships/audio" Target="../media/oops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Lnk3" Type="http://schemas.openxmlformats.org/officeDocument/2006/relationships/slide" Target="slide9.xml"/><Relationship Id="rIdLnk4" Type="http://schemas.openxmlformats.org/officeDocument/2006/relationships/slide" Target="slide10.xml"/><Relationship Id="rIdLnk5" Type="http://schemas.openxmlformats.org/officeDocument/2006/relationships/slide" Target="slide10.xml"/><Relationship Id="rIdLnk6" Type="http://schemas.openxmlformats.org/officeDocument/2006/relationships/slide" Target="slide10.xml"/><Relationship Id="rIdLnk7" Type="http://schemas.openxmlformats.org/officeDocument/2006/relationships/slide" Target="slide10.xml"/><Relationship Id="rIdLnk8" Type="http://schemas.openxmlformats.org/officeDocument/2006/relationships/slide" Target="slide10.xml"/><Relationship Id="rIdLnk9" Type="http://schemas.openxmlformats.org/officeDocument/2006/relationships/slide" Target="slide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sparkle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Lnk1" Type="http://schemas.openxmlformats.org/officeDocument/2006/relationships/slide" Target="slide8.xml"/><Relationship Id="rIdLnk2" Type="http://schemas.openxmlformats.org/officeDocument/2006/relationships/slide" Target="slide8.xml"/><Relationship Id="rIdLnk3" Type="http://schemas.openxmlformats.org/officeDocument/2006/relationships/slide" Target="slide8.xml"/><Relationship Id="rIdGameSnd" Type="http://schemas.openxmlformats.org/officeDocument/2006/relationships/audio" Target="../media/oops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Lnk1" Type="http://schemas.openxmlformats.org/officeDocument/2006/relationships/slide" Target="slide13.xml"/><Relationship Id="rIdLnk2" Type="http://schemas.openxmlformats.org/officeDocument/2006/relationships/slide" Target="slide13.xml"/><Relationship Id="rIdLnk3" Type="http://schemas.openxmlformats.org/officeDocument/2006/relationships/slide" Target="slide13.xml"/><Relationship Id="rIdLnk4" Type="http://schemas.openxmlformats.org/officeDocument/2006/relationships/slide" Target="slide12.xml"/><Relationship Id="rIdLnk5" Type="http://schemas.openxmlformats.org/officeDocument/2006/relationships/slide" Target="slide12.xml"/><Relationship Id="rIdLnk6" Type="http://schemas.openxmlformats.org/officeDocument/2006/relationships/slide" Target="slide12.xml"/><Relationship Id="rIdLnk7" Type="http://schemas.openxmlformats.org/officeDocument/2006/relationships/slide" Target="slide13.xml"/><Relationship Id="rIdLnk8" Type="http://schemas.openxmlformats.org/officeDocument/2006/relationships/slide" Target="slide13.xml"/><Relationship Id="rIdLnk9" Type="http://schemas.openxmlformats.org/officeDocument/2006/relationships/slide" Target="slide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sparkle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Relationship Id="rIdLnk1" Type="http://schemas.openxmlformats.org/officeDocument/2006/relationships/slide" Target="slide11.xml"/><Relationship Id="rIdLnk2" Type="http://schemas.openxmlformats.org/officeDocument/2006/relationships/slide" Target="slide11.xml"/><Relationship Id="rIdLnk3" Type="http://schemas.openxmlformats.org/officeDocument/2006/relationships/slide" Target="slide11.xml"/><Relationship Id="rIdGameSnd" Type="http://schemas.openxmlformats.org/officeDocument/2006/relationships/audio" Target="../media/oops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Lnk1" Type="http://schemas.openxmlformats.org/officeDocument/2006/relationships/slide" Target="slide15.xml"/><Relationship Id="rIdLnk2" Type="http://schemas.openxmlformats.org/officeDocument/2006/relationships/slide" Target="slide15.xml"/><Relationship Id="rIdLnk3" Type="http://schemas.openxmlformats.org/officeDocument/2006/relationships/slide" Target="slide15.xml"/><Relationship Id="rIdLnk4" Type="http://schemas.openxmlformats.org/officeDocument/2006/relationships/slide" Target="slide16.xml"/><Relationship Id="rIdLnk5" Type="http://schemas.openxmlformats.org/officeDocument/2006/relationships/slide" Target="slide16.xml"/><Relationship Id="rIdLnk6" Type="http://schemas.openxmlformats.org/officeDocument/2006/relationships/slide" Target="slide16.xml"/><Relationship Id="rIdLnk7" Type="http://schemas.openxmlformats.org/officeDocument/2006/relationships/slide" Target="slide16.xml"/><Relationship Id="rIdLnk8" Type="http://schemas.openxmlformats.org/officeDocument/2006/relationships/slide" Target="slide16.xml"/><Relationship Id="rIdLnk9" Type="http://schemas.openxmlformats.org/officeDocument/2006/relationships/slide" Target="slide1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sparkle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Relationship Id="rIdLnk1" Type="http://schemas.openxmlformats.org/officeDocument/2006/relationships/slide" Target="slide14.xml"/><Relationship Id="rIdLnk2" Type="http://schemas.openxmlformats.org/officeDocument/2006/relationships/slide" Target="slide14.xml"/><Relationship Id="rIdLnk3" Type="http://schemas.openxmlformats.org/officeDocument/2006/relationships/slide" Target="slide14.xml"/><Relationship Id="rIdGameSnd" Type="http://schemas.openxmlformats.org/officeDocument/2006/relationships/audio" Target="../media/oops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Relationship Id="rIdLnk1" Type="http://schemas.openxmlformats.org/officeDocument/2006/relationships/slide" Target="slide19.xml"/><Relationship Id="rIdLnk2" Type="http://schemas.openxmlformats.org/officeDocument/2006/relationships/slide" Target="slide19.xml"/><Relationship Id="rIdLnk3" Type="http://schemas.openxmlformats.org/officeDocument/2006/relationships/slide" Target="slide19.xml"/><Relationship Id="rIdLnk4" Type="http://schemas.openxmlformats.org/officeDocument/2006/relationships/slide" Target="slide19.xml"/><Relationship Id="rIdLnk5" Type="http://schemas.openxmlformats.org/officeDocument/2006/relationships/slide" Target="slide19.xml"/><Relationship Id="rIdLnk6" Type="http://schemas.openxmlformats.org/officeDocument/2006/relationships/slide" Target="slide19.xml"/><Relationship Id="rIdLnk7" Type="http://schemas.openxmlformats.org/officeDocument/2006/relationships/slide" Target="slide18.xml"/><Relationship Id="rIdLnk8" Type="http://schemas.openxmlformats.org/officeDocument/2006/relationships/slide" Target="slide18.xml"/><Relationship Id="rIdLnk9" Type="http://schemas.openxmlformats.org/officeDocument/2006/relationships/slide" Target="slide1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sparkle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Relationship Id="rIdLnk1" Type="http://schemas.openxmlformats.org/officeDocument/2006/relationships/slide" Target="slide17.xml"/><Relationship Id="rIdLnk2" Type="http://schemas.openxmlformats.org/officeDocument/2006/relationships/slide" Target="slide17.xml"/><Relationship Id="rIdLnk3" Type="http://schemas.openxmlformats.org/officeDocument/2006/relationships/slide" Target="slide17.xml"/><Relationship Id="rIdGameSnd" Type="http://schemas.openxmlformats.org/officeDocument/2006/relationships/audio" Target="../media/oops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2.xml"/><Relationship Id="rIdLnk4" Type="http://schemas.openxmlformats.org/officeDocument/2006/relationships/slide" Target="slide22.xml"/><Relationship Id="rIdLnk5" Type="http://schemas.openxmlformats.org/officeDocument/2006/relationships/slide" Target="slide22.xml"/><Relationship Id="rIdLnk6" Type="http://schemas.openxmlformats.org/officeDocument/2006/relationships/slide" Target="slide22.xml"/><Relationship Id="rIdLnk7" Type="http://schemas.openxmlformats.org/officeDocument/2006/relationships/slide" Target="slide21.xml"/><Relationship Id="rIdLnk8" Type="http://schemas.openxmlformats.org/officeDocument/2006/relationships/slide" Target="slide21.xml"/><Relationship Id="rIdLnk9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sparkle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Lnk3" Type="http://schemas.openxmlformats.org/officeDocument/2006/relationships/slide" Target="slide20.xml"/><Relationship Id="rIdGameSnd" Type="http://schemas.openxmlformats.org/officeDocument/2006/relationships/audio" Target="../media/oops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Relationship Id="rIdLnk1" Type="http://schemas.openxmlformats.org/officeDocument/2006/relationships/slide" Target="slide25.xml"/><Relationship Id="rIdLnk2" Type="http://schemas.openxmlformats.org/officeDocument/2006/relationships/slide" Target="slide25.xml"/><Relationship Id="rIdLnk3" Type="http://schemas.openxmlformats.org/officeDocument/2006/relationships/slide" Target="slide25.xml"/><Relationship Id="rIdLnk4" Type="http://schemas.openxmlformats.org/officeDocument/2006/relationships/slide" Target="slide25.xml"/><Relationship Id="rIdLnk5" Type="http://schemas.openxmlformats.org/officeDocument/2006/relationships/slide" Target="slide25.xml"/><Relationship Id="rIdLnk6" Type="http://schemas.openxmlformats.org/officeDocument/2006/relationships/slide" Target="slide25.xml"/><Relationship Id="rIdLnk7" Type="http://schemas.openxmlformats.org/officeDocument/2006/relationships/slide" Target="slide24.xml"/><Relationship Id="rIdLnk8" Type="http://schemas.openxmlformats.org/officeDocument/2006/relationships/slide" Target="slide24.xml"/><Relationship Id="rIdLnk9" Type="http://schemas.openxmlformats.org/officeDocument/2006/relationships/slide" Target="slide2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Relationship Id="rIdLnk1" Type="http://schemas.openxmlformats.org/officeDocument/2006/relationships/slide" Target="slide26.xml"/><Relationship Id="rIdLnk2" Type="http://schemas.openxmlformats.org/officeDocument/2006/relationships/slide" Target="slide26.xml"/><Relationship Id="rIdLnk3" Type="http://schemas.openxmlformats.org/officeDocument/2006/relationships/slide" Target="slide26.xml"/><Relationship Id="rIdGameSnd" Type="http://schemas.openxmlformats.org/officeDocument/2006/relationships/audio" Target="../media/sparkle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Relationship Id="rIdLnk1" Type="http://schemas.openxmlformats.org/officeDocument/2006/relationships/slide" Target="slide23.xml"/><Relationship Id="rIdLnk2" Type="http://schemas.openxmlformats.org/officeDocument/2006/relationships/slide" Target="slide23.xml"/><Relationship Id="rIdLnk3" Type="http://schemas.openxmlformats.org/officeDocument/2006/relationships/slide" Target="slide23.xml"/><Relationship Id="rIdGameSnd" Type="http://schemas.openxmlformats.org/officeDocument/2006/relationships/audio" Target="../media/oops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Relationship Id="rIdLnk1" Type="http://schemas.openxmlformats.org/officeDocument/2006/relationships/slide" Target="slide2.xml"/><Relationship Id="rIdLnk2" Type="http://schemas.openxmlformats.org/officeDocument/2006/relationships/slide" Target="slide2.xml"/><Relationship Id="rIdLnk3" Type="http://schemas.openxmlformats.org/officeDocument/2006/relationships/slide" Target="slide2.xml"/><Relationship Id="rIdGameSnd" Type="http://schemas.openxmlformats.org/officeDocument/2006/relationships/audio" Target="../media/win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title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097280" y="640080"/>
            <a:ext cx="69494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514246" y="753466"/>
            <a:ext cx="6115507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80160" y="790956"/>
            <a:ext cx="65836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Fathah Games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21778"/>
            <a:ext cx="6583680" cy="12801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3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811272"/>
            <a:ext cx="6583680" cy="5029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right answer!</a:t>
            </a:r>
            <a:endParaRPr lang="en-US" sz="2300" dirty="0"/>
          </a:p>
        </p:txBody>
      </p:sp>
      <p:sp>
        <p:nvSpPr>
          <p:cNvPr id="8" name="LINK2 button">
            <a:hlinkClick r:id="rIdLnk1" action="ppaction://hlinksldjump"/>
          </p:cNvPr>
          <p:cNvSpPr/>
          <p:nvPr/>
        </p:nvSpPr>
        <p:spPr>
          <a:xfrm>
            <a:off x="3291840" y="3749040"/>
            <a:ext cx="2560320" cy="777240"/>
          </a:xfrm>
          <a:prstGeom prst="roundRect">
            <a:avLst>
              <a:gd name="adj" fmla="val 41176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9" name="LINK2 button sheen">
            <a:hlinkClick r:id="rIdLnk2" action="ppaction://hlinksldjump"/>
          </p:cNvPr>
          <p:cNvSpPr/>
          <p:nvPr/>
        </p:nvSpPr>
        <p:spPr>
          <a:xfrm>
            <a:off x="3445459" y="3780130"/>
            <a:ext cx="2253082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LINK2 button text">
            <a:hlinkClick r:id="rIdLnk3" action="ppaction://hlinksldjump"/>
          </p:cNvPr>
          <p:cNvSpPr txBox="1"/>
          <p:nvPr/>
        </p:nvSpPr>
        <p:spPr>
          <a:xfrm>
            <a:off x="3291840" y="3747262"/>
            <a:ext cx="256032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Start</a:t>
            </a:r>
            <a:endParaRPr lang="en-US" sz="2800" dirty="0"/>
          </a:p>
        </p:txBody>
      </p:sp>
    </p:spTree>
  </p:cSld>
  <p:clrMapOvr>
    <a:masterClrMapping/>
  </p:clrMapOvr>
  <p:transition spd="med">
    <p:fade/>
    <p:sndAc>
      <p:stSnd>
        <p:snd r:embed="rIdGameSnd" name="whoosh.wav"/>
      </p:stSnd>
    </p:sndAc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1 · Find the fathah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the letter with FATHAH (a)</a:t>
            </a:r>
            <a:endParaRPr lang="en-US" sz="3400" dirty="0"/>
          </a:p>
        </p:txBody>
      </p:sp>
      <p:sp>
        <p:nvSpPr>
          <p:cNvPr id="9" name="LINK4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4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4 answer 1 text">
            <a:hlinkClick r:id="rIdLnk3" action="ppaction://hlinksldjump"/>
          </p:cNvPr>
          <p:cNvSpPr txBox="1"/>
          <p:nvPr/>
        </p:nvSpPr>
        <p:spPr>
          <a:xfrm>
            <a:off x="6457950" y="24518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مُ</a:t>
            </a:r>
            <a:endParaRPr lang="ar-SA" sz="7100" dirty="0"/>
          </a:p>
        </p:txBody>
      </p:sp>
      <p:sp>
        <p:nvSpPr>
          <p:cNvPr id="12" name="LINK4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4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4 answer 2 text">
            <a:hlinkClick r:id="rIdLnk6" action="ppaction://hlinksldjump"/>
          </p:cNvPr>
          <p:cNvSpPr txBox="1"/>
          <p:nvPr/>
        </p:nvSpPr>
        <p:spPr>
          <a:xfrm>
            <a:off x="3771900" y="2271073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مِ</a:t>
            </a:r>
            <a:endParaRPr lang="ar-SA" sz="7100" dirty="0"/>
          </a:p>
        </p:txBody>
      </p:sp>
      <p:sp>
        <p:nvSpPr>
          <p:cNvPr id="15" name="LINK3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3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3 answer 3 text">
            <a:hlinkClick r:id="rIdLnk9" action="ppaction://hlinksldjump"/>
          </p:cNvPr>
          <p:cNvSpPr txBox="1"/>
          <p:nvPr/>
        </p:nvSpPr>
        <p:spPr>
          <a:xfrm>
            <a:off x="1085850" y="2404961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1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2473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5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5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5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“ma”</a:t>
            </a:r>
            <a:endParaRPr lang="en-US" sz="3400" dirty="0"/>
          </a:p>
        </p:txBody>
      </p:sp>
      <p:sp>
        <p:nvSpPr>
          <p:cNvPr id="9" name="LINK7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7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7 answer 1 text">
            <a:hlinkClick r:id="rIdLnk3" action="ppaction://hlinksldjump"/>
          </p:cNvPr>
          <p:cNvSpPr txBox="1"/>
          <p:nvPr/>
        </p:nvSpPr>
        <p:spPr>
          <a:xfrm>
            <a:off x="6457950" y="259351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</a:t>
            </a:r>
            <a:endParaRPr lang="ar-SA" sz="5800" dirty="0"/>
          </a:p>
        </p:txBody>
      </p:sp>
      <p:sp>
        <p:nvSpPr>
          <p:cNvPr id="12" name="LINK6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6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6 answer 2 text">
            <a:hlinkClick r:id="rIdLnk6" action="ppaction://hlinksldjump"/>
          </p:cNvPr>
          <p:cNvSpPr txBox="1"/>
          <p:nvPr/>
        </p:nvSpPr>
        <p:spPr>
          <a:xfrm>
            <a:off x="3771900" y="2441778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5800" dirty="0"/>
          </a:p>
        </p:txBody>
      </p:sp>
      <p:sp>
        <p:nvSpPr>
          <p:cNvPr id="15" name="LINK7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7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7 answer 3 text">
            <a:hlinkClick r:id="rIdLnk9" action="ppaction://hlinksldjump"/>
          </p:cNvPr>
          <p:cNvSpPr txBox="1"/>
          <p:nvPr/>
        </p:nvSpPr>
        <p:spPr>
          <a:xfrm>
            <a:off x="1085850" y="2662022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58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2473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8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8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8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5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5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5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2 · Find the sound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46531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Tap:  “ma”</a:t>
            </a:r>
            <a:endParaRPr lang="en-US" sz="3400" dirty="0"/>
          </a:p>
        </p:txBody>
      </p:sp>
      <p:sp>
        <p:nvSpPr>
          <p:cNvPr id="9" name="LINK9 answer 1">
            <a:hlinkClick r:id="rIdLnk1" action="ppaction://hlinksldjump"/>
          </p:cNvPr>
          <p:cNvSpPr/>
          <p:nvPr/>
        </p:nvSpPr>
        <p:spPr>
          <a:xfrm>
            <a:off x="64579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9 answer 1 sheen">
            <a:hlinkClick r:id="rIdLnk2" action="ppaction://hlinksldjump"/>
          </p:cNvPr>
          <p:cNvSpPr/>
          <p:nvPr/>
        </p:nvSpPr>
        <p:spPr>
          <a:xfrm>
            <a:off x="65539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9 answer 1 text">
            <a:hlinkClick r:id="rIdLnk3" action="ppaction://hlinksldjump"/>
          </p:cNvPr>
          <p:cNvSpPr txBox="1"/>
          <p:nvPr/>
        </p:nvSpPr>
        <p:spPr>
          <a:xfrm>
            <a:off x="6457950" y="2390800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7600" dirty="0"/>
          </a:p>
        </p:txBody>
      </p:sp>
      <p:sp>
        <p:nvSpPr>
          <p:cNvPr id="12" name="LINK10 answer 2">
            <a:hlinkClick r:id="rIdLnk4" action="ppaction://hlinksldjump"/>
          </p:cNvPr>
          <p:cNvSpPr/>
          <p:nvPr/>
        </p:nvSpPr>
        <p:spPr>
          <a:xfrm>
            <a:off x="377190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0 answer 2 sheen">
            <a:hlinkClick r:id="rIdLnk5" action="ppaction://hlinksldjump"/>
          </p:cNvPr>
          <p:cNvSpPr/>
          <p:nvPr/>
        </p:nvSpPr>
        <p:spPr>
          <a:xfrm>
            <a:off x="386791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0 answer 2 text">
            <a:hlinkClick r:id="rIdLnk6" action="ppaction://hlinksldjump"/>
          </p:cNvPr>
          <p:cNvSpPr txBox="1"/>
          <p:nvPr/>
        </p:nvSpPr>
        <p:spPr>
          <a:xfrm>
            <a:off x="3771900" y="2301169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</a:t>
            </a:r>
            <a:endParaRPr lang="ar-SA" sz="7600" dirty="0"/>
          </a:p>
        </p:txBody>
      </p:sp>
      <p:sp>
        <p:nvSpPr>
          <p:cNvPr id="15" name="LINK10 answer 3">
            <a:hlinkClick r:id="rIdLnk7" action="ppaction://hlinksldjump"/>
          </p:cNvPr>
          <p:cNvSpPr/>
          <p:nvPr/>
        </p:nvSpPr>
        <p:spPr>
          <a:xfrm>
            <a:off x="1085850" y="2606040"/>
            <a:ext cx="1600200" cy="1600200"/>
          </a:xfrm>
          <a:prstGeom prst="ellipse">
            <a:avLst/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0 answer 3 sheen">
            <a:hlinkClick r:id="rIdLnk8" action="ppaction://hlinksldjump"/>
          </p:cNvPr>
          <p:cNvSpPr/>
          <p:nvPr/>
        </p:nvSpPr>
        <p:spPr>
          <a:xfrm>
            <a:off x="1181862" y="2670048"/>
            <a:ext cx="1408176" cy="672084"/>
          </a:xfrm>
          <a:prstGeom prst="ellipse">
            <a:avLst/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0 answer 3 text">
            <a:hlinkClick r:id="rIdLnk9" action="ppaction://hlinksldjump"/>
          </p:cNvPr>
          <p:cNvSpPr txBox="1"/>
          <p:nvPr/>
        </p:nvSpPr>
        <p:spPr>
          <a:xfrm>
            <a:off x="1085850" y="2605557"/>
            <a:ext cx="1600200" cy="160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هَ</a:t>
            </a:r>
            <a:endParaRPr lang="ar-SA" sz="76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2473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</a:t>
            </a:r>
            <a:endParaRPr lang="ar-SA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1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1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1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8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8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8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6088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+ ṭa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932409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  +  طَ</a:t>
            </a:r>
            <a:endParaRPr lang="ar-SA" sz="5100" dirty="0"/>
          </a:p>
        </p:txBody>
      </p:sp>
      <p:sp>
        <p:nvSpPr>
          <p:cNvPr id="10" name="LINK13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3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3 answer 1 text">
            <a:hlinkClick r:id="rIdLnk3" action="ppaction://hlinksldjump"/>
          </p:cNvPr>
          <p:cNvSpPr txBox="1"/>
          <p:nvPr/>
        </p:nvSpPr>
        <p:spPr>
          <a:xfrm>
            <a:off x="6309360" y="2557145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مَقَ</a:t>
            </a:r>
            <a:endParaRPr lang="ar-SA" sz="4400" dirty="0"/>
          </a:p>
        </p:txBody>
      </p:sp>
      <p:sp>
        <p:nvSpPr>
          <p:cNvPr id="13" name="LINK1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2 answer 2 text">
            <a:hlinkClick r:id="rIdLnk6" action="ppaction://hlinksldjump"/>
          </p:cNvPr>
          <p:cNvSpPr txBox="1"/>
          <p:nvPr/>
        </p:nvSpPr>
        <p:spPr>
          <a:xfrm>
            <a:off x="3474720" y="266184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مَطَ</a:t>
            </a:r>
            <a:endParaRPr lang="ar-SA" sz="4400" dirty="0"/>
          </a:p>
        </p:txBody>
      </p:sp>
      <p:sp>
        <p:nvSpPr>
          <p:cNvPr id="16" name="LINK13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3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3 answer 3 text">
            <a:hlinkClick r:id="rIdLnk9" action="ppaction://hlinksldjump"/>
          </p:cNvPr>
          <p:cNvSpPr txBox="1"/>
          <p:nvPr/>
        </p:nvSpPr>
        <p:spPr>
          <a:xfrm>
            <a:off x="640080" y="255846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طَمَ</a:t>
            </a:r>
            <a:endParaRPr lang="ar-SA" sz="44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51117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مَطَ</a:t>
            </a:r>
            <a:endParaRPr lang="ar-SA" sz="74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8054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maṭa</a:t>
            </a:r>
            <a:endParaRPr lang="en-US" sz="22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4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4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4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1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1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1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3 · Build it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95172"/>
            <a:ext cx="329184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 + ba = ?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206240" y="809130"/>
            <a:ext cx="402336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  +  بَ</a:t>
            </a:r>
            <a:endParaRPr lang="ar-SA" sz="6300" dirty="0"/>
          </a:p>
        </p:txBody>
      </p:sp>
      <p:sp>
        <p:nvSpPr>
          <p:cNvPr id="10" name="LINK1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1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15 answer 1 text">
            <a:hlinkClick r:id="rIdLnk3" action="ppaction://hlinksldjump"/>
          </p:cNvPr>
          <p:cNvSpPr txBox="1"/>
          <p:nvPr/>
        </p:nvSpPr>
        <p:spPr>
          <a:xfrm>
            <a:off x="6309360" y="251079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مَبَ</a:t>
            </a:r>
            <a:endParaRPr lang="ar-SA" sz="5300" dirty="0"/>
          </a:p>
        </p:txBody>
      </p:sp>
      <p:sp>
        <p:nvSpPr>
          <p:cNvPr id="13" name="LINK16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4" name="LINK16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LINK16 answer 2 text">
            <a:hlinkClick r:id="rIdLnk6" action="ppaction://hlinksldjump"/>
          </p:cNvPr>
          <p:cNvSpPr txBox="1"/>
          <p:nvPr/>
        </p:nvSpPr>
        <p:spPr>
          <a:xfrm>
            <a:off x="3474720" y="2463343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بَمَ</a:t>
            </a:r>
            <a:endParaRPr lang="ar-SA" sz="5300" dirty="0"/>
          </a:p>
        </p:txBody>
      </p:sp>
      <p:sp>
        <p:nvSpPr>
          <p:cNvPr id="16" name="LINK16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7" name="LINK16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LINK16 answer 3 text">
            <a:hlinkClick r:id="rIdLnk9" action="ppaction://hlinksldjump"/>
          </p:cNvPr>
          <p:cNvSpPr txBox="1"/>
          <p:nvPr/>
        </p:nvSpPr>
        <p:spPr>
          <a:xfrm>
            <a:off x="640080" y="2673687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مَذَ</a:t>
            </a:r>
            <a:endParaRPr lang="ar-SA" sz="5300" dirty="0"/>
          </a:p>
        </p:txBody>
      </p:sp>
      <p:sp>
        <p:nvSpPr>
          <p:cNvPr id="19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6996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مَبَ</a:t>
            </a:r>
            <a:endParaRPr lang="ar-SA" sz="8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49296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maba</a:t>
            </a:r>
            <a:endParaRPr lang="en-US" sz="24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17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17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17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4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4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4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“waḥamala”?</a:t>
            </a:r>
            <a:endParaRPr lang="en-US" sz="3400" dirty="0"/>
          </a:p>
        </p:txBody>
      </p:sp>
      <p:sp>
        <p:nvSpPr>
          <p:cNvPr id="9" name="LINK19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19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19 answer 1 text">
            <a:hlinkClick r:id="rIdLnk3" action="ppaction://hlinksldjump"/>
          </p:cNvPr>
          <p:cNvSpPr txBox="1"/>
          <p:nvPr/>
        </p:nvSpPr>
        <p:spPr>
          <a:xfrm>
            <a:off x="6309360" y="265923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وَأَخَذَ</a:t>
            </a:r>
            <a:endParaRPr lang="ar-SA" sz="4200" dirty="0"/>
          </a:p>
        </p:txBody>
      </p:sp>
      <p:sp>
        <p:nvSpPr>
          <p:cNvPr id="12" name="LINK19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19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19 answer 2 text">
            <a:hlinkClick r:id="rIdLnk6" action="ppaction://hlinksldjump"/>
          </p:cNvPr>
          <p:cNvSpPr txBox="1"/>
          <p:nvPr/>
        </p:nvSpPr>
        <p:spPr>
          <a:xfrm>
            <a:off x="3474720" y="2617241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غَسَلَ</a:t>
            </a:r>
            <a:endParaRPr lang="ar-SA" sz="4200" dirty="0"/>
          </a:p>
        </p:txBody>
      </p:sp>
      <p:sp>
        <p:nvSpPr>
          <p:cNvPr id="15" name="LINK18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18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18 answer 3 text">
            <a:hlinkClick r:id="rIdLnk9" action="ppaction://hlinksldjump"/>
          </p:cNvPr>
          <p:cNvSpPr txBox="1"/>
          <p:nvPr/>
        </p:nvSpPr>
        <p:spPr>
          <a:xfrm>
            <a:off x="640080" y="261457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وَحَمَلَ</a:t>
            </a:r>
            <a:endParaRPr lang="ar-SA" sz="42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429512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وَحَمَلَ</a:t>
            </a:r>
            <a:endParaRPr lang="ar-SA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5865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waḥamala</a:t>
            </a:r>
            <a:endParaRPr lang="en-US" sz="21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0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0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0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17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17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17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“warasama”?</a:t>
            </a:r>
            <a:endParaRPr lang="en-US" sz="3400" dirty="0"/>
          </a:p>
        </p:txBody>
      </p:sp>
      <p:sp>
        <p:nvSpPr>
          <p:cNvPr id="9" name="LINK22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2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2 answer 1 text">
            <a:hlinkClick r:id="rIdLnk3" action="ppaction://hlinksldjump"/>
          </p:cNvPr>
          <p:cNvSpPr txBox="1"/>
          <p:nvPr/>
        </p:nvSpPr>
        <p:spPr>
          <a:xfrm>
            <a:off x="6309360" y="261678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جَلَسَ</a:t>
            </a:r>
            <a:endParaRPr lang="ar-SA" sz="4700" dirty="0"/>
          </a:p>
        </p:txBody>
      </p:sp>
      <p:sp>
        <p:nvSpPr>
          <p:cNvPr id="12" name="LINK22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2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2 answer 2 text">
            <a:hlinkClick r:id="rIdLnk6" action="ppaction://hlinksldjump"/>
          </p:cNvPr>
          <p:cNvSpPr txBox="1"/>
          <p:nvPr/>
        </p:nvSpPr>
        <p:spPr>
          <a:xfrm>
            <a:off x="3474720" y="2481586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4700" dirty="0"/>
          </a:p>
        </p:txBody>
      </p:sp>
      <p:sp>
        <p:nvSpPr>
          <p:cNvPr id="15" name="LINK21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1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1 answer 3 text">
            <a:hlinkClick r:id="rIdLnk9" action="ppaction://hlinksldjump"/>
          </p:cNvPr>
          <p:cNvSpPr txBox="1"/>
          <p:nvPr/>
        </p:nvSpPr>
        <p:spPr>
          <a:xfrm>
            <a:off x="640080" y="246696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47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10183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وَرَسَمَ</a:t>
            </a:r>
            <a:endParaRPr lang="ar-SA" sz="70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14752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warasama</a:t>
            </a:r>
            <a:endParaRPr lang="en-US" sz="28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3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3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3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0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0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0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question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828800" y="228600"/>
            <a:ext cx="5486400" cy="566928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157984" y="251277"/>
            <a:ext cx="4828032" cy="238110"/>
          </a:xfrm>
          <a:prstGeom prst="roundRect">
            <a:avLst>
              <a:gd name="adj" fmla="val 95238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920240" y="252984"/>
            <a:ext cx="5303520" cy="530352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4 · Read the word</a:t>
            </a:r>
            <a:endParaRPr lang="en-US" sz="2400" dirty="0"/>
          </a:p>
        </p:txBody>
      </p:sp>
      <p:sp>
        <p:nvSpPr>
          <p:cNvPr id="6" name="Glass"/>
          <p:cNvSpPr/>
          <p:nvPr/>
        </p:nvSpPr>
        <p:spPr>
          <a:xfrm>
            <a:off x="731520" y="960120"/>
            <a:ext cx="7680960" cy="1325880"/>
          </a:xfrm>
          <a:prstGeom prst="roundRect">
            <a:avLst>
              <a:gd name="adj" fmla="val 241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7" name="Glass sheen"/>
          <p:cNvSpPr/>
          <p:nvPr/>
        </p:nvSpPr>
        <p:spPr>
          <a:xfrm>
            <a:off x="1192378" y="1013155"/>
            <a:ext cx="6759245" cy="556870"/>
          </a:xfrm>
          <a:prstGeom prst="roundRect">
            <a:avLst>
              <a:gd name="adj" fmla="val 4597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953008"/>
            <a:ext cx="7315200" cy="12801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word says  “jama'a”?</a:t>
            </a:r>
            <a:endParaRPr lang="en-US" sz="3400" dirty="0"/>
          </a:p>
        </p:txBody>
      </p:sp>
      <p:sp>
        <p:nvSpPr>
          <p:cNvPr id="9" name="LINK25 answer 1">
            <a:hlinkClick r:id="rIdLnk1" action="ppaction://hlinksldjump"/>
          </p:cNvPr>
          <p:cNvSpPr/>
          <p:nvPr/>
        </p:nvSpPr>
        <p:spPr>
          <a:xfrm>
            <a:off x="630936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0" name="LINK25 answer 1 sheen">
            <a:hlinkClick r:id="rIdLnk2" action="ppaction://hlinksldjump"/>
          </p:cNvPr>
          <p:cNvSpPr/>
          <p:nvPr/>
        </p:nvSpPr>
        <p:spPr>
          <a:xfrm>
            <a:off x="644103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LINK25 answer 1 text">
            <a:hlinkClick r:id="rIdLnk3" action="ppaction://hlinksldjump"/>
          </p:cNvPr>
          <p:cNvSpPr txBox="1"/>
          <p:nvPr/>
        </p:nvSpPr>
        <p:spPr>
          <a:xfrm>
            <a:off x="6309360" y="2601754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نَبَتَ</a:t>
            </a:r>
            <a:endParaRPr lang="ar-SA" sz="4500" dirty="0"/>
          </a:p>
        </p:txBody>
      </p:sp>
      <p:sp>
        <p:nvSpPr>
          <p:cNvPr id="12" name="LINK25 answer 2">
            <a:hlinkClick r:id="rIdLnk4" action="ppaction://hlinksldjump"/>
          </p:cNvPr>
          <p:cNvSpPr/>
          <p:nvPr/>
        </p:nvSpPr>
        <p:spPr>
          <a:xfrm>
            <a:off x="347472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3" name="LINK25 answer 2 sheen">
            <a:hlinkClick r:id="rIdLnk5" action="ppaction://hlinksldjump"/>
          </p:cNvPr>
          <p:cNvSpPr/>
          <p:nvPr/>
        </p:nvSpPr>
        <p:spPr>
          <a:xfrm>
            <a:off x="360639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LINK25 answer 2 text">
            <a:hlinkClick r:id="rIdLnk6" action="ppaction://hlinksldjump"/>
          </p:cNvPr>
          <p:cNvSpPr txBox="1"/>
          <p:nvPr/>
        </p:nvSpPr>
        <p:spPr>
          <a:xfrm>
            <a:off x="3474720" y="255346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شَرَحَ</a:t>
            </a:r>
            <a:endParaRPr lang="ar-SA" sz="4500" dirty="0"/>
          </a:p>
        </p:txBody>
      </p:sp>
      <p:sp>
        <p:nvSpPr>
          <p:cNvPr id="15" name="LINK24 answer 3">
            <a:hlinkClick r:id="rIdLnk7" action="ppaction://hlinksldjump"/>
          </p:cNvPr>
          <p:cNvSpPr/>
          <p:nvPr/>
        </p:nvSpPr>
        <p:spPr>
          <a:xfrm>
            <a:off x="640080" y="2606040"/>
            <a:ext cx="2194560" cy="1234440"/>
          </a:xfrm>
          <a:prstGeom prst="roundRect">
            <a:avLst>
              <a:gd name="adj" fmla="val 25926"/>
            </a:avLst>
          </a:prstGeom>
          <a:solidFill>
            <a:srgbClr val="FFFFFF">
              <a:alpha val="75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6" name="LINK24 answer 3 sheen">
            <a:hlinkClick r:id="rIdLnk8" action="ppaction://hlinksldjump"/>
          </p:cNvPr>
          <p:cNvSpPr/>
          <p:nvPr/>
        </p:nvSpPr>
        <p:spPr>
          <a:xfrm>
            <a:off x="771754" y="2655418"/>
            <a:ext cx="1931213" cy="518465"/>
          </a:xfrm>
          <a:prstGeom prst="roundRect">
            <a:avLst>
              <a:gd name="adj" fmla="val 4938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LINK24 answer 3 text">
            <a:hlinkClick r:id="rIdLnk9" action="ppaction://hlinksldjump"/>
          </p:cNvPr>
          <p:cNvSpPr txBox="1"/>
          <p:nvPr/>
        </p:nvSpPr>
        <p:spPr>
          <a:xfrm>
            <a:off x="640080" y="2486882"/>
            <a:ext cx="2194560" cy="12344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4500" dirty="0"/>
          </a:p>
        </p:txBody>
      </p:sp>
      <p:sp>
        <p:nvSpPr>
          <p:cNvPr id="18" name="Progress"/>
          <p:cNvSpPr/>
          <p:nvPr/>
        </p:nvSpPr>
        <p:spPr>
          <a:xfrm>
            <a:off x="366674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Progress"/>
          <p:cNvSpPr/>
          <p:nvPr/>
        </p:nvSpPr>
        <p:spPr>
          <a:xfrm>
            <a:off x="390448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Progress"/>
          <p:cNvSpPr/>
          <p:nvPr/>
        </p:nvSpPr>
        <p:spPr>
          <a:xfrm>
            <a:off x="4142232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Progress"/>
          <p:cNvSpPr/>
          <p:nvPr/>
        </p:nvSpPr>
        <p:spPr>
          <a:xfrm>
            <a:off x="4379976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Progress"/>
          <p:cNvSpPr/>
          <p:nvPr/>
        </p:nvSpPr>
        <p:spPr>
          <a:xfrm>
            <a:off x="4617720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Progress"/>
          <p:cNvSpPr/>
          <p:nvPr/>
        </p:nvSpPr>
        <p:spPr>
          <a:xfrm>
            <a:off x="4855464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Progress"/>
          <p:cNvSpPr/>
          <p:nvPr/>
        </p:nvSpPr>
        <p:spPr>
          <a:xfrm>
            <a:off x="5093208" y="4800600"/>
            <a:ext cx="146304" cy="14630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Progress"/>
          <p:cNvSpPr/>
          <p:nvPr/>
        </p:nvSpPr>
        <p:spPr>
          <a:xfrm>
            <a:off x="5330952" y="4800600"/>
            <a:ext cx="146304" cy="146304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ransition spd="med" advClick="0">
    <p:push dir="l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right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502920"/>
            <a:ext cx="5120640" cy="2834640"/>
          </a:xfrm>
          <a:prstGeom prst="roundRect">
            <a:avLst>
              <a:gd name="adj" fmla="val 1129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616306"/>
            <a:ext cx="4506163" cy="1190549"/>
          </a:xfrm>
          <a:prstGeom prst="roundRect">
            <a:avLst>
              <a:gd name="adj" fmla="val 21505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597408"/>
            <a:ext cx="475488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Great job!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239907"/>
            <a:ext cx="475488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B1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جَمَعَ</a:t>
            </a:r>
            <a:endParaRPr lang="ar-SA" sz="67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2722880"/>
            <a:ext cx="4754880" cy="4572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jama'a</a:t>
            </a:r>
            <a:endParaRPr lang="en-US" sz="2000" dirty="0"/>
          </a:p>
        </p:txBody>
      </p:sp>
      <p:sp>
        <p:nvSpPr>
          <p:cNvPr id="8" name="A200 star 1"/>
          <p:cNvSpPr/>
          <p:nvPr/>
        </p:nvSpPr>
        <p:spPr>
          <a:xfrm>
            <a:off x="1005840" y="5486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380 star 2"/>
          <p:cNvSpPr/>
          <p:nvPr/>
        </p:nvSpPr>
        <p:spPr>
          <a:xfrm>
            <a:off x="7498080" y="64008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A560 star 3"/>
          <p:cNvSpPr/>
          <p:nvPr/>
        </p:nvSpPr>
        <p:spPr>
          <a:xfrm>
            <a:off x="822960" y="237744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A740 star 4"/>
          <p:cNvSpPr/>
          <p:nvPr/>
        </p:nvSpPr>
        <p:spPr>
          <a:xfrm>
            <a:off x="7772400" y="228600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A920 star 5"/>
          <p:cNvSpPr/>
          <p:nvPr/>
        </p:nvSpPr>
        <p:spPr>
          <a:xfrm>
            <a:off x="14630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A1100 star 6"/>
          <p:cNvSpPr/>
          <p:nvPr/>
        </p:nvSpPr>
        <p:spPr>
          <a:xfrm>
            <a:off x="6949440" y="3931920"/>
            <a:ext cx="685800" cy="68580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LINK26 button">
            <a:hlinkClick r:id="rIdLnk1" action="ppaction://hlinksldjump"/>
          </p:cNvPr>
          <p:cNvSpPr/>
          <p:nvPr/>
        </p:nvSpPr>
        <p:spPr>
          <a:xfrm>
            <a:off x="3291840" y="3977640"/>
            <a:ext cx="2560320" cy="731520"/>
          </a:xfrm>
          <a:prstGeom prst="roundRect">
            <a:avLst>
              <a:gd name="adj" fmla="val 43750"/>
            </a:avLst>
          </a:prstGeom>
          <a:solidFill>
            <a:srgbClr val="2F9E44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5" name="LINK26 button sheen">
            <a:hlinkClick r:id="rIdLnk2" action="ppaction://hlinksldjump"/>
          </p:cNvPr>
          <p:cNvSpPr/>
          <p:nvPr/>
        </p:nvSpPr>
        <p:spPr>
          <a:xfrm>
            <a:off x="3445459" y="4006901"/>
            <a:ext cx="2253082" cy="307238"/>
          </a:xfrm>
          <a:prstGeom prst="roundRect">
            <a:avLst>
              <a:gd name="adj" fmla="val 833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LINK26 button text">
            <a:hlinkClick r:id="rIdLnk3" action="ppaction://hlinksldjump"/>
          </p:cNvPr>
          <p:cNvSpPr txBox="1"/>
          <p:nvPr/>
        </p:nvSpPr>
        <p:spPr>
          <a:xfrm>
            <a:off x="3291840" y="3975862"/>
            <a:ext cx="2560320" cy="73152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 ▶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3" presetClass="entr" presetSubtype="16" fill="hold" grpId="0" nodeType="withEffect">
                                  <p:stCondLst>
                                    <p:cond delay="74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92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4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wrong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2011680" y="731520"/>
            <a:ext cx="5120640" cy="2286000"/>
          </a:xfrm>
          <a:prstGeom prst="roundRect">
            <a:avLst>
              <a:gd name="adj" fmla="val 14000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2318918" y="822960"/>
            <a:ext cx="4506163" cy="960120"/>
          </a:xfrm>
          <a:prstGeom prst="roundRect">
            <a:avLst>
              <a:gd name="adj" fmla="val 26667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194560" y="820103"/>
            <a:ext cx="47548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4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Oops!</a:t>
            </a:r>
            <a:endParaRPr lang="en-US" sz="4500" dirty="0"/>
          </a:p>
        </p:txBody>
      </p:sp>
      <p:sp>
        <p:nvSpPr>
          <p:cNvPr id="6" name="Text 4"/>
          <p:cNvSpPr txBox="1"/>
          <p:nvPr/>
        </p:nvSpPr>
        <p:spPr>
          <a:xfrm>
            <a:off x="2194560" y="1761744"/>
            <a:ext cx="475488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again and try one more time.</a:t>
            </a:r>
            <a:endParaRPr lang="en-US" sz="2100" dirty="0"/>
          </a:p>
        </p:txBody>
      </p:sp>
      <p:sp>
        <p:nvSpPr>
          <p:cNvPr id="7" name="LINK23 button">
            <a:hlinkClick r:id="rIdLnk1" action="ppaction://hlinksldjump"/>
          </p:cNvPr>
          <p:cNvSpPr/>
          <p:nvPr/>
        </p:nvSpPr>
        <p:spPr>
          <a:xfrm>
            <a:off x="3108960" y="3429000"/>
            <a:ext cx="2926080" cy="822960"/>
          </a:xfrm>
          <a:prstGeom prst="roundRect">
            <a:avLst>
              <a:gd name="adj" fmla="val 38889"/>
            </a:avLst>
          </a:prstGeom>
          <a:solidFill>
            <a:srgbClr val="E8590C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8" name="LINK23 button sheen">
            <a:hlinkClick r:id="rIdLnk2" action="ppaction://hlinksldjump"/>
          </p:cNvPr>
          <p:cNvSpPr/>
          <p:nvPr/>
        </p:nvSpPr>
        <p:spPr>
          <a:xfrm>
            <a:off x="3284525" y="3461918"/>
            <a:ext cx="2574950" cy="345643"/>
          </a:xfrm>
          <a:prstGeom prst="roundRect">
            <a:avLst>
              <a:gd name="adj" fmla="val 74074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LINK23 button text">
            <a:hlinkClick r:id="rIdLnk3" action="ppaction://hlinksldjump"/>
          </p:cNvPr>
          <p:cNvSpPr txBox="1"/>
          <p:nvPr/>
        </p:nvSpPr>
        <p:spPr>
          <a:xfrm>
            <a:off x="3108960" y="3425444"/>
            <a:ext cx="292608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Try again</a:t>
            </a:r>
            <a:endParaRPr lang="en-US" sz="2800" dirty="0"/>
          </a:p>
        </p:txBody>
      </p:sp>
    </p:spTree>
  </p:cSld>
  <p:clrMapOvr>
    <a:masterClrMapping/>
  </p:clrMapOvr>
  <p:transition spd="med" advClick="0">
    <p:fade/>
    <p:sndAc>
      <p:stSnd>
        <p:snd r:embed="rIdGameSnd" name="oops.wav"/>
      </p:stSnd>
    </p:sndAc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ND end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Glass"/>
          <p:cNvSpPr/>
          <p:nvPr/>
        </p:nvSpPr>
        <p:spPr>
          <a:xfrm>
            <a:off x="1463040" y="548640"/>
            <a:ext cx="6217920" cy="2926080"/>
          </a:xfrm>
          <a:prstGeom prst="roundRect">
            <a:avLst>
              <a:gd name="adj" fmla="val 10938"/>
            </a:avLst>
          </a:prstGeom>
          <a:solidFill>
            <a:srgbClr val="FFFFFF">
              <a:alpha val="28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4" name="Glass sheen"/>
          <p:cNvSpPr/>
          <p:nvPr/>
        </p:nvSpPr>
        <p:spPr>
          <a:xfrm>
            <a:off x="1836115" y="665683"/>
            <a:ext cx="5471770" cy="1228954"/>
          </a:xfrm>
          <a:prstGeom prst="roundRect">
            <a:avLst>
              <a:gd name="adj" fmla="val 20833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645920" y="746252"/>
            <a:ext cx="585216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did it!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708214"/>
            <a:ext cx="5852160" cy="5486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games won</a:t>
            </a:r>
            <a:endParaRPr lang="en-US" sz="2700" dirty="0"/>
          </a:p>
        </p:txBody>
      </p:sp>
      <p:sp>
        <p:nvSpPr>
          <p:cNvPr id="7" name="A300 star 1"/>
          <p:cNvSpPr/>
          <p:nvPr/>
        </p:nvSpPr>
        <p:spPr>
          <a:xfrm>
            <a:off x="219456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A600 star 2"/>
          <p:cNvSpPr/>
          <p:nvPr/>
        </p:nvSpPr>
        <p:spPr>
          <a:xfrm>
            <a:off x="4160520" y="233172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9" name="A900 star 3"/>
          <p:cNvSpPr/>
          <p:nvPr/>
        </p:nvSpPr>
        <p:spPr>
          <a:xfrm>
            <a:off x="6126480" y="2423160"/>
            <a:ext cx="822960" cy="822960"/>
          </a:xfrm>
          <a:prstGeom prst="star5">
            <a:avLst/>
          </a:prstGeom>
          <a:solidFill>
            <a:srgbClr val="FFD4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LINK2 button">
            <a:hlinkClick r:id="rIdLnk1" action="ppaction://hlinksldjump"/>
          </p:cNvPr>
          <p:cNvSpPr/>
          <p:nvPr/>
        </p:nvSpPr>
        <p:spPr>
          <a:xfrm>
            <a:off x="3017520" y="3840480"/>
            <a:ext cx="3108960" cy="777240"/>
          </a:xfrm>
          <a:prstGeom prst="roundRect">
            <a:avLst>
              <a:gd name="adj" fmla="val 41176"/>
            </a:avLst>
          </a:prstGeom>
          <a:solidFill>
            <a:srgbClr val="1971C2">
              <a:alpha val="80000"/>
            </a:srgbClr>
          </a:solidFill>
          <a:ln w="25400">
            <a:solidFill>
              <a:srgbClr val="FFFFFF">
                <a:alpha val="75000"/>
              </a:srgbClr>
            </a:solidFill>
            <a:prstDash val="solid"/>
          </a:ln>
          <a:effectLst>
            <a:outerShdw sx="100000" sy="100000" kx="0" ky="0" algn="bl" rotWithShape="0" blurRad="152400" dist="50800" dir="5400000">
              <a:srgbClr val="000000">
                <a:alpha val="25000"/>
              </a:srgbClr>
            </a:outerShdw>
          </a:effectLst>
        </p:spPr>
      </p:sp>
      <p:sp>
        <p:nvSpPr>
          <p:cNvPr id="11" name="LINK2 button sheen">
            <a:hlinkClick r:id="rIdLnk2" action="ppaction://hlinksldjump"/>
          </p:cNvPr>
          <p:cNvSpPr/>
          <p:nvPr/>
        </p:nvSpPr>
        <p:spPr>
          <a:xfrm>
            <a:off x="3204058" y="3871570"/>
            <a:ext cx="2735885" cy="326441"/>
          </a:xfrm>
          <a:prstGeom prst="roundRect">
            <a:avLst>
              <a:gd name="adj" fmla="val 78431"/>
            </a:avLst>
          </a:prstGeom>
          <a:solidFill>
            <a:srgbClr val="FFFFFF">
              <a:alpha val="1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LINK2 button text">
            <a:hlinkClick r:id="rIdLnk3" action="ppaction://hlinksldjump"/>
          </p:cNvPr>
          <p:cNvSpPr txBox="1"/>
          <p:nvPr/>
        </p:nvSpPr>
        <p:spPr>
          <a:xfrm>
            <a:off x="3017520" y="3836924"/>
            <a:ext cx="3108960" cy="777240"/>
          </a:xfrm>
          <a:prstGeom prst="rect">
            <a:avLst/>
          </a:prstGeom>
          <a:noFill/>
          <a:ln/>
          <a:effectLst>
            <a:outerShdw sx="100000" sy="100000" kx="0" ky="0" algn="bl" rotWithShape="0" blurRad="38100" dist="12700" dir="5400000">
              <a:srgbClr val="000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↺  Play again</a:t>
            </a:r>
            <a:endParaRPr lang="en-US" sz="2800" dirty="0"/>
          </a:p>
        </p:txBody>
      </p:sp>
    </p:spTree>
  </p:cSld>
  <p:clrMapOvr>
    <a:masterClrMapping/>
  </p:clrMapOvr>
  <p:transition spd="med">
    <p:zoom/>
    <p:sndAc>
      <p:stSnd>
        <p:snd r:embed="rIdGameSnd" name="win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53" presetClass="entr" presetSubtype="16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Games 14-meem</dc:title>
  <dc:subject>PptxGenJS Presentation</dc:subject>
  <dc:creator>PptxGenJS</dc:creator>
  <cp:lastModifiedBy>PptxGenJS</cp:lastModifiedBy>
  <cp:revision>1</cp:revision>
  <dcterms:created xsi:type="dcterms:W3CDTF">2026-10-22T14:27:39Z</dcterms:created>
  <dcterms:modified xsi:type="dcterms:W3CDTF">2026-10-22T14:27:39Z</dcterms:modified>
</cp:coreProperties>
</file>