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أَ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أَ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أَ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أَتَ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أَجَ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وَأَخَذَ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أَخَذَ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قَرَأَ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4.xml"/><Relationship Id="rIdLnk2" Type="http://schemas.openxmlformats.org/officeDocument/2006/relationships/slide" Target="slide4.xml"/><Relationship Id="rIdLnk3" Type="http://schemas.openxmlformats.org/officeDocument/2006/relationships/slide" Target="slide4.xml"/><Relationship Id="rIdLnk4" Type="http://schemas.openxmlformats.org/officeDocument/2006/relationships/slide" Target="slide3.xml"/><Relationship Id="rIdLnk5" Type="http://schemas.openxmlformats.org/officeDocument/2006/relationships/slide" Target="slide3.xml"/><Relationship Id="rIdLnk6" Type="http://schemas.openxmlformats.org/officeDocument/2006/relationships/slide" Target="slide3.xml"/><Relationship Id="rIdLnk7" Type="http://schemas.openxmlformats.org/officeDocument/2006/relationships/slide" Target="slide4.xml"/><Relationship Id="rIdLnk8" Type="http://schemas.openxmlformats.org/officeDocument/2006/relationships/slide" Target="slide4.xml"/><Relationship Id="rIdLnk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7.xml"/><Relationship Id="rIdLnk2" Type="http://schemas.openxmlformats.org/officeDocument/2006/relationships/slide" Target="slide7.xml"/><Relationship Id="rIdLnk3" Type="http://schemas.openxmlformats.org/officeDocument/2006/relationships/slide" Target="slide7.xml"/><Relationship Id="rIdLnk4" Type="http://schemas.openxmlformats.org/officeDocument/2006/relationships/slide" Target="slide7.xml"/><Relationship Id="rIdLnk5" Type="http://schemas.openxmlformats.org/officeDocument/2006/relationships/slide" Target="slide7.xml"/><Relationship Id="rIdLnk6" Type="http://schemas.openxmlformats.org/officeDocument/2006/relationships/slide" Target="slide7.xml"/><Relationship Id="rIdLnk7" Type="http://schemas.openxmlformats.org/officeDocument/2006/relationships/slide" Target="slide6.xml"/><Relationship Id="rIdLnk8" Type="http://schemas.openxmlformats.org/officeDocument/2006/relationships/slide" Target="slide6.xml"/><Relationship Id="rIdLnk9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Lnk3" Type="http://schemas.openxmlformats.org/officeDocument/2006/relationships/slide" Target="slide9.xml"/><Relationship Id="rIdLnk4" Type="http://schemas.openxmlformats.org/officeDocument/2006/relationships/slide" Target="slide10.xml"/><Relationship Id="rIdLnk5" Type="http://schemas.openxmlformats.org/officeDocument/2006/relationships/slide" Target="slide10.xml"/><Relationship Id="rIdLnk6" Type="http://schemas.openxmlformats.org/officeDocument/2006/relationships/slide" Target="slide10.xml"/><Relationship Id="rIdLnk7" Type="http://schemas.openxmlformats.org/officeDocument/2006/relationships/slide" Target="slide10.xml"/><Relationship Id="rIdLnk8" Type="http://schemas.openxmlformats.org/officeDocument/2006/relationships/slide" Target="slide10.xml"/><Relationship Id="rIdLnk9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3.xml"/><Relationship Id="rIdLnk2" Type="http://schemas.openxmlformats.org/officeDocument/2006/relationships/slide" Target="slide13.xml"/><Relationship Id="rIdLnk3" Type="http://schemas.openxmlformats.org/officeDocument/2006/relationships/slide" Target="slide13.xml"/><Relationship Id="rIdLnk4" Type="http://schemas.openxmlformats.org/officeDocument/2006/relationships/slide" Target="slide13.xml"/><Relationship Id="rIdLnk5" Type="http://schemas.openxmlformats.org/officeDocument/2006/relationships/slide" Target="slide13.xml"/><Relationship Id="rIdLnk6" Type="http://schemas.openxmlformats.org/officeDocument/2006/relationships/slide" Target="slide13.xml"/><Relationship Id="rIdLnk7" Type="http://schemas.openxmlformats.org/officeDocument/2006/relationships/slide" Target="slide12.xml"/><Relationship Id="rIdLnk8" Type="http://schemas.openxmlformats.org/officeDocument/2006/relationships/slide" Target="slide12.xml"/><Relationship Id="rIdLnk9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6.xml"/><Relationship Id="rIdLnk2" Type="http://schemas.openxmlformats.org/officeDocument/2006/relationships/slide" Target="slide16.xml"/><Relationship Id="rIdLnk3" Type="http://schemas.openxmlformats.org/officeDocument/2006/relationships/slide" Target="slide16.xml"/><Relationship Id="rIdLnk4" Type="http://schemas.openxmlformats.org/officeDocument/2006/relationships/slide" Target="slide15.xml"/><Relationship Id="rIdLnk5" Type="http://schemas.openxmlformats.org/officeDocument/2006/relationships/slide" Target="slide15.xml"/><Relationship Id="rIdLnk6" Type="http://schemas.openxmlformats.org/officeDocument/2006/relationships/slide" Target="slide15.xml"/><Relationship Id="rIdLnk7" Type="http://schemas.openxmlformats.org/officeDocument/2006/relationships/slide" Target="slide16.xml"/><Relationship Id="rIdLnk8" Type="http://schemas.openxmlformats.org/officeDocument/2006/relationships/slide" Target="slide16.xml"/><Relationship Id="rIdLnk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9.xml"/><Relationship Id="rIdLnk2" Type="http://schemas.openxmlformats.org/officeDocument/2006/relationships/slide" Target="slide19.xml"/><Relationship Id="rIdLnk3" Type="http://schemas.openxmlformats.org/officeDocument/2006/relationships/slide" Target="slide19.xml"/><Relationship Id="rIdLnk4" Type="http://schemas.openxmlformats.org/officeDocument/2006/relationships/slide" Target="slide18.xml"/><Relationship Id="rIdLnk5" Type="http://schemas.openxmlformats.org/officeDocument/2006/relationships/slide" Target="slide18.xml"/><Relationship Id="rIdLnk6" Type="http://schemas.openxmlformats.org/officeDocument/2006/relationships/slide" Target="slide18.xml"/><Relationship Id="rIdLnk7" Type="http://schemas.openxmlformats.org/officeDocument/2006/relationships/slide" Target="slide19.xml"/><Relationship Id="rIdLnk8" Type="http://schemas.openxmlformats.org/officeDocument/2006/relationships/slide" Target="slide19.xml"/><Relationship Id="rIdLnk9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2.xml"/><Relationship Id="rIdLnk4" Type="http://schemas.openxmlformats.org/officeDocument/2006/relationships/slide" Target="slide22.xml"/><Relationship Id="rIdLnk5" Type="http://schemas.openxmlformats.org/officeDocument/2006/relationships/slide" Target="slide22.xml"/><Relationship Id="rIdLnk6" Type="http://schemas.openxmlformats.org/officeDocument/2006/relationships/slide" Target="slide22.xml"/><Relationship Id="rIdLnk7" Type="http://schemas.openxmlformats.org/officeDocument/2006/relationships/slide" Target="slide21.xml"/><Relationship Id="rIdLnk8" Type="http://schemas.openxmlformats.org/officeDocument/2006/relationships/slide" Target="slide21.xml"/><Relationship Id="rIdLnk9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4.xml"/><Relationship Id="rIdLnk2" Type="http://schemas.openxmlformats.org/officeDocument/2006/relationships/slide" Target="slide24.xml"/><Relationship Id="rIdLnk3" Type="http://schemas.openxmlformats.org/officeDocument/2006/relationships/slide" Target="slide24.xml"/><Relationship Id="rIdLnk4" Type="http://schemas.openxmlformats.org/officeDocument/2006/relationships/slide" Target="slide25.xml"/><Relationship Id="rIdLnk5" Type="http://schemas.openxmlformats.org/officeDocument/2006/relationships/slide" Target="slide25.xml"/><Relationship Id="rIdLnk6" Type="http://schemas.openxmlformats.org/officeDocument/2006/relationships/slide" Target="slide25.xml"/><Relationship Id="rIdLnk7" Type="http://schemas.openxmlformats.org/officeDocument/2006/relationships/slide" Target="slide25.xml"/><Relationship Id="rIdLnk8" Type="http://schemas.openxmlformats.org/officeDocument/2006/relationships/slide" Target="slide25.xml"/><Relationship Id="rIdLnk9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65734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4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 answer 1 text">
            <a:hlinkClick r:id="rIdLnk3" action="ppaction://hlinksldjump"/>
          </p:cNvPr>
          <p:cNvSpPr txBox="1"/>
          <p:nvPr/>
        </p:nvSpPr>
        <p:spPr>
          <a:xfrm>
            <a:off x="6457950" y="28656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12" name="LINK3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 answer 2 text">
            <a:hlinkClick r:id="rIdLnk6" action="ppaction://hlinksldjump"/>
          </p:cNvPr>
          <p:cNvSpPr txBox="1"/>
          <p:nvPr/>
        </p:nvSpPr>
        <p:spPr>
          <a:xfrm>
            <a:off x="3771900" y="279440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5" name="LINK4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 answer 3 text">
            <a:hlinkClick r:id="rIdLnk9" action="ppaction://hlinksldjump"/>
          </p:cNvPr>
          <p:cNvSpPr txBox="1"/>
          <p:nvPr/>
        </p:nvSpPr>
        <p:spPr>
          <a:xfrm>
            <a:off x="1085850" y="244301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66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9997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“a”</a:t>
            </a:r>
            <a:endParaRPr lang="en-US" sz="3400" dirty="0"/>
          </a:p>
        </p:txBody>
      </p:sp>
      <p:sp>
        <p:nvSpPr>
          <p:cNvPr id="9" name="LINK7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7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7 answer 1 text">
            <a:hlinkClick r:id="rIdLnk3" action="ppaction://hlinksldjump"/>
          </p:cNvPr>
          <p:cNvSpPr txBox="1"/>
          <p:nvPr/>
        </p:nvSpPr>
        <p:spPr>
          <a:xfrm>
            <a:off x="6457950" y="231320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300" dirty="0"/>
          </a:p>
        </p:txBody>
      </p:sp>
      <p:sp>
        <p:nvSpPr>
          <p:cNvPr id="12" name="LINK7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7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7 answer 2 text">
            <a:hlinkClick r:id="rIdLnk6" action="ppaction://hlinksldjump"/>
          </p:cNvPr>
          <p:cNvSpPr txBox="1"/>
          <p:nvPr/>
        </p:nvSpPr>
        <p:spPr>
          <a:xfrm>
            <a:off x="3771900" y="254809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300" dirty="0"/>
          </a:p>
        </p:txBody>
      </p:sp>
      <p:sp>
        <p:nvSpPr>
          <p:cNvPr id="15" name="LINK6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6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6 answer 3 text">
            <a:hlinkClick r:id="rIdLnk9" action="ppaction://hlinksldjump"/>
          </p:cNvPr>
          <p:cNvSpPr txBox="1"/>
          <p:nvPr/>
        </p:nvSpPr>
        <p:spPr>
          <a:xfrm>
            <a:off x="1085850" y="2814384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3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9997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“a”</a:t>
            </a:r>
            <a:endParaRPr lang="en-US" sz="3400" dirty="0"/>
          </a:p>
        </p:txBody>
      </p:sp>
      <p:sp>
        <p:nvSpPr>
          <p:cNvPr id="9" name="LINK9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9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9 answer 1 text">
            <a:hlinkClick r:id="rIdLnk3" action="ppaction://hlinksldjump"/>
          </p:cNvPr>
          <p:cNvSpPr txBox="1"/>
          <p:nvPr/>
        </p:nvSpPr>
        <p:spPr>
          <a:xfrm>
            <a:off x="6457950" y="277728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2" name="LINK10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0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0 answer 2 text">
            <a:hlinkClick r:id="rIdLnk6" action="ppaction://hlinksldjump"/>
          </p:cNvPr>
          <p:cNvSpPr txBox="1"/>
          <p:nvPr/>
        </p:nvSpPr>
        <p:spPr>
          <a:xfrm>
            <a:off x="3771900" y="25576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5" name="LINK10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0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0 answer 3 text">
            <a:hlinkClick r:id="rIdLnk9" action="ppaction://hlinksldjump"/>
          </p:cNvPr>
          <p:cNvSpPr txBox="1"/>
          <p:nvPr/>
        </p:nvSpPr>
        <p:spPr>
          <a:xfrm>
            <a:off x="1085850" y="262356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9997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326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+ ta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139373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  +  تَ</a:t>
            </a:r>
            <a:endParaRPr lang="ar-SA" sz="5700" dirty="0"/>
          </a:p>
        </p:txBody>
      </p:sp>
      <p:sp>
        <p:nvSpPr>
          <p:cNvPr id="10" name="LINK13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13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13 answer 1 text">
            <a:hlinkClick r:id="rIdLnk3" action="ppaction://hlinksldjump"/>
          </p:cNvPr>
          <p:cNvSpPr txBox="1"/>
          <p:nvPr/>
        </p:nvSpPr>
        <p:spPr>
          <a:xfrm>
            <a:off x="6309360" y="267060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endParaRPr lang="ar-SA" sz="4300" dirty="0"/>
          </a:p>
        </p:txBody>
      </p:sp>
      <p:sp>
        <p:nvSpPr>
          <p:cNvPr id="13" name="LINK13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13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13 answer 2 text">
            <a:hlinkClick r:id="rIdLnk6" action="ppaction://hlinksldjump"/>
          </p:cNvPr>
          <p:cNvSpPr txBox="1"/>
          <p:nvPr/>
        </p:nvSpPr>
        <p:spPr>
          <a:xfrm>
            <a:off x="3474720" y="273936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</a:t>
            </a:r>
            <a:endParaRPr lang="ar-SA" sz="4300" dirty="0"/>
          </a:p>
        </p:txBody>
      </p:sp>
      <p:sp>
        <p:nvSpPr>
          <p:cNvPr id="16" name="LINK12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12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12 answer 3 text">
            <a:hlinkClick r:id="rIdLnk9" action="ppaction://hlinksldjump"/>
          </p:cNvPr>
          <p:cNvSpPr txBox="1"/>
          <p:nvPr/>
        </p:nvSpPr>
        <p:spPr>
          <a:xfrm>
            <a:off x="640080" y="272057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endParaRPr lang="ar-SA" sz="4300" dirty="0"/>
          </a:p>
        </p:txBody>
      </p:sp>
      <p:sp>
        <p:nvSpPr>
          <p:cNvPr id="19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8245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endParaRPr lang="ar-SA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1549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</a:t>
            </a:r>
            <a:endParaRPr lang="en-US" sz="26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70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+ ja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01683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  +  جَ</a:t>
            </a:r>
            <a:endParaRPr lang="ar-SA" sz="4500" dirty="0"/>
          </a:p>
        </p:txBody>
      </p:sp>
      <p:sp>
        <p:nvSpPr>
          <p:cNvPr id="10" name="LINK16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16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16 answer 1 text">
            <a:hlinkClick r:id="rIdLnk3" action="ppaction://hlinksldjump"/>
          </p:cNvPr>
          <p:cNvSpPr txBox="1"/>
          <p:nvPr/>
        </p:nvSpPr>
        <p:spPr>
          <a:xfrm>
            <a:off x="6309360" y="270991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</a:t>
            </a:r>
            <a:endParaRPr lang="ar-SA" sz="3900" dirty="0"/>
          </a:p>
        </p:txBody>
      </p:sp>
      <p:sp>
        <p:nvSpPr>
          <p:cNvPr id="13" name="LINK15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15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15 answer 2 text">
            <a:hlinkClick r:id="rIdLnk6" action="ppaction://hlinksldjump"/>
          </p:cNvPr>
          <p:cNvSpPr txBox="1"/>
          <p:nvPr/>
        </p:nvSpPr>
        <p:spPr>
          <a:xfrm>
            <a:off x="3474720" y="261828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</a:t>
            </a:r>
            <a:endParaRPr lang="ar-SA" sz="3900" dirty="0"/>
          </a:p>
        </p:txBody>
      </p:sp>
      <p:sp>
        <p:nvSpPr>
          <p:cNvPr id="16" name="LINK16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16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16 answer 3 text">
            <a:hlinkClick r:id="rIdLnk9" action="ppaction://hlinksldjump"/>
          </p:cNvPr>
          <p:cNvSpPr txBox="1"/>
          <p:nvPr/>
        </p:nvSpPr>
        <p:spPr>
          <a:xfrm>
            <a:off x="640080" y="268288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</a:t>
            </a:r>
            <a:endParaRPr lang="ar-SA" sz="3900" dirty="0"/>
          </a:p>
        </p:txBody>
      </p:sp>
      <p:sp>
        <p:nvSpPr>
          <p:cNvPr id="19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32707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</a:t>
            </a:r>
            <a:endParaRPr lang="ar-SA" sz="49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“wa'akhadha”?</a:t>
            </a:r>
            <a:endParaRPr lang="en-US" sz="3400" dirty="0"/>
          </a:p>
        </p:txBody>
      </p:sp>
      <p:sp>
        <p:nvSpPr>
          <p:cNvPr id="9" name="LINK19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9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9 answer 1 text">
            <a:hlinkClick r:id="rIdLnk3" action="ppaction://hlinksldjump"/>
          </p:cNvPr>
          <p:cNvSpPr txBox="1"/>
          <p:nvPr/>
        </p:nvSpPr>
        <p:spPr>
          <a:xfrm>
            <a:off x="6309360" y="254709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وَسَجَدَ</a:t>
            </a:r>
            <a:endParaRPr lang="ar-SA" sz="4200" dirty="0"/>
          </a:p>
        </p:txBody>
      </p:sp>
      <p:sp>
        <p:nvSpPr>
          <p:cNvPr id="12" name="LINK18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8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8 answer 2 text">
            <a:hlinkClick r:id="rIdLnk6" action="ppaction://hlinksldjump"/>
          </p:cNvPr>
          <p:cNvSpPr txBox="1"/>
          <p:nvPr/>
        </p:nvSpPr>
        <p:spPr>
          <a:xfrm>
            <a:off x="3474720" y="265923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وَأَخَذَ</a:t>
            </a:r>
            <a:endParaRPr lang="ar-SA" sz="4200" dirty="0"/>
          </a:p>
        </p:txBody>
      </p:sp>
      <p:sp>
        <p:nvSpPr>
          <p:cNvPr id="15" name="LINK19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9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9 answer 3 text">
            <a:hlinkClick r:id="rIdLnk9" action="ppaction://hlinksldjump"/>
          </p:cNvPr>
          <p:cNvSpPr txBox="1"/>
          <p:nvPr/>
        </p:nvSpPr>
        <p:spPr>
          <a:xfrm>
            <a:off x="640080" y="253296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وَخَرَجَ</a:t>
            </a:r>
            <a:endParaRPr lang="ar-SA" sz="42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8571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وَأَخَذَ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wa'akhadha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“akhadha”?</a:t>
            </a:r>
            <a:endParaRPr lang="en-US" sz="3400" dirty="0"/>
          </a:p>
        </p:txBody>
      </p:sp>
      <p:sp>
        <p:nvSpPr>
          <p:cNvPr id="9" name="LINK22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2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2 answer 1 text">
            <a:hlinkClick r:id="rIdLnk3" action="ppaction://hlinksldjump"/>
          </p:cNvPr>
          <p:cNvSpPr txBox="1"/>
          <p:nvPr/>
        </p:nvSpPr>
        <p:spPr>
          <a:xfrm>
            <a:off x="6309360" y="261884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دَخَلَ</a:t>
            </a:r>
            <a:endParaRPr lang="ar-SA" sz="4800" dirty="0"/>
          </a:p>
        </p:txBody>
      </p:sp>
      <p:sp>
        <p:nvSpPr>
          <p:cNvPr id="12" name="LINK2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2 answer 2 text">
            <a:hlinkClick r:id="rIdLnk6" action="ppaction://hlinksldjump"/>
          </p:cNvPr>
          <p:cNvSpPr txBox="1"/>
          <p:nvPr/>
        </p:nvSpPr>
        <p:spPr>
          <a:xfrm>
            <a:off x="3474720" y="260024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وَذَهَبَ</a:t>
            </a:r>
            <a:endParaRPr lang="ar-SA" sz="4800" dirty="0"/>
          </a:p>
        </p:txBody>
      </p:sp>
      <p:sp>
        <p:nvSpPr>
          <p:cNvPr id="15" name="LINK21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1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1 answer 3 text">
            <a:hlinkClick r:id="rIdLnk9" action="ppaction://hlinksldjump"/>
          </p:cNvPr>
          <p:cNvSpPr txBox="1"/>
          <p:nvPr/>
        </p:nvSpPr>
        <p:spPr>
          <a:xfrm>
            <a:off x="640080" y="273693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</a:t>
            </a:r>
            <a:endParaRPr lang="ar-SA" sz="48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89123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akhadha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“qara'a”?</a:t>
            </a:r>
            <a:endParaRPr lang="en-US" sz="3400" dirty="0"/>
          </a:p>
        </p:txBody>
      </p:sp>
      <p:sp>
        <p:nvSpPr>
          <p:cNvPr id="9" name="LINK2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4 answer 1 text">
            <a:hlinkClick r:id="rIdLnk3" action="ppaction://hlinksldjump"/>
          </p:cNvPr>
          <p:cNvSpPr txBox="1"/>
          <p:nvPr/>
        </p:nvSpPr>
        <p:spPr>
          <a:xfrm>
            <a:off x="6309360" y="265923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</a:t>
            </a:r>
            <a:endParaRPr lang="ar-SA" sz="4200" dirty="0"/>
          </a:p>
        </p:txBody>
      </p:sp>
      <p:sp>
        <p:nvSpPr>
          <p:cNvPr id="12" name="LINK25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5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5 answer 2 text">
            <a:hlinkClick r:id="rIdLnk6" action="ppaction://hlinksldjump"/>
          </p:cNvPr>
          <p:cNvSpPr txBox="1"/>
          <p:nvPr/>
        </p:nvSpPr>
        <p:spPr>
          <a:xfrm>
            <a:off x="3474720" y="261564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4200" dirty="0"/>
          </a:p>
        </p:txBody>
      </p:sp>
      <p:sp>
        <p:nvSpPr>
          <p:cNvPr id="15" name="LINK25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5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5 answer 3 text">
            <a:hlinkClick r:id="rIdLnk9" action="ppaction://hlinksldjump"/>
          </p:cNvPr>
          <p:cNvSpPr txBox="1"/>
          <p:nvPr/>
        </p:nvSpPr>
        <p:spPr>
          <a:xfrm>
            <a:off x="640080" y="259937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</a:t>
            </a:r>
            <a:endParaRPr lang="ar-SA" sz="42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8571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7864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qara'a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01-alif</dc:title>
  <dc:subject>PptxGenJS Presentation</dc:subject>
  <dc:creator>PptxGenJS</dc:creator>
  <cp:lastModifiedBy>PptxGenJS</cp:lastModifiedBy>
  <cp:revision>1</cp:revision>
  <dcterms:created xsi:type="dcterms:W3CDTF">2026-10-22T14:27:38Z</dcterms:created>
  <dcterms:modified xsi:type="dcterms:W3CDTF">2026-10-22T14:27:38Z</dcterms:modified>
</cp:coreProperties>
</file>