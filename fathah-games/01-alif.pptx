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أَتَ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أَجَ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وَأَخَذَ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أَخَذَ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قَرَأَ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6.xml"/><Relationship Id="rIdLnk8" Type="http://schemas.openxmlformats.org/officeDocument/2006/relationships/slide" Target="slide6.xml"/><Relationship Id="rIdLnk9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65734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865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79440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44301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9997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“a”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31320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3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54809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  <p:sp>
        <p:nvSpPr>
          <p:cNvPr id="15" name="LINK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6 answer 3 text">
            <a:hlinkClick r:id="rIdLnk9" action="ppaction://hlinksldjump"/>
          </p:cNvPr>
          <p:cNvSpPr txBox="1"/>
          <p:nvPr/>
        </p:nvSpPr>
        <p:spPr>
          <a:xfrm>
            <a:off x="1085850" y="281438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3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9997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77728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6235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9997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+ ta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13937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  +  تَ</a:t>
            </a:r>
            <a:endParaRPr lang="ar-SA" sz="5700" dirty="0"/>
          </a:p>
        </p:txBody>
      </p:sp>
      <p:sp>
        <p:nvSpPr>
          <p:cNvPr id="10" name="LINK1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3 answer 1 text">
            <a:hlinkClick r:id="rIdLnk3" action="ppaction://hlinksldjump"/>
          </p:cNvPr>
          <p:cNvSpPr txBox="1"/>
          <p:nvPr/>
        </p:nvSpPr>
        <p:spPr>
          <a:xfrm>
            <a:off x="6309360" y="267060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4300" dirty="0"/>
          </a:p>
        </p:txBody>
      </p:sp>
      <p:sp>
        <p:nvSpPr>
          <p:cNvPr id="13" name="LINK1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3 answer 2 text">
            <a:hlinkClick r:id="rIdLnk6" action="ppaction://hlinksldjump"/>
          </p:cNvPr>
          <p:cNvSpPr txBox="1"/>
          <p:nvPr/>
        </p:nvSpPr>
        <p:spPr>
          <a:xfrm>
            <a:off x="3474720" y="273936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4300" dirty="0"/>
          </a:p>
        </p:txBody>
      </p:sp>
      <p:sp>
        <p:nvSpPr>
          <p:cNvPr id="16" name="LINK1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2 answer 3 text">
            <a:hlinkClick r:id="rIdLnk9" action="ppaction://hlinksldjump"/>
          </p:cNvPr>
          <p:cNvSpPr txBox="1"/>
          <p:nvPr/>
        </p:nvSpPr>
        <p:spPr>
          <a:xfrm>
            <a:off x="640080" y="272057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8245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+ ja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168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  +  جَ</a:t>
            </a:r>
            <a:endParaRPr lang="ar-SA" sz="4500" dirty="0"/>
          </a:p>
        </p:txBody>
      </p:sp>
      <p:sp>
        <p:nvSpPr>
          <p:cNvPr id="10" name="LINK1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6 answer 1 text">
            <a:hlinkClick r:id="rIdLnk3" action="ppaction://hlinksldjump"/>
          </p:cNvPr>
          <p:cNvSpPr txBox="1"/>
          <p:nvPr/>
        </p:nvSpPr>
        <p:spPr>
          <a:xfrm>
            <a:off x="6309360" y="270991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3900" dirty="0"/>
          </a:p>
        </p:txBody>
      </p:sp>
      <p:sp>
        <p:nvSpPr>
          <p:cNvPr id="13" name="LINK1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5 answer 2 text">
            <a:hlinkClick r:id="rIdLnk6" action="ppaction://hlinksldjump"/>
          </p:cNvPr>
          <p:cNvSpPr txBox="1"/>
          <p:nvPr/>
        </p:nvSpPr>
        <p:spPr>
          <a:xfrm>
            <a:off x="3474720" y="261828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3900" dirty="0"/>
          </a:p>
        </p:txBody>
      </p:sp>
      <p:sp>
        <p:nvSpPr>
          <p:cNvPr id="16" name="LINK1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6 answer 3 text">
            <a:hlinkClick r:id="rIdLnk9" action="ppaction://hlinksldjump"/>
          </p:cNvPr>
          <p:cNvSpPr txBox="1"/>
          <p:nvPr/>
        </p:nvSpPr>
        <p:spPr>
          <a:xfrm>
            <a:off x="640080" y="26828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39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270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4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“wa'akhadha”?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309360" y="254709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2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47472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2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640080" y="25329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wa'akhadha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“akhadha”?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309360" y="26188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800" dirty="0"/>
          </a:p>
        </p:txBody>
      </p:sp>
      <p:sp>
        <p:nvSpPr>
          <p:cNvPr id="12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2 answer 2 text">
            <a:hlinkClick r:id="rIdLnk6" action="ppaction://hlinksldjump"/>
          </p:cNvPr>
          <p:cNvSpPr txBox="1"/>
          <p:nvPr/>
        </p:nvSpPr>
        <p:spPr>
          <a:xfrm>
            <a:off x="3474720" y="260024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4800" dirty="0"/>
          </a:p>
        </p:txBody>
      </p:sp>
      <p:sp>
        <p:nvSpPr>
          <p:cNvPr id="15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1 answer 3 text">
            <a:hlinkClick r:id="rIdLnk9" action="ppaction://hlinksldjump"/>
          </p:cNvPr>
          <p:cNvSpPr txBox="1"/>
          <p:nvPr/>
        </p:nvSpPr>
        <p:spPr>
          <a:xfrm>
            <a:off x="640080" y="273693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8912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akhadha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“qara'a”?</a:t>
            </a:r>
            <a:endParaRPr lang="en-US" sz="3400" dirty="0"/>
          </a:p>
        </p:txBody>
      </p:sp>
      <p:sp>
        <p:nvSpPr>
          <p:cNvPr id="9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4 answer 1 text">
            <a:hlinkClick r:id="rIdLnk3" action="ppaction://hlinksldjump"/>
          </p:cNvPr>
          <p:cNvSpPr txBox="1"/>
          <p:nvPr/>
        </p:nvSpPr>
        <p:spPr>
          <a:xfrm>
            <a:off x="630936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2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474720" y="261564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2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640080" y="259937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7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qara'a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01-alif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