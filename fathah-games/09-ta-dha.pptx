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show: the buttons work by tapping or clicking. A wrong answer opens a 'try again' slide that goes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طَ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ظَ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طَ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طَ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ظَ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ظَ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طَدَ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طَذَ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ظَتَ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ظَجَ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ظَهَرَ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طَبَخَ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وَنَظَرَ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hoosh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Lnk1" Type="http://schemas.openxmlformats.org/officeDocument/2006/relationships/slide" Target="slide3.xml"/><Relationship Id="rIdLnk2" Type="http://schemas.openxmlformats.org/officeDocument/2006/relationships/slide" Target="slide3.xml"/><Relationship Id="rIdLnk3" Type="http://schemas.openxmlformats.org/officeDocument/2006/relationships/slide" Target="slide3.xml"/><Relationship Id="rIdLnk4" Type="http://schemas.openxmlformats.org/officeDocument/2006/relationships/slide" Target="slide4.xml"/><Relationship Id="rIdLnk5" Type="http://schemas.openxmlformats.org/officeDocument/2006/relationships/slide" Target="slide4.xml"/><Relationship Id="rIdLnk6" Type="http://schemas.openxmlformats.org/officeDocument/2006/relationships/slide" Target="slide4.xml"/><Relationship Id="rIdLnk7" Type="http://schemas.openxmlformats.org/officeDocument/2006/relationships/slide" Target="slide4.xml"/><Relationship Id="rIdLnk8" Type="http://schemas.openxmlformats.org/officeDocument/2006/relationships/slide" Target="slide4.xml"/><Relationship Id="rIdLnk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sparkle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oops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Lnk1" Type="http://schemas.openxmlformats.org/officeDocument/2006/relationships/slide" Target="slide6.xml"/><Relationship Id="rIdLnk2" Type="http://schemas.openxmlformats.org/officeDocument/2006/relationships/slide" Target="slide6.xml"/><Relationship Id="rIdLnk3" Type="http://schemas.openxmlformats.org/officeDocument/2006/relationships/slide" Target="slide6.xml"/><Relationship Id="rIdLnk4" Type="http://schemas.openxmlformats.org/officeDocument/2006/relationships/slide" Target="slide7.xml"/><Relationship Id="rIdLnk5" Type="http://schemas.openxmlformats.org/officeDocument/2006/relationships/slide" Target="slide7.xml"/><Relationship Id="rIdLnk6" Type="http://schemas.openxmlformats.org/officeDocument/2006/relationships/slide" Target="slide7.xml"/><Relationship Id="rIdLnk7" Type="http://schemas.openxmlformats.org/officeDocument/2006/relationships/slide" Target="slide7.xml"/><Relationship Id="rIdLnk8" Type="http://schemas.openxmlformats.org/officeDocument/2006/relationships/slide" Target="slide7.xml"/><Relationship Id="rIdLnk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sparkle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oops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Lnk1" Type="http://schemas.openxmlformats.org/officeDocument/2006/relationships/slide" Target="slide10.xml"/><Relationship Id="rIdLnk2" Type="http://schemas.openxmlformats.org/officeDocument/2006/relationships/slide" Target="slide10.xml"/><Relationship Id="rIdLnk3" Type="http://schemas.openxmlformats.org/officeDocument/2006/relationships/slide" Target="slide10.xml"/><Relationship Id="rIdLnk4" Type="http://schemas.openxmlformats.org/officeDocument/2006/relationships/slide" Target="slide9.xml"/><Relationship Id="rIdLnk5" Type="http://schemas.openxmlformats.org/officeDocument/2006/relationships/slide" Target="slide9.xml"/><Relationship Id="rIdLnk6" Type="http://schemas.openxmlformats.org/officeDocument/2006/relationships/slide" Target="slide9.xml"/><Relationship Id="rIdLnk7" Type="http://schemas.openxmlformats.org/officeDocument/2006/relationships/slide" Target="slide10.xml"/><Relationship Id="rIdLnk8" Type="http://schemas.openxmlformats.org/officeDocument/2006/relationships/slide" Target="slide10.xml"/><Relationship Id="rIdLnk9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sparkle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oops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Lnk1" Type="http://schemas.openxmlformats.org/officeDocument/2006/relationships/slide" Target="slide13.xml"/><Relationship Id="rIdLnk2" Type="http://schemas.openxmlformats.org/officeDocument/2006/relationships/slide" Target="slide13.xml"/><Relationship Id="rIdLnk3" Type="http://schemas.openxmlformats.org/officeDocument/2006/relationships/slide" Target="slide13.xml"/><Relationship Id="rIdLnk4" Type="http://schemas.openxmlformats.org/officeDocument/2006/relationships/slide" Target="slide12.xml"/><Relationship Id="rIdLnk5" Type="http://schemas.openxmlformats.org/officeDocument/2006/relationships/slide" Target="slide12.xml"/><Relationship Id="rIdLnk6" Type="http://schemas.openxmlformats.org/officeDocument/2006/relationships/slide" Target="slide12.xml"/><Relationship Id="rIdLnk7" Type="http://schemas.openxmlformats.org/officeDocument/2006/relationships/slide" Target="slide13.xml"/><Relationship Id="rIdLnk8" Type="http://schemas.openxmlformats.org/officeDocument/2006/relationships/slide" Target="slide13.xml"/><Relationship Id="rIdLnk9" Type="http://schemas.openxmlformats.org/officeDocument/2006/relationships/slide" Target="slide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sparkle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oops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Lnk1" Type="http://schemas.openxmlformats.org/officeDocument/2006/relationships/slide" Target="slide16.xml"/><Relationship Id="rIdLnk2" Type="http://schemas.openxmlformats.org/officeDocument/2006/relationships/slide" Target="slide16.xml"/><Relationship Id="rIdLnk3" Type="http://schemas.openxmlformats.org/officeDocument/2006/relationships/slide" Target="slide16.xml"/><Relationship Id="rIdLnk4" Type="http://schemas.openxmlformats.org/officeDocument/2006/relationships/slide" Target="slide16.xml"/><Relationship Id="rIdLnk5" Type="http://schemas.openxmlformats.org/officeDocument/2006/relationships/slide" Target="slide16.xml"/><Relationship Id="rIdLnk6" Type="http://schemas.openxmlformats.org/officeDocument/2006/relationships/slide" Target="slide16.xml"/><Relationship Id="rIdLnk7" Type="http://schemas.openxmlformats.org/officeDocument/2006/relationships/slide" Target="slide15.xml"/><Relationship Id="rIdLnk8" Type="http://schemas.openxmlformats.org/officeDocument/2006/relationships/slide" Target="slide15.xml"/><Relationship Id="rIdLnk9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sparkle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oops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Lnk1" Type="http://schemas.openxmlformats.org/officeDocument/2006/relationships/slide" Target="slide19.xml"/><Relationship Id="rIdLnk2" Type="http://schemas.openxmlformats.org/officeDocument/2006/relationships/slide" Target="slide19.xml"/><Relationship Id="rIdLnk3" Type="http://schemas.openxmlformats.org/officeDocument/2006/relationships/slide" Target="slide19.xml"/><Relationship Id="rIdLnk4" Type="http://schemas.openxmlformats.org/officeDocument/2006/relationships/slide" Target="slide19.xml"/><Relationship Id="rIdLnk5" Type="http://schemas.openxmlformats.org/officeDocument/2006/relationships/slide" Target="slide19.xml"/><Relationship Id="rIdLnk6" Type="http://schemas.openxmlformats.org/officeDocument/2006/relationships/slide" Target="slide19.xml"/><Relationship Id="rIdLnk7" Type="http://schemas.openxmlformats.org/officeDocument/2006/relationships/slide" Target="slide18.xml"/><Relationship Id="rIdLnk8" Type="http://schemas.openxmlformats.org/officeDocument/2006/relationships/slide" Target="slide18.xml"/><Relationship Id="rIdLnk9" Type="http://schemas.openxmlformats.org/officeDocument/2006/relationships/slide" Target="slide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sparkl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oops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Lnk1" Type="http://schemas.openxmlformats.org/officeDocument/2006/relationships/slide" Target="slide21.xml"/><Relationship Id="rIdLnk2" Type="http://schemas.openxmlformats.org/officeDocument/2006/relationships/slide" Target="slide21.xml"/><Relationship Id="rIdLnk3" Type="http://schemas.openxmlformats.org/officeDocument/2006/relationships/slide" Target="slide21.xml"/><Relationship Id="rIdLnk4" Type="http://schemas.openxmlformats.org/officeDocument/2006/relationships/slide" Target="slide22.xml"/><Relationship Id="rIdLnk5" Type="http://schemas.openxmlformats.org/officeDocument/2006/relationships/slide" Target="slide22.xml"/><Relationship Id="rIdLnk6" Type="http://schemas.openxmlformats.org/officeDocument/2006/relationships/slide" Target="slide22.xml"/><Relationship Id="rIdLnk7" Type="http://schemas.openxmlformats.org/officeDocument/2006/relationships/slide" Target="slide22.xml"/><Relationship Id="rIdLnk8" Type="http://schemas.openxmlformats.org/officeDocument/2006/relationships/slide" Target="slide22.xml"/><Relationship Id="rIdLnk9" Type="http://schemas.openxmlformats.org/officeDocument/2006/relationships/slide" Target="slide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sparkl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oops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Lnk1" Type="http://schemas.openxmlformats.org/officeDocument/2006/relationships/slide" Target="slide24.xml"/><Relationship Id="rIdLnk2" Type="http://schemas.openxmlformats.org/officeDocument/2006/relationships/slide" Target="slide24.xml"/><Relationship Id="rIdLnk3" Type="http://schemas.openxmlformats.org/officeDocument/2006/relationships/slide" Target="slide24.xml"/><Relationship Id="rIdLnk4" Type="http://schemas.openxmlformats.org/officeDocument/2006/relationships/slide" Target="slide25.xml"/><Relationship Id="rIdLnk5" Type="http://schemas.openxmlformats.org/officeDocument/2006/relationships/slide" Target="slide25.xml"/><Relationship Id="rIdLnk6" Type="http://schemas.openxmlformats.org/officeDocument/2006/relationships/slide" Target="slide25.xml"/><Relationship Id="rIdLnk7" Type="http://schemas.openxmlformats.org/officeDocument/2006/relationships/slide" Target="slide25.xml"/><Relationship Id="rIdLnk8" Type="http://schemas.openxmlformats.org/officeDocument/2006/relationships/slide" Target="slide25.xml"/><Relationship Id="rIdLnk9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sparkle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oops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Lnk1" Type="http://schemas.openxmlformats.org/officeDocument/2006/relationships/slide" Target="slide28.xml"/><Relationship Id="rIdLnk2" Type="http://schemas.openxmlformats.org/officeDocument/2006/relationships/slide" Target="slide28.xml"/><Relationship Id="rIdLnk3" Type="http://schemas.openxmlformats.org/officeDocument/2006/relationships/slide" Target="slide28.xml"/><Relationship Id="rIdLnk4" Type="http://schemas.openxmlformats.org/officeDocument/2006/relationships/slide" Target="slide28.xml"/><Relationship Id="rIdLnk5" Type="http://schemas.openxmlformats.org/officeDocument/2006/relationships/slide" Target="slide28.xml"/><Relationship Id="rIdLnk6" Type="http://schemas.openxmlformats.org/officeDocument/2006/relationships/slide" Target="slide28.xml"/><Relationship Id="rIdLnk7" Type="http://schemas.openxmlformats.org/officeDocument/2006/relationships/slide" Target="slide27.xml"/><Relationship Id="rIdLnk8" Type="http://schemas.openxmlformats.org/officeDocument/2006/relationships/slide" Target="slide27.xml"/><Relationship Id="rIdLnk9" Type="http://schemas.openxmlformats.org/officeDocument/2006/relationships/slide" Target="slide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sparkle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oops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Lnk3" Type="http://schemas.openxmlformats.org/officeDocument/2006/relationships/slide" Target="slide31.xml"/><Relationship Id="rIdLnk4" Type="http://schemas.openxmlformats.org/officeDocument/2006/relationships/slide" Target="slide30.xml"/><Relationship Id="rIdLnk5" Type="http://schemas.openxmlformats.org/officeDocument/2006/relationships/slide" Target="slide30.xml"/><Relationship Id="rIdLnk6" Type="http://schemas.openxmlformats.org/officeDocument/2006/relationships/slide" Target="slide30.xml"/><Relationship Id="rIdLnk7" Type="http://schemas.openxmlformats.org/officeDocument/2006/relationships/slide" Target="slide31.xml"/><Relationship Id="rIdLnk8" Type="http://schemas.openxmlformats.org/officeDocument/2006/relationships/slide" Target="slide31.xml"/><Relationship Id="rIdLnk9" Type="http://schemas.openxmlformats.org/officeDocument/2006/relationships/slide" Target="slide3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sparkle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oops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Lnk1" Type="http://schemas.openxmlformats.org/officeDocument/2006/relationships/slide" Target="slide34.xml"/><Relationship Id="rIdLnk2" Type="http://schemas.openxmlformats.org/officeDocument/2006/relationships/slide" Target="slide34.xml"/><Relationship Id="rIdLnk3" Type="http://schemas.openxmlformats.org/officeDocument/2006/relationships/slide" Target="slide34.xml"/><Relationship Id="rIdLnk4" Type="http://schemas.openxmlformats.org/officeDocument/2006/relationships/slide" Target="slide34.xml"/><Relationship Id="rIdLnk5" Type="http://schemas.openxmlformats.org/officeDocument/2006/relationships/slide" Target="slide34.xml"/><Relationship Id="rIdLnk6" Type="http://schemas.openxmlformats.org/officeDocument/2006/relationships/slide" Target="slide34.xml"/><Relationship Id="rIdLnk7" Type="http://schemas.openxmlformats.org/officeDocument/2006/relationships/slide" Target="slide33.xml"/><Relationship Id="rIdLnk8" Type="http://schemas.openxmlformats.org/officeDocument/2006/relationships/slide" Target="slide33.xml"/><Relationship Id="rIdLnk9" Type="http://schemas.openxmlformats.org/officeDocument/2006/relationships/slide" Target="slide3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sparkle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oops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Lnk1" Type="http://schemas.openxmlformats.org/officeDocument/2006/relationships/slide" Target="slide37.xml"/><Relationship Id="rIdLnk2" Type="http://schemas.openxmlformats.org/officeDocument/2006/relationships/slide" Target="slide37.xml"/><Relationship Id="rIdLnk3" Type="http://schemas.openxmlformats.org/officeDocument/2006/relationships/slide" Target="slide37.xml"/><Relationship Id="rIdLnk4" Type="http://schemas.openxmlformats.org/officeDocument/2006/relationships/slide" Target="slide36.xml"/><Relationship Id="rIdLnk5" Type="http://schemas.openxmlformats.org/officeDocument/2006/relationships/slide" Target="slide36.xml"/><Relationship Id="rIdLnk6" Type="http://schemas.openxmlformats.org/officeDocument/2006/relationships/slide" Target="slide36.xml"/><Relationship Id="rIdLnk7" Type="http://schemas.openxmlformats.org/officeDocument/2006/relationships/slide" Target="slide37.xml"/><Relationship Id="rIdLnk8" Type="http://schemas.openxmlformats.org/officeDocument/2006/relationships/slide" Target="slide37.xml"/><Relationship Id="rIdLnk9" Type="http://schemas.openxmlformats.org/officeDocument/2006/relationships/slide" Target="slide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sparkle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oops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Lnk1" Type="http://schemas.openxmlformats.org/officeDocument/2006/relationships/slide" Target="slide40.xml"/><Relationship Id="rIdLnk2" Type="http://schemas.openxmlformats.org/officeDocument/2006/relationships/slide" Target="slide40.xml"/><Relationship Id="rIdLnk3" Type="http://schemas.openxmlformats.org/officeDocument/2006/relationships/slide" Target="slide40.xml"/><Relationship Id="rIdLnk4" Type="http://schemas.openxmlformats.org/officeDocument/2006/relationships/slide" Target="slide39.xml"/><Relationship Id="rIdLnk5" Type="http://schemas.openxmlformats.org/officeDocument/2006/relationships/slide" Target="slide39.xml"/><Relationship Id="rIdLnk6" Type="http://schemas.openxmlformats.org/officeDocument/2006/relationships/slide" Target="slide39.xml"/><Relationship Id="rIdLnk7" Type="http://schemas.openxmlformats.org/officeDocument/2006/relationships/slide" Target="slide40.xml"/><Relationship Id="rIdLnk8" Type="http://schemas.openxmlformats.org/officeDocument/2006/relationships/slide" Target="slide40.xml"/><Relationship Id="rIdLnk9" Type="http://schemas.openxmlformats.org/officeDocument/2006/relationships/slide" Target="slide4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Lnk1" Type="http://schemas.openxmlformats.org/officeDocument/2006/relationships/slide" Target="slide41.xml"/><Relationship Id="rIdLnk2" Type="http://schemas.openxmlformats.org/officeDocument/2006/relationships/slide" Target="slide41.xml"/><Relationship Id="rIdLnk3" Type="http://schemas.openxmlformats.org/officeDocument/2006/relationships/slide" Target="slide41.xml"/><Relationship Id="rIdGameSnd" Type="http://schemas.openxmlformats.org/officeDocument/2006/relationships/audio" Target="../media/sparkle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oops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titl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097280" y="640080"/>
            <a:ext cx="69494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514246" y="753466"/>
            <a:ext cx="6115507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90956"/>
            <a:ext cx="65836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 Games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90760"/>
            <a:ext cx="65836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   ظَ</a:t>
            </a:r>
            <a:endParaRPr lang="ar-SA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811272"/>
            <a:ext cx="65836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right answer!</a:t>
            </a:r>
            <a:endParaRPr lang="en-US" sz="2300" dirty="0"/>
          </a:p>
        </p:txBody>
      </p:sp>
      <p:sp>
        <p:nvSpPr>
          <p:cNvPr id="8" name="LINK2 button">
            <a:hlinkClick r:id="rIdLnk1" action="ppaction://hlinksldjump"/>
          </p:cNvPr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41176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9" name="LINK2 button sheen">
            <a:hlinkClick r:id="rIdLnk2" action="ppaction://hlinksldjump"/>
          </p:cNvPr>
          <p:cNvSpPr/>
          <p:nvPr/>
        </p:nvSpPr>
        <p:spPr>
          <a:xfrm>
            <a:off x="3445459" y="3780130"/>
            <a:ext cx="2253082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LINK2 button text">
            <a:hlinkClick r:id="rIdLnk3" action="ppaction://hlinksldjump"/>
          </p:cNvPr>
          <p:cNvSpPr txBox="1"/>
          <p:nvPr/>
        </p:nvSpPr>
        <p:spPr>
          <a:xfrm>
            <a:off x="3291840" y="3747262"/>
            <a:ext cx="256032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Start</a:t>
            </a:r>
            <a:endParaRPr lang="en-US" sz="2800" dirty="0"/>
          </a:p>
        </p:txBody>
      </p:sp>
    </p:spTree>
  </p:cSld>
  <p:clrMapOvr>
    <a:masterClrMapping/>
  </p:clrMapOvr>
  <p:transition spd="med">
    <p:fade/>
    <p:sndAc>
      <p:stSnd>
        <p:snd r:embed="rIdGameSnd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3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 answer 1 text">
            <a:hlinkClick r:id="rIdLnk3" action="ppaction://hlinksldjump"/>
          </p:cNvPr>
          <p:cNvSpPr txBox="1"/>
          <p:nvPr/>
        </p:nvSpPr>
        <p:spPr>
          <a:xfrm>
            <a:off x="6457950" y="269526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700" dirty="0"/>
          </a:p>
        </p:txBody>
      </p:sp>
      <p:sp>
        <p:nvSpPr>
          <p:cNvPr id="12" name="LINK4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4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4 answer 2 text">
            <a:hlinkClick r:id="rIdLnk6" action="ppaction://hlinksldjump"/>
          </p:cNvPr>
          <p:cNvSpPr txBox="1"/>
          <p:nvPr/>
        </p:nvSpPr>
        <p:spPr>
          <a:xfrm>
            <a:off x="3771900" y="254084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700" dirty="0"/>
          </a:p>
        </p:txBody>
      </p:sp>
      <p:sp>
        <p:nvSpPr>
          <p:cNvPr id="15" name="LINK4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 answer 3 text">
            <a:hlinkClick r:id="rIdLnk9" action="ppaction://hlinksldjump"/>
          </p:cNvPr>
          <p:cNvSpPr txBox="1"/>
          <p:nvPr/>
        </p:nvSpPr>
        <p:spPr>
          <a:xfrm>
            <a:off x="1085850" y="276759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7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20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8054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ṭa</a:t>
            </a:r>
            <a:endParaRPr lang="en-US" sz="22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6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6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6 answer 1 text">
            <a:hlinkClick r:id="rIdLnk3" action="ppaction://hlinksldjump"/>
          </p:cNvPr>
          <p:cNvSpPr txBox="1"/>
          <p:nvPr/>
        </p:nvSpPr>
        <p:spPr>
          <a:xfrm>
            <a:off x="6457950" y="269526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  <p:sp>
        <p:nvSpPr>
          <p:cNvPr id="12" name="LINK7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7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7 answer 2 text">
            <a:hlinkClick r:id="rIdLnk6" action="ppaction://hlinksldjump"/>
          </p:cNvPr>
          <p:cNvSpPr txBox="1"/>
          <p:nvPr/>
        </p:nvSpPr>
        <p:spPr>
          <a:xfrm>
            <a:off x="3771900" y="276759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700" dirty="0"/>
          </a:p>
        </p:txBody>
      </p:sp>
      <p:sp>
        <p:nvSpPr>
          <p:cNvPr id="15" name="LINK7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7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7 answer 3 text">
            <a:hlinkClick r:id="rIdLnk9" action="ppaction://hlinksldjump"/>
          </p:cNvPr>
          <p:cNvSpPr txBox="1"/>
          <p:nvPr/>
        </p:nvSpPr>
        <p:spPr>
          <a:xfrm>
            <a:off x="1085850" y="254084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7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20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90813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ẓa</a:t>
            </a:r>
            <a:endParaRPr lang="en-US" sz="25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“ṭa”</a:t>
            </a:r>
            <a:endParaRPr lang="en-US" sz="3400" dirty="0"/>
          </a:p>
        </p:txBody>
      </p:sp>
      <p:sp>
        <p:nvSpPr>
          <p:cNvPr id="9" name="LINK10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0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0 answer 1 text">
            <a:hlinkClick r:id="rIdLnk3" action="ppaction://hlinksldjump"/>
          </p:cNvPr>
          <p:cNvSpPr txBox="1"/>
          <p:nvPr/>
        </p:nvSpPr>
        <p:spPr>
          <a:xfrm>
            <a:off x="6457950" y="256912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700" dirty="0"/>
          </a:p>
        </p:txBody>
      </p:sp>
      <p:sp>
        <p:nvSpPr>
          <p:cNvPr id="12" name="LINK9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9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9 answer 2 text">
            <a:hlinkClick r:id="rIdLnk6" action="ppaction://hlinksldjump"/>
          </p:cNvPr>
          <p:cNvSpPr txBox="1"/>
          <p:nvPr/>
        </p:nvSpPr>
        <p:spPr>
          <a:xfrm>
            <a:off x="3771900" y="268195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700" dirty="0"/>
          </a:p>
        </p:txBody>
      </p:sp>
      <p:sp>
        <p:nvSpPr>
          <p:cNvPr id="15" name="LINK10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0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0 answer 3 text">
            <a:hlinkClick r:id="rIdLnk9" action="ppaction://hlinksldjump"/>
          </p:cNvPr>
          <p:cNvSpPr txBox="1"/>
          <p:nvPr/>
        </p:nvSpPr>
        <p:spPr>
          <a:xfrm>
            <a:off x="1085850" y="2496007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7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20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8054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ṭa</a:t>
            </a:r>
            <a:endParaRPr lang="en-US" sz="22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“ṭa”</a:t>
            </a:r>
            <a:endParaRPr lang="en-US" sz="3400" dirty="0"/>
          </a:p>
        </p:txBody>
      </p:sp>
      <p:sp>
        <p:nvSpPr>
          <p:cNvPr id="9" name="LINK13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3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3 answer 1 text">
            <a:hlinkClick r:id="rIdLnk3" action="ppaction://hlinksldjump"/>
          </p:cNvPr>
          <p:cNvSpPr txBox="1"/>
          <p:nvPr/>
        </p:nvSpPr>
        <p:spPr>
          <a:xfrm>
            <a:off x="6457950" y="252203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300" dirty="0"/>
          </a:p>
        </p:txBody>
      </p:sp>
      <p:sp>
        <p:nvSpPr>
          <p:cNvPr id="12" name="LINK12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2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2 answer 2 text">
            <a:hlinkClick r:id="rIdLnk6" action="ppaction://hlinksldjump"/>
          </p:cNvPr>
          <p:cNvSpPr txBox="1"/>
          <p:nvPr/>
        </p:nvSpPr>
        <p:spPr>
          <a:xfrm>
            <a:off x="3771900" y="268994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300" dirty="0"/>
          </a:p>
        </p:txBody>
      </p:sp>
      <p:sp>
        <p:nvSpPr>
          <p:cNvPr id="15" name="LINK13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3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3 answer 3 text">
            <a:hlinkClick r:id="rIdLnk9" action="ppaction://hlinksldjump"/>
          </p:cNvPr>
          <p:cNvSpPr txBox="1"/>
          <p:nvPr/>
        </p:nvSpPr>
        <p:spPr>
          <a:xfrm>
            <a:off x="1085850" y="269605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3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20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8054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ṭa</a:t>
            </a:r>
            <a:endParaRPr lang="en-US" sz="22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“ẓa”</a:t>
            </a:r>
            <a:endParaRPr lang="en-US" sz="3400" dirty="0"/>
          </a:p>
        </p:txBody>
      </p:sp>
      <p:sp>
        <p:nvSpPr>
          <p:cNvPr id="9" name="LINK16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6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6 answer 1 text">
            <a:hlinkClick r:id="rIdLnk3" action="ppaction://hlinksldjump"/>
          </p:cNvPr>
          <p:cNvSpPr txBox="1"/>
          <p:nvPr/>
        </p:nvSpPr>
        <p:spPr>
          <a:xfrm>
            <a:off x="6457950" y="267456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100" dirty="0"/>
          </a:p>
        </p:txBody>
      </p:sp>
      <p:sp>
        <p:nvSpPr>
          <p:cNvPr id="12" name="LINK16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6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6 answer 2 text">
            <a:hlinkClick r:id="rIdLnk6" action="ppaction://hlinksldjump"/>
          </p:cNvPr>
          <p:cNvSpPr txBox="1"/>
          <p:nvPr/>
        </p:nvSpPr>
        <p:spPr>
          <a:xfrm>
            <a:off x="3771900" y="247048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100" dirty="0"/>
          </a:p>
        </p:txBody>
      </p:sp>
      <p:sp>
        <p:nvSpPr>
          <p:cNvPr id="15" name="LINK15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5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5 answer 3 text">
            <a:hlinkClick r:id="rIdLnk9" action="ppaction://hlinksldjump"/>
          </p:cNvPr>
          <p:cNvSpPr txBox="1"/>
          <p:nvPr/>
        </p:nvSpPr>
        <p:spPr>
          <a:xfrm>
            <a:off x="1085850" y="270059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1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20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90813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ẓa</a:t>
            </a:r>
            <a:endParaRPr lang="en-US" sz="25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“ẓa”</a:t>
            </a:r>
            <a:endParaRPr lang="en-US" sz="3400" dirty="0"/>
          </a:p>
        </p:txBody>
      </p:sp>
      <p:sp>
        <p:nvSpPr>
          <p:cNvPr id="9" name="LINK19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9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9 answer 1 text">
            <a:hlinkClick r:id="rIdLnk3" action="ppaction://hlinksldjump"/>
          </p:cNvPr>
          <p:cNvSpPr txBox="1"/>
          <p:nvPr/>
        </p:nvSpPr>
        <p:spPr>
          <a:xfrm>
            <a:off x="6457950" y="242029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100" dirty="0"/>
          </a:p>
        </p:txBody>
      </p:sp>
      <p:sp>
        <p:nvSpPr>
          <p:cNvPr id="12" name="LINK19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9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9 answer 2 text">
            <a:hlinkClick r:id="rIdLnk6" action="ppaction://hlinksldjump"/>
          </p:cNvPr>
          <p:cNvSpPr txBox="1"/>
          <p:nvPr/>
        </p:nvSpPr>
        <p:spPr>
          <a:xfrm>
            <a:off x="3771900" y="262497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100" dirty="0"/>
          </a:p>
        </p:txBody>
      </p:sp>
      <p:sp>
        <p:nvSpPr>
          <p:cNvPr id="15" name="LINK18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8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8 answer 3 text">
            <a:hlinkClick r:id="rIdLnk9" action="ppaction://hlinksldjump"/>
          </p:cNvPr>
          <p:cNvSpPr txBox="1"/>
          <p:nvPr/>
        </p:nvSpPr>
        <p:spPr>
          <a:xfrm>
            <a:off x="1085850" y="270059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1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20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90813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ẓa</a:t>
            </a:r>
            <a:endParaRPr lang="en-US" sz="25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278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ṭa + da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78112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  +  دَ</a:t>
            </a:r>
            <a:endParaRPr lang="ar-SA" sz="6800" dirty="0"/>
          </a:p>
        </p:txBody>
      </p:sp>
      <p:sp>
        <p:nvSpPr>
          <p:cNvPr id="10" name="LINK21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1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1 answer 1 text">
            <a:hlinkClick r:id="rIdLnk3" action="ppaction://hlinksldjump"/>
          </p:cNvPr>
          <p:cNvSpPr txBox="1"/>
          <p:nvPr/>
        </p:nvSpPr>
        <p:spPr>
          <a:xfrm>
            <a:off x="6309360" y="267129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طَدَ</a:t>
            </a:r>
            <a:endParaRPr lang="ar-SA" sz="4900" dirty="0"/>
          </a:p>
        </p:txBody>
      </p:sp>
      <p:sp>
        <p:nvSpPr>
          <p:cNvPr id="13" name="LINK2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2 answer 2 text">
            <a:hlinkClick r:id="rIdLnk6" action="ppaction://hlinksldjump"/>
          </p:cNvPr>
          <p:cNvSpPr txBox="1"/>
          <p:nvPr/>
        </p:nvSpPr>
        <p:spPr>
          <a:xfrm>
            <a:off x="3474720" y="259973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طَرَ</a:t>
            </a:r>
            <a:endParaRPr lang="ar-SA" sz="4900" dirty="0"/>
          </a:p>
        </p:txBody>
      </p:sp>
      <p:sp>
        <p:nvSpPr>
          <p:cNvPr id="16" name="LINK22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2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2 answer 3 text">
            <a:hlinkClick r:id="rIdLnk9" action="ppaction://hlinksldjump"/>
          </p:cNvPr>
          <p:cNvSpPr txBox="1"/>
          <p:nvPr/>
        </p:nvSpPr>
        <p:spPr>
          <a:xfrm>
            <a:off x="640080" y="267129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</a:t>
            </a:r>
            <a:endParaRPr lang="ar-SA" sz="49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20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طَدَ</a:t>
            </a:r>
            <a:endParaRPr lang="ar-SA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ṭada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278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ṭa + dha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78662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  +  ذَ</a:t>
            </a:r>
            <a:endParaRPr lang="ar-SA" sz="6800" dirty="0"/>
          </a:p>
        </p:txBody>
      </p:sp>
      <p:sp>
        <p:nvSpPr>
          <p:cNvPr id="10" name="LINK24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4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4 answer 1 text">
            <a:hlinkClick r:id="rIdLnk3" action="ppaction://hlinksldjump"/>
          </p:cNvPr>
          <p:cNvSpPr txBox="1"/>
          <p:nvPr/>
        </p:nvSpPr>
        <p:spPr>
          <a:xfrm>
            <a:off x="6309360" y="267169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طَذَ</a:t>
            </a:r>
            <a:endParaRPr lang="ar-SA" sz="4900" dirty="0"/>
          </a:p>
        </p:txBody>
      </p:sp>
      <p:sp>
        <p:nvSpPr>
          <p:cNvPr id="13" name="LINK25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5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5 answer 2 text">
            <a:hlinkClick r:id="rIdLnk6" action="ppaction://hlinksldjump"/>
          </p:cNvPr>
          <p:cNvSpPr txBox="1"/>
          <p:nvPr/>
        </p:nvSpPr>
        <p:spPr>
          <a:xfrm>
            <a:off x="3474720" y="267169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</a:t>
            </a:r>
            <a:endParaRPr lang="ar-SA" sz="4900" dirty="0"/>
          </a:p>
        </p:txBody>
      </p:sp>
      <p:sp>
        <p:nvSpPr>
          <p:cNvPr id="16" name="LINK25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5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5 answer 3 text">
            <a:hlinkClick r:id="rIdLnk9" action="ppaction://hlinksldjump"/>
          </p:cNvPr>
          <p:cNvSpPr txBox="1"/>
          <p:nvPr/>
        </p:nvSpPr>
        <p:spPr>
          <a:xfrm>
            <a:off x="640080" y="259973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طَصَ</a:t>
            </a:r>
            <a:endParaRPr lang="ar-SA" sz="49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80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طَذَ</a:t>
            </a:r>
            <a:endParaRPr lang="ar-SA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ṭadha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088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ẓa + ta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73794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  +  تَ</a:t>
            </a:r>
            <a:endParaRPr lang="ar-SA" sz="6800" dirty="0"/>
          </a:p>
        </p:txBody>
      </p:sp>
      <p:sp>
        <p:nvSpPr>
          <p:cNvPr id="10" name="LINK28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8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8 answer 1 text">
            <a:hlinkClick r:id="rIdLnk3" action="ppaction://hlinksldjump"/>
          </p:cNvPr>
          <p:cNvSpPr txBox="1"/>
          <p:nvPr/>
        </p:nvSpPr>
        <p:spPr>
          <a:xfrm>
            <a:off x="6309360" y="267129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</a:t>
            </a:r>
            <a:endParaRPr lang="ar-SA" sz="4900" dirty="0"/>
          </a:p>
        </p:txBody>
      </p:sp>
      <p:sp>
        <p:nvSpPr>
          <p:cNvPr id="13" name="LINK28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8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8 answer 2 text">
            <a:hlinkClick r:id="rIdLnk6" action="ppaction://hlinksldjump"/>
          </p:cNvPr>
          <p:cNvSpPr txBox="1"/>
          <p:nvPr/>
        </p:nvSpPr>
        <p:spPr>
          <a:xfrm>
            <a:off x="3474720" y="259973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ظَضَ</a:t>
            </a:r>
            <a:endParaRPr lang="ar-SA" sz="4900" dirty="0"/>
          </a:p>
        </p:txBody>
      </p:sp>
      <p:sp>
        <p:nvSpPr>
          <p:cNvPr id="16" name="LINK27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7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7 answer 3 text">
            <a:hlinkClick r:id="rIdLnk9" action="ppaction://hlinksldjump"/>
          </p:cNvPr>
          <p:cNvSpPr txBox="1"/>
          <p:nvPr/>
        </p:nvSpPr>
        <p:spPr>
          <a:xfrm>
            <a:off x="640080" y="266818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ظَتَ</a:t>
            </a:r>
            <a:endParaRPr lang="ar-SA" sz="49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117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ظَتَ</a:t>
            </a:r>
            <a:endParaRPr lang="ar-SA" sz="7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8054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ẓata</a:t>
            </a:r>
            <a:endParaRPr lang="en-US" sz="22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9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9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9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6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6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6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70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ẓa + ja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32409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  +  جَ</a:t>
            </a:r>
            <a:endParaRPr lang="ar-SA" sz="5100" dirty="0"/>
          </a:p>
        </p:txBody>
      </p:sp>
      <p:sp>
        <p:nvSpPr>
          <p:cNvPr id="10" name="LINK31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31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31 answer 1 text">
            <a:hlinkClick r:id="rIdLnk3" action="ppaction://hlinksldjump"/>
          </p:cNvPr>
          <p:cNvSpPr txBox="1"/>
          <p:nvPr/>
        </p:nvSpPr>
        <p:spPr>
          <a:xfrm>
            <a:off x="6309360" y="255846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ظَحَ</a:t>
            </a:r>
            <a:endParaRPr lang="ar-SA" sz="4400" dirty="0"/>
          </a:p>
        </p:txBody>
      </p:sp>
      <p:sp>
        <p:nvSpPr>
          <p:cNvPr id="13" name="LINK30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30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30 answer 2 text">
            <a:hlinkClick r:id="rIdLnk6" action="ppaction://hlinksldjump"/>
          </p:cNvPr>
          <p:cNvSpPr txBox="1"/>
          <p:nvPr/>
        </p:nvSpPr>
        <p:spPr>
          <a:xfrm>
            <a:off x="3474720" y="255846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ظَجَ</a:t>
            </a:r>
            <a:endParaRPr lang="ar-SA" sz="4400" dirty="0"/>
          </a:p>
        </p:txBody>
      </p:sp>
      <p:sp>
        <p:nvSpPr>
          <p:cNvPr id="16" name="LINK31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31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31 answer 3 text">
            <a:hlinkClick r:id="rIdLnk9" action="ppaction://hlinksldjump"/>
          </p:cNvPr>
          <p:cNvSpPr txBox="1"/>
          <p:nvPr/>
        </p:nvSpPr>
        <p:spPr>
          <a:xfrm>
            <a:off x="640080" y="261769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</a:t>
            </a:r>
            <a:endParaRPr lang="ar-SA" sz="44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5677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ظَجَ</a:t>
            </a:r>
            <a:endParaRPr lang="ar-SA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ẓaja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2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2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2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9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9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9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“ẓahara”?</a:t>
            </a:r>
            <a:endParaRPr lang="en-US" sz="3400" dirty="0"/>
          </a:p>
        </p:txBody>
      </p:sp>
      <p:sp>
        <p:nvSpPr>
          <p:cNvPr id="9" name="LINK34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4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4 answer 1 text">
            <a:hlinkClick r:id="rIdLnk3" action="ppaction://hlinksldjump"/>
          </p:cNvPr>
          <p:cNvSpPr txBox="1"/>
          <p:nvPr/>
        </p:nvSpPr>
        <p:spPr>
          <a:xfrm>
            <a:off x="6309360" y="255846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endParaRPr lang="ar-SA" sz="4400" dirty="0"/>
          </a:p>
        </p:txBody>
      </p:sp>
      <p:sp>
        <p:nvSpPr>
          <p:cNvPr id="12" name="LINK34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4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4 answer 2 text">
            <a:hlinkClick r:id="rIdLnk6" action="ppaction://hlinksldjump"/>
          </p:cNvPr>
          <p:cNvSpPr txBox="1"/>
          <p:nvPr/>
        </p:nvSpPr>
        <p:spPr>
          <a:xfrm>
            <a:off x="3474720" y="258592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نَهَضَ</a:t>
            </a:r>
            <a:endParaRPr lang="ar-SA" sz="4400" dirty="0"/>
          </a:p>
        </p:txBody>
      </p:sp>
      <p:sp>
        <p:nvSpPr>
          <p:cNvPr id="15" name="LINK33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3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3 answer 3 text">
            <a:hlinkClick r:id="rIdLnk9" action="ppaction://hlinksldjump"/>
          </p:cNvPr>
          <p:cNvSpPr txBox="1"/>
          <p:nvPr/>
        </p:nvSpPr>
        <p:spPr>
          <a:xfrm>
            <a:off x="640080" y="260037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ظَهَرَ</a:t>
            </a:r>
            <a:endParaRPr lang="ar-SA" sz="44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933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ظَهَرَ</a:t>
            </a:r>
            <a:endParaRPr lang="ar-SA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ẓahara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“ṭabakha”?</a:t>
            </a:r>
            <a:endParaRPr lang="en-US" sz="3400" dirty="0"/>
          </a:p>
        </p:txBody>
      </p:sp>
      <p:sp>
        <p:nvSpPr>
          <p:cNvPr id="9" name="LINK37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7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7 answer 1 text">
            <a:hlinkClick r:id="rIdLnk3" action="ppaction://hlinksldjump"/>
          </p:cNvPr>
          <p:cNvSpPr txBox="1"/>
          <p:nvPr/>
        </p:nvSpPr>
        <p:spPr>
          <a:xfrm>
            <a:off x="6309360" y="253122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خَرَجَ</a:t>
            </a:r>
            <a:endParaRPr lang="ar-SA" sz="4300" dirty="0"/>
          </a:p>
        </p:txBody>
      </p:sp>
      <p:sp>
        <p:nvSpPr>
          <p:cNvPr id="12" name="LINK36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6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6 answer 2 text">
            <a:hlinkClick r:id="rIdLnk6" action="ppaction://hlinksldjump"/>
          </p:cNvPr>
          <p:cNvSpPr txBox="1"/>
          <p:nvPr/>
        </p:nvSpPr>
        <p:spPr>
          <a:xfrm>
            <a:off x="3474720" y="255954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endParaRPr lang="ar-SA" sz="4300" dirty="0"/>
          </a:p>
        </p:txBody>
      </p:sp>
      <p:sp>
        <p:nvSpPr>
          <p:cNvPr id="15" name="LINK37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7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7 answer 3 text">
            <a:hlinkClick r:id="rIdLnk9" action="ppaction://hlinksldjump"/>
          </p:cNvPr>
          <p:cNvSpPr txBox="1"/>
          <p:nvPr/>
        </p:nvSpPr>
        <p:spPr>
          <a:xfrm>
            <a:off x="640080" y="266323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</a:t>
            </a:r>
            <a:endParaRPr lang="ar-SA" sz="43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5677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endParaRPr lang="ar-SA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ṭabakha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“wanaẓara”?</a:t>
            </a:r>
            <a:endParaRPr lang="en-US" sz="3400" dirty="0"/>
          </a:p>
        </p:txBody>
      </p:sp>
      <p:sp>
        <p:nvSpPr>
          <p:cNvPr id="9" name="LINK40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0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0 answer 1 text">
            <a:hlinkClick r:id="rIdLnk3" action="ppaction://hlinksldjump"/>
          </p:cNvPr>
          <p:cNvSpPr txBox="1"/>
          <p:nvPr/>
        </p:nvSpPr>
        <p:spPr>
          <a:xfrm>
            <a:off x="6309360" y="260012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ذَكَرَ</a:t>
            </a:r>
            <a:endParaRPr lang="ar-SA" sz="4900" dirty="0"/>
          </a:p>
        </p:txBody>
      </p:sp>
      <p:sp>
        <p:nvSpPr>
          <p:cNvPr id="12" name="LINK39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9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9 answer 2 text">
            <a:hlinkClick r:id="rIdLnk6" action="ppaction://hlinksldjump"/>
          </p:cNvPr>
          <p:cNvSpPr txBox="1"/>
          <p:nvPr/>
        </p:nvSpPr>
        <p:spPr>
          <a:xfrm>
            <a:off x="3474720" y="259973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وَنَظَرَ</a:t>
            </a:r>
            <a:endParaRPr lang="ar-SA" sz="4900" dirty="0"/>
          </a:p>
        </p:txBody>
      </p:sp>
      <p:sp>
        <p:nvSpPr>
          <p:cNvPr id="15" name="LINK40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0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0 answer 3 text">
            <a:hlinkClick r:id="rIdLnk9" action="ppaction://hlinksldjump"/>
          </p:cNvPr>
          <p:cNvSpPr txBox="1"/>
          <p:nvPr/>
        </p:nvSpPr>
        <p:spPr>
          <a:xfrm>
            <a:off x="640080" y="259546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9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933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وَنَظَرَ</a:t>
            </a:r>
            <a:endParaRPr lang="ar-SA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90813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wanaẓara</a:t>
            </a:r>
            <a:endParaRPr lang="en-US" sz="25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4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4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4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end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463040" y="548640"/>
            <a:ext cx="6217920" cy="2926080"/>
          </a:xfrm>
          <a:prstGeom prst="roundRect">
            <a:avLst>
              <a:gd name="adj" fmla="val 109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836115" y="665683"/>
            <a:ext cx="5471770" cy="1228954"/>
          </a:xfrm>
          <a:prstGeom prst="roundRect">
            <a:avLst>
              <a:gd name="adj" fmla="val 208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746252"/>
            <a:ext cx="5852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08214"/>
            <a:ext cx="585216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games won</a:t>
            </a:r>
            <a:endParaRPr lang="en-US" sz="2700" dirty="0"/>
          </a:p>
        </p:txBody>
      </p:sp>
      <p:sp>
        <p:nvSpPr>
          <p:cNvPr id="7" name="A300 star 1"/>
          <p:cNvSpPr/>
          <p:nvPr/>
        </p:nvSpPr>
        <p:spPr>
          <a:xfrm>
            <a:off x="219456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A600 star 2"/>
          <p:cNvSpPr/>
          <p:nvPr/>
        </p:nvSpPr>
        <p:spPr>
          <a:xfrm>
            <a:off x="4160520" y="233172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900 star 3"/>
          <p:cNvSpPr/>
          <p:nvPr/>
        </p:nvSpPr>
        <p:spPr>
          <a:xfrm>
            <a:off x="612648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LINK2 button">
            <a:hlinkClick r:id="rIdLnk1" action="ppaction://hlinksldjump"/>
          </p:cNvPr>
          <p:cNvSpPr/>
          <p:nvPr/>
        </p:nvSpPr>
        <p:spPr>
          <a:xfrm>
            <a:off x="3017520" y="3840480"/>
            <a:ext cx="3108960" cy="777240"/>
          </a:xfrm>
          <a:prstGeom prst="roundRect">
            <a:avLst>
              <a:gd name="adj" fmla="val 41176"/>
            </a:avLst>
          </a:prstGeom>
          <a:solidFill>
            <a:srgbClr val="1971C2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 button sheen">
            <a:hlinkClick r:id="rIdLnk2" action="ppaction://hlinksldjump"/>
          </p:cNvPr>
          <p:cNvSpPr/>
          <p:nvPr/>
        </p:nvSpPr>
        <p:spPr>
          <a:xfrm>
            <a:off x="3204058" y="3871570"/>
            <a:ext cx="2735885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 button text">
            <a:hlinkClick r:id="rIdLnk3" action="ppaction://hlinksldjump"/>
          </p:cNvPr>
          <p:cNvSpPr txBox="1"/>
          <p:nvPr/>
        </p:nvSpPr>
        <p:spPr>
          <a:xfrm>
            <a:off x="3017520" y="3836924"/>
            <a:ext cx="310896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Play again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w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 09-ta-dha</dc:title>
  <dc:subject>PptxGenJS Presentation</dc:subject>
  <dc:creator>PptxGenJS</dc:creator>
  <cp:lastModifiedBy>PptxGenJS</cp:lastModifiedBy>
  <cp:revision>1</cp:revision>
  <dcterms:created xsi:type="dcterms:W3CDTF">2026-10-22T14:27:39Z</dcterms:created>
  <dcterms:modified xsi:type="dcterms:W3CDTF">2026-10-22T14:27:39Z</dcterms:modified>
</cp:coreProperties>
</file>