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طَ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ظَ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طَ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طَ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ظَ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ظَ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طَدَ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طَذَ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ظَتَ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ظَجَ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ظَهَرَ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طَبَخَ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وَنَظَرَ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9.xml"/><Relationship Id="rIdLnk5" Type="http://schemas.openxmlformats.org/officeDocument/2006/relationships/slide" Target="slide9.xml"/><Relationship Id="rIdLnk6" Type="http://schemas.openxmlformats.org/officeDocument/2006/relationships/slide" Target="slide9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2.xml"/><Relationship Id="rIdLnk5" Type="http://schemas.openxmlformats.org/officeDocument/2006/relationships/slide" Target="slide12.xml"/><Relationship Id="rIdLnk6" Type="http://schemas.openxmlformats.org/officeDocument/2006/relationships/slide" Target="slide12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5.xml"/><Relationship Id="rIdLnk8" Type="http://schemas.openxmlformats.org/officeDocument/2006/relationships/slide" Target="slide15.xml"/><Relationship Id="rIdLnk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8.xml"/><Relationship Id="rIdLnk8" Type="http://schemas.openxmlformats.org/officeDocument/2006/relationships/slide" Target="slide18.xml"/><Relationship Id="rIdLnk9" Type="http://schemas.openxmlformats.org/officeDocument/2006/relationships/slide" Target="slide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1.xml"/><Relationship Id="rIdLnk2" Type="http://schemas.openxmlformats.org/officeDocument/2006/relationships/slide" Target="slide21.xml"/><Relationship Id="rIdLnk3" Type="http://schemas.openxmlformats.org/officeDocument/2006/relationships/slide" Target="slide21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0.xml"/><Relationship Id="rIdLnk5" Type="http://schemas.openxmlformats.org/officeDocument/2006/relationships/slide" Target="slide30.xml"/><Relationship Id="rIdLnk6" Type="http://schemas.openxmlformats.org/officeDocument/2006/relationships/slide" Target="slide30.xml"/><Relationship Id="rIdLnk7" Type="http://schemas.openxmlformats.org/officeDocument/2006/relationships/slide" Target="slide31.xml"/><Relationship Id="rIdLnk8" Type="http://schemas.openxmlformats.org/officeDocument/2006/relationships/slide" Target="slide31.xml"/><Relationship Id="rIdLnk9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3.xml"/><Relationship Id="rIdLnk8" Type="http://schemas.openxmlformats.org/officeDocument/2006/relationships/slide" Target="slide33.xml"/><Relationship Id="rIdLnk9" Type="http://schemas.openxmlformats.org/officeDocument/2006/relationships/slide" Target="slide3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6.xml"/><Relationship Id="rIdLnk5" Type="http://schemas.openxmlformats.org/officeDocument/2006/relationships/slide" Target="slide36.xml"/><Relationship Id="rIdLnk6" Type="http://schemas.openxmlformats.org/officeDocument/2006/relationships/slide" Target="slide36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39.xml"/><Relationship Id="rIdLnk5" Type="http://schemas.openxmlformats.org/officeDocument/2006/relationships/slide" Target="slide39.xml"/><Relationship Id="rIdLnk6" Type="http://schemas.openxmlformats.org/officeDocument/2006/relationships/slide" Target="slide39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90760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   ظَ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69526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54084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7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76759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805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</a:t>
            </a:r>
            <a:endParaRPr lang="en-US" sz="22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69526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76759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7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54084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“ṭa”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2" name="LINK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9 answer 2 text">
            <a:hlinkClick r:id="rIdLnk6" action="ppaction://hlinksldjump"/>
          </p:cNvPr>
          <p:cNvSpPr txBox="1"/>
          <p:nvPr/>
        </p:nvSpPr>
        <p:spPr>
          <a:xfrm>
            <a:off x="3771900" y="26819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49600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805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</a:t>
            </a:r>
            <a:endParaRPr lang="en-US" sz="22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“ṭa”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2" name="LINK12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2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2 answer 2 text">
            <a:hlinkClick r:id="rIdLnk6" action="ppaction://hlinksldjump"/>
          </p:cNvPr>
          <p:cNvSpPr txBox="1"/>
          <p:nvPr/>
        </p:nvSpPr>
        <p:spPr>
          <a:xfrm>
            <a:off x="3771900" y="268994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300" dirty="0"/>
          </a:p>
        </p:txBody>
      </p:sp>
      <p:sp>
        <p:nvSpPr>
          <p:cNvPr id="15" name="LINK1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3 answer 3 text">
            <a:hlinkClick r:id="rIdLnk9" action="ppaction://hlinksldjump"/>
          </p:cNvPr>
          <p:cNvSpPr txBox="1"/>
          <p:nvPr/>
        </p:nvSpPr>
        <p:spPr>
          <a:xfrm>
            <a:off x="1085850" y="26960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805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</a:t>
            </a:r>
            <a:endParaRPr lang="en-US" sz="22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“ẓa”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67456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47048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100" dirty="0"/>
          </a:p>
        </p:txBody>
      </p:sp>
      <p:sp>
        <p:nvSpPr>
          <p:cNvPr id="15" name="LINK15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5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5 answer 3 text">
            <a:hlinkClick r:id="rIdLnk9" action="ppaction://hlinksldjump"/>
          </p:cNvPr>
          <p:cNvSpPr txBox="1"/>
          <p:nvPr/>
        </p:nvSpPr>
        <p:spPr>
          <a:xfrm>
            <a:off x="1085850" y="270059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“ẓa”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4202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62497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LINK18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8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8 answer 3 text">
            <a:hlinkClick r:id="rIdLnk9" action="ppaction://hlinksldjump"/>
          </p:cNvPr>
          <p:cNvSpPr txBox="1"/>
          <p:nvPr/>
        </p:nvSpPr>
        <p:spPr>
          <a:xfrm>
            <a:off x="1085850" y="270059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 + da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811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  +  دَ</a:t>
            </a:r>
            <a:endParaRPr lang="ar-SA" sz="6800" dirty="0"/>
          </a:p>
        </p:txBody>
      </p:sp>
      <p:sp>
        <p:nvSpPr>
          <p:cNvPr id="10" name="LINK2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1 answer 1 text">
            <a:hlinkClick r:id="rIdLnk3" action="ppaction://hlinksldjump"/>
          </p:cNvPr>
          <p:cNvSpPr txBox="1"/>
          <p:nvPr/>
        </p:nvSpPr>
        <p:spPr>
          <a:xfrm>
            <a:off x="6309360" y="26712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49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4900" dirty="0"/>
          </a:p>
        </p:txBody>
      </p:sp>
      <p:sp>
        <p:nvSpPr>
          <p:cNvPr id="16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2 answer 3 text">
            <a:hlinkClick r:id="rIdLnk9" action="ppaction://hlinksldjump"/>
          </p:cNvPr>
          <p:cNvSpPr txBox="1"/>
          <p:nvPr/>
        </p:nvSpPr>
        <p:spPr>
          <a:xfrm>
            <a:off x="640080" y="26712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2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ṭada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 + dha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866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  +  ذَ</a:t>
            </a:r>
            <a:endParaRPr lang="ar-SA" sz="6800" dirty="0"/>
          </a:p>
        </p:txBody>
      </p:sp>
      <p:sp>
        <p:nvSpPr>
          <p:cNvPr id="10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4 answer 1 text">
            <a:hlinkClick r:id="rIdLnk3" action="ppaction://hlinksldjump"/>
          </p:cNvPr>
          <p:cNvSpPr txBox="1"/>
          <p:nvPr/>
        </p:nvSpPr>
        <p:spPr>
          <a:xfrm>
            <a:off x="6309360" y="26716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4900" dirty="0"/>
          </a:p>
        </p:txBody>
      </p:sp>
      <p:sp>
        <p:nvSpPr>
          <p:cNvPr id="13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5 answer 2 text">
            <a:hlinkClick r:id="rIdLnk6" action="ppaction://hlinksldjump"/>
          </p:cNvPr>
          <p:cNvSpPr txBox="1"/>
          <p:nvPr/>
        </p:nvSpPr>
        <p:spPr>
          <a:xfrm>
            <a:off x="3474720" y="26716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49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80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ṭadha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088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 + ta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379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  +  تَ</a:t>
            </a:r>
            <a:endParaRPr lang="ar-SA" sz="68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6712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49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4900" dirty="0"/>
          </a:p>
        </p:txBody>
      </p:sp>
      <p:sp>
        <p:nvSpPr>
          <p:cNvPr id="16" name="LINK2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7 answer 3 text">
            <a:hlinkClick r:id="rIdLnk9" action="ppaction://hlinksldjump"/>
          </p:cNvPr>
          <p:cNvSpPr txBox="1"/>
          <p:nvPr/>
        </p:nvSpPr>
        <p:spPr>
          <a:xfrm>
            <a:off x="640080" y="266818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11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7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805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ẓata</a:t>
            </a:r>
            <a:endParaRPr lang="en-US" sz="22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 + ja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32409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  +  جَ</a:t>
            </a:r>
            <a:endParaRPr lang="ar-SA" sz="51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4400" dirty="0"/>
          </a:p>
        </p:txBody>
      </p:sp>
      <p:sp>
        <p:nvSpPr>
          <p:cNvPr id="13" name="LINK3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0 answer 2 text">
            <a:hlinkClick r:id="rIdLnk6" action="ppaction://hlinksldjump"/>
          </p:cNvPr>
          <p:cNvSpPr txBox="1"/>
          <p:nvPr/>
        </p:nvSpPr>
        <p:spPr>
          <a:xfrm>
            <a:off x="347472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4400" dirty="0"/>
          </a:p>
        </p:txBody>
      </p:sp>
      <p:sp>
        <p:nvSpPr>
          <p:cNvPr id="16" name="LINK3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1 answer 3 text">
            <a:hlinkClick r:id="rIdLnk9" action="ppaction://hlinksldjump"/>
          </p:cNvPr>
          <p:cNvSpPr txBox="1"/>
          <p:nvPr/>
        </p:nvSpPr>
        <p:spPr>
          <a:xfrm>
            <a:off x="640080" y="26176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44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56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“ẓahara”?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4 answer 2 text">
            <a:hlinkClick r:id="rIdLnk6" action="ppaction://hlinksldjump"/>
          </p:cNvPr>
          <p:cNvSpPr txBox="1"/>
          <p:nvPr/>
        </p:nvSpPr>
        <p:spPr>
          <a:xfrm>
            <a:off x="3474720" y="258592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400" dirty="0"/>
          </a:p>
        </p:txBody>
      </p:sp>
      <p:sp>
        <p:nvSpPr>
          <p:cNvPr id="15" name="LINK3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3 answer 3 text">
            <a:hlinkClick r:id="rIdLnk9" action="ppaction://hlinksldjump"/>
          </p:cNvPr>
          <p:cNvSpPr txBox="1"/>
          <p:nvPr/>
        </p:nvSpPr>
        <p:spPr>
          <a:xfrm>
            <a:off x="640080" y="260037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3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ẓahara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“ṭabakha”?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53122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300" dirty="0"/>
          </a:p>
        </p:txBody>
      </p:sp>
      <p:sp>
        <p:nvSpPr>
          <p:cNvPr id="12" name="LINK3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6 answer 2 text">
            <a:hlinkClick r:id="rIdLnk6" action="ppaction://hlinksldjump"/>
          </p:cNvPr>
          <p:cNvSpPr txBox="1"/>
          <p:nvPr/>
        </p:nvSpPr>
        <p:spPr>
          <a:xfrm>
            <a:off x="3474720" y="255954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3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66323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56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ṭabakha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“wanaẓara”?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6001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4900" dirty="0"/>
          </a:p>
        </p:txBody>
      </p:sp>
      <p:sp>
        <p:nvSpPr>
          <p:cNvPr id="12" name="LINK3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9 answer 2 text">
            <a:hlinkClick r:id="rIdLnk6" action="ppaction://hlinksldjump"/>
          </p:cNvPr>
          <p:cNvSpPr txBox="1"/>
          <p:nvPr/>
        </p:nvSpPr>
        <p:spPr>
          <a:xfrm>
            <a:off x="347472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4900" dirty="0"/>
          </a:p>
        </p:txBody>
      </p:sp>
      <p:sp>
        <p:nvSpPr>
          <p:cNvPr id="15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0 answer 3 text">
            <a:hlinkClick r:id="rIdLnk9" action="ppaction://hlinksldjump"/>
          </p:cNvPr>
          <p:cNvSpPr txBox="1"/>
          <p:nvPr/>
        </p:nvSpPr>
        <p:spPr>
          <a:xfrm>
            <a:off x="640080" y="259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3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wanaẓara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09-ta-dha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