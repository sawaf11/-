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دَجَ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دَخَ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ذَأَ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ذَتَ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وَوَجَدَ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وَصَدَقَ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ذَكَرَ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3.xml"/><Relationship Id="rIdLnk5" Type="http://schemas.openxmlformats.org/officeDocument/2006/relationships/slide" Target="slide3.xml"/><Relationship Id="rIdLnk6" Type="http://schemas.openxmlformats.org/officeDocument/2006/relationships/slide" Target="slide3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6.xml"/><Relationship Id="rIdLnk2" Type="http://schemas.openxmlformats.org/officeDocument/2006/relationships/slide" Target="slide6.xml"/><Relationship Id="rIdLnk3" Type="http://schemas.openxmlformats.org/officeDocument/2006/relationships/slide" Target="slide6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5.xml"/><Relationship Id="rIdLnk8" Type="http://schemas.openxmlformats.org/officeDocument/2006/relationships/slide" Target="slide15.xml"/><Relationship Id="rIdLnk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8.xml"/><Relationship Id="rIdLnk2" Type="http://schemas.openxmlformats.org/officeDocument/2006/relationships/slide" Target="slide18.xml"/><Relationship Id="rIdLnk3" Type="http://schemas.openxmlformats.org/officeDocument/2006/relationships/slide" Target="slide18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1.xml"/><Relationship Id="rIdLnk2" Type="http://schemas.openxmlformats.org/officeDocument/2006/relationships/slide" Target="slide21.xml"/><Relationship Id="rIdLnk3" Type="http://schemas.openxmlformats.org/officeDocument/2006/relationships/slide" Target="slide21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7.xml"/><Relationship Id="rIdLnk2" Type="http://schemas.openxmlformats.org/officeDocument/2006/relationships/slide" Target="slide27.xml"/><Relationship Id="rIdLnk3" Type="http://schemas.openxmlformats.org/officeDocument/2006/relationships/slide" Target="slide27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8.xml"/><Relationship Id="rIdLnk8" Type="http://schemas.openxmlformats.org/officeDocument/2006/relationships/slide" Target="slide28.xml"/><Relationship Id="rIdLnk9" Type="http://schemas.openxmlformats.org/officeDocument/2006/relationships/slide" Target="slide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0.xml"/><Relationship Id="rIdLnk8" Type="http://schemas.openxmlformats.org/officeDocument/2006/relationships/slide" Target="slide30.xml"/><Relationship Id="rIdLnk9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4.xml"/><Relationship Id="rIdLnk5" Type="http://schemas.openxmlformats.org/officeDocument/2006/relationships/slide" Target="slide34.xml"/><Relationship Id="rIdLnk6" Type="http://schemas.openxmlformats.org/officeDocument/2006/relationships/slide" Target="slide34.xml"/><Relationship Id="rIdLnk7" Type="http://schemas.openxmlformats.org/officeDocument/2006/relationships/slide" Target="slide33.xml"/><Relationship Id="rIdLnk8" Type="http://schemas.openxmlformats.org/officeDocument/2006/relationships/slide" Target="slide33.xml"/><Relationship Id="rIdLnk9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7.xml"/><Relationship Id="rIdLnk5" Type="http://schemas.openxmlformats.org/officeDocument/2006/relationships/slide" Target="slide37.xml"/><Relationship Id="rIdLnk6" Type="http://schemas.openxmlformats.org/officeDocument/2006/relationships/slide" Target="slide37.xml"/><Relationship Id="rIdLnk7" Type="http://schemas.openxmlformats.org/officeDocument/2006/relationships/slide" Target="slide36.xml"/><Relationship Id="rIdLnk8" Type="http://schemas.openxmlformats.org/officeDocument/2006/relationships/slide" Target="slide36.xml"/><Relationship Id="rIdLnk9" Type="http://schemas.openxmlformats.org/officeDocument/2006/relationships/slide" Target="slide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40.xml"/><Relationship Id="rIdLnk2" Type="http://schemas.openxmlformats.org/officeDocument/2006/relationships/slide" Target="slide40.xml"/><Relationship Id="rIdLnk3" Type="http://schemas.openxmlformats.org/officeDocument/2006/relationships/slide" Target="slide40.xml"/><Relationship Id="rIdLnk4" Type="http://schemas.openxmlformats.org/officeDocument/2006/relationships/slide" Target="slide39.xml"/><Relationship Id="rIdLnk5" Type="http://schemas.openxmlformats.org/officeDocument/2006/relationships/slide" Target="slide39.xml"/><Relationship Id="rIdLnk6" Type="http://schemas.openxmlformats.org/officeDocument/2006/relationships/slide" Target="slide39.xml"/><Relationship Id="rIdLnk7" Type="http://schemas.openxmlformats.org/officeDocument/2006/relationships/slide" Target="slide40.xml"/><Relationship Id="rIdLnk8" Type="http://schemas.openxmlformats.org/officeDocument/2006/relationships/slide" Target="slide40.xml"/><Relationship Id="rIdLnk9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91310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   ذَ</a:t>
            </a:r>
            <a:endParaRPr lang="ar-SA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66902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100" dirty="0"/>
          </a:p>
        </p:txBody>
      </p:sp>
      <p:sp>
        <p:nvSpPr>
          <p:cNvPr id="12" name="LINK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 answer 2 text">
            <a:hlinkClick r:id="rIdLnk6" action="ppaction://hlinksldjump"/>
          </p:cNvPr>
          <p:cNvSpPr txBox="1"/>
          <p:nvPr/>
        </p:nvSpPr>
        <p:spPr>
          <a:xfrm>
            <a:off x="3771900" y="261124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34991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1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2252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6 answer 1 text">
            <a:hlinkClick r:id="rIdLnk3" action="ppaction://hlinksldjump"/>
          </p:cNvPr>
          <p:cNvSpPr txBox="1"/>
          <p:nvPr/>
        </p:nvSpPr>
        <p:spPr>
          <a:xfrm>
            <a:off x="6457950" y="271054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7600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78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4825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80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“da”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60986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69526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70176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2252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“da”</a:t>
            </a:r>
            <a:endParaRPr lang="en-US" sz="3400" dirty="0"/>
          </a:p>
        </p:txBody>
      </p:sp>
      <p:sp>
        <p:nvSpPr>
          <p:cNvPr id="9" name="LINK1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3 answer 1 text">
            <a:hlinkClick r:id="rIdLnk3" action="ppaction://hlinksldjump"/>
          </p:cNvPr>
          <p:cNvSpPr txBox="1"/>
          <p:nvPr/>
        </p:nvSpPr>
        <p:spPr>
          <a:xfrm>
            <a:off x="6457950" y="24276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3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522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  <p:sp>
        <p:nvSpPr>
          <p:cNvPr id="15" name="LINK12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2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2 answer 3 text">
            <a:hlinkClick r:id="rIdLnk9" action="ppaction://hlinksldjump"/>
          </p:cNvPr>
          <p:cNvSpPr txBox="1"/>
          <p:nvPr/>
        </p:nvSpPr>
        <p:spPr>
          <a:xfrm>
            <a:off x="1085850" y="260964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2252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“dha”</a:t>
            </a:r>
            <a:endParaRPr lang="en-US" sz="3400" dirty="0"/>
          </a:p>
        </p:txBody>
      </p:sp>
      <p:sp>
        <p:nvSpPr>
          <p:cNvPr id="9" name="LINK1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6 answer 1 text">
            <a:hlinkClick r:id="rIdLnk3" action="ppaction://hlinksldjump"/>
          </p:cNvPr>
          <p:cNvSpPr txBox="1"/>
          <p:nvPr/>
        </p:nvSpPr>
        <p:spPr>
          <a:xfrm>
            <a:off x="6457950" y="260555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600" dirty="0"/>
          </a:p>
        </p:txBody>
      </p:sp>
      <p:sp>
        <p:nvSpPr>
          <p:cNvPr id="12" name="LINK1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6 answer 2 text">
            <a:hlinkClick r:id="rIdLnk6" action="ppaction://hlinksldjump"/>
          </p:cNvPr>
          <p:cNvSpPr txBox="1"/>
          <p:nvPr/>
        </p:nvSpPr>
        <p:spPr>
          <a:xfrm>
            <a:off x="3771900" y="252834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600" dirty="0"/>
          </a:p>
        </p:txBody>
      </p:sp>
      <p:sp>
        <p:nvSpPr>
          <p:cNvPr id="15" name="LINK15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5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5 answer 3 text">
            <a:hlinkClick r:id="rIdLnk9" action="ppaction://hlinksldjump"/>
          </p:cNvPr>
          <p:cNvSpPr txBox="1"/>
          <p:nvPr/>
        </p:nvSpPr>
        <p:spPr>
          <a:xfrm>
            <a:off x="1085850" y="270786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6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80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“dha”</a:t>
            </a:r>
            <a:endParaRPr lang="en-US" sz="3400" dirty="0"/>
          </a:p>
        </p:txBody>
      </p:sp>
      <p:sp>
        <p:nvSpPr>
          <p:cNvPr id="9" name="LINK18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8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8 answer 1 text">
            <a:hlinkClick r:id="rIdLnk3" action="ppaction://hlinksldjump"/>
          </p:cNvPr>
          <p:cNvSpPr txBox="1"/>
          <p:nvPr/>
        </p:nvSpPr>
        <p:spPr>
          <a:xfrm>
            <a:off x="6457950" y="268375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771900" y="25935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1085850" y="245430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80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+ ja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4855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  +  جَ</a:t>
            </a:r>
            <a:endParaRPr lang="ar-SA" sz="5900" dirty="0"/>
          </a:p>
        </p:txBody>
      </p:sp>
      <p:sp>
        <p:nvSpPr>
          <p:cNvPr id="10" name="LINK2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1 answer 1 text">
            <a:hlinkClick r:id="rIdLnk3" action="ppaction://hlinksldjump"/>
          </p:cNvPr>
          <p:cNvSpPr txBox="1"/>
          <p:nvPr/>
        </p:nvSpPr>
        <p:spPr>
          <a:xfrm>
            <a:off x="6309360" y="248589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5100" dirty="0"/>
          </a:p>
        </p:txBody>
      </p:sp>
      <p:sp>
        <p:nvSpPr>
          <p:cNvPr id="13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2 answer 2 text">
            <a:hlinkClick r:id="rIdLnk6" action="ppaction://hlinksldjump"/>
          </p:cNvPr>
          <p:cNvSpPr txBox="1"/>
          <p:nvPr/>
        </p:nvSpPr>
        <p:spPr>
          <a:xfrm>
            <a:off x="3474720" y="255454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5100" dirty="0"/>
          </a:p>
        </p:txBody>
      </p:sp>
      <p:sp>
        <p:nvSpPr>
          <p:cNvPr id="16" name="LINK2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2 answer 3 text">
            <a:hlinkClick r:id="rIdLnk9" action="ppaction://hlinksldjump"/>
          </p:cNvPr>
          <p:cNvSpPr txBox="1"/>
          <p:nvPr/>
        </p:nvSpPr>
        <p:spPr>
          <a:xfrm>
            <a:off x="640080" y="261964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51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6419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6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+ kha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68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  +  خَ</a:t>
            </a:r>
            <a:endParaRPr lang="ar-SA" sz="5300" dirty="0"/>
          </a:p>
        </p:txBody>
      </p:sp>
      <p:sp>
        <p:nvSpPr>
          <p:cNvPr id="10" name="LINK2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4 answer 1 text">
            <a:hlinkClick r:id="rIdLnk3" action="ppaction://hlinksldjump"/>
          </p:cNvPr>
          <p:cNvSpPr txBox="1"/>
          <p:nvPr/>
        </p:nvSpPr>
        <p:spPr>
          <a:xfrm>
            <a:off x="6309360" y="2546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4500" dirty="0"/>
          </a:p>
        </p:txBody>
      </p:sp>
      <p:sp>
        <p:nvSpPr>
          <p:cNvPr id="13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5 answer 2 text">
            <a:hlinkClick r:id="rIdLnk6" action="ppaction://hlinksldjump"/>
          </p:cNvPr>
          <p:cNvSpPr txBox="1"/>
          <p:nvPr/>
        </p:nvSpPr>
        <p:spPr>
          <a:xfrm>
            <a:off x="3474720" y="263633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4500" dirty="0"/>
          </a:p>
        </p:txBody>
      </p:sp>
      <p:sp>
        <p:nvSpPr>
          <p:cNvPr id="16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5 answer 3 text">
            <a:hlinkClick r:id="rIdLnk9" action="ppaction://hlinksldjump"/>
          </p:cNvPr>
          <p:cNvSpPr txBox="1"/>
          <p:nvPr/>
        </p:nvSpPr>
        <p:spPr>
          <a:xfrm>
            <a:off x="640080" y="264947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13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 + 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142993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  +  أَ</a:t>
            </a:r>
            <a:endParaRPr lang="ar-SA" sz="5700" dirty="0"/>
          </a:p>
        </p:txBody>
      </p:sp>
      <p:sp>
        <p:nvSpPr>
          <p:cNvPr id="10" name="LINK2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7 answer 1 text">
            <a:hlinkClick r:id="rIdLnk3" action="ppaction://hlinksldjump"/>
          </p:cNvPr>
          <p:cNvSpPr txBox="1"/>
          <p:nvPr/>
        </p:nvSpPr>
        <p:spPr>
          <a:xfrm>
            <a:off x="6309360" y="273966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4900" dirty="0"/>
          </a:p>
        </p:txBody>
      </p:sp>
      <p:sp>
        <p:nvSpPr>
          <p:cNvPr id="13" name="LINK2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8 answer 2 text">
            <a:hlinkClick r:id="rIdLnk6" action="ppaction://hlinksldjump"/>
          </p:cNvPr>
          <p:cNvSpPr txBox="1"/>
          <p:nvPr/>
        </p:nvSpPr>
        <p:spPr>
          <a:xfrm>
            <a:off x="3474720" y="261164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</a:t>
            </a:r>
            <a:endParaRPr lang="ar-SA" sz="4900" dirty="0"/>
          </a:p>
        </p:txBody>
      </p:sp>
      <p:sp>
        <p:nvSpPr>
          <p:cNvPr id="16" name="LINK28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8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8 answer 3 text">
            <a:hlinkClick r:id="rIdLnk9" action="ppaction://hlinksldjump"/>
          </p:cNvPr>
          <p:cNvSpPr txBox="1"/>
          <p:nvPr/>
        </p:nvSpPr>
        <p:spPr>
          <a:xfrm>
            <a:off x="640080" y="273966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49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8912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 + ta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7434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  +  تَ</a:t>
            </a:r>
            <a:endParaRPr lang="ar-SA" sz="68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68006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ذَثَ</a:t>
            </a:r>
            <a:endParaRPr lang="ar-SA" sz="58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68375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endParaRPr lang="ar-SA" sz="5800" dirty="0"/>
          </a:p>
        </p:txBody>
      </p:sp>
      <p:sp>
        <p:nvSpPr>
          <p:cNvPr id="16" name="LINK3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0 answer 3 text">
            <a:hlinkClick r:id="rIdLnk9" action="ppaction://hlinksldjump"/>
          </p:cNvPr>
          <p:cNvSpPr txBox="1"/>
          <p:nvPr/>
        </p:nvSpPr>
        <p:spPr>
          <a:xfrm>
            <a:off x="640080" y="268006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ذَتَ</a:t>
            </a:r>
            <a:endParaRPr lang="ar-SA" sz="58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177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ذَتَ</a:t>
            </a:r>
            <a:endParaRPr lang="ar-SA" sz="7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dhata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“wawajada”?</a:t>
            </a:r>
            <a:endParaRPr lang="en-US" sz="3400" dirty="0"/>
          </a:p>
        </p:txBody>
      </p:sp>
      <p:sp>
        <p:nvSpPr>
          <p:cNvPr id="9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4 answer 1 text">
            <a:hlinkClick r:id="rIdLnk3" action="ppaction://hlinksldjump"/>
          </p:cNvPr>
          <p:cNvSpPr txBox="1"/>
          <p:nvPr/>
        </p:nvSpPr>
        <p:spPr>
          <a:xfrm>
            <a:off x="6309360" y="260282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</a:t>
            </a:r>
            <a:endParaRPr lang="ar-SA" sz="4600" dirty="0"/>
          </a:p>
        </p:txBody>
      </p:sp>
      <p:sp>
        <p:nvSpPr>
          <p:cNvPr id="12" name="LINK3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4 answer 2 text">
            <a:hlinkClick r:id="rIdLnk6" action="ppaction://hlinksldjump"/>
          </p:cNvPr>
          <p:cNvSpPr txBox="1"/>
          <p:nvPr/>
        </p:nvSpPr>
        <p:spPr>
          <a:xfrm>
            <a:off x="3474720" y="254119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وَنَجَحَ</a:t>
            </a:r>
            <a:endParaRPr lang="ar-SA" sz="4600" dirty="0"/>
          </a:p>
        </p:txBody>
      </p:sp>
      <p:sp>
        <p:nvSpPr>
          <p:cNvPr id="15" name="LINK3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3 answer 3 text">
            <a:hlinkClick r:id="rIdLnk9" action="ppaction://hlinksldjump"/>
          </p:cNvPr>
          <p:cNvSpPr txBox="1"/>
          <p:nvPr/>
        </p:nvSpPr>
        <p:spPr>
          <a:xfrm>
            <a:off x="640080" y="254148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وَوَجَدَ</a:t>
            </a:r>
            <a:endParaRPr lang="ar-SA" sz="46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1487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وَوَجَدَ</a:t>
            </a:r>
            <a:endParaRPr lang="ar-SA" sz="7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wawajada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“waṣadaqa”?</a:t>
            </a:r>
            <a:endParaRPr lang="en-US" sz="3400" dirty="0"/>
          </a:p>
        </p:txBody>
      </p:sp>
      <p:sp>
        <p:nvSpPr>
          <p:cNvPr id="9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7 answer 1 text">
            <a:hlinkClick r:id="rIdLnk3" action="ppaction://hlinksldjump"/>
          </p:cNvPr>
          <p:cNvSpPr txBox="1"/>
          <p:nvPr/>
        </p:nvSpPr>
        <p:spPr>
          <a:xfrm>
            <a:off x="6309360" y="253446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</a:t>
            </a:r>
            <a:endParaRPr lang="ar-SA" sz="5100" dirty="0"/>
          </a:p>
        </p:txBody>
      </p:sp>
      <p:sp>
        <p:nvSpPr>
          <p:cNvPr id="12" name="LINK37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7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7 answer 2 text">
            <a:hlinkClick r:id="rIdLnk6" action="ppaction://hlinksldjump"/>
          </p:cNvPr>
          <p:cNvSpPr txBox="1"/>
          <p:nvPr/>
        </p:nvSpPr>
        <p:spPr>
          <a:xfrm>
            <a:off x="3474720" y="260118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5100" dirty="0"/>
          </a:p>
        </p:txBody>
      </p:sp>
      <p:sp>
        <p:nvSpPr>
          <p:cNvPr id="15" name="LINK3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6 answer 3 text">
            <a:hlinkClick r:id="rIdLnk9" action="ppaction://hlinksldjump"/>
          </p:cNvPr>
          <p:cNvSpPr txBox="1"/>
          <p:nvPr/>
        </p:nvSpPr>
        <p:spPr>
          <a:xfrm>
            <a:off x="640080" y="258660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51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9293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waṣadaqa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“dhakara”?</a:t>
            </a:r>
            <a:endParaRPr lang="en-US" sz="3400" dirty="0"/>
          </a:p>
        </p:txBody>
      </p:sp>
      <p:sp>
        <p:nvSpPr>
          <p:cNvPr id="9" name="LINK4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0 answer 1 text">
            <a:hlinkClick r:id="rIdLnk3" action="ppaction://hlinksldjump"/>
          </p:cNvPr>
          <p:cNvSpPr txBox="1"/>
          <p:nvPr/>
        </p:nvSpPr>
        <p:spPr>
          <a:xfrm>
            <a:off x="6309360" y="26010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وَذَهَبَ</a:t>
            </a:r>
            <a:endParaRPr lang="ar-SA" sz="4100" dirty="0"/>
          </a:p>
        </p:txBody>
      </p:sp>
      <p:sp>
        <p:nvSpPr>
          <p:cNvPr id="12" name="LINK3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9 answer 2 text">
            <a:hlinkClick r:id="rIdLnk6" action="ppaction://hlinksldjump"/>
          </p:cNvPr>
          <p:cNvSpPr txBox="1"/>
          <p:nvPr/>
        </p:nvSpPr>
        <p:spPr>
          <a:xfrm>
            <a:off x="3474720" y="26010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4100" dirty="0"/>
          </a:p>
        </p:txBody>
      </p:sp>
      <p:sp>
        <p:nvSpPr>
          <p:cNvPr id="15" name="LINK4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0 answer 3 text">
            <a:hlinkClick r:id="rIdLnk9" action="ppaction://hlinksldjump"/>
          </p:cNvPr>
          <p:cNvSpPr txBox="1"/>
          <p:nvPr/>
        </p:nvSpPr>
        <p:spPr>
          <a:xfrm>
            <a:off x="640080" y="267068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وَسَأَلَ</a:t>
            </a:r>
            <a:endParaRPr lang="ar-SA" sz="41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98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dhakara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05-dal-dhal</dc:title>
  <dc:subject>PptxGenJS Presentation</dc:subject>
  <dc:creator>PptxGenJS</dc:creator>
  <cp:lastModifiedBy>PptxGenJS</cp:lastModifiedBy>
  <cp:revision>1</cp:revision>
  <dcterms:created xsi:type="dcterms:W3CDTF">2026-10-22T14:27:38Z</dcterms:created>
  <dcterms:modified xsi:type="dcterms:W3CDTF">2026-10-22T14:27:38Z</dcterms:modified>
</cp:coreProperties>
</file>