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وَ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وَ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وَ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وَرَ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وَخَ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وَأَكَلَ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وَنَظَرَ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وَقَفَ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6.xml"/><Relationship Id="rIdLnk2" Type="http://schemas.openxmlformats.org/officeDocument/2006/relationships/slide" Target="slide6.xml"/><Relationship Id="rIdLnk3" Type="http://schemas.openxmlformats.org/officeDocument/2006/relationships/slide" Target="slide6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9.xml"/><Relationship Id="rIdLnk8" Type="http://schemas.openxmlformats.org/officeDocument/2006/relationships/slide" Target="slide9.xml"/><Relationship Id="rIdLnk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8.xml"/><Relationship Id="rIdLnk2" Type="http://schemas.openxmlformats.org/officeDocument/2006/relationships/slide" Target="slide18.xml"/><Relationship Id="rIdLnk3" Type="http://schemas.openxmlformats.org/officeDocument/2006/relationships/slide" Target="slide18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1.xml"/><Relationship Id="rIdLnk5" Type="http://schemas.openxmlformats.org/officeDocument/2006/relationships/slide" Target="slide21.xml"/><Relationship Id="rIdLnk6" Type="http://schemas.openxmlformats.org/officeDocument/2006/relationships/slide" Target="slide21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4.xml"/><Relationship Id="rIdLnk5" Type="http://schemas.openxmlformats.org/officeDocument/2006/relationships/slide" Target="slide24.xml"/><Relationship Id="rIdLnk6" Type="http://schemas.openxmlformats.org/officeDocument/2006/relationships/slide" Target="slide24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9964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43497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9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48514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وُ</a:t>
            </a:r>
            <a:endParaRPr lang="ar-SA" sz="79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2147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79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192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“wa”</a:t>
            </a:r>
            <a:endParaRPr lang="en-US" sz="3400" dirty="0"/>
          </a:p>
        </p:txBody>
      </p:sp>
      <p:sp>
        <p:nvSpPr>
          <p:cNvPr id="9" name="LINK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6 answer 1 text">
            <a:hlinkClick r:id="rIdLnk3" action="ppaction://hlinksldjump"/>
          </p:cNvPr>
          <p:cNvSpPr txBox="1"/>
          <p:nvPr/>
        </p:nvSpPr>
        <p:spPr>
          <a:xfrm>
            <a:off x="6457950" y="246312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41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62531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192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“wa”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5576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65423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5" name="LINK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9 answer 3 text">
            <a:hlinkClick r:id="rIdLnk9" action="ppaction://hlinksldjump"/>
          </p:cNvPr>
          <p:cNvSpPr txBox="1"/>
          <p:nvPr/>
        </p:nvSpPr>
        <p:spPr>
          <a:xfrm>
            <a:off x="1085850" y="247611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4192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326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+ ra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39216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  +  رَ</a:t>
            </a:r>
            <a:endParaRPr lang="ar-SA" sz="7300" dirty="0"/>
          </a:p>
        </p:txBody>
      </p:sp>
      <p:sp>
        <p:nvSpPr>
          <p:cNvPr id="10" name="LINK1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3 answer 1 text">
            <a:hlinkClick r:id="rIdLnk3" action="ppaction://hlinksldjump"/>
          </p:cNvPr>
          <p:cNvSpPr txBox="1"/>
          <p:nvPr/>
        </p:nvSpPr>
        <p:spPr>
          <a:xfrm>
            <a:off x="6309360" y="248975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endParaRPr lang="ar-SA" sz="5600" dirty="0"/>
          </a:p>
        </p:txBody>
      </p:sp>
      <p:sp>
        <p:nvSpPr>
          <p:cNvPr id="13" name="LINK1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3 answer 2 text">
            <a:hlinkClick r:id="rIdLnk6" action="ppaction://hlinksldjump"/>
          </p:cNvPr>
          <p:cNvSpPr txBox="1"/>
          <p:nvPr/>
        </p:nvSpPr>
        <p:spPr>
          <a:xfrm>
            <a:off x="3474720" y="254167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</a:t>
            </a:r>
            <a:endParaRPr lang="ar-SA" sz="5600" dirty="0"/>
          </a:p>
        </p:txBody>
      </p:sp>
      <p:sp>
        <p:nvSpPr>
          <p:cNvPr id="16" name="LINK1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2 answer 3 text">
            <a:hlinkClick r:id="rIdLnk9" action="ppaction://hlinksldjump"/>
          </p:cNvPr>
          <p:cNvSpPr txBox="1"/>
          <p:nvPr/>
        </p:nvSpPr>
        <p:spPr>
          <a:xfrm>
            <a:off x="640080" y="248975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56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5120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+ kha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  +  خَ</a:t>
            </a:r>
            <a:endParaRPr lang="ar-SA" sz="5300" dirty="0"/>
          </a:p>
        </p:txBody>
      </p:sp>
      <p:sp>
        <p:nvSpPr>
          <p:cNvPr id="10" name="LINK1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6 answer 1 text">
            <a:hlinkClick r:id="rIdLnk3" action="ppaction://hlinksldjump"/>
          </p:cNvPr>
          <p:cNvSpPr txBox="1"/>
          <p:nvPr/>
        </p:nvSpPr>
        <p:spPr>
          <a:xfrm>
            <a:off x="6309360" y="261632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4500" dirty="0"/>
          </a:p>
        </p:txBody>
      </p:sp>
      <p:sp>
        <p:nvSpPr>
          <p:cNvPr id="13" name="LINK1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5 answer 2 text">
            <a:hlinkClick r:id="rIdLnk6" action="ppaction://hlinksldjump"/>
          </p:cNvPr>
          <p:cNvSpPr txBox="1"/>
          <p:nvPr/>
        </p:nvSpPr>
        <p:spPr>
          <a:xfrm>
            <a:off x="3474720" y="254603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4500" dirty="0"/>
          </a:p>
        </p:txBody>
      </p:sp>
      <p:sp>
        <p:nvSpPr>
          <p:cNvPr id="16" name="LINK1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6 answer 3 text">
            <a:hlinkClick r:id="rIdLnk9" action="ppaction://hlinksldjump"/>
          </p:cNvPr>
          <p:cNvSpPr txBox="1"/>
          <p:nvPr/>
        </p:nvSpPr>
        <p:spPr>
          <a:xfrm>
            <a:off x="640080" y="257060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13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5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“wa'akala”?</a:t>
            </a:r>
            <a:endParaRPr lang="en-US" sz="3400" dirty="0"/>
          </a:p>
        </p:txBody>
      </p:sp>
      <p:sp>
        <p:nvSpPr>
          <p:cNvPr id="9" name="LINK1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8 answer 1 text">
            <a:hlinkClick r:id="rIdLnk3" action="ppaction://hlinksldjump"/>
          </p:cNvPr>
          <p:cNvSpPr txBox="1"/>
          <p:nvPr/>
        </p:nvSpPr>
        <p:spPr>
          <a:xfrm>
            <a:off x="6309360" y="265796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1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474720" y="26732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640080" y="259041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1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wa'akala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“wanaẓara”?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309360" y="258574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حَرَثَ</a:t>
            </a:r>
            <a:endParaRPr lang="ar-SA" sz="4700" dirty="0"/>
          </a:p>
        </p:txBody>
      </p:sp>
      <p:sp>
        <p:nvSpPr>
          <p:cNvPr id="12" name="LINK2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1 answer 2 text">
            <a:hlinkClick r:id="rIdLnk6" action="ppaction://hlinksldjump"/>
          </p:cNvPr>
          <p:cNvSpPr txBox="1"/>
          <p:nvPr/>
        </p:nvSpPr>
        <p:spPr>
          <a:xfrm>
            <a:off x="3474720" y="259998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4700" dirty="0"/>
          </a:p>
        </p:txBody>
      </p:sp>
      <p:sp>
        <p:nvSpPr>
          <p:cNvPr id="15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2 answer 3 text">
            <a:hlinkClick r:id="rIdLnk9" action="ppaction://hlinksldjump"/>
          </p:cNvPr>
          <p:cNvSpPr txBox="1"/>
          <p:nvPr/>
        </p:nvSpPr>
        <p:spPr>
          <a:xfrm>
            <a:off x="64008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3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وَنَظَرَ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wanaẓara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“waqafa”?</a:t>
            </a:r>
            <a:endParaRPr lang="en-US" sz="3400" dirty="0"/>
          </a:p>
        </p:txBody>
      </p:sp>
      <p:sp>
        <p:nvSpPr>
          <p:cNvPr id="9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5 answer 1 text">
            <a:hlinkClick r:id="rIdLnk3" action="ppaction://hlinksldjump"/>
          </p:cNvPr>
          <p:cNvSpPr txBox="1"/>
          <p:nvPr/>
        </p:nvSpPr>
        <p:spPr>
          <a:xfrm>
            <a:off x="6309360" y="254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500" dirty="0"/>
          </a:p>
        </p:txBody>
      </p:sp>
      <p:sp>
        <p:nvSpPr>
          <p:cNvPr id="12" name="LINK2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4 answer 2 text">
            <a:hlinkClick r:id="rIdLnk6" action="ppaction://hlinksldjump"/>
          </p:cNvPr>
          <p:cNvSpPr txBox="1"/>
          <p:nvPr/>
        </p:nvSpPr>
        <p:spPr>
          <a:xfrm>
            <a:off x="3474720" y="26131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500" dirty="0"/>
          </a:p>
        </p:txBody>
      </p:sp>
      <p:sp>
        <p:nvSpPr>
          <p:cNvPr id="15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5 answer 3 text">
            <a:hlinkClick r:id="rIdLnk9" action="ppaction://hlinksldjump"/>
          </p:cNvPr>
          <p:cNvSpPr txBox="1"/>
          <p:nvPr/>
        </p:nvSpPr>
        <p:spPr>
          <a:xfrm>
            <a:off x="640080" y="262690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45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2684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waqafa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16-waw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