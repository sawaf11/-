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show: the buttons work by tapping or clicking. A wrong answer opens a 'try again' slide that goes back to the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1 · Find the fathah. Answer: غَ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غَ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2 · Find the sound. Answer: غَ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عَزَ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عَضَ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غَضَ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3 · Build it. Answer: غَصَ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زَرَعَ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صَنَعَ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Game 4 · Read the word. Answer: وَسَطَعَ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hoosh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Lnk1" Type="http://schemas.openxmlformats.org/officeDocument/2006/relationships/slide" Target="slide3.xml"/><Relationship Id="rIdLnk2" Type="http://schemas.openxmlformats.org/officeDocument/2006/relationships/slide" Target="slide3.xml"/><Relationship Id="rIdLnk3" Type="http://schemas.openxmlformats.org/officeDocument/2006/relationships/slide" Target="slide3.xml"/><Relationship Id="rIdLnk4" Type="http://schemas.openxmlformats.org/officeDocument/2006/relationships/slide" Target="slide4.xml"/><Relationship Id="rIdLnk5" Type="http://schemas.openxmlformats.org/officeDocument/2006/relationships/slide" Target="slide4.xml"/><Relationship Id="rIdLnk6" Type="http://schemas.openxmlformats.org/officeDocument/2006/relationships/slide" Target="slide4.xml"/><Relationship Id="rIdLnk7" Type="http://schemas.openxmlformats.org/officeDocument/2006/relationships/slide" Target="slide4.xml"/><Relationship Id="rIdLnk8" Type="http://schemas.openxmlformats.org/officeDocument/2006/relationships/slide" Target="slide4.xml"/><Relationship Id="rIdLnk9" Type="http://schemas.openxmlformats.org/officeDocument/2006/relationships/slide" Target="slide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sparkle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oops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Lnk1" Type="http://schemas.openxmlformats.org/officeDocument/2006/relationships/slide" Target="slide7.xml"/><Relationship Id="rIdLnk2" Type="http://schemas.openxmlformats.org/officeDocument/2006/relationships/slide" Target="slide7.xml"/><Relationship Id="rIdLnk3" Type="http://schemas.openxmlformats.org/officeDocument/2006/relationships/slide" Target="slide7.xml"/><Relationship Id="rIdLnk4" Type="http://schemas.openxmlformats.org/officeDocument/2006/relationships/slide" Target="slide7.xml"/><Relationship Id="rIdLnk5" Type="http://schemas.openxmlformats.org/officeDocument/2006/relationships/slide" Target="slide7.xml"/><Relationship Id="rIdLnk6" Type="http://schemas.openxmlformats.org/officeDocument/2006/relationships/slide" Target="slide7.xml"/><Relationship Id="rIdLnk7" Type="http://schemas.openxmlformats.org/officeDocument/2006/relationships/slide" Target="slide6.xml"/><Relationship Id="rIdLnk8" Type="http://schemas.openxmlformats.org/officeDocument/2006/relationships/slide" Target="slide6.xml"/><Relationship Id="rIdLnk9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sparkle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Lnk1" Type="http://schemas.openxmlformats.org/officeDocument/2006/relationships/slide" Target="slide5.xml"/><Relationship Id="rIdLnk2" Type="http://schemas.openxmlformats.org/officeDocument/2006/relationships/slide" Target="slide5.xml"/><Relationship Id="rIdLnk3" Type="http://schemas.openxmlformats.org/officeDocument/2006/relationships/slide" Target="slide5.xml"/><Relationship Id="rIdGameSnd" Type="http://schemas.openxmlformats.org/officeDocument/2006/relationships/audio" Target="../media/oops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Lnk1" Type="http://schemas.openxmlformats.org/officeDocument/2006/relationships/slide" Target="slide10.xml"/><Relationship Id="rIdLnk2" Type="http://schemas.openxmlformats.org/officeDocument/2006/relationships/slide" Target="slide10.xml"/><Relationship Id="rIdLnk3" Type="http://schemas.openxmlformats.org/officeDocument/2006/relationships/slide" Target="slide10.xml"/><Relationship Id="rIdLnk4" Type="http://schemas.openxmlformats.org/officeDocument/2006/relationships/slide" Target="slide10.xml"/><Relationship Id="rIdLnk5" Type="http://schemas.openxmlformats.org/officeDocument/2006/relationships/slide" Target="slide10.xml"/><Relationship Id="rIdLnk6" Type="http://schemas.openxmlformats.org/officeDocument/2006/relationships/slide" Target="slide10.xml"/><Relationship Id="rIdLnk7" Type="http://schemas.openxmlformats.org/officeDocument/2006/relationships/slide" Target="slide9.xml"/><Relationship Id="rIdLnk8" Type="http://schemas.openxmlformats.org/officeDocument/2006/relationships/slide" Target="slide9.xml"/><Relationship Id="rIdLnk9" Type="http://schemas.openxmlformats.org/officeDocument/2006/relationships/slide" Target="slide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sparkle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Lnk1" Type="http://schemas.openxmlformats.org/officeDocument/2006/relationships/slide" Target="slide8.xml"/><Relationship Id="rIdLnk2" Type="http://schemas.openxmlformats.org/officeDocument/2006/relationships/slide" Target="slide8.xml"/><Relationship Id="rIdLnk3" Type="http://schemas.openxmlformats.org/officeDocument/2006/relationships/slide" Target="slide8.xml"/><Relationship Id="rIdGameSnd" Type="http://schemas.openxmlformats.org/officeDocument/2006/relationships/audio" Target="../media/oops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Lnk1" Type="http://schemas.openxmlformats.org/officeDocument/2006/relationships/slide" Target="slide13.xml"/><Relationship Id="rIdLnk2" Type="http://schemas.openxmlformats.org/officeDocument/2006/relationships/slide" Target="slide13.xml"/><Relationship Id="rIdLnk3" Type="http://schemas.openxmlformats.org/officeDocument/2006/relationships/slide" Target="slide13.xml"/><Relationship Id="rIdLnk4" Type="http://schemas.openxmlformats.org/officeDocument/2006/relationships/slide" Target="slide13.xml"/><Relationship Id="rIdLnk5" Type="http://schemas.openxmlformats.org/officeDocument/2006/relationships/slide" Target="slide13.xml"/><Relationship Id="rIdLnk6" Type="http://schemas.openxmlformats.org/officeDocument/2006/relationships/slide" Target="slide13.xml"/><Relationship Id="rIdLnk7" Type="http://schemas.openxmlformats.org/officeDocument/2006/relationships/slide" Target="slide12.xml"/><Relationship Id="rIdLnk8" Type="http://schemas.openxmlformats.org/officeDocument/2006/relationships/slide" Target="slide12.xml"/><Relationship Id="rIdLnk9" Type="http://schemas.openxmlformats.org/officeDocument/2006/relationships/slide" Target="slide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sparkle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Lnk1" Type="http://schemas.openxmlformats.org/officeDocument/2006/relationships/slide" Target="slide11.xml"/><Relationship Id="rIdLnk2" Type="http://schemas.openxmlformats.org/officeDocument/2006/relationships/slide" Target="slide11.xml"/><Relationship Id="rIdLnk3" Type="http://schemas.openxmlformats.org/officeDocument/2006/relationships/slide" Target="slide11.xml"/><Relationship Id="rIdGameSnd" Type="http://schemas.openxmlformats.org/officeDocument/2006/relationships/audio" Target="../media/oops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Lnk1" Type="http://schemas.openxmlformats.org/officeDocument/2006/relationships/slide" Target="slide16.xml"/><Relationship Id="rIdLnk2" Type="http://schemas.openxmlformats.org/officeDocument/2006/relationships/slide" Target="slide16.xml"/><Relationship Id="rIdLnk3" Type="http://schemas.openxmlformats.org/officeDocument/2006/relationships/slide" Target="slide16.xml"/><Relationship Id="rIdLnk4" Type="http://schemas.openxmlformats.org/officeDocument/2006/relationships/slide" Target="slide15.xml"/><Relationship Id="rIdLnk5" Type="http://schemas.openxmlformats.org/officeDocument/2006/relationships/slide" Target="slide15.xml"/><Relationship Id="rIdLnk6" Type="http://schemas.openxmlformats.org/officeDocument/2006/relationships/slide" Target="slide15.xml"/><Relationship Id="rIdLnk7" Type="http://schemas.openxmlformats.org/officeDocument/2006/relationships/slide" Target="slide16.xml"/><Relationship Id="rIdLnk8" Type="http://schemas.openxmlformats.org/officeDocument/2006/relationships/slide" Target="slide16.xml"/><Relationship Id="rIdLnk9" Type="http://schemas.openxmlformats.org/officeDocument/2006/relationships/slide" Target="slide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sparkle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Lnk1" Type="http://schemas.openxmlformats.org/officeDocument/2006/relationships/slide" Target="slide14.xml"/><Relationship Id="rIdLnk2" Type="http://schemas.openxmlformats.org/officeDocument/2006/relationships/slide" Target="slide14.xml"/><Relationship Id="rIdLnk3" Type="http://schemas.openxmlformats.org/officeDocument/2006/relationships/slide" Target="slide14.xml"/><Relationship Id="rIdGameSnd" Type="http://schemas.openxmlformats.org/officeDocument/2006/relationships/audio" Target="../media/oops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Lnk1" Type="http://schemas.openxmlformats.org/officeDocument/2006/relationships/slide" Target="slide19.xml"/><Relationship Id="rIdLnk2" Type="http://schemas.openxmlformats.org/officeDocument/2006/relationships/slide" Target="slide19.xml"/><Relationship Id="rIdLnk3" Type="http://schemas.openxmlformats.org/officeDocument/2006/relationships/slide" Target="slide19.xml"/><Relationship Id="rIdLnk4" Type="http://schemas.openxmlformats.org/officeDocument/2006/relationships/slide" Target="slide18.xml"/><Relationship Id="rIdLnk5" Type="http://schemas.openxmlformats.org/officeDocument/2006/relationships/slide" Target="slide18.xml"/><Relationship Id="rIdLnk6" Type="http://schemas.openxmlformats.org/officeDocument/2006/relationships/slide" Target="slide18.xml"/><Relationship Id="rIdLnk7" Type="http://schemas.openxmlformats.org/officeDocument/2006/relationships/slide" Target="slide19.xml"/><Relationship Id="rIdLnk8" Type="http://schemas.openxmlformats.org/officeDocument/2006/relationships/slide" Target="slide19.xml"/><Relationship Id="rIdLnk9" Type="http://schemas.openxmlformats.org/officeDocument/2006/relationships/slide" Target="slide19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sparkle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Lnk1" Type="http://schemas.openxmlformats.org/officeDocument/2006/relationships/slide" Target="slide17.xml"/><Relationship Id="rIdLnk2" Type="http://schemas.openxmlformats.org/officeDocument/2006/relationships/slide" Target="slide17.xml"/><Relationship Id="rIdLnk3" Type="http://schemas.openxmlformats.org/officeDocument/2006/relationships/slide" Target="slide17.xml"/><Relationship Id="rIdGameSnd" Type="http://schemas.openxmlformats.org/officeDocument/2006/relationships/audio" Target="../media/oops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Lnk1" Type="http://schemas.openxmlformats.org/officeDocument/2006/relationships/slide" Target="slide22.xml"/><Relationship Id="rIdLnk2" Type="http://schemas.openxmlformats.org/officeDocument/2006/relationships/slide" Target="slide22.xml"/><Relationship Id="rIdLnk3" Type="http://schemas.openxmlformats.org/officeDocument/2006/relationships/slide" Target="slide22.xml"/><Relationship Id="rIdLnk4" Type="http://schemas.openxmlformats.org/officeDocument/2006/relationships/slide" Target="slide21.xml"/><Relationship Id="rIdLnk5" Type="http://schemas.openxmlformats.org/officeDocument/2006/relationships/slide" Target="slide21.xml"/><Relationship Id="rIdLnk6" Type="http://schemas.openxmlformats.org/officeDocument/2006/relationships/slide" Target="slide21.xml"/><Relationship Id="rIdLnk7" Type="http://schemas.openxmlformats.org/officeDocument/2006/relationships/slide" Target="slide22.xml"/><Relationship Id="rIdLnk8" Type="http://schemas.openxmlformats.org/officeDocument/2006/relationships/slide" Target="slide22.xml"/><Relationship Id="rIdLnk9" Type="http://schemas.openxmlformats.org/officeDocument/2006/relationships/slide" Target="slide2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sparkle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Lnk1" Type="http://schemas.openxmlformats.org/officeDocument/2006/relationships/slide" Target="slide20.xml"/><Relationship Id="rIdLnk2" Type="http://schemas.openxmlformats.org/officeDocument/2006/relationships/slide" Target="slide20.xml"/><Relationship Id="rIdLnk3" Type="http://schemas.openxmlformats.org/officeDocument/2006/relationships/slide" Target="slide20.xml"/><Relationship Id="rIdGameSnd" Type="http://schemas.openxmlformats.org/officeDocument/2006/relationships/audio" Target="../media/oops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Lnk1" Type="http://schemas.openxmlformats.org/officeDocument/2006/relationships/slide" Target="slide25.xml"/><Relationship Id="rIdLnk2" Type="http://schemas.openxmlformats.org/officeDocument/2006/relationships/slide" Target="slide25.xml"/><Relationship Id="rIdLnk3" Type="http://schemas.openxmlformats.org/officeDocument/2006/relationships/slide" Target="slide25.xml"/><Relationship Id="rIdLnk4" Type="http://schemas.openxmlformats.org/officeDocument/2006/relationships/slide" Target="slide24.xml"/><Relationship Id="rIdLnk5" Type="http://schemas.openxmlformats.org/officeDocument/2006/relationships/slide" Target="slide24.xml"/><Relationship Id="rIdLnk6" Type="http://schemas.openxmlformats.org/officeDocument/2006/relationships/slide" Target="slide24.xml"/><Relationship Id="rIdLnk7" Type="http://schemas.openxmlformats.org/officeDocument/2006/relationships/slide" Target="slide25.xml"/><Relationship Id="rIdLnk8" Type="http://schemas.openxmlformats.org/officeDocument/2006/relationships/slide" Target="slide25.xml"/><Relationship Id="rIdLnk9" Type="http://schemas.openxmlformats.org/officeDocument/2006/relationships/slide" Target="slide2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sparkle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Lnk1" Type="http://schemas.openxmlformats.org/officeDocument/2006/relationships/slide" Target="slide23.xml"/><Relationship Id="rIdLnk2" Type="http://schemas.openxmlformats.org/officeDocument/2006/relationships/slide" Target="slide23.xml"/><Relationship Id="rIdLnk3" Type="http://schemas.openxmlformats.org/officeDocument/2006/relationships/slide" Target="slide23.xml"/><Relationship Id="rIdGameSnd" Type="http://schemas.openxmlformats.org/officeDocument/2006/relationships/audio" Target="../media/oops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Lnk1" Type="http://schemas.openxmlformats.org/officeDocument/2006/relationships/slide" Target="slide28.xml"/><Relationship Id="rIdLnk2" Type="http://schemas.openxmlformats.org/officeDocument/2006/relationships/slide" Target="slide28.xml"/><Relationship Id="rIdLnk3" Type="http://schemas.openxmlformats.org/officeDocument/2006/relationships/slide" Target="slide28.xml"/><Relationship Id="rIdLnk4" Type="http://schemas.openxmlformats.org/officeDocument/2006/relationships/slide" Target="slide28.xml"/><Relationship Id="rIdLnk5" Type="http://schemas.openxmlformats.org/officeDocument/2006/relationships/slide" Target="slide28.xml"/><Relationship Id="rIdLnk6" Type="http://schemas.openxmlformats.org/officeDocument/2006/relationships/slide" Target="slide28.xml"/><Relationship Id="rIdLnk7" Type="http://schemas.openxmlformats.org/officeDocument/2006/relationships/slide" Target="slide27.xml"/><Relationship Id="rIdLnk8" Type="http://schemas.openxmlformats.org/officeDocument/2006/relationships/slide" Target="slide27.xml"/><Relationship Id="rIdLnk9" Type="http://schemas.openxmlformats.org/officeDocument/2006/relationships/slide" Target="slide2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sparkle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Lnk1" Type="http://schemas.openxmlformats.org/officeDocument/2006/relationships/slide" Target="slide26.xml"/><Relationship Id="rIdLnk2" Type="http://schemas.openxmlformats.org/officeDocument/2006/relationships/slide" Target="slide26.xml"/><Relationship Id="rIdLnk3" Type="http://schemas.openxmlformats.org/officeDocument/2006/relationships/slide" Target="slide26.xml"/><Relationship Id="rIdGameSnd" Type="http://schemas.openxmlformats.org/officeDocument/2006/relationships/audio" Target="../media/oops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Lnk1" Type="http://schemas.openxmlformats.org/officeDocument/2006/relationships/slide" Target="slide31.xml"/><Relationship Id="rIdLnk2" Type="http://schemas.openxmlformats.org/officeDocument/2006/relationships/slide" Target="slide31.xml"/><Relationship Id="rIdLnk3" Type="http://schemas.openxmlformats.org/officeDocument/2006/relationships/slide" Target="slide31.xml"/><Relationship Id="rIdLnk4" Type="http://schemas.openxmlformats.org/officeDocument/2006/relationships/slide" Target="slide31.xml"/><Relationship Id="rIdLnk5" Type="http://schemas.openxmlformats.org/officeDocument/2006/relationships/slide" Target="slide31.xml"/><Relationship Id="rIdLnk6" Type="http://schemas.openxmlformats.org/officeDocument/2006/relationships/slide" Target="slide31.xml"/><Relationship Id="rIdLnk7" Type="http://schemas.openxmlformats.org/officeDocument/2006/relationships/slide" Target="slide30.xml"/><Relationship Id="rIdLnk8" Type="http://schemas.openxmlformats.org/officeDocument/2006/relationships/slide" Target="slide30.xml"/><Relationship Id="rIdLnk9" Type="http://schemas.openxmlformats.org/officeDocument/2006/relationships/slide" Target="slide30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sparkle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Relationship Id="rIdLnk1" Type="http://schemas.openxmlformats.org/officeDocument/2006/relationships/slide" Target="slide29.xml"/><Relationship Id="rIdLnk2" Type="http://schemas.openxmlformats.org/officeDocument/2006/relationships/slide" Target="slide29.xml"/><Relationship Id="rIdLnk3" Type="http://schemas.openxmlformats.org/officeDocument/2006/relationships/slide" Target="slide29.xml"/><Relationship Id="rIdGameSnd" Type="http://schemas.openxmlformats.org/officeDocument/2006/relationships/audio" Target="../media/oops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Lnk1" Type="http://schemas.openxmlformats.org/officeDocument/2006/relationships/slide" Target="slide34.xml"/><Relationship Id="rIdLnk2" Type="http://schemas.openxmlformats.org/officeDocument/2006/relationships/slide" Target="slide34.xml"/><Relationship Id="rIdLnk3" Type="http://schemas.openxmlformats.org/officeDocument/2006/relationships/slide" Target="slide34.xml"/><Relationship Id="rIdLnk4" Type="http://schemas.openxmlformats.org/officeDocument/2006/relationships/slide" Target="slide33.xml"/><Relationship Id="rIdLnk5" Type="http://schemas.openxmlformats.org/officeDocument/2006/relationships/slide" Target="slide33.xml"/><Relationship Id="rIdLnk6" Type="http://schemas.openxmlformats.org/officeDocument/2006/relationships/slide" Target="slide33.xml"/><Relationship Id="rIdLnk7" Type="http://schemas.openxmlformats.org/officeDocument/2006/relationships/slide" Target="slide34.xml"/><Relationship Id="rIdLnk8" Type="http://schemas.openxmlformats.org/officeDocument/2006/relationships/slide" Target="slide34.xml"/><Relationship Id="rIdLnk9" Type="http://schemas.openxmlformats.org/officeDocument/2006/relationships/slide" Target="slide3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sparkle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Lnk1" Type="http://schemas.openxmlformats.org/officeDocument/2006/relationships/slide" Target="slide32.xml"/><Relationship Id="rIdLnk2" Type="http://schemas.openxmlformats.org/officeDocument/2006/relationships/slide" Target="slide32.xml"/><Relationship Id="rIdLnk3" Type="http://schemas.openxmlformats.org/officeDocument/2006/relationships/slide" Target="slide32.xml"/><Relationship Id="rIdGameSnd" Type="http://schemas.openxmlformats.org/officeDocument/2006/relationships/audio" Target="../media/oops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Lnk1" Type="http://schemas.openxmlformats.org/officeDocument/2006/relationships/slide" Target="slide37.xml"/><Relationship Id="rIdLnk2" Type="http://schemas.openxmlformats.org/officeDocument/2006/relationships/slide" Target="slide37.xml"/><Relationship Id="rIdLnk3" Type="http://schemas.openxmlformats.org/officeDocument/2006/relationships/slide" Target="slide37.xml"/><Relationship Id="rIdLnk4" Type="http://schemas.openxmlformats.org/officeDocument/2006/relationships/slide" Target="slide37.xml"/><Relationship Id="rIdLnk5" Type="http://schemas.openxmlformats.org/officeDocument/2006/relationships/slide" Target="slide37.xml"/><Relationship Id="rIdLnk6" Type="http://schemas.openxmlformats.org/officeDocument/2006/relationships/slide" Target="slide37.xml"/><Relationship Id="rIdLnk7" Type="http://schemas.openxmlformats.org/officeDocument/2006/relationships/slide" Target="slide36.xml"/><Relationship Id="rIdLnk8" Type="http://schemas.openxmlformats.org/officeDocument/2006/relationships/slide" Target="slide36.xml"/><Relationship Id="rIdLnk9" Type="http://schemas.openxmlformats.org/officeDocument/2006/relationships/slide" Target="slide3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sparkle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Lnk1" Type="http://schemas.openxmlformats.org/officeDocument/2006/relationships/slide" Target="slide35.xml"/><Relationship Id="rIdLnk2" Type="http://schemas.openxmlformats.org/officeDocument/2006/relationships/slide" Target="slide35.xml"/><Relationship Id="rIdLnk3" Type="http://schemas.openxmlformats.org/officeDocument/2006/relationships/slide" Target="slide35.xml"/><Relationship Id="rIdGameSnd" Type="http://schemas.openxmlformats.org/officeDocument/2006/relationships/audio" Target="../media/oops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Relationship Id="rIdLnk1" Type="http://schemas.openxmlformats.org/officeDocument/2006/relationships/slide" Target="slide40.xml"/><Relationship Id="rIdLnk2" Type="http://schemas.openxmlformats.org/officeDocument/2006/relationships/slide" Target="slide40.xml"/><Relationship Id="rIdLnk3" Type="http://schemas.openxmlformats.org/officeDocument/2006/relationships/slide" Target="slide40.xml"/><Relationship Id="rIdLnk4" Type="http://schemas.openxmlformats.org/officeDocument/2006/relationships/slide" Target="slide40.xml"/><Relationship Id="rIdLnk5" Type="http://schemas.openxmlformats.org/officeDocument/2006/relationships/slide" Target="slide40.xml"/><Relationship Id="rIdLnk6" Type="http://schemas.openxmlformats.org/officeDocument/2006/relationships/slide" Target="slide40.xml"/><Relationship Id="rIdLnk7" Type="http://schemas.openxmlformats.org/officeDocument/2006/relationships/slide" Target="slide39.xml"/><Relationship Id="rIdLnk8" Type="http://schemas.openxmlformats.org/officeDocument/2006/relationships/slide" Target="slide39.xml"/><Relationship Id="rIdLnk9" Type="http://schemas.openxmlformats.org/officeDocument/2006/relationships/slide" Target="slide39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Lnk1" Type="http://schemas.openxmlformats.org/officeDocument/2006/relationships/slide" Target="slide41.xml"/><Relationship Id="rIdLnk2" Type="http://schemas.openxmlformats.org/officeDocument/2006/relationships/slide" Target="slide41.xml"/><Relationship Id="rIdLnk3" Type="http://schemas.openxmlformats.org/officeDocument/2006/relationships/slide" Target="slide41.xml"/><Relationship Id="rIdGameSnd" Type="http://schemas.openxmlformats.org/officeDocument/2006/relationships/audio" Target="../media/sparkle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Lnk1" Type="http://schemas.openxmlformats.org/officeDocument/2006/relationships/slide" Target="slide38.xml"/><Relationship Id="rIdLnk2" Type="http://schemas.openxmlformats.org/officeDocument/2006/relationships/slide" Target="slide38.xml"/><Relationship Id="rIdLnk3" Type="http://schemas.openxmlformats.org/officeDocument/2006/relationships/slide" Target="slide38.xml"/><Relationship Id="rIdGameSnd" Type="http://schemas.openxmlformats.org/officeDocument/2006/relationships/audio" Target="../media/oops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Lnk1" Type="http://schemas.openxmlformats.org/officeDocument/2006/relationships/slide" Target="slide2.xml"/><Relationship Id="rIdLnk2" Type="http://schemas.openxmlformats.org/officeDocument/2006/relationships/slide" Target="slide2.xml"/><Relationship Id="rIdLnk3" Type="http://schemas.openxmlformats.org/officeDocument/2006/relationships/slide" Target="slide2.xml"/><Relationship Id="rIdGameSnd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title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097280" y="640080"/>
            <a:ext cx="69494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514246" y="753466"/>
            <a:ext cx="6115507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790956"/>
            <a:ext cx="65836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Fathah Games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559878"/>
            <a:ext cx="6583680" cy="1280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   غَ</a:t>
            </a:r>
            <a:endParaRPr lang="ar-SA" sz="5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811272"/>
            <a:ext cx="6583680" cy="5029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right answer!</a:t>
            </a:r>
            <a:endParaRPr lang="en-US" sz="2300" dirty="0"/>
          </a:p>
        </p:txBody>
      </p:sp>
      <p:sp>
        <p:nvSpPr>
          <p:cNvPr id="8" name="LINK2 button">
            <a:hlinkClick r:id="rIdLnk1" action="ppaction://hlinksldjump"/>
          </p:cNvPr>
          <p:cNvSpPr/>
          <p:nvPr/>
        </p:nvSpPr>
        <p:spPr>
          <a:xfrm>
            <a:off x="3291840" y="3749040"/>
            <a:ext cx="2560320" cy="777240"/>
          </a:xfrm>
          <a:prstGeom prst="roundRect">
            <a:avLst>
              <a:gd name="adj" fmla="val 41176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9" name="LINK2 button sheen">
            <a:hlinkClick r:id="rIdLnk2" action="ppaction://hlinksldjump"/>
          </p:cNvPr>
          <p:cNvSpPr/>
          <p:nvPr/>
        </p:nvSpPr>
        <p:spPr>
          <a:xfrm>
            <a:off x="3445459" y="3780130"/>
            <a:ext cx="2253082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LINK2 button text">
            <a:hlinkClick r:id="rIdLnk3" action="ppaction://hlinksldjump"/>
          </p:cNvPr>
          <p:cNvSpPr txBox="1"/>
          <p:nvPr/>
        </p:nvSpPr>
        <p:spPr>
          <a:xfrm>
            <a:off x="3291840" y="3747262"/>
            <a:ext cx="256032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 Start</a:t>
            </a:r>
            <a:endParaRPr lang="en-US" sz="2800" dirty="0"/>
          </a:p>
        </p:txBody>
      </p:sp>
    </p:spTree>
  </p:cSld>
  <p:clrMapOvr>
    <a:masterClrMapping/>
  </p:clrMapOvr>
  <p:transition spd="med">
    <p:fade/>
    <p:sndAc>
      <p:stSnd>
        <p:snd r:embed="rIdGameSnd" name="whoosh.wav"/>
      </p:stSnd>
    </p:sndAc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 answer 1 text">
            <a:hlinkClick r:id="rIdLnk3" action="ppaction://hlinksldjump"/>
          </p:cNvPr>
          <p:cNvSpPr txBox="1"/>
          <p:nvPr/>
        </p:nvSpPr>
        <p:spPr>
          <a:xfrm>
            <a:off x="6457950" y="247233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  <p:sp>
        <p:nvSpPr>
          <p:cNvPr id="12" name="LINK4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 answer 2 text">
            <a:hlinkClick r:id="rIdLnk6" action="ppaction://hlinksldjump"/>
          </p:cNvPr>
          <p:cNvSpPr txBox="1"/>
          <p:nvPr/>
        </p:nvSpPr>
        <p:spPr>
          <a:xfrm>
            <a:off x="3771900" y="2512974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6400" dirty="0"/>
          </a:p>
        </p:txBody>
      </p:sp>
      <p:sp>
        <p:nvSpPr>
          <p:cNvPr id="15" name="LINK4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4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4 answer 3 text">
            <a:hlinkClick r:id="rIdLnk9" action="ppaction://hlinksldjump"/>
          </p:cNvPr>
          <p:cNvSpPr txBox="1"/>
          <p:nvPr/>
        </p:nvSpPr>
        <p:spPr>
          <a:xfrm>
            <a:off x="1085850" y="23036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4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57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4788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1 · Find the fathah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 the letter with FATHAH (a)</a:t>
            </a:r>
            <a:endParaRPr lang="en-US" sz="3400" dirty="0"/>
          </a:p>
        </p:txBody>
      </p:sp>
      <p:sp>
        <p:nvSpPr>
          <p:cNvPr id="9" name="LINK7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7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7 answer 1 text">
            <a:hlinkClick r:id="rIdLnk3" action="ppaction://hlinksldjump"/>
          </p:cNvPr>
          <p:cNvSpPr txBox="1"/>
          <p:nvPr/>
        </p:nvSpPr>
        <p:spPr>
          <a:xfrm>
            <a:off x="6457950" y="259626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700" dirty="0"/>
          </a:p>
        </p:txBody>
      </p:sp>
      <p:sp>
        <p:nvSpPr>
          <p:cNvPr id="12" name="LINK7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7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7 answer 2 text">
            <a:hlinkClick r:id="rIdLnk6" action="ppaction://hlinksldjump"/>
          </p:cNvPr>
          <p:cNvSpPr txBox="1"/>
          <p:nvPr/>
        </p:nvSpPr>
        <p:spPr>
          <a:xfrm>
            <a:off x="3771900" y="240045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5700" dirty="0"/>
          </a:p>
        </p:txBody>
      </p:sp>
      <p:sp>
        <p:nvSpPr>
          <p:cNvPr id="15" name="LINK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6 answer 3 text">
            <a:hlinkClick r:id="rIdLnk9" action="ppaction://hlinksldjump"/>
          </p:cNvPr>
          <p:cNvSpPr txBox="1"/>
          <p:nvPr/>
        </p:nvSpPr>
        <p:spPr>
          <a:xfrm>
            <a:off x="1085850" y="256007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37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“'a”</a:t>
            </a:r>
            <a:endParaRPr lang="en-US" sz="3400" dirty="0"/>
          </a:p>
        </p:txBody>
      </p:sp>
      <p:sp>
        <p:nvSpPr>
          <p:cNvPr id="9" name="LINK10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0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0 answer 1 text">
            <a:hlinkClick r:id="rIdLnk3" action="ppaction://hlinksldjump"/>
          </p:cNvPr>
          <p:cNvSpPr txBox="1"/>
          <p:nvPr/>
        </p:nvSpPr>
        <p:spPr>
          <a:xfrm>
            <a:off x="6457950" y="266065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  <p:sp>
        <p:nvSpPr>
          <p:cNvPr id="12" name="LINK10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0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0 answer 2 text">
            <a:hlinkClick r:id="rIdLnk6" action="ppaction://hlinksldjump"/>
          </p:cNvPr>
          <p:cNvSpPr txBox="1"/>
          <p:nvPr/>
        </p:nvSpPr>
        <p:spPr>
          <a:xfrm>
            <a:off x="3771900" y="2413457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800" dirty="0"/>
          </a:p>
        </p:txBody>
      </p:sp>
      <p:sp>
        <p:nvSpPr>
          <p:cNvPr id="15" name="LINK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9 answer 3 text">
            <a:hlinkClick r:id="rIdLnk9" action="ppaction://hlinksldjump"/>
          </p:cNvPr>
          <p:cNvSpPr txBox="1"/>
          <p:nvPr/>
        </p:nvSpPr>
        <p:spPr>
          <a:xfrm>
            <a:off x="1085850" y="24639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57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4788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46531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“'a”</a:t>
            </a:r>
            <a:endParaRPr lang="en-US" sz="3400" dirty="0"/>
          </a:p>
        </p:txBody>
      </p:sp>
      <p:sp>
        <p:nvSpPr>
          <p:cNvPr id="9" name="LINK13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3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3 answer 1 text">
            <a:hlinkClick r:id="rIdLnk3" action="ppaction://hlinksldjump"/>
          </p:cNvPr>
          <p:cNvSpPr txBox="1"/>
          <p:nvPr/>
        </p:nvSpPr>
        <p:spPr>
          <a:xfrm>
            <a:off x="6457950" y="269715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800" dirty="0"/>
          </a:p>
        </p:txBody>
      </p:sp>
      <p:sp>
        <p:nvSpPr>
          <p:cNvPr id="12" name="LINK13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3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3 answer 2 text">
            <a:hlinkClick r:id="rIdLnk6" action="ppaction://hlinksldjump"/>
          </p:cNvPr>
          <p:cNvSpPr txBox="1"/>
          <p:nvPr/>
        </p:nvSpPr>
        <p:spPr>
          <a:xfrm>
            <a:off x="3771900" y="2609926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800" dirty="0"/>
          </a:p>
        </p:txBody>
      </p:sp>
      <p:sp>
        <p:nvSpPr>
          <p:cNvPr id="15" name="LINK12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2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2 answer 3 text">
            <a:hlinkClick r:id="rIdLnk9" action="ppaction://hlinksldjump"/>
          </p:cNvPr>
          <p:cNvSpPr txBox="1"/>
          <p:nvPr/>
        </p:nvSpPr>
        <p:spPr>
          <a:xfrm>
            <a:off x="1085850" y="2463978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8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5704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4788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4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4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4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1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1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1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“gha”</a:t>
            </a:r>
            <a:endParaRPr lang="en-US" sz="3400" dirty="0"/>
          </a:p>
        </p:txBody>
      </p:sp>
      <p:sp>
        <p:nvSpPr>
          <p:cNvPr id="9" name="LINK16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6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6 answer 1 text">
            <a:hlinkClick r:id="rIdLnk3" action="ppaction://hlinksldjump"/>
          </p:cNvPr>
          <p:cNvSpPr txBox="1"/>
          <p:nvPr/>
        </p:nvSpPr>
        <p:spPr>
          <a:xfrm>
            <a:off x="6457950" y="2365352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6000" dirty="0"/>
          </a:p>
        </p:txBody>
      </p:sp>
      <p:sp>
        <p:nvSpPr>
          <p:cNvPr id="12" name="LINK15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5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5 answer 2 text">
            <a:hlinkClick r:id="rIdLnk6" action="ppaction://hlinksldjump"/>
          </p:cNvPr>
          <p:cNvSpPr txBox="1"/>
          <p:nvPr/>
        </p:nvSpPr>
        <p:spPr>
          <a:xfrm>
            <a:off x="377190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5" name="LINK16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6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6 answer 3 text">
            <a:hlinkClick r:id="rIdLnk9" action="ppaction://hlinksldjump"/>
          </p:cNvPr>
          <p:cNvSpPr txBox="1"/>
          <p:nvPr/>
        </p:nvSpPr>
        <p:spPr>
          <a:xfrm>
            <a:off x="1085850" y="24814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37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17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17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17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4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4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4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2 · Find the sound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Tap:  “gha”</a:t>
            </a:r>
            <a:endParaRPr lang="en-US" sz="3400" dirty="0"/>
          </a:p>
        </p:txBody>
      </p:sp>
      <p:sp>
        <p:nvSpPr>
          <p:cNvPr id="9" name="LINK19 answer 1">
            <a:hlinkClick r:id="rIdLnk1" action="ppaction://hlinksldjump"/>
          </p:cNvPr>
          <p:cNvSpPr/>
          <p:nvPr/>
        </p:nvSpPr>
        <p:spPr>
          <a:xfrm>
            <a:off x="64579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19 answer 1 sheen">
            <a:hlinkClick r:id="rIdLnk2" action="ppaction://hlinksldjump"/>
          </p:cNvPr>
          <p:cNvSpPr/>
          <p:nvPr/>
        </p:nvSpPr>
        <p:spPr>
          <a:xfrm>
            <a:off x="65539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19 answer 1 text">
            <a:hlinkClick r:id="rIdLnk3" action="ppaction://hlinksldjump"/>
          </p:cNvPr>
          <p:cNvSpPr txBox="1"/>
          <p:nvPr/>
        </p:nvSpPr>
        <p:spPr>
          <a:xfrm>
            <a:off x="6457950" y="2594610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000" dirty="0"/>
          </a:p>
        </p:txBody>
      </p:sp>
      <p:sp>
        <p:nvSpPr>
          <p:cNvPr id="12" name="LINK18 answer 2">
            <a:hlinkClick r:id="rIdLnk4" action="ppaction://hlinksldjump"/>
          </p:cNvPr>
          <p:cNvSpPr/>
          <p:nvPr/>
        </p:nvSpPr>
        <p:spPr>
          <a:xfrm>
            <a:off x="377190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18 answer 2 sheen">
            <a:hlinkClick r:id="rIdLnk5" action="ppaction://hlinksldjump"/>
          </p:cNvPr>
          <p:cNvSpPr/>
          <p:nvPr/>
        </p:nvSpPr>
        <p:spPr>
          <a:xfrm>
            <a:off x="386791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18 answer 2 text">
            <a:hlinkClick r:id="rIdLnk6" action="ppaction://hlinksldjump"/>
          </p:cNvPr>
          <p:cNvSpPr txBox="1"/>
          <p:nvPr/>
        </p:nvSpPr>
        <p:spPr>
          <a:xfrm>
            <a:off x="3771900" y="2557653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000" dirty="0"/>
          </a:p>
        </p:txBody>
      </p:sp>
      <p:sp>
        <p:nvSpPr>
          <p:cNvPr id="15" name="LINK19 answer 3">
            <a:hlinkClick r:id="rIdLnk7" action="ppaction://hlinksldjump"/>
          </p:cNvPr>
          <p:cNvSpPr/>
          <p:nvPr/>
        </p:nvSpPr>
        <p:spPr>
          <a:xfrm>
            <a:off x="1085850" y="2606040"/>
            <a:ext cx="1600200" cy="1600200"/>
          </a:xfrm>
          <a:prstGeom prst="ellipse">
            <a:avLst/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19 answer 3 sheen">
            <a:hlinkClick r:id="rIdLnk8" action="ppaction://hlinksldjump"/>
          </p:cNvPr>
          <p:cNvSpPr/>
          <p:nvPr/>
        </p:nvSpPr>
        <p:spPr>
          <a:xfrm>
            <a:off x="1181862" y="2670048"/>
            <a:ext cx="1408176" cy="672084"/>
          </a:xfrm>
          <a:prstGeom prst="ellipse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19 answer 3 text">
            <a:hlinkClick r:id="rIdLnk9" action="ppaction://hlinksldjump"/>
          </p:cNvPr>
          <p:cNvSpPr txBox="1"/>
          <p:nvPr/>
        </p:nvSpPr>
        <p:spPr>
          <a:xfrm>
            <a:off x="1085850" y="2691765"/>
            <a:ext cx="1600200" cy="160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0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37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0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0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0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17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17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17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9326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 + za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891508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  +  زَ</a:t>
            </a:r>
            <a:endParaRPr lang="ar-SA" sz="5500" dirty="0"/>
          </a:p>
        </p:txBody>
      </p:sp>
      <p:sp>
        <p:nvSpPr>
          <p:cNvPr id="10" name="LINK22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2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2 answer 1 text">
            <a:hlinkClick r:id="rIdLnk3" action="ppaction://hlinksldjump"/>
          </p:cNvPr>
          <p:cNvSpPr txBox="1"/>
          <p:nvPr/>
        </p:nvSpPr>
        <p:spPr>
          <a:xfrm>
            <a:off x="6309360" y="252222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4800" dirty="0"/>
          </a:p>
        </p:txBody>
      </p:sp>
      <p:sp>
        <p:nvSpPr>
          <p:cNvPr id="13" name="LINK2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1 answer 2 text">
            <a:hlinkClick r:id="rIdLnk6" action="ppaction://hlinksldjump"/>
          </p:cNvPr>
          <p:cNvSpPr txBox="1"/>
          <p:nvPr/>
        </p:nvSpPr>
        <p:spPr>
          <a:xfrm>
            <a:off x="3474720" y="256794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4800" dirty="0"/>
          </a:p>
        </p:txBody>
      </p:sp>
      <p:sp>
        <p:nvSpPr>
          <p:cNvPr id="16" name="LINK22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2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2 answer 3 text">
            <a:hlinkClick r:id="rIdLnk9" action="ppaction://hlinksldjump"/>
          </p:cNvPr>
          <p:cNvSpPr txBox="1"/>
          <p:nvPr/>
        </p:nvSpPr>
        <p:spPr>
          <a:xfrm>
            <a:off x="640080" y="2669965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48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64139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67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4788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'aza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3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3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3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0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0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0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62787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 + ḍa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01141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  +  ضَ</a:t>
            </a:r>
            <a:endParaRPr lang="ar-SA" sz="5400" dirty="0"/>
          </a:p>
        </p:txBody>
      </p:sp>
      <p:sp>
        <p:nvSpPr>
          <p:cNvPr id="10" name="LINK25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5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5 answer 1 text">
            <a:hlinkClick r:id="rIdLnk3" action="ppaction://hlinksldjump"/>
          </p:cNvPr>
          <p:cNvSpPr txBox="1"/>
          <p:nvPr/>
        </p:nvSpPr>
        <p:spPr>
          <a:xfrm>
            <a:off x="6309360" y="259589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4700" dirty="0"/>
          </a:p>
        </p:txBody>
      </p:sp>
      <p:sp>
        <p:nvSpPr>
          <p:cNvPr id="13" name="LINK24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4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4 answer 2 text">
            <a:hlinkClick r:id="rIdLnk6" action="ppaction://hlinksldjump"/>
          </p:cNvPr>
          <p:cNvSpPr txBox="1"/>
          <p:nvPr/>
        </p:nvSpPr>
        <p:spPr>
          <a:xfrm>
            <a:off x="3474720" y="257559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4700" dirty="0"/>
          </a:p>
        </p:txBody>
      </p:sp>
      <p:sp>
        <p:nvSpPr>
          <p:cNvPr id="16" name="LINK25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5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5 answer 3 text">
            <a:hlinkClick r:id="rIdLnk9" action="ppaction://hlinksldjump"/>
          </p:cNvPr>
          <p:cNvSpPr txBox="1"/>
          <p:nvPr/>
        </p:nvSpPr>
        <p:spPr>
          <a:xfrm>
            <a:off x="640080" y="252933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47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74572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5865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'aḍa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6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6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6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3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3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3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 + ḍa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4723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  +  ضَ</a:t>
            </a:r>
            <a:endParaRPr lang="ar-SA" sz="5000" dirty="0"/>
          </a:p>
        </p:txBody>
      </p:sp>
      <p:sp>
        <p:nvSpPr>
          <p:cNvPr id="10" name="LINK28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8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8 answer 1 text">
            <a:hlinkClick r:id="rIdLnk3" action="ppaction://hlinksldjump"/>
          </p:cNvPr>
          <p:cNvSpPr txBox="1"/>
          <p:nvPr/>
        </p:nvSpPr>
        <p:spPr>
          <a:xfrm>
            <a:off x="6309360" y="254323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4600" dirty="0"/>
          </a:p>
        </p:txBody>
      </p:sp>
      <p:sp>
        <p:nvSpPr>
          <p:cNvPr id="13" name="LINK28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28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28 answer 2 text">
            <a:hlinkClick r:id="rIdLnk6" action="ppaction://hlinksldjump"/>
          </p:cNvPr>
          <p:cNvSpPr txBox="1"/>
          <p:nvPr/>
        </p:nvSpPr>
        <p:spPr>
          <a:xfrm>
            <a:off x="3474720" y="2667301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4600" dirty="0"/>
          </a:p>
        </p:txBody>
      </p:sp>
      <p:sp>
        <p:nvSpPr>
          <p:cNvPr id="16" name="LINK27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27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27 answer 3 text">
            <a:hlinkClick r:id="rIdLnk9" action="ppaction://hlinksldjump"/>
          </p:cNvPr>
          <p:cNvSpPr txBox="1"/>
          <p:nvPr/>
        </p:nvSpPr>
        <p:spPr>
          <a:xfrm>
            <a:off x="640080" y="25952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46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25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ghaḍa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29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29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29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6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6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6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3 · Build it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7072"/>
            <a:ext cx="329184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 + ṣa = ?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947230"/>
            <a:ext cx="402336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  +  صَ</a:t>
            </a:r>
            <a:endParaRPr lang="ar-SA" sz="5000" dirty="0"/>
          </a:p>
        </p:txBody>
      </p:sp>
      <p:sp>
        <p:nvSpPr>
          <p:cNvPr id="10" name="LINK31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31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31 answer 1 text">
            <a:hlinkClick r:id="rIdLnk3" action="ppaction://hlinksldjump"/>
          </p:cNvPr>
          <p:cNvSpPr txBox="1"/>
          <p:nvPr/>
        </p:nvSpPr>
        <p:spPr>
          <a:xfrm>
            <a:off x="6309360" y="2543239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4600" dirty="0"/>
          </a:p>
        </p:txBody>
      </p:sp>
      <p:sp>
        <p:nvSpPr>
          <p:cNvPr id="13" name="LINK31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4" name="LINK31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LINK31 answer 2 text">
            <a:hlinkClick r:id="rIdLnk6" action="ppaction://hlinksldjump"/>
          </p:cNvPr>
          <p:cNvSpPr txBox="1"/>
          <p:nvPr/>
        </p:nvSpPr>
        <p:spPr>
          <a:xfrm>
            <a:off x="3474720" y="2606040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4600" dirty="0"/>
          </a:p>
        </p:txBody>
      </p:sp>
      <p:sp>
        <p:nvSpPr>
          <p:cNvPr id="16" name="LINK30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7" name="LINK30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LINK30 answer 3 text">
            <a:hlinkClick r:id="rIdLnk9" action="ppaction://hlinksldjump"/>
          </p:cNvPr>
          <p:cNvSpPr txBox="1"/>
          <p:nvPr/>
        </p:nvSpPr>
        <p:spPr>
          <a:xfrm>
            <a:off x="640080" y="25952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4600" dirty="0"/>
          </a:p>
        </p:txBody>
      </p:sp>
      <p:sp>
        <p:nvSpPr>
          <p:cNvPr id="19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402518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2880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ghaṣa</a:t>
            </a:r>
            <a:endParaRPr lang="en-US" sz="20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2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2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2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29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29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29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“zara'a”?</a:t>
            </a:r>
            <a:endParaRPr lang="en-US" sz="3400" dirty="0"/>
          </a:p>
        </p:txBody>
      </p:sp>
      <p:sp>
        <p:nvSpPr>
          <p:cNvPr id="9" name="LINK34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4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4 answer 1 text">
            <a:hlinkClick r:id="rIdLnk3" action="ppaction://hlinksldjump"/>
          </p:cNvPr>
          <p:cNvSpPr txBox="1"/>
          <p:nvPr/>
        </p:nvSpPr>
        <p:spPr>
          <a:xfrm>
            <a:off x="6309360" y="258813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وَرَزَقَ</a:t>
            </a:r>
            <a:endParaRPr lang="ar-SA" sz="4700" dirty="0"/>
          </a:p>
        </p:txBody>
      </p:sp>
      <p:sp>
        <p:nvSpPr>
          <p:cNvPr id="12" name="LINK33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3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3 answer 2 text">
            <a:hlinkClick r:id="rIdLnk6" action="ppaction://hlinksldjump"/>
          </p:cNvPr>
          <p:cNvSpPr txBox="1"/>
          <p:nvPr/>
        </p:nvSpPr>
        <p:spPr>
          <a:xfrm>
            <a:off x="3474720" y="252396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700" dirty="0"/>
          </a:p>
        </p:txBody>
      </p:sp>
      <p:sp>
        <p:nvSpPr>
          <p:cNvPr id="15" name="LINK34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4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4 answer 3 text">
            <a:hlinkClick r:id="rIdLnk9" action="ppaction://hlinksldjump"/>
          </p:cNvPr>
          <p:cNvSpPr txBox="1"/>
          <p:nvPr/>
        </p:nvSpPr>
        <p:spPr>
          <a:xfrm>
            <a:off x="640080" y="261678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47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12545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44788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zara'a</a:t>
            </a:r>
            <a:endParaRPr lang="en-US" sz="25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5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5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5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2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2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2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“ṣana'a”?</a:t>
            </a:r>
            <a:endParaRPr lang="en-US" sz="3400" dirty="0"/>
          </a:p>
        </p:txBody>
      </p:sp>
      <p:sp>
        <p:nvSpPr>
          <p:cNvPr id="9" name="LINK37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37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37 answer 1 text">
            <a:hlinkClick r:id="rIdLnk3" action="ppaction://hlinksldjump"/>
          </p:cNvPr>
          <p:cNvSpPr txBox="1"/>
          <p:nvPr/>
        </p:nvSpPr>
        <p:spPr>
          <a:xfrm>
            <a:off x="6309360" y="273966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900" dirty="0"/>
          </a:p>
        </p:txBody>
      </p:sp>
      <p:sp>
        <p:nvSpPr>
          <p:cNvPr id="12" name="LINK37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37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37 answer 2 text">
            <a:hlinkClick r:id="rIdLnk6" action="ppaction://hlinksldjump"/>
          </p:cNvPr>
          <p:cNvSpPr txBox="1"/>
          <p:nvPr/>
        </p:nvSpPr>
        <p:spPr>
          <a:xfrm>
            <a:off x="3474720" y="2599732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وَنَظَرَ</a:t>
            </a:r>
            <a:endParaRPr lang="ar-SA" sz="4900" dirty="0"/>
          </a:p>
        </p:txBody>
      </p:sp>
      <p:sp>
        <p:nvSpPr>
          <p:cNvPr id="15" name="LINK36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6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6 answer 3 text">
            <a:hlinkClick r:id="rIdLnk9" action="ppaction://hlinksldjump"/>
          </p:cNvPr>
          <p:cNvSpPr txBox="1"/>
          <p:nvPr/>
        </p:nvSpPr>
        <p:spPr>
          <a:xfrm>
            <a:off x="640080" y="2499316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9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3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280103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6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1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ṣana'a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38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38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38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5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5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5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question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828800" y="228600"/>
            <a:ext cx="5486400" cy="566928"/>
          </a:xfrm>
          <a:prstGeom prst="roundRect">
            <a:avLst>
              <a:gd name="adj" fmla="val 50000"/>
            </a:avLst>
          </a:prstGeom>
          <a:solidFill>
            <a:srgbClr val="000000">
              <a:alpha val="2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157984" y="251277"/>
            <a:ext cx="4828032" cy="238110"/>
          </a:xfrm>
          <a:prstGeom prst="roundRect">
            <a:avLst>
              <a:gd name="adj" fmla="val 95238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920240" y="252984"/>
            <a:ext cx="5303520" cy="530352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4 · Read the word</a:t>
            </a:r>
            <a:endParaRPr lang="en-US" sz="2400" dirty="0"/>
          </a:p>
        </p:txBody>
      </p:sp>
      <p:sp>
        <p:nvSpPr>
          <p:cNvPr id="6" name="Glass"/>
          <p:cNvSpPr/>
          <p:nvPr/>
        </p:nvSpPr>
        <p:spPr>
          <a:xfrm>
            <a:off x="731520" y="960120"/>
            <a:ext cx="7680960" cy="1325880"/>
          </a:xfrm>
          <a:prstGeom prst="roundRect">
            <a:avLst>
              <a:gd name="adj" fmla="val 241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7" name="Glass sheen"/>
          <p:cNvSpPr/>
          <p:nvPr/>
        </p:nvSpPr>
        <p:spPr>
          <a:xfrm>
            <a:off x="1192378" y="1013155"/>
            <a:ext cx="6759245" cy="556870"/>
          </a:xfrm>
          <a:prstGeom prst="roundRect">
            <a:avLst>
              <a:gd name="adj" fmla="val 4597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953008"/>
            <a:ext cx="7315200" cy="12801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word says  “wasaṭa'a”?</a:t>
            </a:r>
            <a:endParaRPr lang="en-US" sz="3400" dirty="0"/>
          </a:p>
        </p:txBody>
      </p:sp>
      <p:sp>
        <p:nvSpPr>
          <p:cNvPr id="9" name="LINK40 answer 1">
            <a:hlinkClick r:id="rIdLnk1" action="ppaction://hlinksldjump"/>
          </p:cNvPr>
          <p:cNvSpPr/>
          <p:nvPr/>
        </p:nvSpPr>
        <p:spPr>
          <a:xfrm>
            <a:off x="630936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0" name="LINK40 answer 1 sheen">
            <a:hlinkClick r:id="rIdLnk2" action="ppaction://hlinksldjump"/>
          </p:cNvPr>
          <p:cNvSpPr/>
          <p:nvPr/>
        </p:nvSpPr>
        <p:spPr>
          <a:xfrm>
            <a:off x="644103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LINK40 answer 1 text">
            <a:hlinkClick r:id="rIdLnk3" action="ppaction://hlinksldjump"/>
          </p:cNvPr>
          <p:cNvSpPr txBox="1"/>
          <p:nvPr/>
        </p:nvSpPr>
        <p:spPr>
          <a:xfrm>
            <a:off x="6309360" y="2659234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200" dirty="0"/>
          </a:p>
        </p:txBody>
      </p:sp>
      <p:sp>
        <p:nvSpPr>
          <p:cNvPr id="12" name="LINK40 answer 2">
            <a:hlinkClick r:id="rIdLnk4" action="ppaction://hlinksldjump"/>
          </p:cNvPr>
          <p:cNvSpPr/>
          <p:nvPr/>
        </p:nvSpPr>
        <p:spPr>
          <a:xfrm>
            <a:off x="347472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3" name="LINK40 answer 2 sheen">
            <a:hlinkClick r:id="rIdLnk5" action="ppaction://hlinksldjump"/>
          </p:cNvPr>
          <p:cNvSpPr/>
          <p:nvPr/>
        </p:nvSpPr>
        <p:spPr>
          <a:xfrm>
            <a:off x="360639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LINK40 answer 2 text">
            <a:hlinkClick r:id="rIdLnk6" action="ppaction://hlinksldjump"/>
          </p:cNvPr>
          <p:cNvSpPr txBox="1"/>
          <p:nvPr/>
        </p:nvSpPr>
        <p:spPr>
          <a:xfrm>
            <a:off x="3474720" y="2572703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200" dirty="0"/>
          </a:p>
        </p:txBody>
      </p:sp>
      <p:sp>
        <p:nvSpPr>
          <p:cNvPr id="15" name="LINK39 answer 3">
            <a:hlinkClick r:id="rIdLnk7" action="ppaction://hlinksldjump"/>
          </p:cNvPr>
          <p:cNvSpPr/>
          <p:nvPr/>
        </p:nvSpPr>
        <p:spPr>
          <a:xfrm>
            <a:off x="640080" y="2606040"/>
            <a:ext cx="2194560" cy="1234440"/>
          </a:xfrm>
          <a:prstGeom prst="roundRect">
            <a:avLst>
              <a:gd name="adj" fmla="val 25926"/>
            </a:avLst>
          </a:prstGeom>
          <a:solidFill>
            <a:srgbClr val="FFFFFF">
              <a:alpha val="75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6" name="LINK39 answer 3 sheen">
            <a:hlinkClick r:id="rIdLnk8" action="ppaction://hlinksldjump"/>
          </p:cNvPr>
          <p:cNvSpPr/>
          <p:nvPr/>
        </p:nvSpPr>
        <p:spPr>
          <a:xfrm>
            <a:off x="771754" y="2655418"/>
            <a:ext cx="1931213" cy="518465"/>
          </a:xfrm>
          <a:prstGeom prst="roundRect">
            <a:avLst>
              <a:gd name="adj" fmla="val 4938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LINK39 answer 3 text">
            <a:hlinkClick r:id="rIdLnk9" action="ppaction://hlinksldjump"/>
          </p:cNvPr>
          <p:cNvSpPr txBox="1"/>
          <p:nvPr/>
        </p:nvSpPr>
        <p:spPr>
          <a:xfrm>
            <a:off x="640080" y="2560628"/>
            <a:ext cx="2194560" cy="1234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200" dirty="0"/>
          </a:p>
        </p:txBody>
      </p:sp>
      <p:sp>
        <p:nvSpPr>
          <p:cNvPr id="18" name="Progress"/>
          <p:cNvSpPr/>
          <p:nvPr/>
        </p:nvSpPr>
        <p:spPr>
          <a:xfrm>
            <a:off x="307238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Progress"/>
          <p:cNvSpPr/>
          <p:nvPr/>
        </p:nvSpPr>
        <p:spPr>
          <a:xfrm>
            <a:off x="331012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Progress"/>
          <p:cNvSpPr/>
          <p:nvPr/>
        </p:nvSpPr>
        <p:spPr>
          <a:xfrm>
            <a:off x="354787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Progress"/>
          <p:cNvSpPr/>
          <p:nvPr/>
        </p:nvSpPr>
        <p:spPr>
          <a:xfrm>
            <a:off x="378561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Progress"/>
          <p:cNvSpPr/>
          <p:nvPr/>
        </p:nvSpPr>
        <p:spPr>
          <a:xfrm>
            <a:off x="402336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Progress"/>
          <p:cNvSpPr/>
          <p:nvPr/>
        </p:nvSpPr>
        <p:spPr>
          <a:xfrm>
            <a:off x="426110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Progress"/>
          <p:cNvSpPr/>
          <p:nvPr/>
        </p:nvSpPr>
        <p:spPr>
          <a:xfrm>
            <a:off x="449884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Progress"/>
          <p:cNvSpPr/>
          <p:nvPr/>
        </p:nvSpPr>
        <p:spPr>
          <a:xfrm>
            <a:off x="4736592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Progress"/>
          <p:cNvSpPr/>
          <p:nvPr/>
        </p:nvSpPr>
        <p:spPr>
          <a:xfrm>
            <a:off x="4974336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Progress"/>
          <p:cNvSpPr/>
          <p:nvPr/>
        </p:nvSpPr>
        <p:spPr>
          <a:xfrm>
            <a:off x="5212080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Progress"/>
          <p:cNvSpPr/>
          <p:nvPr/>
        </p:nvSpPr>
        <p:spPr>
          <a:xfrm>
            <a:off x="5449824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Progress"/>
          <p:cNvSpPr/>
          <p:nvPr/>
        </p:nvSpPr>
        <p:spPr>
          <a:xfrm>
            <a:off x="5687568" y="480060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Progress"/>
          <p:cNvSpPr/>
          <p:nvPr/>
        </p:nvSpPr>
        <p:spPr>
          <a:xfrm>
            <a:off x="5925312" y="4800600"/>
            <a:ext cx="146304" cy="146304"/>
          </a:xfrm>
          <a:prstGeom prst="ellipse">
            <a:avLst/>
          </a:prstGeom>
          <a:solidFill>
            <a:srgbClr val="FFFFFF">
              <a:alpha val="80000"/>
            </a:srgbClr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 advClick="0">
    <p:push dir="l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right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502920"/>
            <a:ext cx="5120640" cy="2834640"/>
          </a:xfrm>
          <a:prstGeom prst="roundRect">
            <a:avLst>
              <a:gd name="adj" fmla="val 1129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616306"/>
            <a:ext cx="4506163" cy="1190549"/>
          </a:xfrm>
          <a:prstGeom prst="roundRect">
            <a:avLst>
              <a:gd name="adj" fmla="val 21505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597408"/>
            <a:ext cx="475488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Great job!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356771"/>
            <a:ext cx="475488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B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721864"/>
            <a:ext cx="475488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wasaṭa'a</a:t>
            </a:r>
            <a:endParaRPr lang="en-US" sz="2100" dirty="0"/>
          </a:p>
        </p:txBody>
      </p:sp>
      <p:sp>
        <p:nvSpPr>
          <p:cNvPr id="8" name="A200 star 1"/>
          <p:cNvSpPr/>
          <p:nvPr/>
        </p:nvSpPr>
        <p:spPr>
          <a:xfrm>
            <a:off x="1005840" y="5486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380 star 2"/>
          <p:cNvSpPr/>
          <p:nvPr/>
        </p:nvSpPr>
        <p:spPr>
          <a:xfrm>
            <a:off x="7498080" y="64008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A560 star 3"/>
          <p:cNvSpPr/>
          <p:nvPr/>
        </p:nvSpPr>
        <p:spPr>
          <a:xfrm>
            <a:off x="822960" y="237744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A740 star 4"/>
          <p:cNvSpPr/>
          <p:nvPr/>
        </p:nvSpPr>
        <p:spPr>
          <a:xfrm>
            <a:off x="7772400" y="228600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A920 star 5"/>
          <p:cNvSpPr/>
          <p:nvPr/>
        </p:nvSpPr>
        <p:spPr>
          <a:xfrm>
            <a:off x="14630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A1100 star 6"/>
          <p:cNvSpPr/>
          <p:nvPr/>
        </p:nvSpPr>
        <p:spPr>
          <a:xfrm>
            <a:off x="6949440" y="3931920"/>
            <a:ext cx="685800" cy="68580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LINK41 button">
            <a:hlinkClick r:id="rIdLnk1" action="ppaction://hlinksldjump"/>
          </p:cNvPr>
          <p:cNvSpPr/>
          <p:nvPr/>
        </p:nvSpPr>
        <p:spPr>
          <a:xfrm>
            <a:off x="3291840" y="3977640"/>
            <a:ext cx="2560320" cy="731520"/>
          </a:xfrm>
          <a:prstGeom prst="roundRect">
            <a:avLst>
              <a:gd name="adj" fmla="val 43750"/>
            </a:avLst>
          </a:prstGeom>
          <a:solidFill>
            <a:srgbClr val="2F9E44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5" name="LINK41 button sheen">
            <a:hlinkClick r:id="rIdLnk2" action="ppaction://hlinksldjump"/>
          </p:cNvPr>
          <p:cNvSpPr/>
          <p:nvPr/>
        </p:nvSpPr>
        <p:spPr>
          <a:xfrm>
            <a:off x="3445459" y="4006901"/>
            <a:ext cx="2253082" cy="307238"/>
          </a:xfrm>
          <a:prstGeom prst="roundRect">
            <a:avLst>
              <a:gd name="adj" fmla="val 833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LINK41 button text">
            <a:hlinkClick r:id="rIdLnk3" action="ppaction://hlinksldjump"/>
          </p:cNvPr>
          <p:cNvSpPr txBox="1"/>
          <p:nvPr/>
        </p:nvSpPr>
        <p:spPr>
          <a:xfrm>
            <a:off x="3291840" y="3975862"/>
            <a:ext cx="2560320" cy="73152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▶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53" presetClass="entr" presetSubtype="16" fill="hold" grpId="0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53" presetClass="entr" presetSubtype="16" fill="hold" grpId="0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wrong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2011680" y="731520"/>
            <a:ext cx="5120640" cy="2286000"/>
          </a:xfrm>
          <a:prstGeom prst="roundRect">
            <a:avLst>
              <a:gd name="adj" fmla="val 14000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2318918" y="822960"/>
            <a:ext cx="4506163" cy="960120"/>
          </a:xfrm>
          <a:prstGeom prst="roundRect">
            <a:avLst>
              <a:gd name="adj" fmla="val 2666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194560" y="820103"/>
            <a:ext cx="47548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Oops!</a:t>
            </a:r>
            <a:endParaRPr lang="en-US" sz="45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761744"/>
            <a:ext cx="4754880" cy="64008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 again and try one more time.</a:t>
            </a:r>
            <a:endParaRPr lang="en-US" sz="2100" dirty="0"/>
          </a:p>
        </p:txBody>
      </p:sp>
      <p:sp>
        <p:nvSpPr>
          <p:cNvPr id="7" name="LINK38 button">
            <a:hlinkClick r:id="rIdLnk1" action="ppaction://hlinksldjump"/>
          </p:cNvPr>
          <p:cNvSpPr/>
          <p:nvPr/>
        </p:nvSpPr>
        <p:spPr>
          <a:xfrm>
            <a:off x="3108960" y="3429000"/>
            <a:ext cx="2926080" cy="822960"/>
          </a:xfrm>
          <a:prstGeom prst="roundRect">
            <a:avLst>
              <a:gd name="adj" fmla="val 38889"/>
            </a:avLst>
          </a:prstGeom>
          <a:solidFill>
            <a:srgbClr val="E8590C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8" name="LINK38 button sheen">
            <a:hlinkClick r:id="rIdLnk2" action="ppaction://hlinksldjump"/>
          </p:cNvPr>
          <p:cNvSpPr/>
          <p:nvPr/>
        </p:nvSpPr>
        <p:spPr>
          <a:xfrm>
            <a:off x="3284525" y="3461918"/>
            <a:ext cx="2574950" cy="345643"/>
          </a:xfrm>
          <a:prstGeom prst="roundRect">
            <a:avLst>
              <a:gd name="adj" fmla="val 7407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LINK38 button text">
            <a:hlinkClick r:id="rIdLnk3" action="ppaction://hlinksldjump"/>
          </p:cNvPr>
          <p:cNvSpPr txBox="1"/>
          <p:nvPr/>
        </p:nvSpPr>
        <p:spPr>
          <a:xfrm>
            <a:off x="3108960" y="3425444"/>
            <a:ext cx="29260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Try again</a:t>
            </a:r>
            <a:endParaRPr lang="en-US" sz="2800" dirty="0"/>
          </a:p>
        </p:txBody>
      </p:sp>
    </p:spTree>
  </p:cSld>
  <p:clrMapOvr>
    <a:masterClrMapping/>
  </p:clrMapOvr>
  <p:transition spd="med" advClick="0">
    <p:fade/>
    <p:sndAc>
      <p:stSnd>
        <p:snd r:embed="rIdGameSnd" name="oops.wav"/>
      </p:stSnd>
    </p:sndAc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ND end"/>
          <p:cNvSpPr/>
          <p:nvPr/>
        </p:nvSpPr>
        <p:spPr>
          <a:xfrm>
            <a:off x="0" y="0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Glass"/>
          <p:cNvSpPr/>
          <p:nvPr/>
        </p:nvSpPr>
        <p:spPr>
          <a:xfrm>
            <a:off x="1463040" y="548640"/>
            <a:ext cx="6217920" cy="2926080"/>
          </a:xfrm>
          <a:prstGeom prst="roundRect">
            <a:avLst>
              <a:gd name="adj" fmla="val 10938"/>
            </a:avLst>
          </a:prstGeom>
          <a:solidFill>
            <a:srgbClr val="FFFFFF">
              <a:alpha val="28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4" name="Glass sheen"/>
          <p:cNvSpPr/>
          <p:nvPr/>
        </p:nvSpPr>
        <p:spPr>
          <a:xfrm>
            <a:off x="1836115" y="665683"/>
            <a:ext cx="5471770" cy="1228954"/>
          </a:xfrm>
          <a:prstGeom prst="roundRect">
            <a:avLst>
              <a:gd name="adj" fmla="val 20833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645920" y="746252"/>
            <a:ext cx="585216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did it!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1708214"/>
            <a:ext cx="5852160" cy="5486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games won</a:t>
            </a:r>
            <a:endParaRPr lang="en-US" sz="2700" dirty="0"/>
          </a:p>
        </p:txBody>
      </p:sp>
      <p:sp>
        <p:nvSpPr>
          <p:cNvPr id="7" name="A300 star 1"/>
          <p:cNvSpPr/>
          <p:nvPr/>
        </p:nvSpPr>
        <p:spPr>
          <a:xfrm>
            <a:off x="219456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A600 star 2"/>
          <p:cNvSpPr/>
          <p:nvPr/>
        </p:nvSpPr>
        <p:spPr>
          <a:xfrm>
            <a:off x="4160520" y="233172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A900 star 3"/>
          <p:cNvSpPr/>
          <p:nvPr/>
        </p:nvSpPr>
        <p:spPr>
          <a:xfrm>
            <a:off x="6126480" y="2423160"/>
            <a:ext cx="822960" cy="822960"/>
          </a:xfrm>
          <a:prstGeom prst="star5">
            <a:avLst/>
          </a:prstGeom>
          <a:solidFill>
            <a:srgbClr val="FFD4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LINK2 button">
            <a:hlinkClick r:id="rIdLnk1" action="ppaction://hlinksldjump"/>
          </p:cNvPr>
          <p:cNvSpPr/>
          <p:nvPr/>
        </p:nvSpPr>
        <p:spPr>
          <a:xfrm>
            <a:off x="3017520" y="3840480"/>
            <a:ext cx="3108960" cy="777240"/>
          </a:xfrm>
          <a:prstGeom prst="roundRect">
            <a:avLst>
              <a:gd name="adj" fmla="val 41176"/>
            </a:avLst>
          </a:prstGeom>
          <a:solidFill>
            <a:srgbClr val="1971C2">
              <a:alpha val="80000"/>
            </a:srgbClr>
          </a:solidFill>
          <a:ln w="25400">
            <a:solidFill>
              <a:srgbClr val="FFFFFF">
                <a:alpha val="75000"/>
              </a:srgbClr>
            </a:solidFill>
            <a:prstDash val="solid"/>
          </a:ln>
          <a:effectLst>
            <a:outerShdw sx="100000" sy="100000" kx="0" ky="0" algn="bl" rotWithShape="0" blurRad="152400" dist="50800" dir="5400000">
              <a:srgbClr val="000000">
                <a:alpha val="25000"/>
              </a:srgbClr>
            </a:outerShdw>
          </a:effectLst>
        </p:spPr>
      </p:sp>
      <p:sp>
        <p:nvSpPr>
          <p:cNvPr id="11" name="LINK2 button sheen">
            <a:hlinkClick r:id="rIdLnk2" action="ppaction://hlinksldjump"/>
          </p:cNvPr>
          <p:cNvSpPr/>
          <p:nvPr/>
        </p:nvSpPr>
        <p:spPr>
          <a:xfrm>
            <a:off x="3204058" y="3871570"/>
            <a:ext cx="2735885" cy="326441"/>
          </a:xfrm>
          <a:prstGeom prst="roundRect">
            <a:avLst>
              <a:gd name="adj" fmla="val 78431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LINK2 button text">
            <a:hlinkClick r:id="rIdLnk3" action="ppaction://hlinksldjump"/>
          </p:cNvPr>
          <p:cNvSpPr txBox="1"/>
          <p:nvPr/>
        </p:nvSpPr>
        <p:spPr>
          <a:xfrm>
            <a:off x="3017520" y="3836924"/>
            <a:ext cx="3108960" cy="777240"/>
          </a:xfrm>
          <a:prstGeom prst="rect">
            <a:avLst/>
          </a:prstGeom>
          <a:noFill/>
          <a:ln/>
          <a:effectLst>
            <a:outerShdw sx="100000" sy="100000" kx="0" ky="0" algn="bl" rotWithShape="0" blurRad="38100" dist="12700" dir="5400000">
              <a:srgbClr val="000000">
                <a:alpha val="35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↺  Play again</a:t>
            </a:r>
            <a:endParaRPr lang="en-US" sz="2800" dirty="0"/>
          </a:p>
        </p:txBody>
      </p:sp>
    </p:spTree>
  </p:cSld>
  <p:clrMapOvr>
    <a:masterClrMapping/>
  </p:clrMapOvr>
  <p:transition spd="med">
    <p:zoom/>
    <p:sndAc>
      <p:stSnd>
        <p:snd r:embed="rIdGameSnd" name="win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Games 10-ain-ghain</dc:title>
  <dc:subject>PptxGenJS Presentation</dc:subject>
  <dc:creator>PptxGenJS</dc:creator>
  <cp:lastModifiedBy>PptxGenJS</cp:lastModifiedBy>
  <cp:revision>1</cp:revision>
  <dcterms:created xsi:type="dcterms:W3CDTF">2026-10-22T14:27:39Z</dcterms:created>
  <dcterms:modified xsi:type="dcterms:W3CDTF">2026-10-22T14:27:39Z</dcterms:modified>
</cp:coreProperties>
</file>