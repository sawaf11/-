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غَ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غَ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غَ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عَزَ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عَضَ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غَضَ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غَصَ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زَرَعَ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صَنَعَ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وَسَطَعَ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6.xml"/><Relationship Id="rIdLnk8" Type="http://schemas.openxmlformats.org/officeDocument/2006/relationships/slide" Target="slide6.xml"/><Relationship Id="rIdLnk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9.xml"/><Relationship Id="rIdLnk8" Type="http://schemas.openxmlformats.org/officeDocument/2006/relationships/slide" Target="slide9.xml"/><Relationship Id="rIdLnk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1.xml"/><Relationship Id="rIdLnk5" Type="http://schemas.openxmlformats.org/officeDocument/2006/relationships/slide" Target="slide21.xml"/><Relationship Id="rIdLnk6" Type="http://schemas.openxmlformats.org/officeDocument/2006/relationships/slide" Target="slide21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4.xml"/><Relationship Id="rIdLnk5" Type="http://schemas.openxmlformats.org/officeDocument/2006/relationships/slide" Target="slide24.xml"/><Relationship Id="rIdLnk6" Type="http://schemas.openxmlformats.org/officeDocument/2006/relationships/slide" Target="slide24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3.xml"/><Relationship Id="rIdLnk5" Type="http://schemas.openxmlformats.org/officeDocument/2006/relationships/slide" Target="slide33.xml"/><Relationship Id="rIdLnk6" Type="http://schemas.openxmlformats.org/officeDocument/2006/relationships/slide" Target="slide33.xml"/><Relationship Id="rIdLnk7" Type="http://schemas.openxmlformats.org/officeDocument/2006/relationships/slide" Target="slide34.xml"/><Relationship Id="rIdLnk8" Type="http://schemas.openxmlformats.org/officeDocument/2006/relationships/slide" Target="slide34.xml"/><Relationship Id="rIdLnk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7.xml"/><Relationship Id="rIdLnk5" Type="http://schemas.openxmlformats.org/officeDocument/2006/relationships/slide" Target="slide37.xml"/><Relationship Id="rIdLnk6" Type="http://schemas.openxmlformats.org/officeDocument/2006/relationships/slide" Target="slide37.xml"/><Relationship Id="rIdLnk7" Type="http://schemas.openxmlformats.org/officeDocument/2006/relationships/slide" Target="slide36.xml"/><Relationship Id="rIdLnk8" Type="http://schemas.openxmlformats.org/officeDocument/2006/relationships/slide" Target="slide36.xml"/><Relationship Id="rIdLnk9" Type="http://schemas.openxmlformats.org/officeDocument/2006/relationships/slide" Target="slide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39.xml"/><Relationship Id="rIdLnk8" Type="http://schemas.openxmlformats.org/officeDocument/2006/relationships/slide" Target="slide39.xml"/><Relationship Id="rIdLnk9" Type="http://schemas.openxmlformats.org/officeDocument/2006/relationships/slide" Target="slide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9878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   غَ</a:t>
            </a:r>
            <a:endParaRPr lang="ar-SA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47233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51297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4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3036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4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57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4788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59626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7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40045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5700" dirty="0"/>
          </a:p>
        </p:txBody>
      </p:sp>
      <p:sp>
        <p:nvSpPr>
          <p:cNvPr id="15" name="LINK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6 answer 3 text">
            <a:hlinkClick r:id="rIdLnk9" action="ppaction://hlinksldjump"/>
          </p:cNvPr>
          <p:cNvSpPr txBox="1"/>
          <p:nvPr/>
        </p:nvSpPr>
        <p:spPr>
          <a:xfrm>
            <a:off x="1085850" y="256007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37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“'a”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66065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8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41345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800" dirty="0"/>
          </a:p>
        </p:txBody>
      </p:sp>
      <p:sp>
        <p:nvSpPr>
          <p:cNvPr id="15" name="LINK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9 answer 3 text">
            <a:hlinkClick r:id="rIdLnk9" action="ppaction://hlinksldjump"/>
          </p:cNvPr>
          <p:cNvSpPr txBox="1"/>
          <p:nvPr/>
        </p:nvSpPr>
        <p:spPr>
          <a:xfrm>
            <a:off x="1085850" y="24639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57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4788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“'a”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69715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8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60992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800" dirty="0"/>
          </a:p>
        </p:txBody>
      </p:sp>
      <p:sp>
        <p:nvSpPr>
          <p:cNvPr id="15" name="LINK1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2 answer 3 text">
            <a:hlinkClick r:id="rIdLnk9" action="ppaction://hlinksldjump"/>
          </p:cNvPr>
          <p:cNvSpPr txBox="1"/>
          <p:nvPr/>
        </p:nvSpPr>
        <p:spPr>
          <a:xfrm>
            <a:off x="1085850" y="24639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57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4788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“gha”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36535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12" name="LINK15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5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5 answer 2 text">
            <a:hlinkClick r:id="rIdLnk6" action="ppaction://hlinksldjump"/>
          </p:cNvPr>
          <p:cNvSpPr txBox="1"/>
          <p:nvPr/>
        </p:nvSpPr>
        <p:spPr>
          <a:xfrm>
            <a:off x="377190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4814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37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“gha”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59461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77190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69176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37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+ za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91508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  +  زَ</a:t>
            </a:r>
            <a:endParaRPr lang="ar-SA" sz="5500" dirty="0"/>
          </a:p>
        </p:txBody>
      </p:sp>
      <p:sp>
        <p:nvSpPr>
          <p:cNvPr id="10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2 answer 1 text">
            <a:hlinkClick r:id="rIdLnk3" action="ppaction://hlinksldjump"/>
          </p:cNvPr>
          <p:cNvSpPr txBox="1"/>
          <p:nvPr/>
        </p:nvSpPr>
        <p:spPr>
          <a:xfrm>
            <a:off x="6309360" y="252222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4800" dirty="0"/>
          </a:p>
        </p:txBody>
      </p:sp>
      <p:sp>
        <p:nvSpPr>
          <p:cNvPr id="13" name="LINK2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1 answer 2 text">
            <a:hlinkClick r:id="rIdLnk6" action="ppaction://hlinksldjump"/>
          </p:cNvPr>
          <p:cNvSpPr txBox="1"/>
          <p:nvPr/>
        </p:nvSpPr>
        <p:spPr>
          <a:xfrm>
            <a:off x="3474720" y="256794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4800" dirty="0"/>
          </a:p>
        </p:txBody>
      </p:sp>
      <p:sp>
        <p:nvSpPr>
          <p:cNvPr id="16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2 answer 3 text">
            <a:hlinkClick r:id="rIdLnk9" action="ppaction://hlinksldjump"/>
          </p:cNvPr>
          <p:cNvSpPr txBox="1"/>
          <p:nvPr/>
        </p:nvSpPr>
        <p:spPr>
          <a:xfrm>
            <a:off x="640080" y="266996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عَطَ</a:t>
            </a:r>
            <a:endParaRPr lang="ar-SA" sz="48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6413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4788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'aza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+ ḍa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01141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  +  ضَ</a:t>
            </a:r>
            <a:endParaRPr lang="ar-SA" sz="5400" dirty="0"/>
          </a:p>
        </p:txBody>
      </p:sp>
      <p:sp>
        <p:nvSpPr>
          <p:cNvPr id="10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5 answer 1 text">
            <a:hlinkClick r:id="rIdLnk3" action="ppaction://hlinksldjump"/>
          </p:cNvPr>
          <p:cNvSpPr txBox="1"/>
          <p:nvPr/>
        </p:nvSpPr>
        <p:spPr>
          <a:xfrm>
            <a:off x="6309360" y="25958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4700" dirty="0"/>
          </a:p>
        </p:txBody>
      </p:sp>
      <p:sp>
        <p:nvSpPr>
          <p:cNvPr id="13" name="LINK2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4 answer 2 text">
            <a:hlinkClick r:id="rIdLnk6" action="ppaction://hlinksldjump"/>
          </p:cNvPr>
          <p:cNvSpPr txBox="1"/>
          <p:nvPr/>
        </p:nvSpPr>
        <p:spPr>
          <a:xfrm>
            <a:off x="3474720" y="25755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47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52933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5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 + ḍa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4723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  +  ضَ</a:t>
            </a:r>
            <a:endParaRPr lang="ar-SA" sz="50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54323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46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66730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غَظَ</a:t>
            </a:r>
            <a:endParaRPr lang="ar-SA" sz="4600" dirty="0"/>
          </a:p>
        </p:txBody>
      </p:sp>
      <p:sp>
        <p:nvSpPr>
          <p:cNvPr id="16" name="LINK2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7 answer 3 text">
            <a:hlinkClick r:id="rIdLnk9" action="ppaction://hlinksldjump"/>
          </p:cNvPr>
          <p:cNvSpPr txBox="1"/>
          <p:nvPr/>
        </p:nvSpPr>
        <p:spPr>
          <a:xfrm>
            <a:off x="640080" y="25952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46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25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ghaḍa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 + ṣa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4723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  +  صَ</a:t>
            </a:r>
            <a:endParaRPr lang="ar-SA" sz="50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54323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endParaRPr lang="ar-SA" sz="46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60604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غَبَ</a:t>
            </a:r>
            <a:endParaRPr lang="ar-SA" sz="46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5952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46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25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ghaṣa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“zara'a”?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5881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700" dirty="0"/>
          </a:p>
        </p:txBody>
      </p:sp>
      <p:sp>
        <p:nvSpPr>
          <p:cNvPr id="12" name="LINK3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3 answer 2 text">
            <a:hlinkClick r:id="rIdLnk6" action="ppaction://hlinksldjump"/>
          </p:cNvPr>
          <p:cNvSpPr txBox="1"/>
          <p:nvPr/>
        </p:nvSpPr>
        <p:spPr>
          <a:xfrm>
            <a:off x="3474720" y="25239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700" dirty="0"/>
          </a:p>
        </p:txBody>
      </p:sp>
      <p:sp>
        <p:nvSpPr>
          <p:cNvPr id="15" name="LINK3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4 answer 3 text">
            <a:hlinkClick r:id="rIdLnk9" action="ppaction://hlinksldjump"/>
          </p:cNvPr>
          <p:cNvSpPr txBox="1"/>
          <p:nvPr/>
        </p:nvSpPr>
        <p:spPr>
          <a:xfrm>
            <a:off x="64008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254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4788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zara'a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“ṣana'a”?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7396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900" dirty="0"/>
          </a:p>
        </p:txBody>
      </p:sp>
      <p:sp>
        <p:nvSpPr>
          <p:cNvPr id="12" name="LINK3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7 answer 2 text">
            <a:hlinkClick r:id="rIdLnk6" action="ppaction://hlinksldjump"/>
          </p:cNvPr>
          <p:cNvSpPr txBox="1"/>
          <p:nvPr/>
        </p:nvSpPr>
        <p:spPr>
          <a:xfrm>
            <a:off x="347472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4900" dirty="0"/>
          </a:p>
        </p:txBody>
      </p:sp>
      <p:sp>
        <p:nvSpPr>
          <p:cNvPr id="15" name="LINK3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6 answer 3 text">
            <a:hlinkClick r:id="rIdLnk9" action="ppaction://hlinksldjump"/>
          </p:cNvPr>
          <p:cNvSpPr txBox="1"/>
          <p:nvPr/>
        </p:nvSpPr>
        <p:spPr>
          <a:xfrm>
            <a:off x="640080" y="249931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010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1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ṣana'a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“wasaṭa'a”?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200" dirty="0"/>
          </a:p>
        </p:txBody>
      </p:sp>
      <p:sp>
        <p:nvSpPr>
          <p:cNvPr id="12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0 answer 2 text">
            <a:hlinkClick r:id="rIdLnk6" action="ppaction://hlinksldjump"/>
          </p:cNvPr>
          <p:cNvSpPr txBox="1"/>
          <p:nvPr/>
        </p:nvSpPr>
        <p:spPr>
          <a:xfrm>
            <a:off x="3474720" y="257270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200" dirty="0"/>
          </a:p>
        </p:txBody>
      </p:sp>
      <p:sp>
        <p:nvSpPr>
          <p:cNvPr id="15" name="LINK3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9 answer 3 text">
            <a:hlinkClick r:id="rIdLnk9" action="ppaction://hlinksldjump"/>
          </p:cNvPr>
          <p:cNvSpPr txBox="1"/>
          <p:nvPr/>
        </p:nvSpPr>
        <p:spPr>
          <a:xfrm>
            <a:off x="640080" y="25606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56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1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wasaṭa'a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10-ain-ghain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