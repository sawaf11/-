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2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2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5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8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2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2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5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8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2.png"/><Relationship Id="rId2" Type="http://schemas.openxmlformats.org/officeDocument/2006/relationships/image" Target="../media/image-4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1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8ED"/>
          </a:solidFill>
          <a:ln w="12700">
            <a:solidFill>
              <a:srgbClr val="5ED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1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11100" dirty="0"/>
          </a:p>
        </p:txBody>
      </p:sp>
      <p:pic>
        <p:nvPicPr>
          <p:cNvPr id="21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904878" cy="1463040"/>
          </a:xfrm>
          <a:prstGeom prst="rect">
            <a:avLst/>
          </a:prstGeom>
        </p:spPr>
      </p:pic>
      <p:pic>
        <p:nvPicPr>
          <p:cNvPr id="22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228" y="1828800"/>
            <a:ext cx="1372332" cy="146304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952"/>
          </a:solidFill>
          <a:ln w="12700">
            <a:solidFill>
              <a:srgbClr val="E07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3"/>
          </a:solidFill>
          <a:ln w="12700">
            <a:solidFill>
              <a:srgbClr val="70DB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</a:t>
            </a:r>
            <a:endParaRPr lang="ar-SA" sz="56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C"/>
          </a:solidFill>
          <a:ln w="12700">
            <a:solidFill>
              <a:srgbClr val="64D8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3"/>
          </a:solidFill>
          <a:ln w="12700">
            <a:solidFill>
              <a:srgbClr val="47D1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</a:t>
            </a:r>
            <a:endParaRPr lang="ar-SA" sz="95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</a:t>
            </a:r>
            <a:endParaRPr lang="ar-SA" sz="9900" dirty="0"/>
          </a:p>
        </p:txBody>
      </p:sp>
      <p:pic>
        <p:nvPicPr>
          <p:cNvPr id="21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</a:t>
            </a:r>
            <a:endParaRPr lang="ar-SA" sz="8600" dirty="0"/>
          </a:p>
        </p:txBody>
      </p:sp>
      <p:pic>
        <p:nvPicPr>
          <p:cNvPr id="22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3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</a:t>
            </a:r>
            <a:endParaRPr lang="ar-SA" sz="74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5EED"/>
          </a:solidFill>
          <a:ln w="12700">
            <a:solidFill>
              <a:srgbClr val="D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</a:t>
            </a:r>
            <a:endParaRPr lang="ar-SA" sz="74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5"/>
          </a:solidFill>
          <a:ln w="12700">
            <a:solidFill>
              <a:srgbClr val="52E05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</a:t>
            </a:r>
            <a:endParaRPr lang="ar-SA" sz="99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F64D8"/>
          </a:solidFill>
          <a:ln w="12700">
            <a:solidFill>
              <a:srgbClr val="7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47D1"/>
          </a:solidFill>
          <a:ln w="12700">
            <a:solidFill>
              <a:srgbClr val="5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أُجُبُ</a:t>
            </a:r>
            <a:endParaRPr lang="ar-SA" sz="5200" dirty="0"/>
          </a:p>
        </p:txBody>
      </p:sp>
      <p:pic>
        <p:nvPicPr>
          <p:cNvPr id="24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78342" cy="1508760"/>
          </a:xfrm>
          <a:prstGeom prst="rect">
            <a:avLst/>
          </a:prstGeom>
        </p:spPr>
      </p:pic>
      <p:pic>
        <p:nvPicPr>
          <p:cNvPr id="25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بُجُتُ</a:t>
            </a:r>
            <a:endParaRPr lang="ar-SA" sz="81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E79"/>
          </a:solidFill>
          <a:ln w="12700">
            <a:solidFill>
              <a:srgbClr val="345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تُجُثُ</a:t>
            </a:r>
            <a:endParaRPr lang="ar-SA" sz="76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14795" cy="1508760"/>
          </a:xfrm>
          <a:prstGeom prst="rect">
            <a:avLst/>
          </a:prstGeom>
        </p:spPr>
      </p:pic>
      <p:pic>
        <p:nvPicPr>
          <p:cNvPr id="27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956" y="3332988"/>
            <a:ext cx="1497604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ثُجُحُ</a:t>
            </a:r>
            <a:endParaRPr lang="ar-SA" sz="66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B5E"/>
          </a:solidFill>
          <a:ln w="12700">
            <a:solidFill>
              <a:srgbClr val="EDB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حُجُخُ</a:t>
            </a:r>
            <a:endParaRPr lang="ar-SA" sz="66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1E0"/>
          </a:solidFill>
          <a:ln w="12700">
            <a:solidFill>
              <a:srgbClr val="527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E70"/>
          </a:solidFill>
          <a:ln w="12700">
            <a:solidFill>
              <a:srgbClr val="DB8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خُجُدُ</a:t>
            </a:r>
            <a:endParaRPr lang="ar-SA" sz="83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6"/>
          </a:solidFill>
          <a:ln w="12700">
            <a:solidFill>
              <a:srgbClr val="D864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0"/>
          </a:solidFill>
          <a:ln w="12700">
            <a:solidFill>
              <a:srgbClr val="D147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دُجُأُ</a:t>
            </a:r>
            <a:endParaRPr lang="ar-SA" sz="5000" dirty="0"/>
          </a:p>
        </p:txBody>
      </p:sp>
      <p:pic>
        <p:nvPicPr>
          <p:cNvPr id="24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9847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</a:t>
            </a:r>
            <a:endParaRPr lang="ar-SA" sz="5900" dirty="0"/>
          </a:p>
        </p:txBody>
      </p:sp>
      <p:pic>
        <p:nvPicPr>
          <p:cNvPr id="21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F"/>
          </a:solidFill>
          <a:ln w="12700">
            <a:solidFill>
              <a:srgbClr val="7934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3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</a:t>
            </a:r>
            <a:endParaRPr lang="ar-SA" sz="74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8"/>
          </a:solidFill>
          <a:ln w="12700">
            <a:solidFill>
              <a:srgbClr val="5EED9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</a:t>
            </a:r>
            <a:endParaRPr lang="ar-SA" sz="74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5"/>
          </a:solidFill>
          <a:ln w="12700">
            <a:solidFill>
              <a:srgbClr val="E052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3"/>
          </a:solidFill>
          <a:ln w="12700">
            <a:solidFill>
              <a:srgbClr val="70DB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</a:t>
            </a:r>
            <a:endParaRPr lang="ar-SA" sz="74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D864"/>
          </a:solidFill>
          <a:ln w="12700">
            <a:solidFill>
              <a:srgbClr val="8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D147"/>
          </a:solidFill>
          <a:ln w="12700">
            <a:solidFill>
              <a:srgbClr val="8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</a:t>
            </a:r>
            <a:endParaRPr lang="ar-SA" sz="7400" dirty="0"/>
          </a:p>
        </p:txBody>
      </p:sp>
      <p:pic>
        <p:nvPicPr>
          <p:cNvPr id="20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1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</a:t>
            </a:r>
            <a:endParaRPr lang="ar-SA" sz="7400" dirty="0"/>
          </a:p>
        </p:txBody>
      </p:sp>
      <p:pic>
        <p:nvPicPr>
          <p:cNvPr id="21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2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1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11100" dirty="0"/>
          </a:p>
        </p:txBody>
      </p:sp>
      <p:pic>
        <p:nvPicPr>
          <p:cNvPr id="15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65016" cy="1463040"/>
          </a:xfrm>
          <a:prstGeom prst="rect">
            <a:avLst/>
          </a:prstGeom>
        </p:spPr>
      </p:pic>
      <p:pic>
        <p:nvPicPr>
          <p:cNvPr id="16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</a:t>
            </a:r>
            <a:endParaRPr lang="ar-SA" sz="56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</a:t>
            </a:r>
            <a:endParaRPr lang="ar-SA" sz="95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</a:t>
            </a:r>
            <a:endParaRPr lang="ar-SA" sz="101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</a:t>
            </a:r>
            <a:endParaRPr lang="ar-SA" sz="8600" dirty="0"/>
          </a:p>
        </p:txBody>
      </p:sp>
      <p:pic>
        <p:nvPicPr>
          <p:cNvPr id="20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</a:t>
            </a:r>
            <a:endParaRPr lang="ar-SA" sz="7400" dirty="0"/>
          </a:p>
        </p:txBody>
      </p:sp>
      <p:pic>
        <p:nvPicPr>
          <p:cNvPr id="21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</a:t>
            </a:r>
            <a:endParaRPr lang="ar-SA" sz="7400" dirty="0"/>
          </a:p>
        </p:txBody>
      </p:sp>
      <p:pic>
        <p:nvPicPr>
          <p:cNvPr id="22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</a:t>
            </a:r>
            <a:endParaRPr lang="ar-SA" sz="109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أُحُبُ</a:t>
            </a:r>
            <a:endParaRPr lang="ar-SA" sz="52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CE0"/>
          </a:solidFill>
          <a:ln w="12700">
            <a:solidFill>
              <a:srgbClr val="52D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بُحُتُ</a:t>
            </a:r>
            <a:endParaRPr lang="ar-SA" sz="8100" dirty="0"/>
          </a:p>
        </p:txBody>
      </p:sp>
      <p:pic>
        <p:nvPicPr>
          <p:cNvPr id="29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7"/>
          </a:solidFill>
          <a:ln w="12700">
            <a:solidFill>
              <a:srgbClr val="D147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تُحُثُ</a:t>
            </a:r>
            <a:endParaRPr lang="ar-SA" sz="7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ثُحُجُ</a:t>
            </a:r>
            <a:endParaRPr lang="ar-SA" sz="66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جُحُخُ</a:t>
            </a:r>
            <a:endParaRPr lang="ar-SA" sz="6600" dirty="0"/>
          </a:p>
        </p:txBody>
      </p:sp>
      <p:pic>
        <p:nvPicPr>
          <p:cNvPr id="26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5882" cy="1508760"/>
          </a:xfrm>
          <a:prstGeom prst="rect">
            <a:avLst/>
          </a:prstGeom>
        </p:spPr>
      </p:pic>
      <p:pic>
        <p:nvPicPr>
          <p:cNvPr id="27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خُحُدُ</a:t>
            </a:r>
            <a:endParaRPr lang="ar-SA" sz="83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ED5E"/>
          </a:solidFill>
          <a:ln w="12700">
            <a:solidFill>
              <a:srgbClr val="9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دُحُأُ</a:t>
            </a:r>
            <a:endParaRPr lang="ar-SA" sz="50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DB70"/>
          </a:solidFill>
          <a:ln w="12700">
            <a:solidFill>
              <a:srgbClr val="B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</a:t>
            </a:r>
            <a:endParaRPr lang="ar-SA" sz="59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947"/>
          </a:solidFill>
          <a:ln w="12700">
            <a:solidFill>
              <a:srgbClr val="D1B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</a:t>
            </a:r>
            <a:endParaRPr lang="ar-SA" sz="7400" dirty="0"/>
          </a:p>
        </p:txBody>
      </p:sp>
      <p:pic>
        <p:nvPicPr>
          <p:cNvPr id="20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1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</a:t>
            </a:r>
            <a:endParaRPr lang="ar-SA" sz="7400" dirty="0"/>
          </a:p>
        </p:txBody>
      </p:sp>
      <p:pic>
        <p:nvPicPr>
          <p:cNvPr id="21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3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</a:t>
            </a:r>
            <a:endParaRPr lang="ar-SA" sz="74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3ED"/>
          </a:solidFill>
          <a:ln w="12700">
            <a:solidFill>
              <a:srgbClr val="5EB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</a:t>
            </a:r>
            <a:endParaRPr lang="ar-SA" sz="74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D52"/>
          </a:solidFill>
          <a:ln w="12700">
            <a:solidFill>
              <a:srgbClr val="E09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</a:t>
            </a:r>
            <a:endParaRPr lang="ar-SA" sz="74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6"/>
          </a:solidFill>
          <a:ln w="12700">
            <a:solidFill>
              <a:srgbClr val="47D1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11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11100" dirty="0"/>
          </a:p>
        </p:txBody>
      </p:sp>
      <p:pic>
        <p:nvPicPr>
          <p:cNvPr id="13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1064" cy="1463040"/>
          </a:xfrm>
          <a:prstGeom prst="rect">
            <a:avLst/>
          </a:prstGeom>
        </p:spPr>
      </p:pic>
      <p:pic>
        <p:nvPicPr>
          <p:cNvPr id="14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5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</a:t>
            </a:r>
            <a:endParaRPr lang="ar-SA" sz="5600" dirty="0"/>
          </a:p>
        </p:txBody>
      </p:sp>
      <p:pic>
        <p:nvPicPr>
          <p:cNvPr id="21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</a:t>
            </a:r>
            <a:endParaRPr lang="ar-SA" sz="93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3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</a:t>
            </a:r>
            <a:endParaRPr lang="ar-SA" sz="93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</a:t>
            </a:r>
            <a:endParaRPr lang="ar-SA" sz="86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A"/>
          </a:solidFill>
          <a:ln w="12700">
            <a:solidFill>
              <a:srgbClr val="52E0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</a:t>
            </a:r>
            <a:endParaRPr lang="ar-SA" sz="74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</a:t>
            </a:r>
            <a:endParaRPr lang="ar-SA" sz="7400" dirty="0"/>
          </a:p>
        </p:txBody>
      </p:sp>
      <p:pic>
        <p:nvPicPr>
          <p:cNvPr id="20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1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</a:t>
            </a:r>
            <a:endParaRPr lang="ar-SA" sz="9300" dirty="0"/>
          </a:p>
        </p:txBody>
      </p:sp>
      <p:pic>
        <p:nvPicPr>
          <p:cNvPr id="21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2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أُخُبُ</a:t>
            </a:r>
            <a:endParaRPr lang="ar-SA" sz="5200" dirty="0"/>
          </a:p>
        </p:txBody>
      </p:sp>
      <p:pic>
        <p:nvPicPr>
          <p:cNvPr id="26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07673" cy="1508760"/>
          </a:xfrm>
          <a:prstGeom prst="rect">
            <a:avLst/>
          </a:prstGeom>
        </p:spPr>
      </p:pic>
      <p:pic>
        <p:nvPicPr>
          <p:cNvPr id="27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بُخُتُ</a:t>
            </a:r>
            <a:endParaRPr lang="ar-SA" sz="81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05E"/>
          </a:solidFill>
          <a:ln w="12700">
            <a:solidFill>
              <a:srgbClr val="EDE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تُخُثُ</a:t>
            </a:r>
            <a:endParaRPr lang="ar-SA" sz="76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ثُخُجُ</a:t>
            </a:r>
            <a:endParaRPr lang="ar-SA" sz="6600" dirty="0"/>
          </a:p>
        </p:txBody>
      </p:sp>
      <p:pic>
        <p:nvPicPr>
          <p:cNvPr id="29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جُخُحُ</a:t>
            </a:r>
            <a:endParaRPr lang="ar-SA" sz="6600" dirty="0"/>
          </a:p>
        </p:txBody>
      </p:sp>
      <p:pic>
        <p:nvPicPr>
          <p:cNvPr id="24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7745" y="3332988"/>
            <a:ext cx="1674815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حُخُدُ</a:t>
            </a:r>
            <a:endParaRPr lang="ar-SA" sz="83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دُخُأُ</a:t>
            </a:r>
            <a:endParaRPr lang="ar-SA" sz="5000" dirty="0"/>
          </a:p>
        </p:txBody>
      </p:sp>
      <p:pic>
        <p:nvPicPr>
          <p:cNvPr id="26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7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</a:t>
            </a:r>
            <a:endParaRPr lang="ar-SA" sz="59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</a:t>
            </a:r>
            <a:endParaRPr lang="ar-SA" sz="74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</a:t>
            </a:r>
            <a:endParaRPr lang="ar-SA" sz="74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</a:t>
            </a:r>
            <a:endParaRPr lang="ar-SA" sz="7400" dirty="0"/>
          </a:p>
        </p:txBody>
      </p:sp>
      <p:pic>
        <p:nvPicPr>
          <p:cNvPr id="21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</a:t>
            </a:r>
            <a:endParaRPr lang="ar-SA" sz="7400" dirty="0"/>
          </a:p>
        </p:txBody>
      </p:sp>
      <p:pic>
        <p:nvPicPr>
          <p:cNvPr id="22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3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</a:t>
            </a:r>
            <a:endParaRPr lang="ar-SA" sz="74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64772" y="896112"/>
            <a:ext cx="20546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C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64772" y="896112"/>
            <a:ext cx="20546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424572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24572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22050" y="2834640"/>
            <a:ext cx="36999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22050" y="2834640"/>
            <a:ext cx="36999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 عُمَرُ</a:t>
            </a:r>
            <a:endParaRPr lang="ar-SA" sz="5500" dirty="0"/>
          </a:p>
        </p:txBody>
      </p:sp>
      <p:pic>
        <p:nvPicPr>
          <p:cNvPr id="25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89375" cy="1463040"/>
          </a:xfrm>
          <a:prstGeom prst="rect">
            <a:avLst/>
          </a:prstGeom>
        </p:spPr>
      </p:pic>
      <p:pic>
        <p:nvPicPr>
          <p:cNvPr id="26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A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وَحُمِلَ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 وَحُمِلَ</a:t>
            </a:r>
            <a:endParaRPr lang="ar-SA" sz="4700" dirty="0"/>
          </a:p>
        </p:txBody>
      </p:sp>
      <p:pic>
        <p:nvPicPr>
          <p:cNvPr id="22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668" y="1828800"/>
            <a:ext cx="1468892" cy="146304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9568" y="896112"/>
            <a:ext cx="17408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7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9568" y="896112"/>
            <a:ext cx="17408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خُلِقَ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43620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43620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وَرُزِقَ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59066" y="2834640"/>
            <a:ext cx="34258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59066" y="2834640"/>
            <a:ext cx="34258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خُلِقَ وَرُزِقَ</a:t>
            </a:r>
            <a:endParaRPr lang="ar-SA" sz="4700" dirty="0"/>
          </a:p>
        </p:txBody>
      </p:sp>
      <p:pic>
        <p:nvPicPr>
          <p:cNvPr id="17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142634" cy="1463040"/>
          </a:xfrm>
          <a:prstGeom prst="rect">
            <a:avLst/>
          </a:prstGeom>
        </p:spPr>
      </p:pic>
      <p:pic>
        <p:nvPicPr>
          <p:cNvPr id="18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9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2784" y="896112"/>
            <a:ext cx="17479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7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2784" y="896112"/>
            <a:ext cx="17479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663261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7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63261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68245" y="2834640"/>
            <a:ext cx="320751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68245" y="2834640"/>
            <a:ext cx="320751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 عُمَرُ</a:t>
            </a:r>
            <a:endParaRPr lang="ar-SA" sz="4700" dirty="0"/>
          </a:p>
        </p:txBody>
      </p:sp>
      <p:pic>
        <p:nvPicPr>
          <p:cNvPr id="18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8379" cy="1463040"/>
          </a:xfrm>
          <a:prstGeom prst="rect">
            <a:avLst/>
          </a:prstGeom>
        </p:spPr>
      </p:pic>
      <p:pic>
        <p:nvPicPr>
          <p:cNvPr id="19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20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04-jeem-ha-kha</dc:title>
  <dc:subject>PptxGenJS Presentation</dc:subject>
  <dc:creator>PptxGenJS</dc:creator>
  <cp:lastModifiedBy>PptxGenJS</cp:lastModifiedBy>
  <cp:revision>1</cp:revision>
  <dcterms:created xsi:type="dcterms:W3CDTF">2026-10-20T23:11:30Z</dcterms:created>
  <dcterms:modified xsi:type="dcterms:W3CDTF">2026-10-20T23:11:30Z</dcterms:modified>
</cp:coreProperties>
</file>