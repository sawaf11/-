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99917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1897380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266" y="3973068"/>
            <a:ext cx="567294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بُجُتُ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تُجُثُ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256" y="3378708"/>
            <a:ext cx="788304" cy="1691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ثُجُحُ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حُجُخُ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1E0"/>
          </a:solidFill>
          <a:ln w="12700">
            <a:solidFill>
              <a:srgbClr val="527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خُجُدُ</a:t>
            </a:r>
            <a:endParaRPr lang="ar-SA" sz="83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683" y="3973068"/>
            <a:ext cx="573877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0"/>
          </a:solidFill>
          <a:ln w="12700">
            <a:solidFill>
              <a:srgbClr val="D147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دُجُأُ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379" y="4064508"/>
            <a:ext cx="720181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019" y="3653028"/>
            <a:ext cx="99354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118" y="4155948"/>
            <a:ext cx="561442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1011601" cy="169164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6920" y="3287268"/>
            <a:ext cx="775640" cy="1783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3973068"/>
            <a:ext cx="57607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1635" y="3515868"/>
            <a:ext cx="91092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أُحُبُ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بُحُتُ</a:t>
            </a:r>
            <a:endParaRPr lang="ar-SA" sz="8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729" y="3790188"/>
            <a:ext cx="565831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7"/>
          </a:solidFill>
          <a:ln w="12700">
            <a:solidFill>
              <a:srgbClr val="D147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989" y="3378708"/>
            <a:ext cx="1280571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خُحُدُ</a:t>
            </a:r>
            <a:endParaRPr lang="ar-SA" sz="8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63" y="4018788"/>
            <a:ext cx="570997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947"/>
          </a:solidFill>
          <a:ln w="12700">
            <a:solidFill>
              <a:srgbClr val="D1B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8734" y="3515868"/>
            <a:ext cx="893826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11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934014" cy="141732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1897380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630" y="3698748"/>
            <a:ext cx="582930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214" y="3332988"/>
            <a:ext cx="983346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بُخُتُ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تُخُثُ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ثُخُجُ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جُخُحُ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حُخُدُ</a:t>
            </a:r>
            <a:endParaRPr lang="ar-SA" sz="8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دُخُأُ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313" y="3378708"/>
            <a:ext cx="739247" cy="1691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8970" y="4110228"/>
            <a:ext cx="563590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603" y="3515868"/>
            <a:ext cx="102595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37372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1943100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099657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791" y="1783080"/>
            <a:ext cx="758769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9568" y="896112"/>
            <a:ext cx="17408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9568" y="896112"/>
            <a:ext cx="17408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43620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3620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وَرُزِقَ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066" y="2834640"/>
            <a:ext cx="34258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066" y="2834640"/>
            <a:ext cx="34258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 وَرُزِقَ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1943100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278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278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6326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6326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68245" y="2834640"/>
            <a:ext cx="320751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68245" y="2834640"/>
            <a:ext cx="320751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عُمَرُ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618351" cy="12344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187" y="1874520"/>
            <a:ext cx="1113373" cy="14630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04-jeem-ha-kha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