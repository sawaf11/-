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9917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1897380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266" y="3973068"/>
            <a:ext cx="567294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تُجُثُ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256" y="3378708"/>
            <a:ext cx="788304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ثُجُحُ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حُجُخُ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خُجُدُ</a:t>
            </a:r>
            <a:endParaRPr lang="ar-SA" sz="83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683" y="3973068"/>
            <a:ext cx="573877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118" y="4155948"/>
            <a:ext cx="561442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11601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6920" y="3287268"/>
            <a:ext cx="775640" cy="1783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3973068"/>
            <a:ext cx="57607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635" y="3515868"/>
            <a:ext cx="91092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8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790188"/>
            <a:ext cx="565831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خُحُدُ</a:t>
            </a:r>
            <a:endParaRPr lang="ar-SA" sz="8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63" y="4018788"/>
            <a:ext cx="57099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34" y="3515868"/>
            <a:ext cx="89382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1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1897380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214" y="3332988"/>
            <a:ext cx="983346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تُخُثُ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ثُخُجُ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حُخُدُ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313" y="3378708"/>
            <a:ext cx="739247" cy="1691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099657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791" y="1783080"/>
            <a:ext cx="758769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9568" y="896112"/>
            <a:ext cx="1740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9568" y="896112"/>
            <a:ext cx="1740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3620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3620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وَرُزِقَ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066" y="2834640"/>
            <a:ext cx="3425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066" y="2834640"/>
            <a:ext cx="3425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 وَرُزِقَ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1943100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278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278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326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326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68245" y="2834640"/>
            <a:ext cx="320751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68245" y="2834640"/>
            <a:ext cx="320751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عُمَرُ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618351" cy="12344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187" y="1874520"/>
            <a:ext cx="1113373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04-jeem-ha-kha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