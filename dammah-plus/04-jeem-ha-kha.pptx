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2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8ED"/>
          </a:solidFill>
          <a:ln w="12700">
            <a:solidFill>
              <a:srgbClr val="5ED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1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11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76874" cy="16459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096" y="1783080"/>
            <a:ext cx="1285464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952"/>
          </a:solidFill>
          <a:ln w="12700">
            <a:solidFill>
              <a:srgbClr val="E07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</a:t>
            </a:r>
            <a:endParaRPr lang="ar-SA" sz="5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918" y="3881628"/>
            <a:ext cx="564642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C"/>
          </a:solidFill>
          <a:ln w="12700">
            <a:solidFill>
              <a:srgbClr val="64D8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3"/>
          </a:solidFill>
          <a:ln w="12700">
            <a:solidFill>
              <a:srgbClr val="47D1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920" y="3515868"/>
            <a:ext cx="1644640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</a:t>
            </a:r>
            <a:endParaRPr lang="ar-SA" sz="9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10264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9999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6546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5EED"/>
          </a:solidFill>
          <a:ln w="12700">
            <a:solidFill>
              <a:srgbClr val="D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07492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5"/>
          </a:solidFill>
          <a:ln w="12700">
            <a:solidFill>
              <a:srgbClr val="52E0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</a:t>
            </a:r>
            <a:endParaRPr lang="ar-SA" sz="99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13806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461" y="3973068"/>
            <a:ext cx="565099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64D8"/>
          </a:solidFill>
          <a:ln w="12700">
            <a:solidFill>
              <a:srgbClr val="7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147D1"/>
          </a:solidFill>
          <a:ln w="12700">
            <a:solidFill>
              <a:srgbClr val="5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أُجُبُ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0266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238" y="3332988"/>
            <a:ext cx="1433322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بُجُتُ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114699" cy="123444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تُجُثُ</a:t>
            </a:r>
            <a:endParaRPr lang="ar-SA" sz="7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43397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849" y="3332988"/>
            <a:ext cx="795711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ثُجُحُ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6911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B5E"/>
          </a:solidFill>
          <a:ln w="12700">
            <a:solidFill>
              <a:srgbClr val="EDB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حُجُخُ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1E0"/>
          </a:solidFill>
          <a:ln w="12700">
            <a:solidFill>
              <a:srgbClr val="527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E70"/>
          </a:solidFill>
          <a:ln w="12700">
            <a:solidFill>
              <a:srgbClr val="DB8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خُجُدُ</a:t>
            </a:r>
            <a:endParaRPr lang="ar-SA" sz="83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89711" cy="91440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3973068"/>
            <a:ext cx="574975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6"/>
          </a:solidFill>
          <a:ln w="12700">
            <a:solidFill>
              <a:srgbClr val="D864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0"/>
          </a:solidFill>
          <a:ln w="12700">
            <a:solidFill>
              <a:srgbClr val="D147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دُجُأُ</a:t>
            </a:r>
            <a:endParaRPr lang="ar-SA" sz="5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43397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603" y="3332988"/>
            <a:ext cx="1620957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114836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9132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761" y="3515868"/>
            <a:ext cx="1092799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7684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8"/>
          </a:solidFill>
          <a:ln w="12700">
            <a:solidFill>
              <a:srgbClr val="5EED9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5"/>
          </a:solidFill>
          <a:ln w="12700">
            <a:solidFill>
              <a:srgbClr val="E052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3"/>
          </a:solidFill>
          <a:ln w="12700">
            <a:solidFill>
              <a:srgbClr val="70DB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3635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90" y="4110228"/>
            <a:ext cx="561670" cy="9601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D147"/>
          </a:solidFill>
          <a:ln w="12700">
            <a:solidFill>
              <a:srgbClr val="8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3463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40" y="3515868"/>
            <a:ext cx="1256020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1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11100" dirty="0"/>
          </a:p>
        </p:txBody>
      </p:sp>
      <p:pic>
        <p:nvPicPr>
          <p:cNvPr id="1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069848" cy="1828800"/>
          </a:xfrm>
          <a:prstGeom prst="rect">
            <a:avLst/>
          </a:prstGeom>
        </p:spPr>
      </p:pic>
      <p:pic>
        <p:nvPicPr>
          <p:cNvPr id="1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05" y="3241548"/>
            <a:ext cx="784555" cy="18288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</a:t>
            </a:r>
            <a:endParaRPr lang="ar-SA" sz="5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3558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</a:t>
            </a:r>
            <a:endParaRPr lang="ar-SA" sz="9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18922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</a:t>
            </a:r>
            <a:endParaRPr lang="ar-SA" sz="10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893872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91" y="3973068"/>
            <a:ext cx="577169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</a:t>
            </a:r>
            <a:endParaRPr lang="ar-SA" sz="8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5196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01" y="3515868"/>
            <a:ext cx="1182959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حُجُ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93348" cy="10058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08" y="4064508"/>
            <a:ext cx="715152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9133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862" y="3515868"/>
            <a:ext cx="918698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</a:t>
            </a:r>
            <a:endParaRPr lang="ar-SA" sz="10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670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أُحُبُ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CE0"/>
          </a:solidFill>
          <a:ln w="12700">
            <a:solidFill>
              <a:srgbClr val="52D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بُحُتُ</a:t>
            </a:r>
            <a:endParaRPr lang="ar-SA" sz="81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1609" y="3790188"/>
            <a:ext cx="570951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7"/>
          </a:solidFill>
          <a:ln w="12700">
            <a:solidFill>
              <a:srgbClr val="D147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تُحُثُ</a:t>
            </a:r>
            <a:endParaRPr lang="ar-SA" sz="7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3332988"/>
            <a:ext cx="1389888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ثُحُجُ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92434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جُحُخُ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34344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73" y="3332988"/>
            <a:ext cx="1245687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خُحُدُ</a:t>
            </a:r>
            <a:endParaRPr lang="ar-SA" sz="8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63254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دُحُأُ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DB70"/>
          </a:solidFill>
          <a:ln w="12700">
            <a:solidFill>
              <a:srgbClr val="B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</a:t>
            </a:r>
            <a:endParaRPr lang="ar-SA" sz="59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96112" cy="9144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305" y="4018788"/>
            <a:ext cx="576255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947"/>
          </a:solidFill>
          <a:ln w="12700">
            <a:solidFill>
              <a:srgbClr val="D1B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6251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487" y="3515868"/>
            <a:ext cx="1500073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</a:t>
            </a:r>
            <a:endParaRPr lang="ar-SA" sz="74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971" y="3515868"/>
            <a:ext cx="915589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جُحُ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464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3ED"/>
          </a:solidFill>
          <a:ln w="12700">
            <a:solidFill>
              <a:srgbClr val="5EB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4749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29396" cy="10972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10" y="3881628"/>
            <a:ext cx="584850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11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111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163117" cy="182880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563" y="3241548"/>
            <a:ext cx="1345997" cy="18288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</a:t>
            </a:r>
            <a:endParaRPr lang="ar-SA" sz="5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68202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1573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899" y="3515868"/>
            <a:ext cx="1131661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01401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</a:t>
            </a:r>
            <a:endParaRPr lang="ar-SA" sz="8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A"/>
          </a:solidFill>
          <a:ln w="12700">
            <a:solidFill>
              <a:srgbClr val="52E0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خُجُ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891951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69" y="3790188"/>
            <a:ext cx="568391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خُحُ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325" y="3515868"/>
            <a:ext cx="1105235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</a:t>
            </a:r>
            <a:endParaRPr lang="ar-SA" sz="9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082604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أُخُبُ</a:t>
            </a:r>
            <a:endParaRPr lang="ar-SA" sz="5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3082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335" y="3332988"/>
            <a:ext cx="931225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بُخُتُ</a:t>
            </a:r>
            <a:endParaRPr lang="ar-SA" sz="8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757705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05E"/>
          </a:solidFill>
          <a:ln w="12700">
            <a:solidFill>
              <a:srgbClr val="EDE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تُخُثُ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ثُخُجُ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002" y="4155948"/>
            <a:ext cx="581558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247"/>
          </a:solidFill>
          <a:ln w="12700">
            <a:solidFill>
              <a:srgbClr val="D15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جُخُحُ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666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651" y="3332988"/>
            <a:ext cx="1283909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حُخُدُ</a:t>
            </a:r>
            <a:endParaRPr lang="ar-SA" sz="8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68202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دُخُأُ</a:t>
            </a:r>
            <a:endParaRPr lang="ar-SA" sz="5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596" y="3332988"/>
            <a:ext cx="760964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</a:t>
            </a:r>
            <a:endParaRPr lang="ar-SA" sz="5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8330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12064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902376" cy="12344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260" y="4064508"/>
            <a:ext cx="568300" cy="10058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637" y="3515868"/>
            <a:ext cx="1395923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جُخُ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حُخُ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218" y="3515868"/>
            <a:ext cx="951342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6913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5EED"/>
          </a:solidFill>
          <a:ln w="12700">
            <a:solidFill>
              <a:srgbClr val="9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64772" y="896112"/>
            <a:ext cx="20546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64772" y="896112"/>
            <a:ext cx="20546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424572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24572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22050" y="2834640"/>
            <a:ext cx="36999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22050" y="2834640"/>
            <a:ext cx="36999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 عُمَرُ</a:t>
            </a:r>
            <a:endParaRPr lang="ar-SA" sz="5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789" y="1783080"/>
            <a:ext cx="1181771" cy="1645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A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وَحُمِلَ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 وَحُمِلَ</a:t>
            </a:r>
            <a:endParaRPr lang="ar-SA" sz="4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675547" cy="16459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312" y="1783080"/>
            <a:ext cx="747248" cy="16459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9568" y="896112"/>
            <a:ext cx="17408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9568" y="896112"/>
            <a:ext cx="17408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خُلِقَ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43620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43620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وَرُزِقَ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59066" y="2834640"/>
            <a:ext cx="34258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59066" y="2834640"/>
            <a:ext cx="34258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خُلِقَ وَرُزِقَ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99770" cy="182880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86" y="3241548"/>
            <a:ext cx="2081174" cy="18288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2784" y="896112"/>
            <a:ext cx="17479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7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2784" y="896112"/>
            <a:ext cx="17479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663261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7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63261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68245" y="2834640"/>
            <a:ext cx="320751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68245" y="2834640"/>
            <a:ext cx="320751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 عُمَرُ</a:t>
            </a:r>
            <a:endParaRPr lang="ar-SA" sz="4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02725" cy="164592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659" y="1783080"/>
            <a:ext cx="1673901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04-jeem-ha-kha</dc:title>
  <dc:subject>PptxGenJS Presentation</dc:subject>
  <dc:creator>PptxGenJS</dc:creator>
  <cp:lastModifiedBy>PptxGenJS</cp:lastModifiedBy>
  <cp:revision>1</cp:revision>
  <dcterms:created xsi:type="dcterms:W3CDTF">2026-10-20T23:35:53Z</dcterms:created>
  <dcterms:modified xsi:type="dcterms:W3CDTF">2026-10-20T23:35:53Z</dcterms:modified>
</cp:coreProperties>
</file>