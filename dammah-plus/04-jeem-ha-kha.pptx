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1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5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8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83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5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1100" dirty="0"/>
          </a:p>
        </p:txBody>
      </p:sp>
      <p:pic>
        <p:nvPicPr>
          <p:cNvPr id="1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1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52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81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83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50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1100" dirty="0"/>
          </a:p>
        </p:txBody>
      </p:sp>
      <p:pic>
        <p:nvPicPr>
          <p:cNvPr id="13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4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5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52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81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8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5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9568" y="896112"/>
            <a:ext cx="1740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9568" y="896112"/>
            <a:ext cx="1740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3620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3620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وَرُزِقَ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066" y="2834640"/>
            <a:ext cx="3425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066" y="2834640"/>
            <a:ext cx="3425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 وَرُزِقَ</a:t>
            </a:r>
            <a:endParaRPr lang="ar-SA" sz="47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278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278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326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326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68245" y="2834640"/>
            <a:ext cx="320751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68245" y="2834640"/>
            <a:ext cx="320751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عُمَرُ</a:t>
            </a:r>
            <a:endParaRPr lang="ar-SA" sz="47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1783080"/>
            <a:ext cx="1126998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04-jeem-ha-kha</dc:title>
  <dc:subject>PptxGenJS Presentation</dc:subject>
  <dc:creator>PptxGenJS</dc:creator>
  <cp:lastModifiedBy>PptxGenJS</cp:lastModifiedBy>
  <cp:revision>1</cp:revision>
  <dcterms:created xsi:type="dcterms:W3CDTF">2026-10-20T22:54:25Z</dcterms:created>
  <dcterms:modified xsi:type="dcterms:W3CDTF">2026-10-20T22:54:25Z</dcterms:modified>
</cp:coreProperties>
</file>