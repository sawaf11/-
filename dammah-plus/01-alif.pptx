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300" dirty="0"/>
          </a:p>
        </p:txBody>
      </p:sp>
      <p:sp>
        <p:nvSpPr>
          <p:cNvPr id="13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300" dirty="0"/>
          </a:p>
        </p:txBody>
      </p:sp>
      <p:pic>
        <p:nvPicPr>
          <p:cNvPr id="1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2832720" cy="1188720"/>
          </a:xfrm>
          <a:prstGeom prst="rect">
            <a:avLst/>
          </a:prstGeom>
        </p:spPr>
      </p:pic>
      <p:pic>
        <p:nvPicPr>
          <p:cNvPr id="1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9033" y="1783080"/>
            <a:ext cx="1703527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3479"/>
          </a:solidFill>
          <a:ln w="12700">
            <a:solidFill>
              <a:srgbClr val="3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أُبُ</a:t>
            </a:r>
            <a:endParaRPr lang="ar-SA" sz="5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3227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1843" y="3515868"/>
            <a:ext cx="890717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أُتُ</a:t>
            </a:r>
            <a:endParaRPr lang="ar-SA" sz="5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6472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8ED5E"/>
          </a:solidFill>
          <a:ln w="12700">
            <a:solidFill>
              <a:srgbClr val="B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أُثُ</a:t>
            </a:r>
            <a:endParaRPr lang="ar-SA" sz="59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10967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952E0"/>
          </a:solidFill>
          <a:ln w="12700">
            <a:solidFill>
              <a:srgbClr val="9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أُجُ</a:t>
            </a:r>
            <a:endParaRPr lang="ar-SA" sz="59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0087" y="3790188"/>
            <a:ext cx="582473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664"/>
          </a:solidFill>
          <a:ln w="12700">
            <a:solidFill>
              <a:srgbClr val="D8B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247"/>
          </a:solidFill>
          <a:ln w="12700">
            <a:solidFill>
              <a:srgbClr val="D19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أُحُ</a:t>
            </a:r>
            <a:endParaRPr lang="ar-SA" sz="59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929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01" y="3515868"/>
            <a:ext cx="1182959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أُخُ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E"/>
          </a:solidFill>
          <a:ln w="12700">
            <a:solidFill>
              <a:srgbClr val="642B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D"/>
          </a:solidFill>
          <a:ln w="12700">
            <a:solidFill>
              <a:srgbClr val="7934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أُدُ</a:t>
            </a:r>
            <a:endParaRPr lang="ar-SA" sz="5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5401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4327" y="3515868"/>
            <a:ext cx="948233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بُأُتُ</a:t>
            </a:r>
            <a:endParaRPr lang="ar-SA" sz="5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231292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4677" y="3332988"/>
            <a:ext cx="2077883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BED"/>
          </a:solidFill>
          <a:ln w="12700">
            <a:solidFill>
              <a:srgbClr val="5ED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تُأُثُ</a:t>
            </a:r>
            <a:endParaRPr lang="ar-SA" sz="5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552"/>
          </a:solidFill>
          <a:ln w="12700">
            <a:solidFill>
              <a:srgbClr val="E07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1"/>
          </a:solidFill>
          <a:ln w="12700">
            <a:solidFill>
              <a:srgbClr val="70DB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4785"/>
          </a:solidFill>
          <a:ln w="12700">
            <a:solidFill>
              <a:srgbClr val="4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ثُأُجُ</a:t>
            </a:r>
            <a:endParaRPr lang="ar-SA" sz="5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904845" cy="123444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305" y="4018788"/>
            <a:ext cx="576255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9"/>
          </a:solidFill>
          <a:ln w="12700">
            <a:solidFill>
              <a:srgbClr val="64D8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0"/>
          </a:solidFill>
          <a:ln w="12700">
            <a:solidFill>
              <a:srgbClr val="47D1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جُأُحُ</a:t>
            </a:r>
            <a:endParaRPr lang="ar-SA" sz="5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58484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2672" y="3332988"/>
            <a:ext cx="1389888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حُأُخُ</a:t>
            </a:r>
            <a:endParaRPr lang="ar-SA" sz="5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83290" cy="10058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642B"/>
          </a:solidFill>
          <a:ln w="12700">
            <a:solidFill>
              <a:srgbClr val="5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7934"/>
          </a:solidFill>
          <a:ln w="12700">
            <a:solidFill>
              <a:srgbClr val="4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خُأُدُ</a:t>
            </a:r>
            <a:endParaRPr lang="ar-SA" sz="5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43397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7053" y="3332988"/>
            <a:ext cx="995507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دُأُبُ</a:t>
            </a:r>
            <a:endParaRPr lang="ar-SA" sz="5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0918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0870" y="3332988"/>
            <a:ext cx="901690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C5EED"/>
          </a:solidFill>
          <a:ln w="12700">
            <a:solidFill>
              <a:srgbClr val="D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2"/>
          </a:solidFill>
          <a:ln w="12700">
            <a:solidFill>
              <a:srgbClr val="5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670DB"/>
          </a:solidFill>
          <a:ln w="12700">
            <a:solidFill>
              <a:srgbClr val="A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1"/>
          </a:solidFill>
          <a:ln w="12700">
            <a:solidFill>
              <a:srgbClr val="8547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تُأُ</a:t>
            </a:r>
            <a:endParaRPr lang="ar-SA" sz="5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928" y="3790188"/>
            <a:ext cx="578632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64D8"/>
          </a:solidFill>
          <a:ln w="12700">
            <a:solidFill>
              <a:srgbClr val="7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D47D1"/>
          </a:solidFill>
          <a:ln w="12700">
            <a:solidFill>
              <a:srgbClr val="4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ثُأُ</a:t>
            </a:r>
            <a:endParaRPr lang="ar-SA" sz="5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708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487" y="3515868"/>
            <a:ext cx="1500073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جُأُ</a:t>
            </a:r>
            <a:endParaRPr lang="ar-SA" sz="5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12459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D"/>
          </a:solidFill>
          <a:ln w="12700">
            <a:solidFill>
              <a:srgbClr val="2B64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F79"/>
          </a:solidFill>
          <a:ln w="12700">
            <a:solidFill>
              <a:srgbClr val="345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حُأُ</a:t>
            </a:r>
            <a:endParaRPr lang="ar-SA" sz="5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3126" y="3515868"/>
            <a:ext cx="113943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خُأُ</a:t>
            </a:r>
            <a:endParaRPr lang="ar-SA" sz="5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7984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85E"/>
          </a:solidFill>
          <a:ln w="12700">
            <a:solidFill>
              <a:srgbClr val="EDB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دُأُ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5E0"/>
          </a:solidFill>
          <a:ln w="12700">
            <a:solidFill>
              <a:srgbClr val="527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B70"/>
          </a:solidFill>
          <a:ln w="12700">
            <a:solidFill>
              <a:srgbClr val="DB8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71594" y="896112"/>
            <a:ext cx="18276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4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71594" y="896112"/>
            <a:ext cx="18276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أَخَذَهُ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644740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4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44740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83066" y="2834640"/>
            <a:ext cx="317786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83066" y="2834640"/>
            <a:ext cx="317786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أَخَذَهُ عُمَرُ</a:t>
            </a:r>
            <a:endParaRPr lang="ar-SA" sz="4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1757" cy="16459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6931" y="1783080"/>
            <a:ext cx="875629" cy="16459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8"/>
          </a:solidFill>
          <a:ln w="12700">
            <a:solidFill>
              <a:srgbClr val="D8646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4"/>
          </a:solidFill>
          <a:ln w="12700">
            <a:solidFill>
              <a:srgbClr val="D147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52009" y="896112"/>
            <a:ext cx="1466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B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52009" y="896112"/>
            <a:ext cx="1466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825155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B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25155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83274" y="2834640"/>
            <a:ext cx="27774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83274" y="2834640"/>
            <a:ext cx="27774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 عُمَرُ</a:t>
            </a:r>
            <a:endParaRPr lang="ar-SA" sz="44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30275" cy="182880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6563" y="3241548"/>
            <a:ext cx="1345997" cy="1828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64839" y="896112"/>
            <a:ext cx="16411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D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64839" y="896112"/>
            <a:ext cx="16411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أَكَلَهُ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737984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D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37984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73517" y="2834640"/>
            <a:ext cx="299696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73517" y="2834640"/>
            <a:ext cx="299696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أَكَلَهُ عُمَرُ</a:t>
            </a:r>
            <a:endParaRPr lang="ar-SA" sz="44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601480" cy="164592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4399" y="1783080"/>
            <a:ext cx="1468161" cy="16459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2B64"/>
          </a:solidFill>
          <a:ln w="12700">
            <a:solidFill>
              <a:srgbClr val="4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0"/>
          </a:solidFill>
          <a:ln w="12700">
            <a:solidFill>
              <a:srgbClr val="793470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91503" y="896112"/>
            <a:ext cx="172384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F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91503" y="896112"/>
            <a:ext cx="172384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سَأَلَهُ</a:t>
            </a:r>
            <a:endParaRPr lang="ar-SA" sz="4100" dirty="0"/>
          </a:p>
        </p:txBody>
      </p:sp>
      <p:sp>
        <p:nvSpPr>
          <p:cNvPr id="14" name="C2 W2 pill"/>
          <p:cNvSpPr/>
          <p:nvPr/>
        </p:nvSpPr>
        <p:spPr>
          <a:xfrm>
            <a:off x="2728652" y="896112"/>
            <a:ext cx="164281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F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728652" y="896112"/>
            <a:ext cx="164281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1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48016" y="2834640"/>
            <a:ext cx="304796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48016" y="2834640"/>
            <a:ext cx="304796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سَأَلَهُ عُمَرُ</a:t>
            </a:r>
            <a:endParaRPr lang="ar-SA" sz="42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780898" cy="182880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3685" y="3241548"/>
            <a:ext cx="1058875" cy="1828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01-alif</dc:title>
  <dc:subject>PptxGenJS Presentation</dc:subject>
  <dc:creator>PptxGenJS</dc:creator>
  <cp:lastModifiedBy>PptxGenJS</cp:lastModifiedBy>
  <cp:revision>1</cp:revision>
  <dcterms:created xsi:type="dcterms:W3CDTF">2026-10-20T23:35:53Z</dcterms:created>
  <dcterms:modified xsi:type="dcterms:W3CDTF">2026-10-20T23:35:53Z</dcterms:modified>
</cp:coreProperties>
</file>