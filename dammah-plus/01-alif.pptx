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300" dirty="0"/>
          </a:p>
        </p:txBody>
      </p:sp>
      <p:pic>
        <p:nvPicPr>
          <p:cNvPr id="1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1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50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تُأُثُ</a:t>
            </a:r>
            <a:endParaRPr lang="ar-SA" sz="5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ثُأُجُ</a:t>
            </a:r>
            <a:endParaRPr lang="ar-SA" sz="50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جُأُحُ</a:t>
            </a:r>
            <a:endParaRPr lang="ar-SA" sz="50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حُأُخُ</a:t>
            </a:r>
            <a:endParaRPr lang="ar-SA" sz="5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خُأُدُ</a:t>
            </a:r>
            <a:endParaRPr lang="ar-SA" sz="50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دُأُبُ</a:t>
            </a:r>
            <a:endParaRPr lang="ar-SA" sz="5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594" y="896112"/>
            <a:ext cx="1827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594" y="896112"/>
            <a:ext cx="1827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44740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44740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83066" y="2834640"/>
            <a:ext cx="31778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83066" y="2834640"/>
            <a:ext cx="31778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 عُمَرُ</a:t>
            </a:r>
            <a:endParaRPr lang="ar-SA" sz="44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1783080"/>
            <a:ext cx="1397478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00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00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5155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5155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83274" y="2834640"/>
            <a:ext cx="27774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83274" y="2834640"/>
            <a:ext cx="27774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عُمَرُ</a:t>
            </a:r>
            <a:endParaRPr lang="ar-SA" sz="44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8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783080"/>
            <a:ext cx="1468984" cy="1554480"/>
          </a:xfrm>
          <a:prstGeom prst="rect">
            <a:avLst/>
          </a:prstGeom>
        </p:spPr>
      </p:pic>
      <p:pic>
        <p:nvPicPr>
          <p:cNvPr id="19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839" y="896112"/>
            <a:ext cx="16411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839" y="896112"/>
            <a:ext cx="16411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37984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37984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73517" y="2834640"/>
            <a:ext cx="29969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73517" y="2834640"/>
            <a:ext cx="29969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 عُمَرُ</a:t>
            </a:r>
            <a:endParaRPr lang="ar-SA" sz="44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1503" y="896112"/>
            <a:ext cx="1723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1503" y="896112"/>
            <a:ext cx="1723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728652" y="896112"/>
            <a:ext cx="16428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F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28652" y="896112"/>
            <a:ext cx="16428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8016" y="2834640"/>
            <a:ext cx="30479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8016" y="2834640"/>
            <a:ext cx="30479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 عُمَرُ</a:t>
            </a:r>
            <a:endParaRPr lang="ar-SA" sz="4200" dirty="0"/>
          </a:p>
        </p:txBody>
      </p:sp>
      <p:pic>
        <p:nvPicPr>
          <p:cNvPr id="1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01-alif</dc:title>
  <dc:subject>PptxGenJS Presentation</dc:subject>
  <dc:creator>PptxGenJS</dc:creator>
  <cp:lastModifiedBy>PptxGenJS</cp:lastModifiedBy>
  <cp:revision>1</cp:revision>
  <dcterms:created xsi:type="dcterms:W3CDTF">2026-10-20T22:54:24Z</dcterms:created>
  <dcterms:modified xsi:type="dcterms:W3CDTF">2026-10-20T22:54:24Z</dcterms:modified>
</cp:coreProperties>
</file>