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9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2.png"/><Relationship Id="rId2" Type="http://schemas.openxmlformats.org/officeDocument/2006/relationships/image" Target="../media/image-12-1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2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11-1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3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3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300" dirty="0"/>
          </a:p>
        </p:txBody>
      </p:sp>
      <p:sp>
        <p:nvSpPr>
          <p:cNvPr id="13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300" dirty="0"/>
          </a:p>
        </p:txBody>
      </p:sp>
      <p:pic>
        <p:nvPicPr>
          <p:cNvPr id="14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372332" cy="1463040"/>
          </a:xfrm>
          <a:prstGeom prst="rect">
            <a:avLst/>
          </a:prstGeom>
        </p:spPr>
      </p:pic>
      <p:pic>
        <p:nvPicPr>
          <p:cNvPr id="15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2611" y="1828800"/>
            <a:ext cx="1149949" cy="1463040"/>
          </a:xfrm>
          <a:prstGeom prst="rect">
            <a:avLst/>
          </a:prstGeom>
        </p:spPr>
      </p:pic>
      <p:pic>
        <p:nvPicPr>
          <p:cNvPr id="1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064"/>
          </a:solidFill>
          <a:ln w="12700">
            <a:solidFill>
              <a:srgbClr val="2B4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D3479"/>
          </a:solidFill>
          <a:ln w="12700">
            <a:solidFill>
              <a:srgbClr val="3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أُبُ</a:t>
            </a:r>
            <a:endParaRPr lang="ar-SA" sz="5900" dirty="0"/>
          </a:p>
        </p:txBody>
      </p:sp>
      <p:pic>
        <p:nvPicPr>
          <p:cNvPr id="22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2360" cy="1417320"/>
          </a:xfrm>
          <a:prstGeom prst="rect">
            <a:avLst/>
          </a:prstGeom>
        </p:spPr>
      </p:pic>
      <p:pic>
        <p:nvPicPr>
          <p:cNvPr id="23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أُتُ</a:t>
            </a:r>
            <a:endParaRPr lang="ar-SA" sz="59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8ED5E"/>
          </a:solidFill>
          <a:ln w="12700">
            <a:solidFill>
              <a:srgbClr val="B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أُثُ</a:t>
            </a:r>
            <a:endParaRPr lang="ar-SA" sz="59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952E0"/>
          </a:solidFill>
          <a:ln w="12700">
            <a:solidFill>
              <a:srgbClr val="9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B70"/>
          </a:solidFill>
          <a:ln w="12700">
            <a:solidFill>
              <a:srgbClr val="D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C"/>
          </a:solidFill>
          <a:ln w="12700">
            <a:solidFill>
              <a:srgbClr val="4785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أُجُ</a:t>
            </a:r>
            <a:endParaRPr lang="ar-SA" sz="5900" dirty="0"/>
          </a:p>
        </p:txBody>
      </p:sp>
      <p:pic>
        <p:nvPicPr>
          <p:cNvPr id="25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664"/>
          </a:solidFill>
          <a:ln w="12700">
            <a:solidFill>
              <a:srgbClr val="D8B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247"/>
          </a:solidFill>
          <a:ln w="12700">
            <a:solidFill>
              <a:srgbClr val="D19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أُحُ</a:t>
            </a:r>
            <a:endParaRPr lang="ar-SA" sz="5900" dirty="0"/>
          </a:p>
        </p:txBody>
      </p:sp>
      <p:pic>
        <p:nvPicPr>
          <p:cNvPr id="20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041" y="3515868"/>
            <a:ext cx="1498519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أُخُ</a:t>
            </a:r>
            <a:endParaRPr lang="ar-SA" sz="5900" dirty="0"/>
          </a:p>
        </p:txBody>
      </p:sp>
      <p:pic>
        <p:nvPicPr>
          <p:cNvPr id="21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109350" cy="1097280"/>
          </a:xfrm>
          <a:prstGeom prst="rect">
            <a:avLst/>
          </a:prstGeom>
        </p:spPr>
      </p:pic>
      <p:pic>
        <p:nvPicPr>
          <p:cNvPr id="22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E"/>
          </a:solidFill>
          <a:ln w="12700">
            <a:solidFill>
              <a:srgbClr val="642B4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D"/>
          </a:solidFill>
          <a:ln w="12700">
            <a:solidFill>
              <a:srgbClr val="79343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أُدُ</a:t>
            </a:r>
            <a:endParaRPr lang="ar-SA" sz="5900" dirty="0"/>
          </a:p>
        </p:txBody>
      </p:sp>
      <p:pic>
        <p:nvPicPr>
          <p:cNvPr id="22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3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بُأُتُ</a:t>
            </a:r>
            <a:endParaRPr lang="ar-SA" sz="5000" dirty="0"/>
          </a:p>
        </p:txBody>
      </p:sp>
      <p:pic>
        <p:nvPicPr>
          <p:cNvPr id="24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25356" cy="1508760"/>
          </a:xfrm>
          <a:prstGeom prst="rect">
            <a:avLst/>
          </a:prstGeom>
        </p:spPr>
      </p:pic>
      <p:pic>
        <p:nvPicPr>
          <p:cNvPr id="25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9604" y="3332988"/>
            <a:ext cx="1792956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BED"/>
          </a:solidFill>
          <a:ln w="12700">
            <a:solidFill>
              <a:srgbClr val="5ED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تُأُثُ</a:t>
            </a:r>
            <a:endParaRPr lang="ar-SA" sz="5000" dirty="0"/>
          </a:p>
        </p:txBody>
      </p:sp>
      <p:pic>
        <p:nvPicPr>
          <p:cNvPr id="32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552"/>
          </a:solidFill>
          <a:ln w="12700">
            <a:solidFill>
              <a:srgbClr val="E07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1"/>
          </a:solidFill>
          <a:ln w="12700">
            <a:solidFill>
              <a:srgbClr val="70DBC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4785"/>
          </a:solidFill>
          <a:ln w="12700">
            <a:solidFill>
              <a:srgbClr val="4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ثُأُجُ</a:t>
            </a:r>
            <a:endParaRPr lang="ar-SA" sz="5000" dirty="0"/>
          </a:p>
        </p:txBody>
      </p:sp>
      <p:pic>
        <p:nvPicPr>
          <p:cNvPr id="29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906445" cy="1051560"/>
          </a:xfrm>
          <a:prstGeom prst="rect">
            <a:avLst/>
          </a:prstGeom>
        </p:spPr>
      </p:pic>
      <p:pic>
        <p:nvPicPr>
          <p:cNvPr id="30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9"/>
          </a:solidFill>
          <a:ln w="12700">
            <a:solidFill>
              <a:srgbClr val="64D89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0"/>
          </a:solidFill>
          <a:ln w="12700">
            <a:solidFill>
              <a:srgbClr val="47D17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جُأُحُ</a:t>
            </a:r>
            <a:endParaRPr lang="ar-SA" sz="50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2432121" cy="1508760"/>
          </a:xfrm>
          <a:prstGeom prst="rect">
            <a:avLst/>
          </a:prstGeom>
        </p:spPr>
      </p:pic>
      <p:pic>
        <p:nvPicPr>
          <p:cNvPr id="25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444" y="3332988"/>
            <a:ext cx="1977116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حُأُخُ</a:t>
            </a:r>
            <a:endParaRPr lang="ar-SA" sz="5000" dirty="0"/>
          </a:p>
        </p:txBody>
      </p:sp>
      <p:pic>
        <p:nvPicPr>
          <p:cNvPr id="25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642B"/>
          </a:solidFill>
          <a:ln w="12700">
            <a:solidFill>
              <a:srgbClr val="5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E7934"/>
          </a:solidFill>
          <a:ln w="12700">
            <a:solidFill>
              <a:srgbClr val="4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خُأُدُ</a:t>
            </a:r>
            <a:endParaRPr lang="ar-SA" sz="5000" dirty="0"/>
          </a:p>
        </p:txBody>
      </p:sp>
      <p:pic>
        <p:nvPicPr>
          <p:cNvPr id="26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15882" cy="1508760"/>
          </a:xfrm>
          <a:prstGeom prst="rect">
            <a:avLst/>
          </a:prstGeom>
        </p:spPr>
      </p:pic>
      <p:pic>
        <p:nvPicPr>
          <p:cNvPr id="27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2988"/>
            <a:ext cx="1871137" cy="1737360"/>
          </a:xfrm>
          <a:prstGeom prst="rect">
            <a:avLst/>
          </a:prstGeom>
        </p:spPr>
      </p:pic>
      <p:pic>
        <p:nvPicPr>
          <p:cNvPr id="28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دُأُبُ</a:t>
            </a:r>
            <a:endParaRPr lang="ar-SA" sz="5200" dirty="0"/>
          </a:p>
        </p:txBody>
      </p:sp>
      <p:pic>
        <p:nvPicPr>
          <p:cNvPr id="24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936" y="3332988"/>
            <a:ext cx="2800624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C5EED"/>
          </a:solidFill>
          <a:ln w="12700">
            <a:solidFill>
              <a:srgbClr val="D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</a:t>
            </a:r>
            <a:endParaRPr lang="ar-SA" sz="56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2"/>
          </a:solidFill>
          <a:ln w="12700">
            <a:solidFill>
              <a:srgbClr val="5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670DB"/>
          </a:solidFill>
          <a:ln w="12700">
            <a:solidFill>
              <a:srgbClr val="A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1"/>
          </a:solidFill>
          <a:ln w="12700">
            <a:solidFill>
              <a:srgbClr val="85475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تُأُ</a:t>
            </a:r>
            <a:endParaRPr lang="ar-SA" sz="5600" dirty="0"/>
          </a:p>
        </p:txBody>
      </p:sp>
      <p:pic>
        <p:nvPicPr>
          <p:cNvPr id="25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C64D8"/>
          </a:solidFill>
          <a:ln w="12700">
            <a:solidFill>
              <a:srgbClr val="7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D47D1"/>
          </a:solidFill>
          <a:ln w="12700">
            <a:solidFill>
              <a:srgbClr val="4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ثُأُ</a:t>
            </a:r>
            <a:endParaRPr lang="ar-SA" sz="5600" dirty="0"/>
          </a:p>
        </p:txBody>
      </p:sp>
      <p:pic>
        <p:nvPicPr>
          <p:cNvPr id="20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06927" cy="1417320"/>
          </a:xfrm>
          <a:prstGeom prst="rect">
            <a:avLst/>
          </a:prstGeom>
        </p:spPr>
      </p:pic>
      <p:pic>
        <p:nvPicPr>
          <p:cNvPr id="21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جُأُ</a:t>
            </a:r>
            <a:endParaRPr lang="ar-SA" sz="5600" dirty="0"/>
          </a:p>
        </p:txBody>
      </p:sp>
      <p:pic>
        <p:nvPicPr>
          <p:cNvPr id="21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8260" cy="100584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3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D"/>
          </a:solidFill>
          <a:ln w="12700">
            <a:solidFill>
              <a:srgbClr val="2B64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F79"/>
          </a:solidFill>
          <a:ln w="12700">
            <a:solidFill>
              <a:srgbClr val="345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حُأُ</a:t>
            </a:r>
            <a:endParaRPr lang="ar-SA" sz="56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22989" cy="1417320"/>
          </a:xfrm>
          <a:prstGeom prst="rect">
            <a:avLst/>
          </a:prstGeom>
        </p:spPr>
      </p:pic>
      <p:pic>
        <p:nvPicPr>
          <p:cNvPr id="23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598" y="3515868"/>
            <a:ext cx="1339962" cy="155448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خُأُ</a:t>
            </a:r>
            <a:endParaRPr lang="ar-SA" sz="56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85E"/>
          </a:solidFill>
          <a:ln w="12700">
            <a:solidFill>
              <a:srgbClr val="EDB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دُأُ</a:t>
            </a:r>
            <a:endParaRPr lang="ar-SA" sz="59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5E0"/>
          </a:solidFill>
          <a:ln w="12700">
            <a:solidFill>
              <a:srgbClr val="527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B70"/>
          </a:solidFill>
          <a:ln w="12700">
            <a:solidFill>
              <a:srgbClr val="DB8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8547"/>
          </a:solidFill>
          <a:ln w="12700">
            <a:solidFill>
              <a:srgbClr val="61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71594" y="896112"/>
            <a:ext cx="18276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4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71594" y="896112"/>
            <a:ext cx="18276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أَخَذَهُ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644740" y="896112"/>
            <a:ext cx="17068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4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644740" y="896112"/>
            <a:ext cx="17068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83066" y="2834640"/>
            <a:ext cx="317786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83066" y="2834640"/>
            <a:ext cx="317786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أَخَذَهُ عُمَرُ</a:t>
            </a:r>
            <a:endParaRPr lang="ar-SA" sz="4400" dirty="0"/>
          </a:p>
        </p:txBody>
      </p:sp>
      <p:pic>
        <p:nvPicPr>
          <p:cNvPr id="22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2276490" cy="1463040"/>
          </a:xfrm>
          <a:prstGeom prst="rect">
            <a:avLst/>
          </a:prstGeom>
        </p:spPr>
      </p:pic>
      <p:pic>
        <p:nvPicPr>
          <p:cNvPr id="23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7544" y="1828800"/>
            <a:ext cx="1365016" cy="146304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8"/>
          </a:solidFill>
          <a:ln w="12700">
            <a:solidFill>
              <a:srgbClr val="D8646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4"/>
          </a:solidFill>
          <a:ln w="12700">
            <a:solidFill>
              <a:srgbClr val="D1476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52009" y="896112"/>
            <a:ext cx="14668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B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52009" y="896112"/>
            <a:ext cx="14668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825155" y="896112"/>
            <a:ext cx="17068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B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825155" y="896112"/>
            <a:ext cx="17068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183274" y="2834640"/>
            <a:ext cx="277745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183274" y="2834640"/>
            <a:ext cx="277745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 عُمَرُ</a:t>
            </a:r>
            <a:endParaRPr lang="ar-SA" sz="4400" dirty="0"/>
          </a:p>
        </p:txBody>
      </p:sp>
      <p:pic>
        <p:nvPicPr>
          <p:cNvPr id="17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561064" cy="1463040"/>
          </a:xfrm>
          <a:prstGeom prst="rect">
            <a:avLst/>
          </a:prstGeom>
        </p:spPr>
      </p:pic>
      <p:pic>
        <p:nvPicPr>
          <p:cNvPr id="18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19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64839" y="896112"/>
            <a:ext cx="16411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D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64839" y="896112"/>
            <a:ext cx="16411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أَكَلَهُ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737984" y="896112"/>
            <a:ext cx="17068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D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737984" y="896112"/>
            <a:ext cx="17068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073517" y="2834640"/>
            <a:ext cx="299696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073517" y="2834640"/>
            <a:ext cx="299696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أَكَلَهُ عُمَرُ</a:t>
            </a:r>
            <a:endParaRPr lang="ar-SA" sz="4400" dirty="0"/>
          </a:p>
        </p:txBody>
      </p:sp>
      <p:pic>
        <p:nvPicPr>
          <p:cNvPr id="18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463040" cy="1463040"/>
          </a:xfrm>
          <a:prstGeom prst="rect">
            <a:avLst/>
          </a:prstGeom>
        </p:spPr>
      </p:pic>
      <p:pic>
        <p:nvPicPr>
          <p:cNvPr id="19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563185" y="1828800"/>
            <a:ext cx="1489375" cy="1463040"/>
          </a:xfrm>
          <a:prstGeom prst="rect">
            <a:avLst/>
          </a:prstGeom>
        </p:spPr>
      </p:pic>
      <p:pic>
        <p:nvPicPr>
          <p:cNvPr id="20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2B64"/>
          </a:solidFill>
          <a:ln w="12700">
            <a:solidFill>
              <a:srgbClr val="4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0"/>
          </a:solidFill>
          <a:ln w="12700">
            <a:solidFill>
              <a:srgbClr val="793470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91503" y="896112"/>
            <a:ext cx="172384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F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91503" y="896112"/>
            <a:ext cx="172384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سَأَلَهُ</a:t>
            </a:r>
            <a:endParaRPr lang="ar-SA" sz="4100" dirty="0"/>
          </a:p>
        </p:txBody>
      </p:sp>
      <p:sp>
        <p:nvSpPr>
          <p:cNvPr id="14" name="C2 W2 pill"/>
          <p:cNvSpPr/>
          <p:nvPr/>
        </p:nvSpPr>
        <p:spPr>
          <a:xfrm>
            <a:off x="2728652" y="896112"/>
            <a:ext cx="164281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F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728652" y="896112"/>
            <a:ext cx="164281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1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48016" y="2834640"/>
            <a:ext cx="304796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48016" y="2834640"/>
            <a:ext cx="304796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سَأَلَهُ عُمَرُ</a:t>
            </a:r>
            <a:endParaRPr lang="ar-SA" sz="4200" dirty="0"/>
          </a:p>
        </p:txBody>
      </p:sp>
      <p:pic>
        <p:nvPicPr>
          <p:cNvPr id="19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638605" cy="1463040"/>
          </a:xfrm>
          <a:prstGeom prst="rect">
            <a:avLst/>
          </a:prstGeom>
        </p:spPr>
      </p:pic>
      <p:pic>
        <p:nvPicPr>
          <p:cNvPr id="20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6070" y="1828800"/>
            <a:ext cx="2276490" cy="1463040"/>
          </a:xfrm>
          <a:prstGeom prst="rect">
            <a:avLst/>
          </a:prstGeom>
        </p:spPr>
      </p:pic>
      <p:pic>
        <p:nvPicPr>
          <p:cNvPr id="21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01-alif</dc:title>
  <dc:subject>PptxGenJS Presentation</dc:subject>
  <dc:creator>PptxGenJS</dc:creator>
  <cp:lastModifiedBy>PptxGenJS</cp:lastModifiedBy>
  <cp:revision>1</cp:revision>
  <dcterms:created xsi:type="dcterms:W3CDTF">2026-10-20T23:11:29Z</dcterms:created>
  <dcterms:modified xsi:type="dcterms:W3CDTF">2026-10-20T23:11:29Z</dcterms:modified>
</cp:coreProperties>
</file>