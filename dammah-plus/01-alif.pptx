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3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115065" cy="13258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5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4018788"/>
            <a:ext cx="71716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594" y="896112"/>
            <a:ext cx="1827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594" y="896112"/>
            <a:ext cx="1827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44740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44740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83066" y="2834640"/>
            <a:ext cx="31778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83066" y="2834640"/>
            <a:ext cx="31778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 عُمَرُ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997793" cy="146304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370" y="1783080"/>
            <a:ext cx="831190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00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00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5155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5155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83274" y="2834640"/>
            <a:ext cx="277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83274" y="2834640"/>
            <a:ext cx="277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عُمَرُ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839" y="896112"/>
            <a:ext cx="16411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839" y="896112"/>
            <a:ext cx="16411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37984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37984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73517" y="2834640"/>
            <a:ext cx="29969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73517" y="2834640"/>
            <a:ext cx="29969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 عُمَرُ</a:t>
            </a:r>
            <a:endParaRPr lang="ar-SA" sz="4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209" y="1988820"/>
            <a:ext cx="161835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1503" y="896112"/>
            <a:ext cx="1723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1503" y="896112"/>
            <a:ext cx="1723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728652" y="896112"/>
            <a:ext cx="16428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28652" y="896112"/>
            <a:ext cx="16428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8016" y="2834640"/>
            <a:ext cx="30479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8016" y="2834640"/>
            <a:ext cx="30479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 عُمَرُ</a:t>
            </a:r>
            <a:endParaRPr lang="ar-SA" sz="42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01162" cy="164592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01-alif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