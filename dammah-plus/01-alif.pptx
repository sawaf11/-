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2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300" dirty="0"/>
          </a:p>
        </p:txBody>
      </p:sp>
      <p:sp>
        <p:nvSpPr>
          <p:cNvPr id="13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300" dirty="0"/>
          </a:p>
        </p:txBody>
      </p:sp>
      <p:pic>
        <p:nvPicPr>
          <p:cNvPr id="1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1115065" cy="1325880"/>
          </a:xfrm>
          <a:prstGeom prst="rect">
            <a:avLst/>
          </a:prstGeom>
        </p:spPr>
      </p:pic>
      <p:pic>
        <p:nvPicPr>
          <p:cNvPr id="1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943100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</a:t>
            </a:r>
            <a:endParaRPr lang="ar-SA" sz="5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1370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417" y="3515868"/>
            <a:ext cx="917143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</a:t>
            </a:r>
            <a:endParaRPr lang="ar-SA" sz="5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58748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ED5E"/>
          </a:solidFill>
          <a:ln w="12700">
            <a:solidFill>
              <a:srgbClr val="B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</a:t>
            </a:r>
            <a:endParaRPr lang="ar-SA" sz="59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2430" cy="10972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952E0"/>
          </a:solidFill>
          <a:ln w="12700">
            <a:solidFill>
              <a:srgbClr val="9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</a:t>
            </a:r>
            <a:endParaRPr lang="ar-SA" sz="59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139" y="3835908"/>
            <a:ext cx="581421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664"/>
          </a:solidFill>
          <a:ln w="12700">
            <a:solidFill>
              <a:srgbClr val="D8B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247"/>
          </a:solidFill>
          <a:ln w="12700">
            <a:solidFill>
              <a:srgbClr val="D19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</a:t>
            </a:r>
            <a:endParaRPr lang="ar-SA" sz="5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236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61" y="3653028"/>
            <a:ext cx="1661099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</a:t>
            </a:r>
            <a:endParaRPr lang="ar-SA" sz="5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D"/>
          </a:solidFill>
          <a:ln w="12700">
            <a:solidFill>
              <a:srgbClr val="7934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</a:t>
            </a:r>
            <a:endParaRPr lang="ar-SA" sz="5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5747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356" y="3515868"/>
            <a:ext cx="990204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بُأُتُ</a:t>
            </a:r>
            <a:endParaRPr lang="ar-SA" sz="5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723644" cy="13258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BED"/>
          </a:solidFill>
          <a:ln w="12700">
            <a:solidFill>
              <a:srgbClr val="5ED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تُأُثُ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552"/>
          </a:solidFill>
          <a:ln w="12700">
            <a:solidFill>
              <a:srgbClr val="E07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1"/>
          </a:solidFill>
          <a:ln w="12700">
            <a:solidFill>
              <a:srgbClr val="70DB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ثُأُجُ</a:t>
            </a:r>
            <a:endParaRPr lang="ar-SA" sz="50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29579" cy="118872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072" y="3973068"/>
            <a:ext cx="569488" cy="10972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9"/>
          </a:solidFill>
          <a:ln w="12700">
            <a:solidFill>
              <a:srgbClr val="64D8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0"/>
          </a:solidFill>
          <a:ln w="12700">
            <a:solidFill>
              <a:srgbClr val="47D1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جُأُحُ</a:t>
            </a:r>
            <a:endParaRPr lang="ar-SA" sz="5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111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7" y="3744468"/>
            <a:ext cx="1180033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حُأُخُ</a:t>
            </a:r>
            <a:endParaRPr lang="ar-SA" sz="5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08344" cy="1051560"/>
          </a:xfrm>
          <a:prstGeom prst="rect">
            <a:avLst/>
          </a:prstGeom>
        </p:spPr>
      </p:pic>
      <p:pic>
        <p:nvPicPr>
          <p:cNvPr id="26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6" y="4018788"/>
            <a:ext cx="717164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7934"/>
          </a:solidFill>
          <a:ln w="12700">
            <a:solidFill>
              <a:srgbClr val="4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خُأُدُ</a:t>
            </a:r>
            <a:endParaRPr lang="ar-SA" sz="5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72063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527" y="3332988"/>
            <a:ext cx="992033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دُأُبُ</a:t>
            </a:r>
            <a:endParaRPr lang="ar-SA" sz="5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48526" cy="9601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C5EED"/>
          </a:solidFill>
          <a:ln w="12700">
            <a:solidFill>
              <a:srgbClr val="D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2"/>
          </a:solidFill>
          <a:ln w="12700">
            <a:solidFill>
              <a:srgbClr val="5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70DB"/>
          </a:solidFill>
          <a:ln w="12700">
            <a:solidFill>
              <a:srgbClr val="A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</a:t>
            </a:r>
            <a:endParaRPr lang="ar-SA" sz="5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30768" cy="11887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077" y="3835908"/>
            <a:ext cx="576483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64D8"/>
          </a:solidFill>
          <a:ln w="12700">
            <a:solidFill>
              <a:srgbClr val="7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47D1"/>
          </a:solidFill>
          <a:ln w="12700">
            <a:solidFill>
              <a:srgbClr val="4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</a:t>
            </a:r>
            <a:endParaRPr lang="ar-SA" sz="5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8866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5" y="4018788"/>
            <a:ext cx="1183005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</a:t>
            </a:r>
            <a:endParaRPr lang="ar-SA" sz="5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8260" cy="10058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</a:t>
            </a:r>
            <a:endParaRPr lang="ar-SA" sz="5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216" y="3653028"/>
            <a:ext cx="110834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</a:t>
            </a:r>
            <a:endParaRPr lang="ar-SA" sz="5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259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85E"/>
          </a:solidFill>
          <a:ln w="12700">
            <a:solidFill>
              <a:srgbClr val="EDB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71594" y="896112"/>
            <a:ext cx="18276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4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71594" y="896112"/>
            <a:ext cx="18276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أَخَذَهُ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644740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4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44740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83066" y="2834640"/>
            <a:ext cx="31778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83066" y="2834640"/>
            <a:ext cx="31778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أَخَذَهُ عُمَرُ</a:t>
            </a:r>
            <a:endParaRPr lang="ar-SA" sz="44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74520"/>
            <a:ext cx="997793" cy="146304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370" y="1783080"/>
            <a:ext cx="831190" cy="16459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8"/>
          </a:solidFill>
          <a:ln w="12700">
            <a:solidFill>
              <a:srgbClr val="D864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2009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B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2009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825155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B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825155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83274" y="2834640"/>
            <a:ext cx="27774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83274" y="2834640"/>
            <a:ext cx="27774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عُمَرُ</a:t>
            </a:r>
            <a:endParaRPr lang="ar-SA" sz="44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779846" cy="169164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72" y="1988820"/>
            <a:ext cx="1250488" cy="12344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64839" y="896112"/>
            <a:ext cx="16411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D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64839" y="896112"/>
            <a:ext cx="16411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أَكَلَهُ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737984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D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37984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73517" y="2834640"/>
            <a:ext cx="29969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73517" y="2834640"/>
            <a:ext cx="29969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أَكَلَهُ عُمَرُ</a:t>
            </a:r>
            <a:endParaRPr lang="ar-SA" sz="44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1329903" cy="1097280"/>
          </a:xfrm>
          <a:prstGeom prst="rect">
            <a:avLst/>
          </a:prstGeom>
        </p:spPr>
      </p:pic>
      <p:pic>
        <p:nvPicPr>
          <p:cNvPr id="19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209" y="1988820"/>
            <a:ext cx="1618351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91503" y="896112"/>
            <a:ext cx="17238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F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91503" y="896112"/>
            <a:ext cx="17238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سَأَلَهُ</a:t>
            </a:r>
            <a:endParaRPr lang="ar-SA" sz="4100" dirty="0"/>
          </a:p>
        </p:txBody>
      </p:sp>
      <p:sp>
        <p:nvSpPr>
          <p:cNvPr id="14" name="C2 W2 pill"/>
          <p:cNvSpPr/>
          <p:nvPr/>
        </p:nvSpPr>
        <p:spPr>
          <a:xfrm>
            <a:off x="2728652" y="896112"/>
            <a:ext cx="16428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F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28652" y="896112"/>
            <a:ext cx="16428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1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48016" y="2834640"/>
            <a:ext cx="30479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48016" y="2834640"/>
            <a:ext cx="30479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سَأَلَهُ عُمَرُ</a:t>
            </a:r>
            <a:endParaRPr lang="ar-SA" sz="42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01162" cy="1645920"/>
          </a:xfrm>
          <a:prstGeom prst="rect">
            <a:avLst/>
          </a:prstGeom>
        </p:spPr>
      </p:pic>
      <p:pic>
        <p:nvPicPr>
          <p:cNvPr id="2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770" y="3332988"/>
            <a:ext cx="1059790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01-alif</dc:title>
  <dc:subject>PptxGenJS Presentation</dc:subject>
  <dc:creator>PptxGenJS</dc:creator>
  <cp:lastModifiedBy>PptxGenJS</cp:lastModifiedBy>
  <cp:revision>1</cp:revision>
  <dcterms:created xsi:type="dcterms:W3CDTF">2026-10-21T00:09:53Z</dcterms:created>
  <dcterms:modified xsi:type="dcterms:W3CDTF">2026-10-21T00:09:53Z</dcterms:modified>
</cp:coreProperties>
</file>