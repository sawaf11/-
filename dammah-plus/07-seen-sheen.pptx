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112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225296" cy="1143000"/>
          </a:xfrm>
          <a:prstGeom prst="rect">
            <a:avLst/>
          </a:prstGeom>
        </p:spPr>
      </p:pic>
      <p:pic>
        <p:nvPicPr>
          <p:cNvPr id="1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495" y="1943100"/>
            <a:ext cx="1115065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</a:t>
            </a:r>
            <a:endParaRPr lang="ar-SA" sz="5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548" y="3515868"/>
            <a:ext cx="78501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F5E"/>
          </a:solidFill>
          <a:ln w="12700">
            <a:solidFill>
              <a:srgbClr val="EDB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</a:t>
            </a:r>
            <a:endParaRPr lang="ar-SA" sz="10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EE0"/>
          </a:solidFill>
          <a:ln w="12700">
            <a:solidFill>
              <a:srgbClr val="526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202" y="3927348"/>
            <a:ext cx="578358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D"/>
          </a:solidFill>
          <a:ln w="12700">
            <a:solidFill>
              <a:srgbClr val="D147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4018788"/>
            <a:ext cx="725576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سُدُ</a:t>
            </a:r>
            <a:endParaRPr lang="ar-SA" sz="10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سُذُ</a:t>
            </a:r>
            <a:endParaRPr lang="ar-SA" sz="8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7949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6"/>
          </a:solidFill>
          <a:ln w="12700">
            <a:solidFill>
              <a:srgbClr val="70DB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سُرُ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546" y="4155948"/>
            <a:ext cx="566014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D147"/>
          </a:solidFill>
          <a:ln w="12700">
            <a:solidFill>
              <a:srgbClr val="7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سُزُ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أُسُبُ</a:t>
            </a:r>
            <a:endParaRPr lang="ar-SA" sz="5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063" y="3973068"/>
            <a:ext cx="727497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بُسُتُ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047" y="3424428"/>
            <a:ext cx="1043513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تُسُثُ</a:t>
            </a:r>
            <a:endParaRPr lang="ar-SA" sz="7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5EED"/>
          </a:solidFill>
          <a:ln w="12700">
            <a:solidFill>
              <a:srgbClr val="7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ثُسُجُ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E052"/>
          </a:solidFill>
          <a:ln w="12700">
            <a:solidFill>
              <a:srgbClr val="B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5DB"/>
          </a:solidFill>
          <a:ln w="12700">
            <a:solidFill>
              <a:srgbClr val="708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C"/>
          </a:solidFill>
          <a:ln w="12700">
            <a:solidFill>
              <a:srgbClr val="8547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جُسُحُ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3483" y="3835908"/>
            <a:ext cx="569077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خُسُدُ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دُسُذُ</a:t>
            </a:r>
            <a:endParaRPr lang="ar-SA" sz="71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8369" y="3378708"/>
            <a:ext cx="1074191" cy="1691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ذُسُرُ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رُسُزُ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E47"/>
          </a:solidFill>
          <a:ln w="12700">
            <a:solidFill>
              <a:srgbClr val="857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زُسُأُ</a:t>
            </a:r>
            <a:endParaRPr lang="ar-SA" sz="50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031" y="3881628"/>
            <a:ext cx="576529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4"/>
          </a:solidFill>
          <a:ln w="12700">
            <a:solidFill>
              <a:srgbClr val="D147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5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3479"/>
          </a:solidFill>
          <a:ln w="12700">
            <a:solidFill>
              <a:srgbClr val="5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3744468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ED5E"/>
          </a:solidFill>
          <a:ln w="12700">
            <a:solidFill>
              <a:srgbClr val="8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6395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842" y="3881628"/>
            <a:ext cx="57771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C47"/>
          </a:solidFill>
          <a:ln w="12700">
            <a:solidFill>
              <a:srgbClr val="D1B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780" y="3515868"/>
            <a:ext cx="112078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498302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152"/>
          </a:solidFill>
          <a:ln w="12700">
            <a:solidFill>
              <a:srgbClr val="E0A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5DB"/>
          </a:solidFill>
          <a:ln w="12700">
            <a:solidFill>
              <a:srgbClr val="70D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06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106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426098" cy="128016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575" y="1943100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D"/>
          </a:solidFill>
          <a:ln w="12700">
            <a:solidFill>
              <a:srgbClr val="64D8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A"/>
          </a:solidFill>
          <a:ln w="12700">
            <a:solidFill>
              <a:srgbClr val="47D1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شُأُ</a:t>
            </a:r>
            <a:endParaRPr lang="ar-SA" sz="5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شُبُ</a:t>
            </a:r>
            <a:endParaRPr lang="ar-SA" sz="8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شُتُ</a:t>
            </a:r>
            <a:endParaRPr lang="ar-SA" sz="8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942" y="3515868"/>
            <a:ext cx="87361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شُثُ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3"/>
          </a:solidFill>
          <a:ln w="12700">
            <a:solidFill>
              <a:srgbClr val="ED5E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شُجُ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شُحُ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541" y="3881628"/>
            <a:ext cx="567019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64D8"/>
          </a:solidFill>
          <a:ln w="12700">
            <a:solidFill>
              <a:srgbClr val="A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شُخُ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شُدُ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شُذُ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شُرُ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شُزُ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52E0"/>
          </a:solidFill>
          <a:ln w="12700">
            <a:solidFill>
              <a:srgbClr val="5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C70"/>
          </a:solidFill>
          <a:ln w="12700">
            <a:solidFill>
              <a:srgbClr val="DBA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شُسُ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184" y="4064508"/>
            <a:ext cx="58137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364"/>
          </a:solidFill>
          <a:ln w="12700">
            <a:solidFill>
              <a:srgbClr val="D88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547"/>
          </a:solidFill>
          <a:ln w="12700">
            <a:solidFill>
              <a:srgbClr val="D15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بُشُتُ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تُشُثُ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67" y="3332988"/>
            <a:ext cx="85999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0"/>
          </a:solidFill>
          <a:ln w="12700">
            <a:solidFill>
              <a:srgbClr val="5EED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جُشُحُ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D"/>
          </a:solidFill>
          <a:ln w="12700">
            <a:solidFill>
              <a:srgbClr val="E052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حُشُخُ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6"/>
          </a:solidFill>
          <a:ln w="12700">
            <a:solidFill>
              <a:srgbClr val="64D8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D147"/>
          </a:solidFill>
          <a:ln w="12700">
            <a:solidFill>
              <a:srgbClr val="5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خُشُدُ</a:t>
            </a:r>
            <a:endParaRPr lang="ar-SA" sz="7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دُشُذُ</a:t>
            </a:r>
            <a:endParaRPr lang="ar-SA" sz="7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ذُشُرُ</a:t>
            </a:r>
            <a:endParaRPr lang="ar-SA" sz="71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731" y="3424428"/>
            <a:ext cx="1097829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رُشُزُ</a:t>
            </a:r>
            <a:endParaRPr lang="ar-SA" sz="7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زُشُسُ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سُشُأُ</a:t>
            </a:r>
            <a:endParaRPr lang="ar-SA" sz="5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3290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898" y="3881628"/>
            <a:ext cx="583662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</a:t>
            </a:r>
            <a:endParaRPr lang="ar-SA" sz="5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</a:t>
            </a:r>
            <a:endParaRPr lang="ar-SA" sz="8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170" y="3515868"/>
            <a:ext cx="88139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</a:t>
            </a:r>
            <a:endParaRPr lang="ar-SA" sz="8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0007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</a:t>
            </a:r>
            <a:endParaRPr lang="ar-SA" sz="8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</a:t>
            </a:r>
            <a:endParaRPr lang="ar-SA" sz="8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</a:t>
            </a:r>
            <a:endParaRPr lang="ar-SA" sz="8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</a:t>
            </a:r>
            <a:endParaRPr lang="ar-SA" sz="8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9048" y="3790188"/>
            <a:ext cx="573512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13285" y="896112"/>
            <a:ext cx="2400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13285" y="896112"/>
            <a:ext cx="2400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3041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3041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3720" y="2834640"/>
            <a:ext cx="41365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3720" y="2834640"/>
            <a:ext cx="41365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سَمِعَهُ عُمَرُ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832698" cy="17830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1920240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22095" y="896112"/>
            <a:ext cx="1969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22095" y="896112"/>
            <a:ext cx="1969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5257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5257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55149" y="2834640"/>
            <a:ext cx="34337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55149" y="2834640"/>
            <a:ext cx="34337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 عُمَرُ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339962" cy="155448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037" y="1988820"/>
            <a:ext cx="1624523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9872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9872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080780" y="896112"/>
            <a:ext cx="25590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8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80780" y="896112"/>
            <a:ext cx="25590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06977" y="2834640"/>
            <a:ext cx="4330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06977" y="2834640"/>
            <a:ext cx="4330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وَحَسُنَ</a:t>
            </a:r>
            <a:endParaRPr lang="ar-SA" sz="5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1920240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8097" y="896112"/>
            <a:ext cx="19834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8097" y="896112"/>
            <a:ext cx="19834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شُكِرَ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422414" y="896112"/>
            <a:ext cx="1995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2414" y="896112"/>
            <a:ext cx="1995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وَذُكِرَ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8539" y="2834640"/>
            <a:ext cx="36269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8539" y="2834640"/>
            <a:ext cx="36269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شُكِرَ وَذُكِرَ</a:t>
            </a:r>
            <a:endParaRPr lang="ar-SA" sz="51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973562" cy="11887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1965960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07-seen-sheen</dc:title>
  <dc:subject>PptxGenJS Presentation</dc:subject>
  <dc:creator>PptxGenJS</dc:creator>
  <cp:lastModifiedBy>PptxGenJS</cp:lastModifiedBy>
  <cp:revision>1</cp:revision>
  <dcterms:created xsi:type="dcterms:W3CDTF">2026-10-21T00:09:53Z</dcterms:created>
  <dcterms:modified xsi:type="dcterms:W3CDTF">2026-10-21T00:09:53Z</dcterms:modified>
</cp:coreProperties>
</file>