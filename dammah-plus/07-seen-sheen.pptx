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3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6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12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112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1757" cy="164592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311" y="1783080"/>
            <a:ext cx="1170249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سُأُ</a:t>
            </a:r>
            <a:endParaRPr lang="ar-SA" sz="5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0192" y="3515868"/>
            <a:ext cx="75236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7905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F5E"/>
          </a:solidFill>
          <a:ln w="12700">
            <a:solidFill>
              <a:srgbClr val="EDB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سُتُ</a:t>
            </a:r>
            <a:endParaRPr lang="ar-SA" sz="10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21208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EE0"/>
          </a:solidFill>
          <a:ln w="12700">
            <a:solidFill>
              <a:srgbClr val="526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070"/>
          </a:solidFill>
          <a:ln w="12700">
            <a:solidFill>
              <a:srgbClr val="DB9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سُثُ</a:t>
            </a:r>
            <a:endParaRPr lang="ar-SA" sz="8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9030" cy="9144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461" y="3973068"/>
            <a:ext cx="565099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564"/>
          </a:solidFill>
          <a:ln w="12700">
            <a:solidFill>
              <a:srgbClr val="D86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D"/>
          </a:solidFill>
          <a:ln w="12700">
            <a:solidFill>
              <a:srgbClr val="D147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سُجُ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515868"/>
            <a:ext cx="152339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سُحُ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95726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D"/>
          </a:solidFill>
          <a:ln w="12700">
            <a:solidFill>
              <a:srgbClr val="7934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سُخُ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929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172" y="3515868"/>
            <a:ext cx="72438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سُدُ</a:t>
            </a:r>
            <a:endParaRPr lang="ar-SA" sz="10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6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B"/>
          </a:solidFill>
          <a:ln w="12700">
            <a:solidFill>
              <a:srgbClr val="5EED9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سُذُ</a:t>
            </a:r>
            <a:endParaRPr lang="ar-SA" sz="8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10784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2"/>
          </a:solidFill>
          <a:ln w="12700">
            <a:solidFill>
              <a:srgbClr val="E052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6"/>
          </a:solidFill>
          <a:ln w="12700">
            <a:solidFill>
              <a:srgbClr val="70DB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سُرُ</a:t>
            </a:r>
            <a:endParaRPr lang="ar-SA" sz="9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2190" y="4064508"/>
            <a:ext cx="580370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D864"/>
          </a:solidFill>
          <a:ln w="12700">
            <a:solidFill>
              <a:srgbClr val="8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FD147"/>
          </a:solidFill>
          <a:ln w="12700">
            <a:solidFill>
              <a:srgbClr val="7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سُزُ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أُسُبُ</a:t>
            </a:r>
            <a:endParaRPr lang="ar-SA" sz="5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107978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155948"/>
            <a:ext cx="707746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32B"/>
          </a:solidFill>
          <a:ln w="12700">
            <a:solidFill>
              <a:srgbClr val="644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434"/>
          </a:solidFill>
          <a:ln w="12700">
            <a:solidFill>
              <a:srgbClr val="797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بُسُتُ</a:t>
            </a:r>
            <a:endParaRPr lang="ar-SA" sz="7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58484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659" y="3332988"/>
            <a:ext cx="1078901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تُسُثُ</a:t>
            </a:r>
            <a:endParaRPr lang="ar-SA" sz="7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0465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5EED"/>
          </a:solidFill>
          <a:ln w="12700">
            <a:solidFill>
              <a:srgbClr val="7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ثُسُجُ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E052"/>
          </a:solidFill>
          <a:ln w="12700">
            <a:solidFill>
              <a:srgbClr val="B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5DB"/>
          </a:solidFill>
          <a:ln w="12700">
            <a:solidFill>
              <a:srgbClr val="708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C"/>
          </a:solidFill>
          <a:ln w="12700">
            <a:solidFill>
              <a:srgbClr val="8547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جُسُحُ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1367" y="3790188"/>
            <a:ext cx="581193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DD8"/>
          </a:solidFill>
          <a:ln w="12700">
            <a:solidFill>
              <a:srgbClr val="649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2D1"/>
          </a:solidFill>
          <a:ln w="12700">
            <a:solidFill>
              <a:srgbClr val="47A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حُسُخُ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2625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187" y="3332988"/>
            <a:ext cx="1426373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خُسُدُ</a:t>
            </a:r>
            <a:endParaRPr lang="ar-SA" sz="8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03589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5"/>
          </a:solidFill>
          <a:ln w="12700">
            <a:solidFill>
              <a:srgbClr val="2B64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3"/>
          </a:solidFill>
          <a:ln w="12700">
            <a:solidFill>
              <a:srgbClr val="3479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دُسُذُ</a:t>
            </a:r>
            <a:endParaRPr lang="ar-SA" sz="71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65606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3619" y="3332988"/>
            <a:ext cx="1038941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ذُسُرُ</a:t>
            </a:r>
            <a:endParaRPr lang="ar-SA" sz="7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8226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0870" y="3332988"/>
            <a:ext cx="901690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9"/>
          </a:solidFill>
          <a:ln w="12700">
            <a:solidFill>
              <a:srgbClr val="ED5E6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رُسُزُ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9E0"/>
          </a:solidFill>
          <a:ln w="12700">
            <a:solidFill>
              <a:srgbClr val="52D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0"/>
          </a:solidFill>
          <a:ln w="12700">
            <a:solidFill>
              <a:srgbClr val="DB70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E47"/>
          </a:solidFill>
          <a:ln w="12700">
            <a:solidFill>
              <a:srgbClr val="857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زُسُأُ</a:t>
            </a:r>
            <a:endParaRPr lang="ar-SA" sz="5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4367" cy="100584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653" y="3881628"/>
            <a:ext cx="578907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A"/>
          </a:solidFill>
          <a:ln w="12700">
            <a:solidFill>
              <a:srgbClr val="D864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4"/>
          </a:solidFill>
          <a:ln w="12700">
            <a:solidFill>
              <a:srgbClr val="D147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أُسُ</a:t>
            </a:r>
            <a:endParaRPr lang="ar-SA" sz="5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920" y="3515868"/>
            <a:ext cx="164464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9275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F64"/>
          </a:solidFill>
          <a:ln w="12700">
            <a:solidFill>
              <a:srgbClr val="2B2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3479"/>
          </a:solidFill>
          <a:ln w="12700">
            <a:solidFill>
              <a:srgbClr val="5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57" y="3515868"/>
            <a:ext cx="123270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897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ED5E"/>
          </a:solidFill>
          <a:ln w="12700">
            <a:solidFill>
              <a:srgbClr val="8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7583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52E0"/>
          </a:solidFill>
          <a:ln w="12700">
            <a:solidFill>
              <a:srgbClr val="C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DB70"/>
          </a:solidFill>
          <a:ln w="12700">
            <a:solidFill>
              <a:srgbClr val="B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</a:t>
            </a:r>
            <a:endParaRPr lang="ar-SA" sz="9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9904" y="3835908"/>
            <a:ext cx="582656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D864"/>
          </a:solidFill>
          <a:ln w="12700">
            <a:solidFill>
              <a:srgbClr val="D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C47"/>
          </a:solidFill>
          <a:ln w="12700">
            <a:solidFill>
              <a:srgbClr val="D1B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913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0114" y="3515868"/>
            <a:ext cx="1282446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دُسُ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85850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D"/>
          </a:solidFill>
          <a:ln w="12700">
            <a:solidFill>
              <a:srgbClr val="642B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ذُسُ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722" y="3515868"/>
            <a:ext cx="103683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رُسُ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0047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0ED"/>
          </a:solidFill>
          <a:ln w="12700">
            <a:solidFill>
              <a:srgbClr val="5EB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زُسُ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01091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152"/>
          </a:solidFill>
          <a:ln w="12700">
            <a:solidFill>
              <a:srgbClr val="E0A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5DB"/>
          </a:solidFill>
          <a:ln w="12700">
            <a:solidFill>
              <a:srgbClr val="70D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4785"/>
          </a:solidFill>
          <a:ln w="12700">
            <a:solidFill>
              <a:srgbClr val="5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0600" dirty="0"/>
          </a:p>
        </p:txBody>
      </p:sp>
      <p:sp>
        <p:nvSpPr>
          <p:cNvPr id="17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106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47967" cy="164592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7055" y="1783080"/>
            <a:ext cx="885505" cy="1645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D"/>
          </a:solidFill>
          <a:ln w="12700">
            <a:solidFill>
              <a:srgbClr val="64D8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A"/>
          </a:solidFill>
          <a:ln w="12700">
            <a:solidFill>
              <a:srgbClr val="47D1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شُأُ</a:t>
            </a:r>
            <a:endParaRPr lang="ar-SA" sz="5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شُبُ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7934"/>
          </a:solidFill>
          <a:ln w="12700">
            <a:solidFill>
              <a:srgbClr val="3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شُتُ</a:t>
            </a:r>
            <a:endParaRPr lang="ar-SA" sz="8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6298" y="3515868"/>
            <a:ext cx="90626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شُثُ</a:t>
            </a:r>
            <a:endParaRPr lang="ar-SA" sz="8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1669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3"/>
          </a:solidFill>
          <a:ln w="12700">
            <a:solidFill>
              <a:srgbClr val="ED5ED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شُجُ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16545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D"/>
          </a:solidFill>
          <a:ln w="12700">
            <a:solidFill>
              <a:srgbClr val="52E0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70DB"/>
          </a:solidFill>
          <a:ln w="12700">
            <a:solidFill>
              <a:srgbClr val="C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047"/>
          </a:solidFill>
          <a:ln w="12700">
            <a:solidFill>
              <a:srgbClr val="855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شُحُ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22218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710" y="3881628"/>
            <a:ext cx="584850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064D8"/>
          </a:solidFill>
          <a:ln w="12700">
            <a:solidFill>
              <a:srgbClr val="A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47D1"/>
          </a:solidFill>
          <a:ln w="12700">
            <a:solidFill>
              <a:srgbClr val="7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شُخُ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6540" y="3515868"/>
            <a:ext cx="125602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شُدُ</a:t>
            </a:r>
            <a:endParaRPr lang="ar-SA" sz="8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65276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A79"/>
          </a:solidFill>
          <a:ln w="12700">
            <a:solidFill>
              <a:srgbClr val="344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شُذُ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7436" y="3515868"/>
            <a:ext cx="94512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شُرُ</a:t>
            </a:r>
            <a:endParaRPr lang="ar-SA" sz="8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2267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35E"/>
          </a:solidFill>
          <a:ln w="12700">
            <a:solidFill>
              <a:srgbClr val="EDE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شُزُ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A52E0"/>
          </a:solidFill>
          <a:ln w="12700">
            <a:solidFill>
              <a:srgbClr val="5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C70"/>
          </a:solidFill>
          <a:ln w="12700">
            <a:solidFill>
              <a:srgbClr val="DBA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8547"/>
          </a:solidFill>
          <a:ln w="12700">
            <a:solidFill>
              <a:srgbClr val="4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شُسُ</a:t>
            </a:r>
            <a:endParaRPr lang="ar-SA" sz="8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90295" y="4064508"/>
            <a:ext cx="562265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364"/>
          </a:solidFill>
          <a:ln w="12700">
            <a:solidFill>
              <a:srgbClr val="D88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547"/>
          </a:solidFill>
          <a:ln w="12700">
            <a:solidFill>
              <a:srgbClr val="D15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أُشُبُ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683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0429" y="3332988"/>
            <a:ext cx="1322131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بُشُتُ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15568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2B64"/>
          </a:solidFill>
          <a:ln w="12700">
            <a:solidFill>
              <a:srgbClr val="6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B"/>
          </a:solidFill>
          <a:ln w="12700">
            <a:solidFill>
              <a:srgbClr val="7934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تُشُثُ</a:t>
            </a:r>
            <a:endParaRPr lang="ar-SA" sz="7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8586" y="3332988"/>
            <a:ext cx="793974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ثُشُجُ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02904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0"/>
          </a:solidFill>
          <a:ln w="12700">
            <a:solidFill>
              <a:srgbClr val="5EED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جُشُحُ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D"/>
          </a:solidFill>
          <a:ln w="12700">
            <a:solidFill>
              <a:srgbClr val="E052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1"/>
          </a:solidFill>
          <a:ln w="12700">
            <a:solidFill>
              <a:srgbClr val="70DB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حُشُخُ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7311" y="3835908"/>
            <a:ext cx="575249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6"/>
          </a:solidFill>
          <a:ln w="12700">
            <a:solidFill>
              <a:srgbClr val="64D8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D147"/>
          </a:solidFill>
          <a:ln w="12700">
            <a:solidFill>
              <a:srgbClr val="5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خُشُدُ</a:t>
            </a:r>
            <a:endParaRPr lang="ar-SA" sz="7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308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672" y="3332988"/>
            <a:ext cx="1389888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دُشُذُ</a:t>
            </a:r>
            <a:endParaRPr lang="ar-SA" sz="7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4138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ذُشُرُ</a:t>
            </a:r>
            <a:endParaRPr lang="ar-SA" sz="71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3608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599" y="3332988"/>
            <a:ext cx="1104961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رُشُزُ</a:t>
            </a:r>
            <a:endParaRPr lang="ar-SA" sz="7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591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0870" y="3332988"/>
            <a:ext cx="901690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5EED"/>
          </a:solidFill>
          <a:ln w="12700">
            <a:solidFill>
              <a:srgbClr val="9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زُشُسُ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E052"/>
          </a:solidFill>
          <a:ln w="12700">
            <a:solidFill>
              <a:srgbClr val="9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70DB"/>
          </a:solidFill>
          <a:ln w="12700">
            <a:solidFill>
              <a:srgbClr val="7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سُشُأُ</a:t>
            </a:r>
            <a:endParaRPr lang="ar-SA" sz="5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8332" cy="100584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710" y="3881628"/>
            <a:ext cx="584850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FD8"/>
          </a:solidFill>
          <a:ln w="12700">
            <a:solidFill>
              <a:srgbClr val="647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FD1"/>
          </a:solidFill>
          <a:ln w="12700">
            <a:solidFill>
              <a:srgbClr val="477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أُشُ</a:t>
            </a:r>
            <a:endParaRPr lang="ar-SA" sz="5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487" y="3515868"/>
            <a:ext cx="150007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</a:t>
            </a:r>
            <a:endParaRPr lang="ar-SA" sz="8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5"/>
          </a:solidFill>
          <a:ln w="12700">
            <a:solidFill>
              <a:srgbClr val="3479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تُشُ</a:t>
            </a:r>
            <a:endParaRPr lang="ar-SA" sz="8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0240" y="3515868"/>
            <a:ext cx="82232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ثُشُ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047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95E"/>
          </a:solidFill>
          <a:ln w="12700">
            <a:solidFill>
              <a:srgbClr val="ED7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جُشُ</a:t>
            </a:r>
            <a:endParaRPr lang="ar-SA" sz="8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2110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4E0"/>
          </a:solidFill>
          <a:ln w="12700">
            <a:solidFill>
              <a:srgbClr val="52B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5"/>
          </a:solidFill>
          <a:ln w="12700">
            <a:solidFill>
              <a:srgbClr val="DB70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حُشُ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9945" cy="9144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186" y="3835908"/>
            <a:ext cx="565374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C"/>
          </a:solidFill>
          <a:ln w="12700">
            <a:solidFill>
              <a:srgbClr val="D864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1"/>
          </a:solidFill>
          <a:ln w="12700">
            <a:solidFill>
              <a:srgbClr val="D147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خُشُ</a:t>
            </a:r>
            <a:endParaRPr lang="ar-SA" sz="8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8463" y="3515868"/>
            <a:ext cx="1144097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دُشُ</a:t>
            </a:r>
            <a:endParaRPr lang="ar-SA" sz="8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13465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ذُشُ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378" y="3515868"/>
            <a:ext cx="86118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رُشُ</a:t>
            </a:r>
            <a:endParaRPr lang="ar-SA" sz="8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7180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ED5E"/>
          </a:solidFill>
          <a:ln w="12700">
            <a:solidFill>
              <a:srgbClr val="6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زُشُ</a:t>
            </a:r>
            <a:endParaRPr lang="ar-SA" sz="8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DB70"/>
          </a:solidFill>
          <a:ln w="12700">
            <a:solidFill>
              <a:srgbClr val="9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سُشُ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275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087" y="3790188"/>
            <a:ext cx="582473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D864"/>
          </a:solidFill>
          <a:ln w="12700">
            <a:solidFill>
              <a:srgbClr val="B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D147"/>
          </a:solidFill>
          <a:ln w="12700">
            <a:solidFill>
              <a:srgbClr val="C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13285" y="896112"/>
            <a:ext cx="2400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13285" y="896112"/>
            <a:ext cx="2400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سَمِعَهُ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30416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9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30416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03720" y="2834640"/>
            <a:ext cx="41365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03720" y="2834640"/>
            <a:ext cx="41365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سَمِعَهُ عُمَرُ</a:t>
            </a:r>
            <a:endParaRPr lang="ar-SA" sz="5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26618" cy="18288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283" y="3241548"/>
            <a:ext cx="1300277" cy="1828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22095" y="896112"/>
            <a:ext cx="19693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7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22095" y="896112"/>
            <a:ext cx="19693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52571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7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52571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55149" y="2834640"/>
            <a:ext cx="34337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55149" y="2834640"/>
            <a:ext cx="34337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 عُمَرُ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84620" cy="16459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4399" y="1783080"/>
            <a:ext cx="1468161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9872" y="896112"/>
            <a:ext cx="21033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8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9872" y="896112"/>
            <a:ext cx="21033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080780" y="896112"/>
            <a:ext cx="25590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8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80780" y="896112"/>
            <a:ext cx="25590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06977" y="2834640"/>
            <a:ext cx="4330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06977" y="2834640"/>
            <a:ext cx="4330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 وَحَسُنَ</a:t>
            </a:r>
            <a:endParaRPr lang="ar-SA" sz="54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63194" cy="182880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5824" y="3241548"/>
            <a:ext cx="1316736" cy="1828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38097" y="896112"/>
            <a:ext cx="19834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38097" y="896112"/>
            <a:ext cx="19834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شُكِرَ</a:t>
            </a:r>
            <a:endParaRPr lang="ar-SA" sz="5000" dirty="0"/>
          </a:p>
        </p:txBody>
      </p:sp>
      <p:sp>
        <p:nvSpPr>
          <p:cNvPr id="12" name="C2 W2 pill"/>
          <p:cNvSpPr/>
          <p:nvPr/>
        </p:nvSpPr>
        <p:spPr>
          <a:xfrm>
            <a:off x="2422414" y="896112"/>
            <a:ext cx="1995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22414" y="896112"/>
            <a:ext cx="1995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وَذُكِرَ</a:t>
            </a:r>
            <a:endParaRPr lang="ar-SA" sz="5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8539" y="2834640"/>
            <a:ext cx="36269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8539" y="2834640"/>
            <a:ext cx="36269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شُكِرَ وَذُكِرَ</a:t>
            </a:r>
            <a:endParaRPr lang="ar-SA" sz="51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236269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413" y="3241548"/>
            <a:ext cx="949147" cy="18288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07-seen-sheen</dc:title>
  <dc:subject>PptxGenJS Presentation</dc:subject>
  <dc:creator>PptxGenJS</dc:creator>
  <cp:lastModifiedBy>PptxGenJS</cp:lastModifiedBy>
  <cp:revision>1</cp:revision>
  <dcterms:created xsi:type="dcterms:W3CDTF">2026-10-20T23:35:54Z</dcterms:created>
  <dcterms:modified xsi:type="dcterms:W3CDTF">2026-10-20T23:35:54Z</dcterms:modified>
</cp:coreProperties>
</file>