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</p:sldIdLst>
  <p:notesMasterIdLst>
    <p:notesMasterId r:id="rId7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notesMaster" Target="notesMasters/notesMaster1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2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3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11200" dirty="0"/>
          </a:p>
        </p:txBody>
      </p:sp>
      <p:sp>
        <p:nvSpPr>
          <p:cNvPr id="13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11200" dirty="0"/>
          </a:p>
        </p:txBody>
      </p:sp>
      <p:pic>
        <p:nvPicPr>
          <p:cNvPr id="1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34540"/>
            <a:ext cx="1225296" cy="1143000"/>
          </a:xfrm>
          <a:prstGeom prst="rect">
            <a:avLst/>
          </a:prstGeom>
        </p:spPr>
      </p:pic>
      <p:pic>
        <p:nvPicPr>
          <p:cNvPr id="15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495" y="1943100"/>
            <a:ext cx="1115065" cy="13258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4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0"/>
          </a:solidFill>
          <a:ln w="12700">
            <a:solidFill>
              <a:srgbClr val="2B646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C79"/>
          </a:solidFill>
          <a:ln w="12700">
            <a:solidFill>
              <a:srgbClr val="345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سُأُ</a:t>
            </a:r>
            <a:endParaRPr lang="ar-SA" sz="56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8818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548" y="3515868"/>
            <a:ext cx="785012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سُبُ</a:t>
            </a:r>
            <a:endParaRPr lang="ar-SA" sz="95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92596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119" y="3927348"/>
            <a:ext cx="1242441" cy="11430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F5E"/>
          </a:solidFill>
          <a:ln w="12700">
            <a:solidFill>
              <a:srgbClr val="EDB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سُتُ</a:t>
            </a:r>
            <a:endParaRPr lang="ar-SA" sz="101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11680"/>
            <a:ext cx="514716" cy="11887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EE0"/>
          </a:solidFill>
          <a:ln w="12700">
            <a:solidFill>
              <a:srgbClr val="526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070"/>
          </a:solidFill>
          <a:ln w="12700">
            <a:solidFill>
              <a:srgbClr val="DB9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E8547"/>
          </a:solidFill>
          <a:ln w="12700">
            <a:solidFill>
              <a:srgbClr val="5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سُثُ</a:t>
            </a:r>
            <a:endParaRPr lang="ar-SA" sz="8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904250" cy="132588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4202" y="3927348"/>
            <a:ext cx="578358" cy="114300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564"/>
          </a:solidFill>
          <a:ln w="12700">
            <a:solidFill>
              <a:srgbClr val="D86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D"/>
          </a:solidFill>
          <a:ln w="12700">
            <a:solidFill>
              <a:srgbClr val="D1475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سُجُ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1888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626" y="3653028"/>
            <a:ext cx="1303934" cy="14173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سُحُ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1108253" cy="91440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984" y="4018788"/>
            <a:ext cx="725576" cy="10515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12B64"/>
          </a:solidFill>
          <a:ln w="12700">
            <a:solidFill>
              <a:srgbClr val="5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D"/>
          </a:solidFill>
          <a:ln w="12700">
            <a:solidFill>
              <a:srgbClr val="79346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سُخُ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02361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945" y="3515868"/>
            <a:ext cx="716615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سُدُ</a:t>
            </a:r>
            <a:endParaRPr lang="ar-SA" sz="109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19841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070" y="3881628"/>
            <a:ext cx="1634490" cy="11887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B"/>
          </a:solidFill>
          <a:ln w="12700">
            <a:solidFill>
              <a:srgbClr val="5EED9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سُذُ</a:t>
            </a:r>
            <a:endParaRPr lang="ar-SA" sz="81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03120"/>
            <a:ext cx="507949" cy="10058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2"/>
          </a:solidFill>
          <a:ln w="12700">
            <a:solidFill>
              <a:srgbClr val="E0529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6"/>
          </a:solidFill>
          <a:ln w="12700">
            <a:solidFill>
              <a:srgbClr val="70DB7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D85"/>
          </a:solidFill>
          <a:ln w="12700">
            <a:solidFill>
              <a:srgbClr val="476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سُرُ</a:t>
            </a:r>
            <a:endParaRPr lang="ar-SA" sz="90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923361" cy="100584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6546" y="4155948"/>
            <a:ext cx="566014" cy="9144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0D864"/>
          </a:solidFill>
          <a:ln w="12700">
            <a:solidFill>
              <a:srgbClr val="8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FD147"/>
          </a:solidFill>
          <a:ln w="12700">
            <a:solidFill>
              <a:srgbClr val="7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سُزُ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33384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545" y="3790188"/>
            <a:ext cx="1083015" cy="12801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أُسُبُ</a:t>
            </a:r>
            <a:endParaRPr lang="ar-SA" sz="52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1087679" cy="137160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063" y="3973068"/>
            <a:ext cx="727497" cy="10972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32B"/>
          </a:solidFill>
          <a:ln w="12700">
            <a:solidFill>
              <a:srgbClr val="644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434"/>
          </a:solidFill>
          <a:ln w="12700">
            <a:solidFill>
              <a:srgbClr val="797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بُسُتُ</a:t>
            </a:r>
            <a:endParaRPr lang="ar-SA" sz="72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81116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9047" y="3424428"/>
            <a:ext cx="1043513" cy="16459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تُسُثُ</a:t>
            </a:r>
            <a:endParaRPr lang="ar-SA" sz="72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485900" cy="118872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392" y="3835908"/>
            <a:ext cx="1117168" cy="12344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85EED"/>
          </a:solidFill>
          <a:ln w="12700">
            <a:solidFill>
              <a:srgbClr val="7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ثُسُجُ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3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5E052"/>
          </a:solidFill>
          <a:ln w="12700">
            <a:solidFill>
              <a:srgbClr val="B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5DB"/>
          </a:solidFill>
          <a:ln w="12700">
            <a:solidFill>
              <a:srgbClr val="708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C"/>
          </a:solidFill>
          <a:ln w="12700">
            <a:solidFill>
              <a:srgbClr val="85477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جُسُحُ</a:t>
            </a:r>
            <a:endParaRPr lang="ar-SA" sz="66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3483" y="3835908"/>
            <a:ext cx="569077" cy="12344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DD8"/>
          </a:solidFill>
          <a:ln w="12700">
            <a:solidFill>
              <a:srgbClr val="649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2D1"/>
          </a:solidFill>
          <a:ln w="12700">
            <a:solidFill>
              <a:srgbClr val="47A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حُسُخُ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926379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073" y="3744468"/>
            <a:ext cx="1751487" cy="13258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خُسُدُ</a:t>
            </a:r>
            <a:endParaRPr lang="ar-SA" sz="81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1110996" cy="137160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5"/>
          </a:solidFill>
          <a:ln w="12700">
            <a:solidFill>
              <a:srgbClr val="2B643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3"/>
          </a:solidFill>
          <a:ln w="12700">
            <a:solidFill>
              <a:srgbClr val="34796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دُسُذُ</a:t>
            </a:r>
            <a:endParaRPr lang="ar-SA" sz="71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945993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8369" y="3378708"/>
            <a:ext cx="1074191" cy="16916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ذُسُرُ</a:t>
            </a:r>
            <a:endParaRPr lang="ar-SA" sz="71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07308"/>
            <a:ext cx="1019739" cy="146304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417" y="4018788"/>
            <a:ext cx="1512143" cy="10515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9"/>
          </a:solidFill>
          <a:ln w="12700">
            <a:solidFill>
              <a:srgbClr val="ED5E6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رُسُزُ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4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9E0"/>
          </a:solidFill>
          <a:ln w="12700">
            <a:solidFill>
              <a:srgbClr val="52D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0"/>
          </a:solidFill>
          <a:ln w="12700">
            <a:solidFill>
              <a:srgbClr val="DB70A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E47"/>
          </a:solidFill>
          <a:ln w="12700">
            <a:solidFill>
              <a:srgbClr val="857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زُسُأُ</a:t>
            </a:r>
            <a:endParaRPr lang="ar-SA" sz="50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6031" y="3881628"/>
            <a:ext cx="576529" cy="11887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A"/>
          </a:solidFill>
          <a:ln w="12700">
            <a:solidFill>
              <a:srgbClr val="D864B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4"/>
          </a:solidFill>
          <a:ln w="12700">
            <a:solidFill>
              <a:srgbClr val="D147C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أُسُ</a:t>
            </a:r>
            <a:endParaRPr lang="ar-SA" sz="59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47557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476" y="3653028"/>
            <a:ext cx="1087084" cy="14173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بُسُ</a:t>
            </a:r>
            <a:endParaRPr lang="ar-SA" sz="9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33384" cy="14173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F64"/>
          </a:solidFill>
          <a:ln w="12700">
            <a:solidFill>
              <a:srgbClr val="2B2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23479"/>
          </a:solidFill>
          <a:ln w="12700">
            <a:solidFill>
              <a:srgbClr val="52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تُسُ</a:t>
            </a:r>
            <a:endParaRPr lang="ar-SA" sz="87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53385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9204" y="3744468"/>
            <a:ext cx="1063356" cy="13258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ثُسُ</a:t>
            </a:r>
            <a:endParaRPr lang="ar-SA" sz="75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70078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516" y="3835908"/>
            <a:ext cx="1722044" cy="12344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CED5E"/>
          </a:solidFill>
          <a:ln w="12700">
            <a:solidFill>
              <a:srgbClr val="8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جُسُ</a:t>
            </a:r>
            <a:endParaRPr lang="ar-SA" sz="9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11680"/>
            <a:ext cx="506395" cy="11887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452E0"/>
          </a:solidFill>
          <a:ln w="12700">
            <a:solidFill>
              <a:srgbClr val="C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BDB70"/>
          </a:solidFill>
          <a:ln w="12700">
            <a:solidFill>
              <a:srgbClr val="B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E"/>
          </a:solidFill>
          <a:ln w="12700">
            <a:solidFill>
              <a:srgbClr val="47856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حُسُ</a:t>
            </a:r>
            <a:endParaRPr lang="ar-SA" sz="90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898032" cy="105156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4842" y="3881628"/>
            <a:ext cx="577718" cy="11887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7D864"/>
          </a:solidFill>
          <a:ln w="12700">
            <a:solidFill>
              <a:srgbClr val="D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C47"/>
          </a:solidFill>
          <a:ln w="12700">
            <a:solidFill>
              <a:srgbClr val="D1B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خُسُ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44881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2591" y="3744468"/>
            <a:ext cx="1309969" cy="13258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دُسُ</a:t>
            </a:r>
            <a:endParaRPr lang="ar-SA" sz="9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1107110" cy="13258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31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D"/>
          </a:solidFill>
          <a:ln w="12700">
            <a:solidFill>
              <a:srgbClr val="642B3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034"/>
          </a:solidFill>
          <a:ln w="12700">
            <a:solidFill>
              <a:srgbClr val="794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ذُسُ</a:t>
            </a:r>
            <a:endParaRPr lang="ar-SA" sz="81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719953" cy="132588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780" y="3515868"/>
            <a:ext cx="1120780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رُسُ</a:t>
            </a:r>
            <a:endParaRPr lang="ar-SA" sz="9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787743" cy="9601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452" y="3881628"/>
            <a:ext cx="958108" cy="11887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0ED"/>
          </a:solidFill>
          <a:ln w="12700">
            <a:solidFill>
              <a:srgbClr val="5EB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زُسُ</a:t>
            </a:r>
            <a:endParaRPr lang="ar-SA" sz="9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25980"/>
            <a:ext cx="498302" cy="9601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3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152"/>
          </a:solidFill>
          <a:ln w="12700">
            <a:solidFill>
              <a:srgbClr val="E0A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5DB"/>
          </a:solidFill>
          <a:ln w="12700">
            <a:solidFill>
              <a:srgbClr val="70D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F4785"/>
          </a:solidFill>
          <a:ln w="12700">
            <a:solidFill>
              <a:srgbClr val="5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10600" dirty="0"/>
          </a:p>
        </p:txBody>
      </p:sp>
      <p:sp>
        <p:nvSpPr>
          <p:cNvPr id="17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10600" dirty="0"/>
          </a:p>
        </p:txBody>
      </p:sp>
      <p:pic>
        <p:nvPicPr>
          <p:cNvPr id="18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965960"/>
            <a:ext cx="1426098" cy="1280160"/>
          </a:xfrm>
          <a:prstGeom prst="rect">
            <a:avLst/>
          </a:prstGeom>
        </p:spPr>
      </p:pic>
      <p:pic>
        <p:nvPicPr>
          <p:cNvPr id="19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575" y="1943100"/>
            <a:ext cx="654985" cy="13258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D"/>
          </a:solidFill>
          <a:ln w="12700">
            <a:solidFill>
              <a:srgbClr val="64D8B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A"/>
          </a:solidFill>
          <a:ln w="12700">
            <a:solidFill>
              <a:srgbClr val="47D19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شُأُ</a:t>
            </a:r>
            <a:endParaRPr lang="ar-SA" sz="56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94761" cy="132588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643" y="3561588"/>
            <a:ext cx="1621917" cy="15087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شُبُ</a:t>
            </a:r>
            <a:endParaRPr lang="ar-SA" sz="82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078992" cy="1143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34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B642B"/>
          </a:solidFill>
          <a:ln w="12700">
            <a:solidFill>
              <a:srgbClr val="4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97934"/>
          </a:solidFill>
          <a:ln w="12700">
            <a:solidFill>
              <a:srgbClr val="3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شُتُ</a:t>
            </a:r>
            <a:endParaRPr lang="ar-SA" sz="82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769010" cy="132588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942" y="3515868"/>
            <a:ext cx="873618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شُثُ</a:t>
            </a:r>
            <a:endParaRPr lang="ar-SA" sz="82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400312" cy="11887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234" y="4064508"/>
            <a:ext cx="1606326" cy="10058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3"/>
          </a:solidFill>
          <a:ln w="12700">
            <a:solidFill>
              <a:srgbClr val="ED5ED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شُجُ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19471" cy="10515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D"/>
          </a:solidFill>
          <a:ln w="12700">
            <a:solidFill>
              <a:srgbClr val="52E07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670DB"/>
          </a:solidFill>
          <a:ln w="12700">
            <a:solidFill>
              <a:srgbClr val="C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047"/>
          </a:solidFill>
          <a:ln w="12700">
            <a:solidFill>
              <a:srgbClr val="855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شُحُ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916595" cy="128016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541" y="3881628"/>
            <a:ext cx="567019" cy="11887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064D8"/>
          </a:solidFill>
          <a:ln w="12700">
            <a:solidFill>
              <a:srgbClr val="A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747D1"/>
          </a:solidFill>
          <a:ln w="12700">
            <a:solidFill>
              <a:srgbClr val="77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شُخُ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32754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842" y="3698748"/>
            <a:ext cx="1172718" cy="13716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شُدُ</a:t>
            </a:r>
            <a:endParaRPr lang="ar-SA" sz="8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4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A64"/>
          </a:solidFill>
          <a:ln w="12700">
            <a:solidFill>
              <a:srgbClr val="2B5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A79"/>
          </a:solidFill>
          <a:ln w="12700">
            <a:solidFill>
              <a:srgbClr val="344A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شُذُ</a:t>
            </a:r>
            <a:endParaRPr lang="ar-SA" sz="81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4566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6456" y="3607308"/>
            <a:ext cx="926104" cy="14630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شُرُ</a:t>
            </a:r>
            <a:endParaRPr lang="ar-SA" sz="82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199510" cy="128016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653" y="3835908"/>
            <a:ext cx="1494907" cy="12344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35E"/>
          </a:solidFill>
          <a:ln w="12700">
            <a:solidFill>
              <a:srgbClr val="EDE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شُزُ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A52E0"/>
          </a:solidFill>
          <a:ln w="12700">
            <a:solidFill>
              <a:srgbClr val="5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5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C70"/>
          </a:solidFill>
          <a:ln w="12700">
            <a:solidFill>
              <a:srgbClr val="DBAC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E8547"/>
          </a:solidFill>
          <a:ln w="12700">
            <a:solidFill>
              <a:srgbClr val="4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شُسُ</a:t>
            </a:r>
            <a:endParaRPr lang="ar-SA" sz="82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914400" cy="114300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1184" y="4064508"/>
            <a:ext cx="581376" cy="10058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364"/>
          </a:solidFill>
          <a:ln w="12700">
            <a:solidFill>
              <a:srgbClr val="D88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547"/>
          </a:solidFill>
          <a:ln w="12700">
            <a:solidFill>
              <a:srgbClr val="D155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أُشُبُ</a:t>
            </a:r>
            <a:endParaRPr lang="ar-SA" sz="52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9762" cy="141732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61" y="3653028"/>
            <a:ext cx="1661099" cy="14173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بُشُتُ</a:t>
            </a:r>
            <a:endParaRPr lang="ar-SA" sz="72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077255" cy="10058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02B64"/>
          </a:solidFill>
          <a:ln w="12700">
            <a:solidFill>
              <a:srgbClr val="6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B"/>
          </a:solidFill>
          <a:ln w="12700">
            <a:solidFill>
              <a:srgbClr val="79345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8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تُشُثُ</a:t>
            </a:r>
            <a:endParaRPr lang="ar-SA" sz="72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17164" cy="141732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2567" y="3332988"/>
            <a:ext cx="859993" cy="17373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ثُشُجُ</a:t>
            </a:r>
            <a:endParaRPr lang="ar-SA" sz="6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633347" cy="114300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223" y="3744468"/>
            <a:ext cx="1600337" cy="13258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0"/>
          </a:solidFill>
          <a:ln w="12700">
            <a:solidFill>
              <a:srgbClr val="5EEDC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8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جُشُحُ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4314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D"/>
          </a:solidFill>
          <a:ln w="12700">
            <a:solidFill>
              <a:srgbClr val="E0526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1"/>
          </a:solidFill>
          <a:ln w="12700">
            <a:solidFill>
              <a:srgbClr val="70DB9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D85"/>
          </a:solidFill>
          <a:ln w="12700">
            <a:solidFill>
              <a:srgbClr val="475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8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8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حُشُخُ</a:t>
            </a:r>
            <a:endParaRPr lang="ar-SA" sz="66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0087" y="3790188"/>
            <a:ext cx="582473" cy="12801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6"/>
          </a:solidFill>
          <a:ln w="12700">
            <a:solidFill>
              <a:srgbClr val="64D86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CD147"/>
          </a:solidFill>
          <a:ln w="12700">
            <a:solidFill>
              <a:srgbClr val="5C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خُشُدُ</a:t>
            </a:r>
            <a:endParaRPr lang="ar-SA" sz="73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86486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527" y="3744468"/>
            <a:ext cx="1180033" cy="13258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8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دُشُذُ</a:t>
            </a:r>
            <a:endParaRPr lang="ar-SA" sz="71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103498" cy="12801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431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22B"/>
          </a:solidFill>
          <a:ln w="12700">
            <a:solidFill>
              <a:srgbClr val="645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D7934"/>
          </a:solidFill>
          <a:ln w="12700">
            <a:solidFill>
              <a:srgbClr val="6D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8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8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ذُشُرُ</a:t>
            </a:r>
            <a:endParaRPr lang="ar-SA" sz="71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92099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4731" y="3424428"/>
            <a:ext cx="1097829" cy="16459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رُشُزُ</a:t>
            </a:r>
            <a:endParaRPr lang="ar-SA" sz="73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56533" cy="141732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881" y="4018788"/>
            <a:ext cx="1502679" cy="10515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C5EED"/>
          </a:solidFill>
          <a:ln w="12700">
            <a:solidFill>
              <a:srgbClr val="9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8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زُشُسُ</a:t>
            </a:r>
            <a:endParaRPr lang="ar-SA" sz="6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4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1E052"/>
          </a:solidFill>
          <a:ln w="12700">
            <a:solidFill>
              <a:srgbClr val="91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670DB"/>
          </a:solidFill>
          <a:ln w="12700">
            <a:solidFill>
              <a:srgbClr val="7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D"/>
          </a:solidFill>
          <a:ln w="12700">
            <a:solidFill>
              <a:srgbClr val="85476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سُشُأُ</a:t>
            </a:r>
            <a:endParaRPr lang="ar-SA" sz="50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903290" cy="1051560"/>
          </a:xfrm>
          <a:prstGeom prst="rect">
            <a:avLst/>
          </a:prstGeom>
        </p:spPr>
      </p:pic>
      <p:pic>
        <p:nvPicPr>
          <p:cNvPr id="3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898" y="3881628"/>
            <a:ext cx="583662" cy="11887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FD8"/>
          </a:solidFill>
          <a:ln w="12700">
            <a:solidFill>
              <a:srgbClr val="647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FD1"/>
          </a:solidFill>
          <a:ln w="12700">
            <a:solidFill>
              <a:srgbClr val="477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أُشُ</a:t>
            </a:r>
            <a:endParaRPr lang="ar-SA" sz="59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7558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555" y="4018788"/>
            <a:ext cx="1183005" cy="10515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بُشُ</a:t>
            </a:r>
            <a:endParaRPr lang="ar-SA" sz="8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4"/>
          </a:solidFill>
          <a:ln w="12700">
            <a:solidFill>
              <a:srgbClr val="2B644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5"/>
          </a:solidFill>
          <a:ln w="12700">
            <a:solidFill>
              <a:srgbClr val="34797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تُشُ</a:t>
            </a:r>
            <a:endParaRPr lang="ar-SA" sz="82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1731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1170" y="3515868"/>
            <a:ext cx="881390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ثُشُ</a:t>
            </a:r>
            <a:endParaRPr lang="ar-SA" sz="75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745772" cy="109728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529" y="3927348"/>
            <a:ext cx="1391031" cy="11430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95E"/>
          </a:solidFill>
          <a:ln w="12700">
            <a:solidFill>
              <a:srgbClr val="ED7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جُشُ</a:t>
            </a:r>
            <a:endParaRPr lang="ar-SA" sz="82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10007" cy="10515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44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4E0"/>
          </a:solidFill>
          <a:ln w="12700">
            <a:solidFill>
              <a:srgbClr val="52B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5"/>
          </a:solidFill>
          <a:ln w="12700">
            <a:solidFill>
              <a:srgbClr val="DB708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C8547"/>
          </a:solidFill>
          <a:ln w="12700">
            <a:solidFill>
              <a:srgbClr val="7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حُشُ</a:t>
            </a:r>
            <a:endParaRPr lang="ar-SA" sz="82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899221" cy="100584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087" y="3790188"/>
            <a:ext cx="582473" cy="12801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C"/>
          </a:solidFill>
          <a:ln w="12700">
            <a:solidFill>
              <a:srgbClr val="D8649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1"/>
          </a:solidFill>
          <a:ln w="12700">
            <a:solidFill>
              <a:srgbClr val="D147A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خُشُ</a:t>
            </a:r>
            <a:endParaRPr lang="ar-SA" sz="82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4487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072" y="3835908"/>
            <a:ext cx="1250488" cy="12344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دُشُ</a:t>
            </a:r>
            <a:endParaRPr lang="ar-SA" sz="82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1012241" cy="137160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42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52B64"/>
          </a:solidFill>
          <a:ln w="12700">
            <a:solidFill>
              <a:srgbClr val="3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33479"/>
          </a:solidFill>
          <a:ln w="12700">
            <a:solidFill>
              <a:srgbClr val="6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ذُشُ</a:t>
            </a:r>
            <a:endParaRPr lang="ar-SA" sz="81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34959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4952" y="3515868"/>
            <a:ext cx="887608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رُشُ</a:t>
            </a:r>
            <a:endParaRPr lang="ar-SA" sz="82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1422669" cy="132588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043" y="3653028"/>
            <a:ext cx="1482517" cy="14173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8ED5E"/>
          </a:solidFill>
          <a:ln w="12700">
            <a:solidFill>
              <a:srgbClr val="6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زُشُ</a:t>
            </a:r>
            <a:endParaRPr lang="ar-SA" sz="82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00543" cy="10515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2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8"/>
          </a:solidFill>
          <a:ln w="12700">
            <a:solidFill>
              <a:srgbClr val="E052D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FDB70"/>
          </a:solidFill>
          <a:ln w="12700">
            <a:solidFill>
              <a:srgbClr val="9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E"/>
          </a:solidFill>
          <a:ln w="12700">
            <a:solidFill>
              <a:srgbClr val="47857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سُشُ</a:t>
            </a:r>
            <a:endParaRPr lang="ar-SA" sz="82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9048" y="3790188"/>
            <a:ext cx="573512" cy="12801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9D864"/>
          </a:solidFill>
          <a:ln w="12700">
            <a:solidFill>
              <a:srgbClr val="B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3D147"/>
          </a:solidFill>
          <a:ln w="12700">
            <a:solidFill>
              <a:srgbClr val="C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513285" y="896112"/>
            <a:ext cx="240029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9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513285" y="896112"/>
            <a:ext cx="240029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سَمِعَهُ</a:t>
            </a:r>
            <a:endParaRPr lang="ar-SA" sz="5600" dirty="0"/>
          </a:p>
        </p:txBody>
      </p:sp>
      <p:sp>
        <p:nvSpPr>
          <p:cNvPr id="12" name="C2 W2 pill"/>
          <p:cNvSpPr/>
          <p:nvPr/>
        </p:nvSpPr>
        <p:spPr>
          <a:xfrm>
            <a:off x="2230416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9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230416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503720" y="2834640"/>
            <a:ext cx="413656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503720" y="2834640"/>
            <a:ext cx="413656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سَمِعَهُ عُمَرُ</a:t>
            </a:r>
            <a:endParaRPr lang="ar-SA" sz="5700" dirty="0"/>
          </a:p>
        </p:txBody>
      </p:sp>
      <p:pic>
        <p:nvPicPr>
          <p:cNvPr id="17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87268"/>
            <a:ext cx="832698" cy="1783080"/>
          </a:xfrm>
          <a:prstGeom prst="rect">
            <a:avLst/>
          </a:prstGeom>
        </p:spPr>
      </p:pic>
      <p:pic>
        <p:nvPicPr>
          <p:cNvPr id="18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156" y="1920240"/>
            <a:ext cx="946404" cy="13716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622095" y="896112"/>
            <a:ext cx="19693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7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622095" y="896112"/>
            <a:ext cx="19693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شَرِبَهُ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552571" y="896112"/>
            <a:ext cx="174948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57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552571" y="896112"/>
            <a:ext cx="174948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9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855149" y="2834640"/>
            <a:ext cx="343370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855149" y="2834640"/>
            <a:ext cx="343370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شَرِبَهُ عُمَرُ</a:t>
            </a:r>
            <a:endParaRPr lang="ar-SA" sz="4700" dirty="0"/>
          </a:p>
        </p:txBody>
      </p:sp>
      <p:pic>
        <p:nvPicPr>
          <p:cNvPr id="18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28800"/>
            <a:ext cx="1339962" cy="1554480"/>
          </a:xfrm>
          <a:prstGeom prst="rect">
            <a:avLst/>
          </a:prstGeom>
        </p:spPr>
      </p:pic>
      <p:pic>
        <p:nvPicPr>
          <p:cNvPr id="19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037" y="1988820"/>
            <a:ext cx="1624523" cy="12344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43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F"/>
          </a:solidFill>
          <a:ln w="12700">
            <a:solidFill>
              <a:srgbClr val="642B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234"/>
          </a:solidFill>
          <a:ln w="12700">
            <a:solidFill>
              <a:srgbClr val="7952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959872" y="896112"/>
            <a:ext cx="210334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8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959872" y="896112"/>
            <a:ext cx="210334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سَهُلَ</a:t>
            </a:r>
            <a:endParaRPr lang="ar-SA" sz="5400" dirty="0"/>
          </a:p>
        </p:txBody>
      </p:sp>
      <p:sp>
        <p:nvSpPr>
          <p:cNvPr id="14" name="C2 W2 pill"/>
          <p:cNvSpPr/>
          <p:nvPr/>
        </p:nvSpPr>
        <p:spPr>
          <a:xfrm>
            <a:off x="2080780" y="896112"/>
            <a:ext cx="25590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48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080780" y="896112"/>
            <a:ext cx="25590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وَحَسُنَ</a:t>
            </a:r>
            <a:endParaRPr lang="ar-SA" sz="54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A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406977" y="2834640"/>
            <a:ext cx="433004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406977" y="2834640"/>
            <a:ext cx="433004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سَهُلَ وَحَسُنَ</a:t>
            </a:r>
            <a:endParaRPr lang="ar-SA" sz="5400" dirty="0"/>
          </a:p>
        </p:txBody>
      </p:sp>
      <p:pic>
        <p:nvPicPr>
          <p:cNvPr id="1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332988"/>
            <a:ext cx="835670" cy="1737360"/>
          </a:xfrm>
          <a:prstGeom prst="rect">
            <a:avLst/>
          </a:prstGeom>
        </p:spPr>
      </p:pic>
      <p:pic>
        <p:nvPicPr>
          <p:cNvPr id="2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0893" y="1920240"/>
            <a:ext cx="991667" cy="13716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38097" y="896112"/>
            <a:ext cx="198348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A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38097" y="896112"/>
            <a:ext cx="198348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شُكِرَ</a:t>
            </a:r>
            <a:endParaRPr lang="ar-SA" sz="5000" dirty="0"/>
          </a:p>
        </p:txBody>
      </p:sp>
      <p:sp>
        <p:nvSpPr>
          <p:cNvPr id="12" name="C2 W2 pill"/>
          <p:cNvSpPr/>
          <p:nvPr/>
        </p:nvSpPr>
        <p:spPr>
          <a:xfrm>
            <a:off x="2422414" y="896112"/>
            <a:ext cx="19956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A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22414" y="896112"/>
            <a:ext cx="19956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وَذُكِرَ</a:t>
            </a:r>
            <a:endParaRPr lang="ar-SA" sz="50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58539" y="2834640"/>
            <a:ext cx="362692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58539" y="2834640"/>
            <a:ext cx="362692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شُكِرَ وَذُكِرَ</a:t>
            </a:r>
            <a:endParaRPr lang="ar-SA" sz="5100" dirty="0"/>
          </a:p>
        </p:txBody>
      </p:sp>
      <p:pic>
        <p:nvPicPr>
          <p:cNvPr id="17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11680"/>
            <a:ext cx="973562" cy="1188720"/>
          </a:xfrm>
          <a:prstGeom prst="rect">
            <a:avLst/>
          </a:prstGeom>
        </p:spPr>
      </p:pic>
      <p:pic>
        <p:nvPicPr>
          <p:cNvPr id="18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187" y="1965960"/>
            <a:ext cx="1066373" cy="12801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07-seen-sheen</dc:title>
  <dc:subject>PptxGenJS Presentation</dc:subject>
  <dc:creator>PptxGenJS</dc:creator>
  <cp:lastModifiedBy>PptxGenJS</cp:lastModifiedBy>
  <cp:revision>1</cp:revision>
  <dcterms:created xsi:type="dcterms:W3CDTF">2026-10-21T00:09:53Z</dcterms:created>
  <dcterms:modified xsi:type="dcterms:W3CDTF">2026-10-21T00:09:53Z</dcterms:modified>
</cp:coreProperties>
</file>