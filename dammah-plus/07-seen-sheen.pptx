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14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1200" dirty="0"/>
          </a:p>
        </p:txBody>
      </p:sp>
      <p:pic>
        <p:nvPicPr>
          <p:cNvPr id="1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1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5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5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10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8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سُدُ</a:t>
            </a:r>
            <a:endParaRPr lang="ar-SA" sz="109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سُذُ</a:t>
            </a:r>
            <a:endParaRPr lang="ar-SA" sz="81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سُرُ</a:t>
            </a:r>
            <a:endParaRPr lang="ar-SA" sz="9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D147"/>
          </a:solidFill>
          <a:ln w="12700">
            <a:solidFill>
              <a:srgbClr val="7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سُزُ</a:t>
            </a:r>
            <a:endParaRPr lang="ar-SA" sz="9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أُسُبُ</a:t>
            </a:r>
            <a:endParaRPr lang="ar-SA" sz="52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تُسُثُ</a:t>
            </a:r>
            <a:endParaRPr lang="ar-SA" sz="72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85EED"/>
          </a:solidFill>
          <a:ln w="12700">
            <a:solidFill>
              <a:srgbClr val="7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ثُسُجُ</a:t>
            </a:r>
            <a:endParaRPr lang="ar-SA" sz="66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5DB"/>
          </a:solidFill>
          <a:ln w="12700">
            <a:solidFill>
              <a:srgbClr val="708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جُسُحُ</a:t>
            </a:r>
            <a:endParaRPr lang="ar-SA" sz="6600" dirty="0"/>
          </a:p>
        </p:txBody>
      </p:sp>
      <p:pic>
        <p:nvPicPr>
          <p:cNvPr id="29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حُسُخُ</a:t>
            </a:r>
            <a:endParaRPr lang="ar-SA" sz="66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خُسُدُ</a:t>
            </a:r>
            <a:endParaRPr lang="ar-SA" sz="81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دُسُذُ</a:t>
            </a:r>
            <a:endParaRPr lang="ar-SA" sz="71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ذُسُرُ</a:t>
            </a:r>
            <a:endParaRPr lang="ar-SA" sz="71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رُسُزُ</a:t>
            </a:r>
            <a:endParaRPr lang="ar-SA" sz="8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زُسُأُ</a:t>
            </a:r>
            <a:endParaRPr lang="ar-SA" sz="50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59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0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87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75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0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0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دُسُ</a:t>
            </a:r>
            <a:endParaRPr lang="ar-SA" sz="90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ذُسُ</a:t>
            </a:r>
            <a:endParaRPr lang="ar-SA" sz="81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رُسُ</a:t>
            </a:r>
            <a:endParaRPr lang="ar-SA" sz="90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زُسُ</a:t>
            </a:r>
            <a:endParaRPr lang="ar-SA" sz="90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5DB"/>
          </a:solidFill>
          <a:ln w="12700">
            <a:solidFill>
              <a:srgbClr val="70D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06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0600" dirty="0"/>
          </a:p>
        </p:txBody>
      </p:sp>
      <p:pic>
        <p:nvPicPr>
          <p:cNvPr id="18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19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A"/>
          </a:solidFill>
          <a:ln w="12700">
            <a:solidFill>
              <a:srgbClr val="47D1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56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82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82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82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3"/>
          </a:solidFill>
          <a:ln w="12700">
            <a:solidFill>
              <a:srgbClr val="ED5ED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74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74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شُدُ</a:t>
            </a:r>
            <a:endParaRPr lang="ar-SA" sz="82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شُذُ</a:t>
            </a:r>
            <a:endParaRPr lang="ar-SA" sz="81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شُرُ</a:t>
            </a:r>
            <a:endParaRPr lang="ar-SA" sz="82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شُزُ</a:t>
            </a:r>
            <a:endParaRPr lang="ar-SA" sz="82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A52E0"/>
          </a:solidFill>
          <a:ln w="12700">
            <a:solidFill>
              <a:srgbClr val="5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شُسُ</a:t>
            </a:r>
            <a:endParaRPr lang="ar-SA" sz="82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أُشُبُ</a:t>
            </a:r>
            <a:endParaRPr lang="ar-SA" sz="5200" dirty="0"/>
          </a:p>
        </p:txBody>
      </p:sp>
      <p:pic>
        <p:nvPicPr>
          <p:cNvPr id="24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B"/>
          </a:solidFill>
          <a:ln w="12700">
            <a:solidFill>
              <a:srgbClr val="7934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تُشُثُ</a:t>
            </a:r>
            <a:endParaRPr lang="ar-SA" sz="7200" dirty="0"/>
          </a:p>
        </p:txBody>
      </p:sp>
      <p:pic>
        <p:nvPicPr>
          <p:cNvPr id="26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7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ثُشُجُ</a:t>
            </a:r>
            <a:endParaRPr lang="ar-SA" sz="66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0"/>
          </a:solidFill>
          <a:ln w="12700">
            <a:solidFill>
              <a:srgbClr val="5EED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جُشُحُ</a:t>
            </a:r>
            <a:endParaRPr lang="ar-SA" sz="66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D85"/>
          </a:solidFill>
          <a:ln w="12700">
            <a:solidFill>
              <a:srgbClr val="475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حُشُخُ</a:t>
            </a:r>
            <a:endParaRPr lang="ar-SA" sz="6600" dirty="0"/>
          </a:p>
        </p:txBody>
      </p:sp>
      <p:pic>
        <p:nvPicPr>
          <p:cNvPr id="29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خُشُدُ</a:t>
            </a:r>
            <a:endParaRPr lang="ar-SA" sz="73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دُشُذُ</a:t>
            </a:r>
            <a:endParaRPr lang="ar-SA" sz="71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ذُشُرُ</a:t>
            </a:r>
            <a:endParaRPr lang="ar-SA" sz="71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رُشُزُ</a:t>
            </a:r>
            <a:endParaRPr lang="ar-SA" sz="73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زُشُسُ</a:t>
            </a:r>
            <a:endParaRPr lang="ar-SA" sz="60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سُشُأُ</a:t>
            </a:r>
            <a:endParaRPr lang="ar-SA" sz="50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59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82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82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75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95E"/>
          </a:solidFill>
          <a:ln w="12700">
            <a:solidFill>
              <a:srgbClr val="ED7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82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4E0"/>
          </a:solidFill>
          <a:ln w="12700">
            <a:solidFill>
              <a:srgbClr val="52B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82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82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دُشُ</a:t>
            </a:r>
            <a:endParaRPr lang="ar-SA" sz="82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ذُشُ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رُشُ</a:t>
            </a:r>
            <a:endParaRPr lang="ar-SA" sz="82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زُشُ</a:t>
            </a:r>
            <a:endParaRPr lang="ar-SA" sz="82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سُشُ</a:t>
            </a:r>
            <a:endParaRPr lang="ar-SA" sz="82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13285" y="896112"/>
            <a:ext cx="2400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13285" y="896112"/>
            <a:ext cx="2400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3041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3041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3720" y="2834640"/>
            <a:ext cx="41365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3720" y="2834640"/>
            <a:ext cx="41365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سَمِعَهُ عُمَرُ</a:t>
            </a:r>
            <a:endParaRPr lang="ar-SA" sz="5700" dirty="0"/>
          </a:p>
        </p:txBody>
      </p:sp>
      <p:pic>
        <p:nvPicPr>
          <p:cNvPr id="17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46433" cy="1463040"/>
          </a:xfrm>
          <a:prstGeom prst="rect">
            <a:avLst/>
          </a:prstGeom>
        </p:spPr>
      </p:pic>
      <p:pic>
        <p:nvPicPr>
          <p:cNvPr id="18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22095" y="896112"/>
            <a:ext cx="1969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22095" y="896112"/>
            <a:ext cx="1969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52571" y="896112"/>
            <a:ext cx="1749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7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52571" y="896112"/>
            <a:ext cx="1749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55149" y="2834640"/>
            <a:ext cx="34337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55149" y="2834640"/>
            <a:ext cx="34337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شَرِبَهُ عُمَرُ</a:t>
            </a:r>
            <a:endParaRPr lang="ar-SA" sz="4700" dirty="0"/>
          </a:p>
        </p:txBody>
      </p:sp>
      <p:pic>
        <p:nvPicPr>
          <p:cNvPr id="18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9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9872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9872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080780" y="896112"/>
            <a:ext cx="25590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8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0780" y="896112"/>
            <a:ext cx="25590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وَحَسُنَ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06977" y="2834640"/>
            <a:ext cx="43300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06977" y="2834640"/>
            <a:ext cx="43300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وَحَسُنَ</a:t>
            </a:r>
            <a:endParaRPr lang="ar-SA" sz="5400" dirty="0"/>
          </a:p>
        </p:txBody>
      </p:sp>
      <p:pic>
        <p:nvPicPr>
          <p:cNvPr id="19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65016" cy="1463040"/>
          </a:xfrm>
          <a:prstGeom prst="rect">
            <a:avLst/>
          </a:prstGeom>
        </p:spPr>
      </p:pic>
      <p:pic>
        <p:nvPicPr>
          <p:cNvPr id="20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1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8097" y="896112"/>
            <a:ext cx="19834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8097" y="896112"/>
            <a:ext cx="19834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</a:t>
            </a:r>
            <a:endParaRPr lang="ar-SA" sz="5000" dirty="0"/>
          </a:p>
        </p:txBody>
      </p:sp>
      <p:sp>
        <p:nvSpPr>
          <p:cNvPr id="12" name="C2 W2 pill"/>
          <p:cNvSpPr/>
          <p:nvPr/>
        </p:nvSpPr>
        <p:spPr>
          <a:xfrm>
            <a:off x="2422414" y="896112"/>
            <a:ext cx="199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2414" y="896112"/>
            <a:ext cx="199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وَذُكِرَ</a:t>
            </a:r>
            <a:endParaRPr lang="ar-SA" sz="5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539" y="2834640"/>
            <a:ext cx="36269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539" y="2834640"/>
            <a:ext cx="36269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شُكِرَ وَذُكِرَ</a:t>
            </a:r>
            <a:endParaRPr lang="ar-SA" sz="5100" dirty="0"/>
          </a:p>
        </p:txBody>
      </p:sp>
      <p:pic>
        <p:nvPicPr>
          <p:cNvPr id="17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80520" cy="146304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07-seen-sheen</dc:title>
  <dc:subject>PptxGenJS Presentation</dc:subject>
  <dc:creator>PptxGenJS</dc:creator>
  <cp:lastModifiedBy>PptxGenJS</cp:lastModifiedBy>
  <cp:revision>1</cp:revision>
  <dcterms:created xsi:type="dcterms:W3CDTF">2026-10-20T23:11:31Z</dcterms:created>
  <dcterms:modified xsi:type="dcterms:W3CDTF">2026-10-20T23:11:31Z</dcterms:modified>
</cp:coreProperties>
</file>