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notesMaster" Target="notesMasters/notesMaster1.xml"/><Relationship Id="rId114" Type="http://schemas.openxmlformats.org/officeDocument/2006/relationships/presProps" Target="presProps.xml"/><Relationship Id="rId115" Type="http://schemas.openxmlformats.org/officeDocument/2006/relationships/viewProps" Target="viewProps.xml"/><Relationship Id="rId116" Type="http://schemas.openxmlformats.org/officeDocument/2006/relationships/theme" Target="theme/theme1.xml"/><Relationship Id="rId1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2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2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image" Target="../media/image-9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image" Target="../media/image-9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0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image" Target="../media/image-10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0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0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image" Target="../media/image-10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10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0-1.png"/><Relationship Id="rId2" Type="http://schemas.openxmlformats.org/officeDocument/2006/relationships/image" Target="../media/image-4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F"/>
          </a:solidFill>
          <a:ln w="12700">
            <a:solidFill>
              <a:srgbClr val="5EED9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1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11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83458" cy="16459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1943100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E"/>
          </a:solidFill>
          <a:ln w="12700">
            <a:solidFill>
              <a:srgbClr val="E0528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8"/>
          </a:solidFill>
          <a:ln w="12700">
            <a:solidFill>
              <a:srgbClr val="70DB7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عُأُ</a:t>
            </a:r>
            <a:endParaRPr lang="ar-SA" sz="5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23361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7461" y="3973068"/>
            <a:ext cx="565099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DD864"/>
          </a:solidFill>
          <a:ln w="12700">
            <a:solidFill>
              <a:srgbClr val="7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D147"/>
          </a:solidFill>
          <a:ln w="12700">
            <a:solidFill>
              <a:srgbClr val="7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عُبُ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3698748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عُتُ</a:t>
            </a:r>
            <a:endParaRPr lang="ar-SA" sz="10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87679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52B"/>
          </a:solidFill>
          <a:ln w="12700">
            <a:solidFill>
              <a:srgbClr val="644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634"/>
          </a:solidFill>
          <a:ln w="12700">
            <a:solidFill>
              <a:srgbClr val="797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عُثُ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5417" y="3515868"/>
            <a:ext cx="917143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عُجُ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5EED"/>
          </a:solidFill>
          <a:ln w="12700">
            <a:solidFill>
              <a:srgbClr val="7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عُحُ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2E052"/>
          </a:solidFill>
          <a:ln w="12700">
            <a:solidFill>
              <a:srgbClr val="B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3DB"/>
          </a:solidFill>
          <a:ln w="12700">
            <a:solidFill>
              <a:srgbClr val="708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B"/>
          </a:solidFill>
          <a:ln w="12700">
            <a:solidFill>
              <a:srgbClr val="8547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عُخُ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1139" y="3835908"/>
            <a:ext cx="581421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AD8"/>
          </a:solidFill>
          <a:ln w="12700">
            <a:solidFill>
              <a:srgbClr val="649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ED1"/>
          </a:solidFill>
          <a:ln w="12700">
            <a:solidFill>
              <a:srgbClr val="479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عُدُ</a:t>
            </a:r>
            <a:endParaRPr lang="ar-SA" sz="10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3653028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عُذُ</a:t>
            </a:r>
            <a:endParaRPr lang="ar-SA" sz="8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110996" cy="13716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110228"/>
            <a:ext cx="702808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6"/>
          </a:solidFill>
          <a:ln w="12700">
            <a:solidFill>
              <a:srgbClr val="2B64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5"/>
          </a:solidFill>
          <a:ln w="12700">
            <a:solidFill>
              <a:srgbClr val="3479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عُرُ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2356" y="3515868"/>
            <a:ext cx="99020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عُزُ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5"/>
          </a:solidFill>
          <a:ln w="12700">
            <a:solidFill>
              <a:srgbClr val="ED5E6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عُسُ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5E0"/>
          </a:solidFill>
          <a:ln w="12700">
            <a:solidFill>
              <a:srgbClr val="52D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E"/>
          </a:solidFill>
          <a:ln w="12700">
            <a:solidFill>
              <a:srgbClr val="DB70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F47"/>
          </a:solidFill>
          <a:ln w="12700">
            <a:solidFill>
              <a:srgbClr val="857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عُشُ</a:t>
            </a:r>
            <a:endParaRPr lang="ar-SA" sz="8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3072" y="3973068"/>
            <a:ext cx="569488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7"/>
          </a:solidFill>
          <a:ln w="12700">
            <a:solidFill>
              <a:srgbClr val="D864B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1"/>
          </a:solidFill>
          <a:ln w="12700">
            <a:solidFill>
              <a:srgbClr val="D147C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عُصُ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3744468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عُضُ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E64"/>
          </a:solidFill>
          <a:ln w="12700">
            <a:solidFill>
              <a:srgbClr val="2B2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3479"/>
          </a:solidFill>
          <a:ln w="12700">
            <a:solidFill>
              <a:srgbClr val="5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عُطُ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952" y="3515868"/>
            <a:ext cx="88760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عُظُ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007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ED5E"/>
          </a:solidFill>
          <a:ln w="12700">
            <a:solidFill>
              <a:srgbClr val="8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أُعُبُ</a:t>
            </a:r>
            <a:endParaRPr lang="ar-SA" sz="5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52E0"/>
          </a:solidFill>
          <a:ln w="12700">
            <a:solidFill>
              <a:srgbClr val="C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DB70"/>
          </a:solidFill>
          <a:ln w="12700">
            <a:solidFill>
              <a:srgbClr val="B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0"/>
          </a:solidFill>
          <a:ln w="12700">
            <a:solidFill>
              <a:srgbClr val="4785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بُعُتُ</a:t>
            </a:r>
            <a:endParaRPr lang="ar-SA" sz="87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898032" cy="10515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077" y="3835908"/>
            <a:ext cx="576483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D864"/>
          </a:solidFill>
          <a:ln w="12700">
            <a:solidFill>
              <a:srgbClr val="D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F47"/>
          </a:solidFill>
          <a:ln w="12700">
            <a:solidFill>
              <a:srgbClr val="D1B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تُعُثُ</a:t>
            </a:r>
            <a:endParaRPr lang="ar-SA" sz="7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45993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555" y="4018788"/>
            <a:ext cx="1183005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ثُعُجُ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C"/>
          </a:solidFill>
          <a:ln w="12700">
            <a:solidFill>
              <a:srgbClr val="642B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234"/>
          </a:solidFill>
          <a:ln w="12700">
            <a:solidFill>
              <a:srgbClr val="794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جُعُحُ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216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حُعُخُ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CED"/>
          </a:solidFill>
          <a:ln w="12700">
            <a:solidFill>
              <a:srgbClr val="5EA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خُعُدُ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452"/>
          </a:solidFill>
          <a:ln w="12700">
            <a:solidFill>
              <a:srgbClr val="E0A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3DB"/>
          </a:solidFill>
          <a:ln w="12700">
            <a:solidFill>
              <a:srgbClr val="70D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دُعُذُ</a:t>
            </a:r>
            <a:endParaRPr lang="ar-SA" sz="71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5345" y="3927348"/>
            <a:ext cx="577215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F"/>
          </a:solidFill>
          <a:ln w="12700">
            <a:solidFill>
              <a:srgbClr val="64D8B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D"/>
          </a:solidFill>
          <a:ln w="12700">
            <a:solidFill>
              <a:srgbClr val="47D1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ذُعُرُ</a:t>
            </a:r>
            <a:endParaRPr lang="ar-SA" sz="7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3835908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رُعُزُ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078992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642B"/>
          </a:solidFill>
          <a:ln w="12700">
            <a:solidFill>
              <a:srgbClr val="4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7934"/>
          </a:solidFill>
          <a:ln w="12700">
            <a:solidFill>
              <a:srgbClr val="3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زُعُسُ</a:t>
            </a:r>
            <a:endParaRPr lang="ar-SA" sz="6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2732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2770" y="3332988"/>
            <a:ext cx="1059790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سُعُشُ</a:t>
            </a:r>
            <a:endParaRPr lang="ar-SA" sz="6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00312" cy="11887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0"/>
          </a:solidFill>
          <a:ln w="12700">
            <a:solidFill>
              <a:srgbClr val="ED5ED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شُعُصُ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1"/>
          </a:solidFill>
          <a:ln w="12700">
            <a:solidFill>
              <a:srgbClr val="52E08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70DB"/>
          </a:solidFill>
          <a:ln w="12700">
            <a:solidFill>
              <a:srgbClr val="C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صُعُضُ</a:t>
            </a:r>
            <a:endParaRPr lang="ar-SA" sz="58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16595" cy="12801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2099" y="3973068"/>
            <a:ext cx="580461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64D8"/>
          </a:solidFill>
          <a:ln w="12700">
            <a:solidFill>
              <a:srgbClr val="A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A47D1"/>
          </a:solidFill>
          <a:ln w="12700">
            <a:solidFill>
              <a:srgbClr val="7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ضُعُطُ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156" y="3698748"/>
            <a:ext cx="946404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طُعُظُ</a:t>
            </a:r>
            <a:endParaRPr lang="ar-SA" sz="66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5787" y="4155948"/>
            <a:ext cx="696773" cy="9144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ظُعُأُ</a:t>
            </a:r>
            <a:endParaRPr lang="ar-SA" sz="5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6547" y="3378708"/>
            <a:ext cx="746013" cy="1691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أُعُ</a:t>
            </a:r>
            <a:endParaRPr lang="ar-SA" sz="5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99510" cy="12801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75E"/>
          </a:solidFill>
          <a:ln w="12700">
            <a:solidFill>
              <a:srgbClr val="EDE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بُعُ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3103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D52E0"/>
          </a:solidFill>
          <a:ln w="12700">
            <a:solidFill>
              <a:srgbClr val="5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E70"/>
          </a:solidFill>
          <a:ln w="12700">
            <a:solidFill>
              <a:srgbClr val="DBA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تُعُ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14400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564"/>
          </a:solidFill>
          <a:ln w="12700">
            <a:solidFill>
              <a:srgbClr val="D88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847"/>
          </a:solidFill>
          <a:ln w="12700">
            <a:solidFill>
              <a:srgbClr val="D15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ثُعُ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061" y="3744468"/>
            <a:ext cx="978499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جُعُ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7255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حُعُ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5417" y="3515868"/>
            <a:ext cx="917143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خُعُ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33347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3"/>
          </a:solidFill>
          <a:ln w="12700">
            <a:solidFill>
              <a:srgbClr val="5EEDC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دُعُ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20019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A"/>
          </a:solidFill>
          <a:ln w="12700">
            <a:solidFill>
              <a:srgbClr val="E052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4"/>
          </a:solidFill>
          <a:ln w="12700">
            <a:solidFill>
              <a:srgbClr val="70DB9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ذُعُ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8408" y="4110228"/>
            <a:ext cx="574152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9"/>
          </a:solidFill>
          <a:ln w="12700">
            <a:solidFill>
              <a:srgbClr val="64D8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9D147"/>
          </a:solidFill>
          <a:ln w="12700">
            <a:solidFill>
              <a:srgbClr val="5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رُعُ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3790188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زُعُ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03498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7934"/>
          </a:solidFill>
          <a:ln w="12700">
            <a:solidFill>
              <a:srgbClr val="6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سُعُ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722" y="3515868"/>
            <a:ext cx="103683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شُعُ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5653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5EED"/>
          </a:solidFill>
          <a:ln w="12700">
            <a:solidFill>
              <a:srgbClr val="A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صُعُ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7903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E052"/>
          </a:solidFill>
          <a:ln w="12700">
            <a:solidFill>
              <a:srgbClr val="8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70DB"/>
          </a:solidFill>
          <a:ln w="12700">
            <a:solidFill>
              <a:srgbClr val="7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B"/>
          </a:solidFill>
          <a:ln w="12700">
            <a:solidFill>
              <a:srgbClr val="8547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ضُعُ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3290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786" y="3881628"/>
            <a:ext cx="571774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CD8"/>
          </a:solidFill>
          <a:ln w="12700">
            <a:solidFill>
              <a:srgbClr val="647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BD1"/>
          </a:solidFill>
          <a:ln w="12700">
            <a:solidFill>
              <a:srgbClr val="477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طُعُ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3561588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ظُعُ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5"/>
          </a:solidFill>
          <a:ln w="12700">
            <a:solidFill>
              <a:srgbClr val="2B64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6"/>
          </a:solidFill>
          <a:ln w="12700">
            <a:solidFill>
              <a:srgbClr val="3479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1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111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845820" cy="1691640"/>
          </a:xfrm>
          <a:prstGeom prst="rect">
            <a:avLst/>
          </a:prstGeom>
        </p:spPr>
      </p:pic>
      <p:pic>
        <p:nvPicPr>
          <p:cNvPr id="1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230" y="1943100"/>
            <a:ext cx="949330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غُأُ</a:t>
            </a:r>
            <a:endParaRPr lang="ar-SA" sz="5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745772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C5E"/>
          </a:solidFill>
          <a:ln w="12700">
            <a:solidFill>
              <a:srgbClr val="ED7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غُبُ</a:t>
            </a:r>
            <a:endParaRPr lang="ar-SA" sz="8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20065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1E0"/>
          </a:solidFill>
          <a:ln w="12700">
            <a:solidFill>
              <a:srgbClr val="52B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2"/>
          </a:solidFill>
          <a:ln w="12700">
            <a:solidFill>
              <a:srgbClr val="DB70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غُتُ</a:t>
            </a:r>
            <a:endParaRPr lang="ar-SA" sz="8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899221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29" y="3881628"/>
            <a:ext cx="565831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9"/>
          </a:solidFill>
          <a:ln w="12700">
            <a:solidFill>
              <a:srgbClr val="D864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E"/>
          </a:solidFill>
          <a:ln w="12700">
            <a:solidFill>
              <a:srgbClr val="D147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غُثُ</a:t>
            </a:r>
            <a:endParaRPr lang="ar-SA" sz="8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4018788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غُجُ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غُحُ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72" y="3515868"/>
            <a:ext cx="93268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غُخُ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422669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ED5E"/>
          </a:solidFill>
          <a:ln w="12700">
            <a:solidFill>
              <a:srgbClr val="6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غُدُ</a:t>
            </a:r>
            <a:endParaRPr lang="ar-SA" sz="8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6819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5"/>
          </a:solidFill>
          <a:ln w="12700">
            <a:solidFill>
              <a:srgbClr val="E052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DB70"/>
          </a:solidFill>
          <a:ln w="12700">
            <a:solidFill>
              <a:srgbClr val="9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غُذُ</a:t>
            </a:r>
            <a:endParaRPr lang="ar-SA" sz="8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9173" y="4064508"/>
            <a:ext cx="583387" cy="10058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D864"/>
          </a:solidFill>
          <a:ln w="12700">
            <a:solidFill>
              <a:srgbClr val="B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D147"/>
          </a:solidFill>
          <a:ln w="12700">
            <a:solidFill>
              <a:srgbClr val="C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غُرُ</a:t>
            </a:r>
            <a:endParaRPr lang="ar-SA" sz="8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غُزُ</a:t>
            </a:r>
            <a:endParaRPr lang="ar-SA" sz="83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03498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D"/>
          </a:solidFill>
          <a:ln w="12700">
            <a:solidFill>
              <a:srgbClr val="642B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434"/>
          </a:solidFill>
          <a:ln w="12700">
            <a:solidFill>
              <a:srgbClr val="795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غُسُ</a:t>
            </a:r>
            <a:endParaRPr lang="ar-SA" sz="8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1523" y="3515868"/>
            <a:ext cx="1071037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غُشُ</a:t>
            </a:r>
            <a:endParaRPr lang="ar-SA" sz="8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8ED"/>
          </a:solidFill>
          <a:ln w="12700">
            <a:solidFill>
              <a:srgbClr val="5E8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غُصُ</a:t>
            </a:r>
            <a:endParaRPr lang="ar-SA" sz="8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5264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952"/>
          </a:solidFill>
          <a:ln w="12700">
            <a:solidFill>
              <a:srgbClr val="E0C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8DB"/>
          </a:solidFill>
          <a:ln w="12700">
            <a:solidFill>
              <a:srgbClr val="70B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غُضُ</a:t>
            </a:r>
            <a:endParaRPr lang="ar-SA" sz="8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786" y="3881628"/>
            <a:ext cx="571774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3D8"/>
          </a:solidFill>
          <a:ln w="12700">
            <a:solidFill>
              <a:srgbClr val="64D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0"/>
          </a:solidFill>
          <a:ln w="12700">
            <a:solidFill>
              <a:srgbClr val="47D1C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غُطُ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غُظُ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غُعُ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9412" y="3653028"/>
            <a:ext cx="1043148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أُغُبُ</a:t>
            </a:r>
            <a:endParaRPr lang="ar-SA" sz="5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315822" cy="9144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C"/>
          </a:solidFill>
          <a:ln w="12700">
            <a:solidFill>
              <a:srgbClr val="ED5E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بُغُتُ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5"/>
          </a:solidFill>
          <a:ln w="12700">
            <a:solidFill>
              <a:srgbClr val="52E0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2"/>
          </a:solidFill>
          <a:ln w="12700">
            <a:solidFill>
              <a:srgbClr val="DB70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147"/>
          </a:solidFill>
          <a:ln w="12700">
            <a:solidFill>
              <a:srgbClr val="856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تُغُثُ</a:t>
            </a:r>
            <a:endParaRPr lang="ar-SA" sz="7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1850" y="4110228"/>
            <a:ext cx="560710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64D8"/>
          </a:solidFill>
          <a:ln w="12700">
            <a:solidFill>
              <a:srgbClr val="C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47D1"/>
          </a:solidFill>
          <a:ln w="12700">
            <a:solidFill>
              <a:srgbClr val="9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ثُغُجُ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جُغُحُ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11179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حُغُخُ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2567" y="3332988"/>
            <a:ext cx="859993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خُغُدُ</a:t>
            </a:r>
            <a:endParaRPr lang="ar-SA" sz="7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ED5E"/>
          </a:solidFill>
          <a:ln w="12700">
            <a:solidFill>
              <a:srgbClr val="C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دُغُذُ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52E0"/>
          </a:solidFill>
          <a:ln w="12700">
            <a:solidFill>
              <a:srgbClr val="8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A70"/>
          </a:solidFill>
          <a:ln w="12700">
            <a:solidFill>
              <a:srgbClr val="DBC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ذُغُرُ</a:t>
            </a:r>
            <a:endParaRPr lang="ar-SA" sz="71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1060" y="3927348"/>
            <a:ext cx="571500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364"/>
          </a:solidFill>
          <a:ln w="12700">
            <a:solidFill>
              <a:srgbClr val="D8A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B47"/>
          </a:solidFill>
          <a:ln w="12700">
            <a:solidFill>
              <a:srgbClr val="D17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رُغُزُ</a:t>
            </a:r>
            <a:endParaRPr lang="ar-SA" sz="73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8908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زُغُسُ</a:t>
            </a:r>
            <a:endParaRPr lang="ar-SA" sz="6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سُغُشُ</a:t>
            </a:r>
            <a:endParaRPr lang="ar-SA" sz="63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58063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3763" y="3424428"/>
            <a:ext cx="888797" cy="1645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شُغُصُ</a:t>
            </a:r>
            <a:endParaRPr lang="ar-SA" sz="6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8"/>
          </a:solidFill>
          <a:ln w="12700">
            <a:solidFill>
              <a:srgbClr val="5EEDE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صُغُضُ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E52"/>
          </a:solidFill>
          <a:ln w="12700">
            <a:solidFill>
              <a:srgbClr val="E05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F"/>
          </a:solidFill>
          <a:ln w="12700">
            <a:solidFill>
              <a:srgbClr val="70DB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ضُغُطُ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6790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6"/>
          </a:solidFill>
          <a:ln w="12700">
            <a:solidFill>
              <a:srgbClr val="64D88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9"/>
          </a:solidFill>
          <a:ln w="12700">
            <a:solidFill>
              <a:srgbClr val="47D15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طُغُظُ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6820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ظُغُعُ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عُغُأُ</a:t>
            </a:r>
            <a:endParaRPr lang="ar-SA" sz="5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33922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8424" y="3424428"/>
            <a:ext cx="994136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أُغُ</a:t>
            </a:r>
            <a:endParaRPr lang="ar-SA" sz="5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5EED"/>
          </a:solidFill>
          <a:ln w="12700">
            <a:solidFill>
              <a:srgbClr val="C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بُغُ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E052"/>
          </a:solidFill>
          <a:ln w="12700">
            <a:solidFill>
              <a:srgbClr val="6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70DB"/>
          </a:solidFill>
          <a:ln w="12700">
            <a:solidFill>
              <a:srgbClr val="9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تُغُ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8258" y="3698748"/>
            <a:ext cx="584302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64D8"/>
          </a:solidFill>
          <a:ln w="12700">
            <a:solidFill>
              <a:srgbClr val="6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8D1"/>
          </a:solidFill>
          <a:ln w="12700">
            <a:solidFill>
              <a:srgbClr val="475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ثُغُ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جُغُ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حُغُ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6090" y="3515868"/>
            <a:ext cx="92647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خُغُ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05E"/>
          </a:solidFill>
          <a:ln w="12700">
            <a:solidFill>
              <a:srgbClr val="EDA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دُغُ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6819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CE0"/>
          </a:solidFill>
          <a:ln w="12700">
            <a:solidFill>
              <a:srgbClr val="528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A70"/>
          </a:solidFill>
          <a:ln w="12700">
            <a:solidFill>
              <a:srgbClr val="DB7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ذُغُ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0087" y="3881628"/>
            <a:ext cx="582473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C"/>
          </a:solidFill>
          <a:ln w="12700">
            <a:solidFill>
              <a:srgbClr val="D8647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A"/>
          </a:solidFill>
          <a:ln w="12700">
            <a:solidFill>
              <a:srgbClr val="D1477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رُغُ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زُغُ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3479"/>
          </a:solidFill>
          <a:ln w="12700">
            <a:solidFill>
              <a:srgbClr val="7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سُغُ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شُغُ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D"/>
          </a:solidFill>
          <a:ln w="12700">
            <a:solidFill>
              <a:srgbClr val="5EED7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صُغُ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1058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0"/>
          </a:solidFill>
          <a:ln w="12700">
            <a:solidFill>
              <a:srgbClr val="E052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DB70"/>
          </a:solidFill>
          <a:ln w="12700">
            <a:solidFill>
              <a:srgbClr val="8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ضُغُ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17326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454" y="3744468"/>
            <a:ext cx="574106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9D864"/>
          </a:solidFill>
          <a:ln w="12700">
            <a:solidFill>
              <a:srgbClr val="9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DD147"/>
          </a:solidFill>
          <a:ln w="12700">
            <a:solidFill>
              <a:srgbClr val="9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طُغُ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ظُغُ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634"/>
          </a:solidFill>
          <a:ln w="12700">
            <a:solidFill>
              <a:srgbClr val="796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عُغُ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584" y="3515868"/>
            <a:ext cx="997976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60583" y="896112"/>
            <a:ext cx="22416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60583" y="896112"/>
            <a:ext cx="22416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غَسَلَهُ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341718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A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41718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21913" y="2834640"/>
            <a:ext cx="390017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21913" y="2834640"/>
            <a:ext cx="390017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غَسَلَهُ عُمَرُ</a:t>
            </a:r>
            <a:endParaRPr lang="ar-SA" sz="54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1329903" cy="109728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2057400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3ED"/>
          </a:solidFill>
          <a:ln w="12700">
            <a:solidFill>
              <a:srgbClr val="5E6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92221" y="896112"/>
            <a:ext cx="18931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C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92221" y="896112"/>
            <a:ext cx="18931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عَظُمَ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58607" y="896112"/>
            <a:ext cx="18135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C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58607" y="896112"/>
            <a:ext cx="18135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وَكَبُرَ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71394" y="2834640"/>
            <a:ext cx="340121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71394" y="2834640"/>
            <a:ext cx="340121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عَظُمَ وَكَبُرَ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699516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1943100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4E052"/>
          </a:solidFill>
          <a:ln w="12700">
            <a:solidFill>
              <a:srgbClr val="D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CDB"/>
          </a:solidFill>
          <a:ln w="12700">
            <a:solidFill>
              <a:srgbClr val="709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580849" y="896112"/>
            <a:ext cx="22651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6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580849" y="896112"/>
            <a:ext cx="22651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جَمَعَهُ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297980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97980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579729" y="2834640"/>
            <a:ext cx="398454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579729" y="2834640"/>
            <a:ext cx="398454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جَمَعَهُ عُمَرُ</a:t>
            </a:r>
            <a:endParaRPr lang="ar-SA" sz="5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05940"/>
            <a:ext cx="1038530" cy="16002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9806" y="1897380"/>
            <a:ext cx="73275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6D8"/>
          </a:solidFill>
          <a:ln w="12700">
            <a:solidFill>
              <a:srgbClr val="64B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FD1"/>
          </a:solidFill>
          <a:ln w="12700">
            <a:solidFill>
              <a:srgbClr val="47B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47217" y="896112"/>
            <a:ext cx="1988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4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47217" y="896112"/>
            <a:ext cx="1988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غُسِلَ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308051" y="896112"/>
            <a:ext cx="22191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4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08051" y="896112"/>
            <a:ext cx="22191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وَنَظُفَ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15392" y="2834640"/>
            <a:ext cx="391321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15392" y="2834640"/>
            <a:ext cx="391321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غُسِلَ وَنَظُفَ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87268"/>
            <a:ext cx="900455" cy="178308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1943100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111</Slides>
  <Notes>111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111</vt:i4>
      </vt:variant>
    </vt:vector>
  </HeadingPairs>
  <TitlesOfParts>
    <vt:vector size="1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10-ain-ghain</dc:title>
  <dc:subject>PptxGenJS Presentation</dc:subject>
  <dc:creator>PptxGenJS</dc:creator>
  <cp:lastModifiedBy>PptxGenJS</cp:lastModifiedBy>
  <cp:revision>1</cp:revision>
  <dcterms:created xsi:type="dcterms:W3CDTF">2026-10-21T00:09:54Z</dcterms:created>
  <dcterms:modified xsi:type="dcterms:W3CDTF">2026-10-21T00:09:54Z</dcterms:modified>
</cp:coreProperties>
</file>