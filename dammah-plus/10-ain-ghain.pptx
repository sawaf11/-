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notesMasterIdLst>
    <p:notesMasterId r:id="rId1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2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2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7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6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4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F"/>
          </a:solidFill>
          <a:ln w="12700">
            <a:solidFill>
              <a:srgbClr val="5EED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1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11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42711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789" y="1783080"/>
            <a:ext cx="1181771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E"/>
          </a:solidFill>
          <a:ln w="12700">
            <a:solidFill>
              <a:srgbClr val="E052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عُأُ</a:t>
            </a:r>
            <a:endParaRPr lang="ar-SA" sz="5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D864"/>
          </a:solidFill>
          <a:ln w="12700">
            <a:solidFill>
              <a:srgbClr val="7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D147"/>
          </a:solidFill>
          <a:ln w="12700">
            <a:solidFill>
              <a:srgbClr val="7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عُبُ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عُتُ</a:t>
            </a:r>
            <a:endParaRPr lang="ar-SA" sz="10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6698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عُثُ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عُجُ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4062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5EED"/>
          </a:solidFill>
          <a:ln w="12700">
            <a:solidFill>
              <a:srgbClr val="7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عُحُ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0967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E052"/>
          </a:solidFill>
          <a:ln w="12700">
            <a:solidFill>
              <a:srgbClr val="B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3DB"/>
          </a:solidFill>
          <a:ln w="12700">
            <a:solidFill>
              <a:srgbClr val="708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عُخُ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AD8"/>
          </a:solidFill>
          <a:ln w="12700">
            <a:solidFill>
              <a:srgbClr val="649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ED1"/>
          </a:solidFill>
          <a:ln w="12700">
            <a:solidFill>
              <a:srgbClr val="479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عُدُ</a:t>
            </a:r>
            <a:endParaRPr lang="ar-SA" sz="10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929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283" y="3515868"/>
            <a:ext cx="2490277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عُذُ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70534" cy="9601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عُرُ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عُزُ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251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5"/>
          </a:solidFill>
          <a:ln w="12700">
            <a:solidFill>
              <a:srgbClr val="ED5E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عُسُ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5E0"/>
          </a:solidFill>
          <a:ln w="12700">
            <a:solidFill>
              <a:srgbClr val="52D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عُشُ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16503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305" y="4018788"/>
            <a:ext cx="576255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7"/>
          </a:solidFill>
          <a:ln w="12700">
            <a:solidFill>
              <a:srgbClr val="D864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1"/>
          </a:solidFill>
          <a:ln w="12700">
            <a:solidFill>
              <a:srgbClr val="D147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عُصُ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645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64" y="3515868"/>
            <a:ext cx="1386596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عُضُ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75334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عُطُ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عُظُ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9495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ED5E"/>
          </a:solidFill>
          <a:ln w="12700">
            <a:solidFill>
              <a:srgbClr val="8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أُعُبُ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52E0"/>
          </a:solidFill>
          <a:ln w="12700">
            <a:solidFill>
              <a:srgbClr val="C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بُعُتُ</a:t>
            </a:r>
            <a:endParaRPr lang="ar-SA" sz="87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12114" cy="96012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928" y="3790188"/>
            <a:ext cx="578632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D864"/>
          </a:solidFill>
          <a:ln w="12700">
            <a:solidFill>
              <a:srgbClr val="D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F47"/>
          </a:solidFill>
          <a:ln w="12700">
            <a:solidFill>
              <a:srgbClr val="D1B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تُعُثُ</a:t>
            </a:r>
            <a:endParaRPr lang="ar-SA" sz="7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6560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432" y="3332988"/>
            <a:ext cx="1666128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ثُعُجُ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84296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جُعُحُ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75" y="3332988"/>
            <a:ext cx="1273485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حُعُخُ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230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CED"/>
          </a:solidFill>
          <a:ln w="12700">
            <a:solidFill>
              <a:srgbClr val="5EA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خُعُدُ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452"/>
          </a:solidFill>
          <a:ln w="12700">
            <a:solidFill>
              <a:srgbClr val="E0A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3DB"/>
          </a:solidFill>
          <a:ln w="12700">
            <a:solidFill>
              <a:srgbClr val="70D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دُعُذُ</a:t>
            </a:r>
            <a:endParaRPr lang="ar-SA" sz="71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807" y="3973068"/>
            <a:ext cx="583753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F"/>
          </a:solidFill>
          <a:ln w="12700">
            <a:solidFill>
              <a:srgbClr val="64D8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D"/>
          </a:solidFill>
          <a:ln w="12700">
            <a:solidFill>
              <a:srgbClr val="47D1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ذُعُرُ</a:t>
            </a:r>
            <a:endParaRPr lang="ar-SA" sz="7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47" y="3332988"/>
            <a:ext cx="1702613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رُعُزُ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4321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زُعُسُ</a:t>
            </a:r>
            <a:endParaRPr lang="ar-SA" sz="6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4241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29" y="3332988"/>
            <a:ext cx="1005931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سُعُشُ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2318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0"/>
          </a:solidFill>
          <a:ln w="12700">
            <a:solidFill>
              <a:srgbClr val="ED5ED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شُعُصُ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70DB"/>
          </a:solidFill>
          <a:ln w="12700">
            <a:solidFill>
              <a:srgbClr val="C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صُعُضُ</a:t>
            </a:r>
            <a:endParaRPr lang="ar-SA" sz="58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775" y="3927348"/>
            <a:ext cx="56578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47D1"/>
          </a:solidFill>
          <a:ln w="12700">
            <a:solidFill>
              <a:srgbClr val="7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ضُعُطُ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طُعُظُ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ظُعُأُ</a:t>
            </a:r>
            <a:endParaRPr lang="ar-SA" sz="5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283" y="3332988"/>
            <a:ext cx="752277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519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05663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52E0"/>
          </a:solidFill>
          <a:ln w="12700">
            <a:solidFill>
              <a:srgbClr val="5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E70"/>
          </a:solidFill>
          <a:ln w="12700">
            <a:solidFill>
              <a:srgbClr val="DBA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2454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847"/>
          </a:solidFill>
          <a:ln w="12700">
            <a:solidFill>
              <a:srgbClr val="D15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332" y="3515868"/>
            <a:ext cx="127622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36061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6251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526" y="3515868"/>
            <a:ext cx="914034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8346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3"/>
          </a:solidFill>
          <a:ln w="12700">
            <a:solidFill>
              <a:srgbClr val="5EED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A"/>
          </a:solidFill>
          <a:ln w="12700">
            <a:solidFill>
              <a:srgbClr val="E052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7476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90" y="4110228"/>
            <a:ext cx="561670" cy="9601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D147"/>
          </a:solidFill>
          <a:ln w="12700">
            <a:solidFill>
              <a:srgbClr val="5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031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920" y="3515868"/>
            <a:ext cx="164464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0488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141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049" y="3515868"/>
            <a:ext cx="1027511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401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20522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9048" y="3790188"/>
            <a:ext cx="573512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114" y="3515868"/>
            <a:ext cx="1282446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3282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1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111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945490" cy="1828800"/>
          </a:xfrm>
          <a:prstGeom prst="rect">
            <a:avLst/>
          </a:prstGeom>
        </p:spPr>
      </p:pic>
      <p:pic>
        <p:nvPicPr>
          <p:cNvPr id="1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29" y="3241548"/>
            <a:ext cx="1278331" cy="18288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غُأُ</a:t>
            </a:r>
            <a:endParaRPr lang="ar-SA" sz="5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C5E"/>
          </a:solidFill>
          <a:ln w="12700">
            <a:solidFill>
              <a:srgbClr val="ED7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غُبُ</a:t>
            </a:r>
            <a:endParaRPr lang="ar-SA" sz="8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1332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1E0"/>
          </a:solidFill>
          <a:ln w="12700">
            <a:solidFill>
              <a:srgbClr val="52B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غُتُ</a:t>
            </a:r>
            <a:endParaRPr lang="ar-SA" sz="8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07268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3927348"/>
            <a:ext cx="585216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E"/>
          </a:solidFill>
          <a:ln w="12700">
            <a:solidFill>
              <a:srgbClr val="D147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غُثُ</a:t>
            </a:r>
            <a:endParaRPr lang="ar-SA" sz="8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551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0" y="3515868"/>
            <a:ext cx="145033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غُجُ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115477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غُحُ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288" y="3515868"/>
            <a:ext cx="892272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غُخُ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27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غُدُ</a:t>
            </a:r>
            <a:endParaRPr lang="ar-SA" sz="8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7368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5"/>
          </a:solidFill>
          <a:ln w="12700">
            <a:solidFill>
              <a:srgbClr val="E052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غُذُ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07268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295" y="4064508"/>
            <a:ext cx="562265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D147"/>
          </a:solidFill>
          <a:ln w="12700">
            <a:solidFill>
              <a:srgbClr val="C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غُرُ</a:t>
            </a:r>
            <a:endParaRPr lang="ar-SA" sz="8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40" y="3515868"/>
            <a:ext cx="1256020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غُزُ</a:t>
            </a:r>
            <a:endParaRPr lang="ar-SA" sz="8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8108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غُسُ</a:t>
            </a:r>
            <a:endParaRPr lang="ar-SA" sz="8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920" y="3515868"/>
            <a:ext cx="100264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غُشُ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1983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8ED"/>
          </a:solidFill>
          <a:ln w="12700">
            <a:solidFill>
              <a:srgbClr val="5E8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غُصُ</a:t>
            </a:r>
            <a:endParaRPr lang="ar-SA" sz="8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غُضُ</a:t>
            </a:r>
            <a:endParaRPr lang="ar-SA" sz="8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1840" cy="10972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74" y="3881628"/>
            <a:ext cx="570586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0"/>
          </a:solidFill>
          <a:ln w="12700">
            <a:solidFill>
              <a:srgbClr val="47D1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غُطُ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01" y="3515868"/>
            <a:ext cx="1182959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غُظُ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9952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غُعُ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98" y="3515868"/>
            <a:ext cx="1114562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أُغُبُ</a:t>
            </a:r>
            <a:endParaRPr lang="ar-SA" sz="5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440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بُغُتُ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5"/>
          </a:solidFill>
          <a:ln w="12700">
            <a:solidFill>
              <a:srgbClr val="52E0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تُغُثُ</a:t>
            </a:r>
            <a:endParaRPr lang="ar-SA" sz="7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0237" y="4064508"/>
            <a:ext cx="572323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ثُغُجُ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2135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3332988"/>
            <a:ext cx="1389888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جُغُحُ</a:t>
            </a:r>
            <a:endParaRPr lang="ar-SA" sz="66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حُغُخُ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420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728" y="3332988"/>
            <a:ext cx="847832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خُغُدُ</a:t>
            </a:r>
            <a:endParaRPr lang="ar-SA" sz="7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44127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دُغُذُ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ذُغُرُ</a:t>
            </a:r>
            <a:endParaRPr lang="ar-SA" sz="71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266" y="3973068"/>
            <a:ext cx="567294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رُغُزُ</a:t>
            </a:r>
            <a:endParaRPr lang="ar-SA" sz="7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059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008" y="3332988"/>
            <a:ext cx="1676552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زُغُسُ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سُغُشُ</a:t>
            </a:r>
            <a:endParaRPr lang="ar-SA" sz="63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15817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174" y="3332988"/>
            <a:ext cx="943386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شُغُصُ</a:t>
            </a:r>
            <a:endParaRPr lang="ar-SA" sz="6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91159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صُغُضُ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E52"/>
          </a:solidFill>
          <a:ln w="12700">
            <a:solidFill>
              <a:srgbClr val="E05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ضُغُطُ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20435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9"/>
          </a:solidFill>
          <a:ln w="12700">
            <a:solidFill>
              <a:srgbClr val="47D1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طُغُظُ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2143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863" y="3332988"/>
            <a:ext cx="1278697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ظُغُعُ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41044" cy="15087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عُغُأُ</a:t>
            </a:r>
            <a:endParaRPr lang="ar-SA" sz="5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7055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831" y="3332988"/>
            <a:ext cx="1033729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7480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5EED"/>
          </a:solidFill>
          <a:ln w="12700">
            <a:solidFill>
              <a:srgbClr val="C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E052"/>
          </a:solidFill>
          <a:ln w="12700">
            <a:solidFill>
              <a:srgbClr val="6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409" y="3744468"/>
            <a:ext cx="566151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8D1"/>
          </a:solidFill>
          <a:ln w="12700">
            <a:solidFill>
              <a:srgbClr val="475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325" y="3515868"/>
            <a:ext cx="110523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6000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212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0440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05E"/>
          </a:solidFill>
          <a:ln w="12700">
            <a:solidFill>
              <a:srgbClr val="EDA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20065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6140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077" y="3835908"/>
            <a:ext cx="576483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799" y="3515868"/>
            <a:ext cx="1148761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10447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566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802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D"/>
          </a:solidFill>
          <a:ln w="12700">
            <a:solidFill>
              <a:srgbClr val="5EED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7916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0"/>
          </a:solidFill>
          <a:ln w="12700">
            <a:solidFill>
              <a:srgbClr val="E052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8436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D864"/>
          </a:solidFill>
          <a:ln w="12700">
            <a:solidFill>
              <a:srgbClr val="9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D147"/>
          </a:solidFill>
          <a:ln w="12700">
            <a:solidFill>
              <a:srgbClr val="9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637" y="3515868"/>
            <a:ext cx="1395923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999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60583" y="896112"/>
            <a:ext cx="22416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60583" y="896112"/>
            <a:ext cx="22416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غَسَلَهُ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341718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718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21913" y="2834640"/>
            <a:ext cx="390017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21913" y="2834640"/>
            <a:ext cx="390017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غَسَلَهُ عُمَرُ</a:t>
            </a:r>
            <a:endParaRPr lang="ar-SA" sz="5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2243938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3241548"/>
            <a:ext cx="2187245" cy="1828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92221" y="896112"/>
            <a:ext cx="18931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C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92221" y="896112"/>
            <a:ext cx="18931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عَظُمَ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58607" y="896112"/>
            <a:ext cx="18135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C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8607" y="896112"/>
            <a:ext cx="18135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وَكَبُرَ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71394" y="2834640"/>
            <a:ext cx="34012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71394" y="2834640"/>
            <a:ext cx="34012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عَظُمَ وَكَبُرَ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30788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789" y="1783080"/>
            <a:ext cx="1181771" cy="1645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E052"/>
          </a:solidFill>
          <a:ln w="12700">
            <a:solidFill>
              <a:srgbClr val="D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CDB"/>
          </a:solidFill>
          <a:ln w="12700">
            <a:solidFill>
              <a:srgbClr val="709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580849" y="896112"/>
            <a:ext cx="22651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580849" y="896112"/>
            <a:ext cx="22651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جَمَعَهُ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9798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9798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79729" y="2834640"/>
            <a:ext cx="398454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79729" y="2834640"/>
            <a:ext cx="398454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جَمَعَهُ عُمَرُ</a:t>
            </a:r>
            <a:endParaRPr lang="ar-SA" sz="5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68562" cy="16459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911" y="1783080"/>
            <a:ext cx="847649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6D8"/>
          </a:solidFill>
          <a:ln w="12700">
            <a:solidFill>
              <a:srgbClr val="64B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FD1"/>
          </a:solidFill>
          <a:ln w="12700">
            <a:solidFill>
              <a:srgbClr val="47B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47217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4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47217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غُسِلَ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308051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4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8051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15392" y="2834640"/>
            <a:ext cx="39132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15392" y="2834640"/>
            <a:ext cx="39132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غُسِلَ وَنَظُفَ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972922" cy="18288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86" y="3241548"/>
            <a:ext cx="2081174" cy="1828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10-ain-ghain</dc:title>
  <dc:subject>PptxGenJS Presentation</dc:subject>
  <dc:creator>PptxGenJS</dc:creator>
  <cp:lastModifiedBy>PptxGenJS</cp:lastModifiedBy>
  <cp:revision>1</cp:revision>
  <dcterms:created xsi:type="dcterms:W3CDTF">2026-10-20T23:35:54Z</dcterms:created>
  <dcterms:modified xsi:type="dcterms:W3CDTF">2026-10-20T23:35:54Z</dcterms:modified>
</cp:coreProperties>
</file>