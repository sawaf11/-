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F"/>
          </a:solidFill>
          <a:ln w="12700">
            <a:solidFill>
              <a:srgbClr val="5EED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111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1783080"/>
            <a:ext cx="1318199" cy="15544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E"/>
          </a:solidFill>
          <a:ln w="12700">
            <a:solidFill>
              <a:srgbClr val="E052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عُأُ</a:t>
            </a:r>
            <a:endParaRPr lang="ar-SA" sz="5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D864"/>
          </a:solidFill>
          <a:ln w="12700">
            <a:solidFill>
              <a:srgbClr val="7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D147"/>
          </a:solidFill>
          <a:ln w="12700">
            <a:solidFill>
              <a:srgbClr val="7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عُبُ</a:t>
            </a:r>
            <a:endParaRPr lang="ar-SA" sz="95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عُتُ</a:t>
            </a:r>
            <a:endParaRPr lang="ar-SA" sz="101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عُثُ</a:t>
            </a:r>
            <a:endParaRPr lang="ar-SA" sz="86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عُجُ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5EED"/>
          </a:solidFill>
          <a:ln w="12700">
            <a:solidFill>
              <a:srgbClr val="7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عُحُ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E052"/>
          </a:solidFill>
          <a:ln w="12700">
            <a:solidFill>
              <a:srgbClr val="B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3DB"/>
          </a:solidFill>
          <a:ln w="12700">
            <a:solidFill>
              <a:srgbClr val="708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عُخُ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AD8"/>
          </a:solidFill>
          <a:ln w="12700">
            <a:solidFill>
              <a:srgbClr val="649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ED1"/>
          </a:solidFill>
          <a:ln w="12700">
            <a:solidFill>
              <a:srgbClr val="479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عُدُ</a:t>
            </a:r>
            <a:endParaRPr lang="ar-SA" sz="10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عُذُ</a:t>
            </a:r>
            <a:endParaRPr lang="ar-SA" sz="81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عُرُ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عُزُ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5"/>
          </a:solidFill>
          <a:ln w="12700">
            <a:solidFill>
              <a:srgbClr val="ED5E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عُسُ</a:t>
            </a:r>
            <a:endParaRPr lang="ar-SA" sz="90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5E0"/>
          </a:solidFill>
          <a:ln w="12700">
            <a:solidFill>
              <a:srgbClr val="52D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عُشُ</a:t>
            </a:r>
            <a:endParaRPr lang="ar-SA" sz="82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7"/>
          </a:solidFill>
          <a:ln w="12700">
            <a:solidFill>
              <a:srgbClr val="D864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1"/>
          </a:solidFill>
          <a:ln w="12700">
            <a:solidFill>
              <a:srgbClr val="D147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عُصُ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عُضُ</a:t>
            </a:r>
            <a:endParaRPr lang="ar-SA" sz="9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عُطُ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عُظُ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ED5E"/>
          </a:solidFill>
          <a:ln w="12700">
            <a:solidFill>
              <a:srgbClr val="8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أُعُبُ</a:t>
            </a:r>
            <a:endParaRPr lang="ar-SA" sz="52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52E0"/>
          </a:solidFill>
          <a:ln w="12700">
            <a:solidFill>
              <a:srgbClr val="C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بُعُتُ</a:t>
            </a:r>
            <a:endParaRPr lang="ar-SA" sz="87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D864"/>
          </a:solidFill>
          <a:ln w="12700">
            <a:solidFill>
              <a:srgbClr val="D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F47"/>
          </a:solidFill>
          <a:ln w="12700">
            <a:solidFill>
              <a:srgbClr val="D1B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تُعُثُ</a:t>
            </a:r>
            <a:endParaRPr lang="ar-SA" sz="7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ثُعُجُ</a:t>
            </a:r>
            <a:endParaRPr lang="ar-SA" sz="6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جُعُحُ</a:t>
            </a:r>
            <a:endParaRPr lang="ar-SA" sz="66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حُعُخُ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CED"/>
          </a:solidFill>
          <a:ln w="12700">
            <a:solidFill>
              <a:srgbClr val="5EA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خُعُدُ</a:t>
            </a:r>
            <a:endParaRPr lang="ar-SA" sz="83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452"/>
          </a:solidFill>
          <a:ln w="12700">
            <a:solidFill>
              <a:srgbClr val="E0A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3DB"/>
          </a:solidFill>
          <a:ln w="12700">
            <a:solidFill>
              <a:srgbClr val="70D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دُعُذُ</a:t>
            </a:r>
            <a:endParaRPr lang="ar-SA" sz="71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D"/>
          </a:solidFill>
          <a:ln w="12700">
            <a:solidFill>
              <a:srgbClr val="47D1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ذُعُرُ</a:t>
            </a:r>
            <a:endParaRPr lang="ar-SA" sz="71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رُعُزُ</a:t>
            </a:r>
            <a:endParaRPr lang="ar-SA" sz="8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زُعُسُ</a:t>
            </a:r>
            <a:endParaRPr lang="ar-SA" sz="67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سُعُشُ</a:t>
            </a:r>
            <a:endParaRPr lang="ar-SA" sz="63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0"/>
          </a:solidFill>
          <a:ln w="12700">
            <a:solidFill>
              <a:srgbClr val="ED5ED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شُعُصُ</a:t>
            </a:r>
            <a:endParaRPr lang="ar-SA" sz="61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صُعُضُ</a:t>
            </a:r>
            <a:endParaRPr lang="ar-SA" sz="58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ضُعُطُ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طُعُظُ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ظُعُأُ</a:t>
            </a:r>
            <a:endParaRPr lang="ar-SA" sz="50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</a:t>
            </a:r>
            <a:endParaRPr lang="ar-SA" sz="59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52E0"/>
          </a:solidFill>
          <a:ln w="12700">
            <a:solidFill>
              <a:srgbClr val="5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847"/>
          </a:solidFill>
          <a:ln w="12700">
            <a:solidFill>
              <a:srgbClr val="D15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3"/>
          </a:solidFill>
          <a:ln w="12700">
            <a:solidFill>
              <a:srgbClr val="5EEDC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A"/>
          </a:solidFill>
          <a:ln w="12700">
            <a:solidFill>
              <a:srgbClr val="E052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D147"/>
          </a:solidFill>
          <a:ln w="12700">
            <a:solidFill>
              <a:srgbClr val="5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11100" dirty="0"/>
          </a:p>
        </p:txBody>
      </p:sp>
      <p:pic>
        <p:nvPicPr>
          <p:cNvPr id="1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6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1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غُأُ</a:t>
            </a:r>
            <a:endParaRPr lang="ar-SA" sz="5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C5E"/>
          </a:solidFill>
          <a:ln w="12700">
            <a:solidFill>
              <a:srgbClr val="ED7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غُبُ</a:t>
            </a:r>
            <a:endParaRPr lang="ar-SA" sz="83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غُتُ</a:t>
            </a:r>
            <a:endParaRPr lang="ar-SA" sz="83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E"/>
          </a:solidFill>
          <a:ln w="12700">
            <a:solidFill>
              <a:srgbClr val="D147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غُثُ</a:t>
            </a:r>
            <a:endParaRPr lang="ar-SA" sz="83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غُجُ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غُحُ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غُخُ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غُدُ</a:t>
            </a:r>
            <a:endParaRPr lang="ar-SA" sz="83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5"/>
          </a:solidFill>
          <a:ln w="12700">
            <a:solidFill>
              <a:srgbClr val="E052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غُذُ</a:t>
            </a:r>
            <a:endParaRPr lang="ar-SA" sz="81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غُرُ</a:t>
            </a:r>
            <a:endParaRPr lang="ar-SA" sz="83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غُزُ</a:t>
            </a:r>
            <a:endParaRPr lang="ar-SA" sz="83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غُسُ</a:t>
            </a:r>
            <a:endParaRPr lang="ar-SA" sz="83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غُشُ</a:t>
            </a:r>
            <a:endParaRPr lang="ar-SA" sz="82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8ED"/>
          </a:solidFill>
          <a:ln w="12700">
            <a:solidFill>
              <a:srgbClr val="5E8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غُصُ</a:t>
            </a:r>
            <a:endParaRPr lang="ar-SA" sz="83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غُضُ</a:t>
            </a:r>
            <a:endParaRPr lang="ar-SA" sz="8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غُطُ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غُظُ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غُعُ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أُغُبُ</a:t>
            </a:r>
            <a:endParaRPr lang="ar-SA" sz="5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C"/>
          </a:solidFill>
          <a:ln w="12700">
            <a:solidFill>
              <a:srgbClr val="ED5E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بُغُتُ</a:t>
            </a:r>
            <a:endParaRPr lang="ar-SA" sz="76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تُغُثُ</a:t>
            </a:r>
            <a:endParaRPr lang="ar-SA" sz="7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ثُغُجُ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جُغُحُ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حُغُخُ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خُغُدُ</a:t>
            </a:r>
            <a:endParaRPr lang="ar-SA" sz="7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دُغُذُ</a:t>
            </a:r>
            <a:endParaRPr lang="ar-SA" sz="71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ذُغُرُ</a:t>
            </a:r>
            <a:endParaRPr lang="ar-SA" sz="71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رُغُزُ</a:t>
            </a:r>
            <a:endParaRPr lang="ar-SA" sz="73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زُغُسُ</a:t>
            </a:r>
            <a:endParaRPr lang="ar-SA" sz="69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سُغُشُ</a:t>
            </a:r>
            <a:endParaRPr lang="ar-SA" sz="63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شُغُصُ</a:t>
            </a:r>
            <a:endParaRPr lang="ar-SA" sz="61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صُغُضُ</a:t>
            </a:r>
            <a:endParaRPr lang="ar-SA" sz="58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ضُغُطُ</a:t>
            </a:r>
            <a:endParaRPr lang="ar-SA" sz="6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طُغُظُ</a:t>
            </a:r>
            <a:endParaRPr lang="ar-SA" sz="6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ظُغُعُ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عُغُأُ</a:t>
            </a:r>
            <a:endParaRPr lang="ar-SA" sz="50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</a:t>
            </a:r>
            <a:endParaRPr lang="ar-SA" sz="59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05E"/>
          </a:solidFill>
          <a:ln w="12700">
            <a:solidFill>
              <a:srgbClr val="EDA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D864"/>
          </a:solidFill>
          <a:ln w="12700">
            <a:solidFill>
              <a:srgbClr val="9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60583" y="896112"/>
            <a:ext cx="22416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60583" y="896112"/>
            <a:ext cx="22416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غَسَلَهُ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341718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1718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21913" y="2834640"/>
            <a:ext cx="390017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21913" y="2834640"/>
            <a:ext cx="390017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غَسَلَهُ عُمَرُ</a:t>
            </a:r>
            <a:endParaRPr lang="ar-SA" sz="5400" dirty="0"/>
          </a:p>
        </p:txBody>
      </p:sp>
      <p:pic>
        <p:nvPicPr>
          <p:cNvPr id="17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8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1783080"/>
            <a:ext cx="1248247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92221" y="896112"/>
            <a:ext cx="18931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C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92221" y="896112"/>
            <a:ext cx="18931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عَظُمَ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58607" y="896112"/>
            <a:ext cx="18135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C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8607" y="896112"/>
            <a:ext cx="18135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وَكَبُرَ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1394" y="2834640"/>
            <a:ext cx="34012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1394" y="2834640"/>
            <a:ext cx="34012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عَظُمَ وَكَبُرَ</a:t>
            </a:r>
            <a:endParaRPr lang="ar-SA" sz="47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6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E052"/>
          </a:solidFill>
          <a:ln w="12700">
            <a:solidFill>
              <a:srgbClr val="D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80849" y="896112"/>
            <a:ext cx="22651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80849" y="896112"/>
            <a:ext cx="22651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جَمَعَهُ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9798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9798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79729" y="2834640"/>
            <a:ext cx="39845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79729" y="2834640"/>
            <a:ext cx="39845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جَمَعَهُ عُمَرُ</a:t>
            </a:r>
            <a:endParaRPr lang="ar-SA" sz="57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1783080"/>
            <a:ext cx="1674175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6D8"/>
          </a:solidFill>
          <a:ln w="12700">
            <a:solidFill>
              <a:srgbClr val="64B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47217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4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47217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غُسِلَ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08051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4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08051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15392" y="2834640"/>
            <a:ext cx="39132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15392" y="2834640"/>
            <a:ext cx="39132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غُسِلَ وَنَظُفَ</a:t>
            </a:r>
            <a:endParaRPr lang="ar-SA" sz="4700" dirty="0"/>
          </a:p>
        </p:txBody>
      </p:sp>
      <p:pic>
        <p:nvPicPr>
          <p:cNvPr id="17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8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1783080"/>
            <a:ext cx="1882475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10-ain-ghain</dc:title>
  <dc:subject>PptxGenJS Presentation</dc:subject>
  <dc:creator>PptxGenJS</dc:creator>
  <cp:lastModifiedBy>PptxGenJS</cp:lastModifiedBy>
  <cp:revision>1</cp:revision>
  <dcterms:created xsi:type="dcterms:W3CDTF">2026-10-20T22:54:27Z</dcterms:created>
  <dcterms:modified xsi:type="dcterms:W3CDTF">2026-10-20T22:54:27Z</dcterms:modified>
</cp:coreProperties>
</file>