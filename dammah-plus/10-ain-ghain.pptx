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</p:sldIdLst>
  <p:notesMasterIdLst>
    <p:notesMasterId r:id="rId1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notesMaster" Target="notesMasters/notesMaster1.xml"/><Relationship Id="rId114" Type="http://schemas.openxmlformats.org/officeDocument/2006/relationships/presProps" Target="presProps.xml"/><Relationship Id="rId115" Type="http://schemas.openxmlformats.org/officeDocument/2006/relationships/viewProps" Target="viewProps.xml"/><Relationship Id="rId116" Type="http://schemas.openxmlformats.org/officeDocument/2006/relationships/theme" Target="theme/theme1.xml"/><Relationship Id="rId1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5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14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6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5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14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6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5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14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6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12-2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5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2.png"/><Relationship Id="rId2" Type="http://schemas.openxmlformats.org/officeDocument/2006/relationships/image" Target="../media/image-16-1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image" Target="../media/image-23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F"/>
          </a:solidFill>
          <a:ln w="12700">
            <a:solidFill>
              <a:srgbClr val="5EED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1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11100" dirty="0"/>
          </a:p>
        </p:txBody>
      </p:sp>
      <p:pic>
        <p:nvPicPr>
          <p:cNvPr id="21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149949" cy="1463040"/>
          </a:xfrm>
          <a:prstGeom prst="rect">
            <a:avLst/>
          </a:prstGeom>
        </p:spPr>
      </p:pic>
      <p:pic>
        <p:nvPicPr>
          <p:cNvPr id="22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427" y="1828800"/>
            <a:ext cx="1479133" cy="146304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E"/>
          </a:solidFill>
          <a:ln w="12700">
            <a:solidFill>
              <a:srgbClr val="E0528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8"/>
          </a:solidFill>
          <a:ln w="12700">
            <a:solidFill>
              <a:srgbClr val="70DB7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عُأُ</a:t>
            </a:r>
            <a:endParaRPr lang="ar-SA" sz="56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DD864"/>
          </a:solidFill>
          <a:ln w="12700">
            <a:solidFill>
              <a:srgbClr val="7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D147"/>
          </a:solidFill>
          <a:ln w="12700">
            <a:solidFill>
              <a:srgbClr val="7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عُبُ</a:t>
            </a:r>
            <a:endParaRPr lang="ar-SA" sz="9500" dirty="0"/>
          </a:p>
        </p:txBody>
      </p:sp>
      <p:pic>
        <p:nvPicPr>
          <p:cNvPr id="20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1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عُتُ</a:t>
            </a:r>
            <a:endParaRPr lang="ar-SA" sz="10100" dirty="0"/>
          </a:p>
        </p:txBody>
      </p:sp>
      <p:pic>
        <p:nvPicPr>
          <p:cNvPr id="21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2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52B"/>
          </a:solidFill>
          <a:ln w="12700">
            <a:solidFill>
              <a:srgbClr val="644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634"/>
          </a:solidFill>
          <a:ln w="12700">
            <a:solidFill>
              <a:srgbClr val="797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عُثُ</a:t>
            </a:r>
            <a:endParaRPr lang="ar-SA" sz="8600" dirty="0"/>
          </a:p>
        </p:txBody>
      </p:sp>
      <p:pic>
        <p:nvPicPr>
          <p:cNvPr id="22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3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عُجُ</a:t>
            </a:r>
            <a:endParaRPr lang="ar-SA" sz="74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5EED"/>
          </a:solidFill>
          <a:ln w="12700">
            <a:solidFill>
              <a:srgbClr val="7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عُحُ</a:t>
            </a:r>
            <a:endParaRPr lang="ar-SA" sz="74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2E052"/>
          </a:solidFill>
          <a:ln w="12700">
            <a:solidFill>
              <a:srgbClr val="B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3DB"/>
          </a:solidFill>
          <a:ln w="12700">
            <a:solidFill>
              <a:srgbClr val="708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B"/>
          </a:solidFill>
          <a:ln w="12700">
            <a:solidFill>
              <a:srgbClr val="8547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عُخُ</a:t>
            </a:r>
            <a:endParaRPr lang="ar-SA" sz="7400" dirty="0"/>
          </a:p>
        </p:txBody>
      </p:sp>
      <p:pic>
        <p:nvPicPr>
          <p:cNvPr id="25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AD8"/>
          </a:solidFill>
          <a:ln w="12700">
            <a:solidFill>
              <a:srgbClr val="649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ED1"/>
          </a:solidFill>
          <a:ln w="12700">
            <a:solidFill>
              <a:srgbClr val="479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عُدُ</a:t>
            </a:r>
            <a:endParaRPr lang="ar-SA" sz="10400" dirty="0"/>
          </a:p>
        </p:txBody>
      </p:sp>
      <p:pic>
        <p:nvPicPr>
          <p:cNvPr id="20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عُذُ</a:t>
            </a:r>
            <a:endParaRPr lang="ar-SA" sz="8100" dirty="0"/>
          </a:p>
        </p:txBody>
      </p:sp>
      <p:pic>
        <p:nvPicPr>
          <p:cNvPr id="21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6"/>
          </a:solidFill>
          <a:ln w="12700">
            <a:solidFill>
              <a:srgbClr val="2B64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5"/>
          </a:solidFill>
          <a:ln w="12700">
            <a:solidFill>
              <a:srgbClr val="3479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عُرُ</a:t>
            </a:r>
            <a:endParaRPr lang="ar-SA" sz="9000" dirty="0"/>
          </a:p>
        </p:txBody>
      </p:sp>
      <p:pic>
        <p:nvPicPr>
          <p:cNvPr id="22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عُزُ</a:t>
            </a:r>
            <a:endParaRPr lang="ar-SA" sz="90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5"/>
          </a:solidFill>
          <a:ln w="12700">
            <a:solidFill>
              <a:srgbClr val="ED5E6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عُسُ</a:t>
            </a:r>
            <a:endParaRPr lang="ar-SA" sz="90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5E0"/>
          </a:solidFill>
          <a:ln w="12700">
            <a:solidFill>
              <a:srgbClr val="52D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E"/>
          </a:solidFill>
          <a:ln w="12700">
            <a:solidFill>
              <a:srgbClr val="DB70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F47"/>
          </a:solidFill>
          <a:ln w="12700">
            <a:solidFill>
              <a:srgbClr val="857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عُشُ</a:t>
            </a:r>
            <a:endParaRPr lang="ar-SA" sz="82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7"/>
          </a:solidFill>
          <a:ln w="12700">
            <a:solidFill>
              <a:srgbClr val="D864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1"/>
          </a:solidFill>
          <a:ln w="12700">
            <a:solidFill>
              <a:srgbClr val="D147C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عُصُ</a:t>
            </a:r>
            <a:endParaRPr lang="ar-SA" sz="9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عُضُ</a:t>
            </a:r>
            <a:endParaRPr lang="ar-SA" sz="9000" dirty="0"/>
          </a:p>
        </p:txBody>
      </p:sp>
      <p:pic>
        <p:nvPicPr>
          <p:cNvPr id="21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E64"/>
          </a:solidFill>
          <a:ln w="12700">
            <a:solidFill>
              <a:srgbClr val="2B2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3479"/>
          </a:solidFill>
          <a:ln w="12700">
            <a:solidFill>
              <a:srgbClr val="5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عُطُ</a:t>
            </a:r>
            <a:endParaRPr lang="ar-SA" sz="7400" dirty="0"/>
          </a:p>
        </p:txBody>
      </p:sp>
      <p:pic>
        <p:nvPicPr>
          <p:cNvPr id="22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3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عُظُ</a:t>
            </a:r>
            <a:endParaRPr lang="ar-SA" sz="74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ED5E"/>
          </a:solidFill>
          <a:ln w="12700">
            <a:solidFill>
              <a:srgbClr val="8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أُعُبُ</a:t>
            </a:r>
            <a:endParaRPr lang="ar-SA" sz="52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52E0"/>
          </a:solidFill>
          <a:ln w="12700">
            <a:solidFill>
              <a:srgbClr val="C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DB70"/>
          </a:solidFill>
          <a:ln w="12700">
            <a:solidFill>
              <a:srgbClr val="B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0"/>
          </a:solidFill>
          <a:ln w="12700">
            <a:solidFill>
              <a:srgbClr val="4785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بُعُتُ</a:t>
            </a:r>
            <a:endParaRPr lang="ar-SA" sz="8700" dirty="0"/>
          </a:p>
        </p:txBody>
      </p:sp>
      <p:pic>
        <p:nvPicPr>
          <p:cNvPr id="29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D864"/>
          </a:solidFill>
          <a:ln w="12700">
            <a:solidFill>
              <a:srgbClr val="D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F47"/>
          </a:solidFill>
          <a:ln w="12700">
            <a:solidFill>
              <a:srgbClr val="D1B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تُعُثُ</a:t>
            </a:r>
            <a:endParaRPr lang="ar-SA" sz="7600" dirty="0"/>
          </a:p>
        </p:txBody>
      </p:sp>
      <p:pic>
        <p:nvPicPr>
          <p:cNvPr id="24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78342" cy="1508760"/>
          </a:xfrm>
          <a:prstGeom prst="rect">
            <a:avLst/>
          </a:prstGeom>
        </p:spPr>
      </p:pic>
      <p:pic>
        <p:nvPicPr>
          <p:cNvPr id="25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ثُعُجُ</a:t>
            </a:r>
            <a:endParaRPr lang="ar-SA" sz="66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7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C"/>
          </a:solidFill>
          <a:ln w="12700">
            <a:solidFill>
              <a:srgbClr val="642B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234"/>
          </a:solidFill>
          <a:ln w="12700">
            <a:solidFill>
              <a:srgbClr val="794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جُعُحُ</a:t>
            </a:r>
            <a:endParaRPr lang="ar-SA" sz="66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14795" cy="1508760"/>
          </a:xfrm>
          <a:prstGeom prst="rect">
            <a:avLst/>
          </a:prstGeom>
        </p:spPr>
      </p:pic>
      <p:pic>
        <p:nvPicPr>
          <p:cNvPr id="27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956" y="3332988"/>
            <a:ext cx="1497604" cy="1737360"/>
          </a:xfrm>
          <a:prstGeom prst="rect">
            <a:avLst/>
          </a:prstGeom>
        </p:spPr>
      </p:pic>
      <p:pic>
        <p:nvPicPr>
          <p:cNvPr id="28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حُعُخُ</a:t>
            </a:r>
            <a:endParaRPr lang="ar-SA" sz="6600" dirty="0"/>
          </a:p>
        </p:txBody>
      </p:sp>
      <p:pic>
        <p:nvPicPr>
          <p:cNvPr id="24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CED"/>
          </a:solidFill>
          <a:ln w="12700">
            <a:solidFill>
              <a:srgbClr val="5EA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خُعُدُ</a:t>
            </a:r>
            <a:endParaRPr lang="ar-SA" sz="83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452"/>
          </a:solidFill>
          <a:ln w="12700">
            <a:solidFill>
              <a:srgbClr val="E0A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3DB"/>
          </a:solidFill>
          <a:ln w="12700">
            <a:solidFill>
              <a:srgbClr val="70D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دُعُذُ</a:t>
            </a:r>
            <a:endParaRPr lang="ar-SA" sz="7100" dirty="0"/>
          </a:p>
        </p:txBody>
      </p:sp>
      <p:pic>
        <p:nvPicPr>
          <p:cNvPr id="2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F"/>
          </a:solidFill>
          <a:ln w="12700">
            <a:solidFill>
              <a:srgbClr val="64D8B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D"/>
          </a:solidFill>
          <a:ln w="12700">
            <a:solidFill>
              <a:srgbClr val="47D1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ذُعُرُ</a:t>
            </a:r>
            <a:endParaRPr lang="ar-SA" sz="7100" dirty="0"/>
          </a:p>
        </p:txBody>
      </p:sp>
      <p:pic>
        <p:nvPicPr>
          <p:cNvPr id="24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09847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رُعُزُ</a:t>
            </a:r>
            <a:endParaRPr lang="ar-SA" sz="8000" dirty="0"/>
          </a:p>
        </p:txBody>
      </p:sp>
      <p:pic>
        <p:nvPicPr>
          <p:cNvPr id="25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642B"/>
          </a:solidFill>
          <a:ln w="12700">
            <a:solidFill>
              <a:srgbClr val="4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7934"/>
          </a:solidFill>
          <a:ln w="12700">
            <a:solidFill>
              <a:srgbClr val="3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زُعُسُ</a:t>
            </a:r>
            <a:endParaRPr lang="ar-SA" sz="67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7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228" y="3332988"/>
            <a:ext cx="2703332" cy="1737360"/>
          </a:xfrm>
          <a:prstGeom prst="rect">
            <a:avLst/>
          </a:prstGeom>
        </p:spPr>
      </p:pic>
      <p:pic>
        <p:nvPicPr>
          <p:cNvPr id="28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سُعُشُ</a:t>
            </a:r>
            <a:endParaRPr lang="ar-SA" sz="6300" dirty="0"/>
          </a:p>
        </p:txBody>
      </p:sp>
      <p:pic>
        <p:nvPicPr>
          <p:cNvPr id="24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91563" cy="1508760"/>
          </a:xfrm>
          <a:prstGeom prst="rect">
            <a:avLst/>
          </a:prstGeom>
        </p:spPr>
      </p:pic>
      <p:pic>
        <p:nvPicPr>
          <p:cNvPr id="25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280" y="3332988"/>
            <a:ext cx="164528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0"/>
          </a:solidFill>
          <a:ln w="12700">
            <a:solidFill>
              <a:srgbClr val="ED5ED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شُعُصُ</a:t>
            </a:r>
            <a:endParaRPr lang="ar-SA" sz="61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1"/>
          </a:solidFill>
          <a:ln w="12700">
            <a:solidFill>
              <a:srgbClr val="52E08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70DB"/>
          </a:solidFill>
          <a:ln w="12700">
            <a:solidFill>
              <a:srgbClr val="C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صُعُضُ</a:t>
            </a:r>
            <a:endParaRPr lang="ar-SA" sz="5800" dirty="0"/>
          </a:p>
        </p:txBody>
      </p:sp>
      <p:pic>
        <p:nvPicPr>
          <p:cNvPr id="29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64D8"/>
          </a:solidFill>
          <a:ln w="12700">
            <a:solidFill>
              <a:srgbClr val="A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A47D1"/>
          </a:solidFill>
          <a:ln w="12700">
            <a:solidFill>
              <a:srgbClr val="7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ضُعُطُ</a:t>
            </a:r>
            <a:endParaRPr lang="ar-SA" sz="6600" dirty="0"/>
          </a:p>
        </p:txBody>
      </p:sp>
      <p:pic>
        <p:nvPicPr>
          <p:cNvPr id="24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94759" cy="1508760"/>
          </a:xfrm>
          <a:prstGeom prst="rect">
            <a:avLst/>
          </a:prstGeom>
        </p:spPr>
      </p:pic>
      <p:pic>
        <p:nvPicPr>
          <p:cNvPr id="25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طُعُظُ</a:t>
            </a:r>
            <a:endParaRPr lang="ar-SA" sz="66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ظُعُأُ</a:t>
            </a:r>
            <a:endParaRPr lang="ar-SA" sz="5000" dirty="0"/>
          </a:p>
        </p:txBody>
      </p:sp>
      <p:pic>
        <p:nvPicPr>
          <p:cNvPr id="26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07673" cy="1508760"/>
          </a:xfrm>
          <a:prstGeom prst="rect">
            <a:avLst/>
          </a:prstGeom>
        </p:spPr>
      </p:pic>
      <p:pic>
        <p:nvPicPr>
          <p:cNvPr id="27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أُعُ</a:t>
            </a:r>
            <a:endParaRPr lang="ar-SA" sz="59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75E"/>
          </a:solidFill>
          <a:ln w="12700">
            <a:solidFill>
              <a:srgbClr val="EDE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بُعُ</a:t>
            </a:r>
            <a:endParaRPr lang="ar-SA" sz="74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D52E0"/>
          </a:solidFill>
          <a:ln w="12700">
            <a:solidFill>
              <a:srgbClr val="5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E70"/>
          </a:solidFill>
          <a:ln w="12700">
            <a:solidFill>
              <a:srgbClr val="DBA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تُعُ</a:t>
            </a:r>
            <a:endParaRPr lang="ar-SA" sz="7400" dirty="0"/>
          </a:p>
        </p:txBody>
      </p:sp>
      <p:pic>
        <p:nvPicPr>
          <p:cNvPr id="25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564"/>
          </a:solidFill>
          <a:ln w="12700">
            <a:solidFill>
              <a:srgbClr val="D88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847"/>
          </a:solidFill>
          <a:ln w="12700">
            <a:solidFill>
              <a:srgbClr val="D15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ثُعُ</a:t>
            </a:r>
            <a:endParaRPr lang="ar-SA" sz="7400" dirty="0"/>
          </a:p>
        </p:txBody>
      </p:sp>
      <p:pic>
        <p:nvPicPr>
          <p:cNvPr id="20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جُعُ</a:t>
            </a:r>
            <a:endParaRPr lang="ar-SA" sz="7400" dirty="0"/>
          </a:p>
        </p:txBody>
      </p:sp>
      <p:pic>
        <p:nvPicPr>
          <p:cNvPr id="21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حُعُ</a:t>
            </a:r>
            <a:endParaRPr lang="ar-SA" sz="7400" dirty="0"/>
          </a:p>
        </p:txBody>
      </p:sp>
      <p:pic>
        <p:nvPicPr>
          <p:cNvPr id="22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خُعُ</a:t>
            </a:r>
            <a:endParaRPr lang="ar-SA" sz="74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3"/>
          </a:solidFill>
          <a:ln w="12700">
            <a:solidFill>
              <a:srgbClr val="5EEDC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دُعُ</a:t>
            </a:r>
            <a:endParaRPr lang="ar-SA" sz="74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A"/>
          </a:solidFill>
          <a:ln w="12700">
            <a:solidFill>
              <a:srgbClr val="E052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4"/>
          </a:solidFill>
          <a:ln w="12700">
            <a:solidFill>
              <a:srgbClr val="70DB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ذُعُ</a:t>
            </a:r>
            <a:endParaRPr lang="ar-SA" sz="74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9"/>
          </a:solidFill>
          <a:ln w="12700">
            <a:solidFill>
              <a:srgbClr val="64D8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9D147"/>
          </a:solidFill>
          <a:ln w="12700">
            <a:solidFill>
              <a:srgbClr val="5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رُعُ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زُعُ</a:t>
            </a:r>
            <a:endParaRPr lang="ar-SA" sz="7400" dirty="0"/>
          </a:p>
        </p:txBody>
      </p:sp>
      <p:pic>
        <p:nvPicPr>
          <p:cNvPr id="21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سُعُ</a:t>
            </a:r>
            <a:endParaRPr lang="ar-SA" sz="7400" dirty="0"/>
          </a:p>
        </p:txBody>
      </p:sp>
      <p:pic>
        <p:nvPicPr>
          <p:cNvPr id="22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3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شُعُ</a:t>
            </a:r>
            <a:endParaRPr lang="ar-SA" sz="74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5EED"/>
          </a:solidFill>
          <a:ln w="12700">
            <a:solidFill>
              <a:srgbClr val="A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صُعُ</a:t>
            </a:r>
            <a:endParaRPr lang="ar-SA" sz="74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E052"/>
          </a:solidFill>
          <a:ln w="12700">
            <a:solidFill>
              <a:srgbClr val="8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70DB"/>
          </a:solidFill>
          <a:ln w="12700">
            <a:solidFill>
              <a:srgbClr val="7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B"/>
          </a:solidFill>
          <a:ln w="12700">
            <a:solidFill>
              <a:srgbClr val="8547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ضُعُ</a:t>
            </a:r>
            <a:endParaRPr lang="ar-SA" sz="74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CD8"/>
          </a:solidFill>
          <a:ln w="12700">
            <a:solidFill>
              <a:srgbClr val="647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BD1"/>
          </a:solidFill>
          <a:ln w="12700">
            <a:solidFill>
              <a:srgbClr val="477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طُعُ</a:t>
            </a:r>
            <a:endParaRPr lang="ar-SA" sz="7400" dirty="0"/>
          </a:p>
        </p:txBody>
      </p:sp>
      <p:pic>
        <p:nvPicPr>
          <p:cNvPr id="20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1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ظُعُ</a:t>
            </a:r>
            <a:endParaRPr lang="ar-SA" sz="7400" dirty="0"/>
          </a:p>
        </p:txBody>
      </p:sp>
      <p:pic>
        <p:nvPicPr>
          <p:cNvPr id="21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5"/>
          </a:solidFill>
          <a:ln w="12700">
            <a:solidFill>
              <a:srgbClr val="2B64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1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11100" dirty="0"/>
          </a:p>
        </p:txBody>
      </p:sp>
      <p:pic>
        <p:nvPicPr>
          <p:cNvPr id="1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8892" cy="1463040"/>
          </a:xfrm>
          <a:prstGeom prst="rect">
            <a:avLst/>
          </a:prstGeom>
        </p:spPr>
      </p:pic>
      <p:pic>
        <p:nvPicPr>
          <p:cNvPr id="16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420" y="1828800"/>
            <a:ext cx="1261140" cy="1463040"/>
          </a:xfrm>
          <a:prstGeom prst="rect">
            <a:avLst/>
          </a:prstGeom>
        </p:spPr>
      </p:pic>
      <p:pic>
        <p:nvPicPr>
          <p:cNvPr id="1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غُأُ</a:t>
            </a:r>
            <a:endParaRPr lang="ar-SA" sz="56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C5E"/>
          </a:solidFill>
          <a:ln w="12700">
            <a:solidFill>
              <a:srgbClr val="ED7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غُبُ</a:t>
            </a:r>
            <a:endParaRPr lang="ar-SA" sz="83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1E0"/>
          </a:solidFill>
          <a:ln w="12700">
            <a:solidFill>
              <a:srgbClr val="52B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غُتُ</a:t>
            </a:r>
            <a:endParaRPr lang="ar-SA" sz="83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9"/>
          </a:solidFill>
          <a:ln w="12700">
            <a:solidFill>
              <a:srgbClr val="D864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E"/>
          </a:solidFill>
          <a:ln w="12700">
            <a:solidFill>
              <a:srgbClr val="D147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غُثُ</a:t>
            </a:r>
            <a:endParaRPr lang="ar-SA" sz="8300" dirty="0"/>
          </a:p>
        </p:txBody>
      </p:sp>
      <p:pic>
        <p:nvPicPr>
          <p:cNvPr id="20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غُجُ</a:t>
            </a:r>
            <a:endParaRPr lang="ar-SA" sz="7400" dirty="0"/>
          </a:p>
        </p:txBody>
      </p:sp>
      <p:pic>
        <p:nvPicPr>
          <p:cNvPr id="21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غُحُ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3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غُخُ</a:t>
            </a:r>
            <a:endParaRPr lang="ar-SA" sz="74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ED5E"/>
          </a:solidFill>
          <a:ln w="12700">
            <a:solidFill>
              <a:srgbClr val="6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غُدُ</a:t>
            </a:r>
            <a:endParaRPr lang="ar-SA" sz="83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5"/>
          </a:solidFill>
          <a:ln w="12700">
            <a:solidFill>
              <a:srgbClr val="E052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DB70"/>
          </a:solidFill>
          <a:ln w="12700">
            <a:solidFill>
              <a:srgbClr val="9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غُذُ</a:t>
            </a:r>
            <a:endParaRPr lang="ar-SA" sz="81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D864"/>
          </a:solidFill>
          <a:ln w="12700">
            <a:solidFill>
              <a:srgbClr val="B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D147"/>
          </a:solidFill>
          <a:ln w="12700">
            <a:solidFill>
              <a:srgbClr val="C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غُرُ</a:t>
            </a:r>
            <a:endParaRPr lang="ar-SA" sz="8300" dirty="0"/>
          </a:p>
        </p:txBody>
      </p:sp>
      <p:pic>
        <p:nvPicPr>
          <p:cNvPr id="20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1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غُزُ</a:t>
            </a:r>
            <a:endParaRPr lang="ar-SA" sz="8300" dirty="0"/>
          </a:p>
        </p:txBody>
      </p:sp>
      <p:pic>
        <p:nvPicPr>
          <p:cNvPr id="21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2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D"/>
          </a:solidFill>
          <a:ln w="12700">
            <a:solidFill>
              <a:srgbClr val="642B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434"/>
          </a:solidFill>
          <a:ln w="12700">
            <a:solidFill>
              <a:srgbClr val="795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غُسُ</a:t>
            </a:r>
            <a:endParaRPr lang="ar-SA" sz="8300" dirty="0"/>
          </a:p>
        </p:txBody>
      </p:sp>
      <p:pic>
        <p:nvPicPr>
          <p:cNvPr id="22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3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غُشُ</a:t>
            </a:r>
            <a:endParaRPr lang="ar-SA" sz="82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8ED"/>
          </a:solidFill>
          <a:ln w="12700">
            <a:solidFill>
              <a:srgbClr val="5E8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غُصُ</a:t>
            </a:r>
            <a:endParaRPr lang="ar-SA" sz="83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952"/>
          </a:solidFill>
          <a:ln w="12700">
            <a:solidFill>
              <a:srgbClr val="E0C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8DB"/>
          </a:solidFill>
          <a:ln w="12700">
            <a:solidFill>
              <a:srgbClr val="70B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غُضُ</a:t>
            </a:r>
            <a:endParaRPr lang="ar-SA" sz="8300" dirty="0"/>
          </a:p>
        </p:txBody>
      </p:sp>
      <p:pic>
        <p:nvPicPr>
          <p:cNvPr id="25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3D8"/>
          </a:solidFill>
          <a:ln w="12700">
            <a:solidFill>
              <a:srgbClr val="64D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0"/>
          </a:solidFill>
          <a:ln w="12700">
            <a:solidFill>
              <a:srgbClr val="47D1C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غُطُ</a:t>
            </a:r>
            <a:endParaRPr lang="ar-SA" sz="7400" dirty="0"/>
          </a:p>
        </p:txBody>
      </p:sp>
      <p:pic>
        <p:nvPicPr>
          <p:cNvPr id="20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غُظُ</a:t>
            </a:r>
            <a:endParaRPr lang="ar-SA" sz="7400" dirty="0"/>
          </a:p>
        </p:txBody>
      </p:sp>
      <p:pic>
        <p:nvPicPr>
          <p:cNvPr id="21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غُعُ</a:t>
            </a:r>
            <a:endParaRPr lang="ar-SA" sz="7400" dirty="0"/>
          </a:p>
        </p:txBody>
      </p:sp>
      <p:pic>
        <p:nvPicPr>
          <p:cNvPr id="22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أُغُبُ</a:t>
            </a:r>
            <a:endParaRPr lang="ar-SA" sz="5200" dirty="0"/>
          </a:p>
        </p:txBody>
      </p:sp>
      <p:pic>
        <p:nvPicPr>
          <p:cNvPr id="2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5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604" y="3332988"/>
            <a:ext cx="1792956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C"/>
          </a:solidFill>
          <a:ln w="12700">
            <a:solidFill>
              <a:srgbClr val="ED5E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بُغُتُ</a:t>
            </a:r>
            <a:endParaRPr lang="ar-SA" sz="76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5"/>
          </a:solidFill>
          <a:ln w="12700">
            <a:solidFill>
              <a:srgbClr val="52E0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2"/>
          </a:solidFill>
          <a:ln w="12700">
            <a:solidFill>
              <a:srgbClr val="DB70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147"/>
          </a:solidFill>
          <a:ln w="12700">
            <a:solidFill>
              <a:srgbClr val="856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تُغُثُ</a:t>
            </a:r>
            <a:endParaRPr lang="ar-SA" sz="7600" dirty="0"/>
          </a:p>
        </p:txBody>
      </p:sp>
      <p:pic>
        <p:nvPicPr>
          <p:cNvPr id="29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30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64D8"/>
          </a:solidFill>
          <a:ln w="12700">
            <a:solidFill>
              <a:srgbClr val="C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47D1"/>
          </a:solidFill>
          <a:ln w="12700">
            <a:solidFill>
              <a:srgbClr val="9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ثُغُجُ</a:t>
            </a:r>
            <a:endParaRPr lang="ar-SA" sz="66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5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2988"/>
            <a:ext cx="1977116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جُغُحُ</a:t>
            </a:r>
            <a:endParaRPr lang="ar-SA" sz="6600" dirty="0"/>
          </a:p>
        </p:txBody>
      </p:sp>
      <p:pic>
        <p:nvPicPr>
          <p:cNvPr id="25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حُغُخُ</a:t>
            </a:r>
            <a:endParaRPr lang="ar-SA" sz="6600" dirty="0"/>
          </a:p>
        </p:txBody>
      </p:sp>
      <p:pic>
        <p:nvPicPr>
          <p:cNvPr id="26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5882" cy="1508760"/>
          </a:xfrm>
          <a:prstGeom prst="rect">
            <a:avLst/>
          </a:prstGeom>
        </p:spPr>
      </p:pic>
      <p:pic>
        <p:nvPicPr>
          <p:cNvPr id="27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خُغُدُ</a:t>
            </a:r>
            <a:endParaRPr lang="ar-SA" sz="76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ED5E"/>
          </a:solidFill>
          <a:ln w="12700">
            <a:solidFill>
              <a:srgbClr val="C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دُغُذُ</a:t>
            </a:r>
            <a:endParaRPr lang="ar-SA" sz="71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52E0"/>
          </a:solidFill>
          <a:ln w="12700">
            <a:solidFill>
              <a:srgbClr val="8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A70"/>
          </a:solidFill>
          <a:ln w="12700">
            <a:solidFill>
              <a:srgbClr val="DBC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ذُغُرُ</a:t>
            </a:r>
            <a:endParaRPr lang="ar-SA" sz="7100" dirty="0"/>
          </a:p>
        </p:txBody>
      </p:sp>
      <p:pic>
        <p:nvPicPr>
          <p:cNvPr id="29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364"/>
          </a:solidFill>
          <a:ln w="12700">
            <a:solidFill>
              <a:srgbClr val="D8A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B47"/>
          </a:solidFill>
          <a:ln w="12700">
            <a:solidFill>
              <a:srgbClr val="D17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رُغُزُ</a:t>
            </a:r>
            <a:endParaRPr lang="ar-SA" sz="7300" dirty="0"/>
          </a:p>
        </p:txBody>
      </p:sp>
      <p:pic>
        <p:nvPicPr>
          <p:cNvPr id="24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78342" cy="1508760"/>
          </a:xfrm>
          <a:prstGeom prst="rect">
            <a:avLst/>
          </a:prstGeom>
        </p:spPr>
      </p:pic>
      <p:pic>
        <p:nvPicPr>
          <p:cNvPr id="25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زُغُسُ</a:t>
            </a:r>
            <a:endParaRPr lang="ar-SA" sz="69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7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سُغُشُ</a:t>
            </a:r>
            <a:endParaRPr lang="ar-SA" sz="63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14795" cy="1508760"/>
          </a:xfrm>
          <a:prstGeom prst="rect">
            <a:avLst/>
          </a:prstGeom>
        </p:spPr>
      </p:pic>
      <p:pic>
        <p:nvPicPr>
          <p:cNvPr id="27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956" y="3332988"/>
            <a:ext cx="1497604" cy="1737360"/>
          </a:xfrm>
          <a:prstGeom prst="rect">
            <a:avLst/>
          </a:prstGeom>
        </p:spPr>
      </p:pic>
      <p:pic>
        <p:nvPicPr>
          <p:cNvPr id="28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شُغُصُ</a:t>
            </a:r>
            <a:endParaRPr lang="ar-SA" sz="6100" dirty="0"/>
          </a:p>
        </p:txBody>
      </p:sp>
      <p:pic>
        <p:nvPicPr>
          <p:cNvPr id="24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8"/>
          </a:solidFill>
          <a:ln w="12700">
            <a:solidFill>
              <a:srgbClr val="5EEDE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صُغُضُ</a:t>
            </a:r>
            <a:endParaRPr lang="ar-SA" sz="58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E52"/>
          </a:solidFill>
          <a:ln w="12700">
            <a:solidFill>
              <a:srgbClr val="E05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F"/>
          </a:solidFill>
          <a:ln w="12700">
            <a:solidFill>
              <a:srgbClr val="70DB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ضُغُطُ</a:t>
            </a:r>
            <a:endParaRPr lang="ar-SA" sz="6600" dirty="0"/>
          </a:p>
        </p:txBody>
      </p:sp>
      <p:pic>
        <p:nvPicPr>
          <p:cNvPr id="2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6"/>
          </a:solidFill>
          <a:ln w="12700">
            <a:solidFill>
              <a:srgbClr val="64D88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9"/>
          </a:solidFill>
          <a:ln w="12700">
            <a:solidFill>
              <a:srgbClr val="47D15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طُغُظُ</a:t>
            </a:r>
            <a:endParaRPr lang="ar-SA" sz="6600" dirty="0"/>
          </a:p>
        </p:txBody>
      </p:sp>
      <p:pic>
        <p:nvPicPr>
          <p:cNvPr id="24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09847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ظُغُعُ</a:t>
            </a:r>
            <a:endParaRPr lang="ar-SA" sz="6600" dirty="0"/>
          </a:p>
        </p:txBody>
      </p:sp>
      <p:pic>
        <p:nvPicPr>
          <p:cNvPr id="25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عُغُأُ</a:t>
            </a:r>
            <a:endParaRPr lang="ar-SA" sz="50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7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228" y="3332988"/>
            <a:ext cx="2703332" cy="1737360"/>
          </a:xfrm>
          <a:prstGeom prst="rect">
            <a:avLst/>
          </a:prstGeom>
        </p:spPr>
      </p:pic>
      <p:pic>
        <p:nvPicPr>
          <p:cNvPr id="28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أُغُ</a:t>
            </a:r>
            <a:endParaRPr lang="ar-SA" sz="59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5EED"/>
          </a:solidFill>
          <a:ln w="12700">
            <a:solidFill>
              <a:srgbClr val="C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بُغُ</a:t>
            </a:r>
            <a:endParaRPr lang="ar-SA" sz="74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E052"/>
          </a:solidFill>
          <a:ln w="12700">
            <a:solidFill>
              <a:srgbClr val="6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70DB"/>
          </a:solidFill>
          <a:ln w="12700">
            <a:solidFill>
              <a:srgbClr val="9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تُغُ</a:t>
            </a:r>
            <a:endParaRPr lang="ar-SA" sz="74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64D8"/>
          </a:solidFill>
          <a:ln w="12700">
            <a:solidFill>
              <a:srgbClr val="6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8D1"/>
          </a:solidFill>
          <a:ln w="12700">
            <a:solidFill>
              <a:srgbClr val="475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ثُغُ</a:t>
            </a:r>
            <a:endParaRPr lang="ar-SA" sz="7400" dirty="0"/>
          </a:p>
        </p:txBody>
      </p:sp>
      <p:pic>
        <p:nvPicPr>
          <p:cNvPr id="20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1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جُغُ</a:t>
            </a:r>
            <a:endParaRPr lang="ar-SA" sz="7400" dirty="0"/>
          </a:p>
        </p:txBody>
      </p:sp>
      <p:pic>
        <p:nvPicPr>
          <p:cNvPr id="21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2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حُغُ</a:t>
            </a:r>
            <a:endParaRPr lang="ar-SA" sz="7400" dirty="0"/>
          </a:p>
        </p:txBody>
      </p:sp>
      <p:pic>
        <p:nvPicPr>
          <p:cNvPr id="22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3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خُغُ</a:t>
            </a:r>
            <a:endParaRPr lang="ar-SA" sz="74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05E"/>
          </a:solidFill>
          <a:ln w="12700">
            <a:solidFill>
              <a:srgbClr val="EDA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دُغُ</a:t>
            </a:r>
            <a:endParaRPr lang="ar-SA" sz="74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CE0"/>
          </a:solidFill>
          <a:ln w="12700">
            <a:solidFill>
              <a:srgbClr val="528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A70"/>
          </a:solidFill>
          <a:ln w="12700">
            <a:solidFill>
              <a:srgbClr val="DB7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ذُغُ</a:t>
            </a:r>
            <a:endParaRPr lang="ar-SA" sz="7400" dirty="0"/>
          </a:p>
        </p:txBody>
      </p:sp>
      <p:pic>
        <p:nvPicPr>
          <p:cNvPr id="25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C"/>
          </a:solidFill>
          <a:ln w="12700">
            <a:solidFill>
              <a:srgbClr val="D8647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A"/>
          </a:solidFill>
          <a:ln w="12700">
            <a:solidFill>
              <a:srgbClr val="D1477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رُغُ</a:t>
            </a:r>
            <a:endParaRPr lang="ar-SA" sz="7400" dirty="0"/>
          </a:p>
        </p:txBody>
      </p:sp>
      <p:pic>
        <p:nvPicPr>
          <p:cNvPr id="20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زُغُ</a:t>
            </a:r>
            <a:endParaRPr lang="ar-SA" sz="7400" dirty="0"/>
          </a:p>
        </p:txBody>
      </p:sp>
      <p:pic>
        <p:nvPicPr>
          <p:cNvPr id="21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3479"/>
          </a:solidFill>
          <a:ln w="12700">
            <a:solidFill>
              <a:srgbClr val="7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سُغُ</a:t>
            </a:r>
            <a:endParaRPr lang="ar-SA" sz="7400" dirty="0"/>
          </a:p>
        </p:txBody>
      </p:sp>
      <p:pic>
        <p:nvPicPr>
          <p:cNvPr id="22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شُغُ</a:t>
            </a:r>
            <a:endParaRPr lang="ar-SA" sz="74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D"/>
          </a:solidFill>
          <a:ln w="12700">
            <a:solidFill>
              <a:srgbClr val="5EED7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صُغُ</a:t>
            </a:r>
            <a:endParaRPr lang="ar-SA" sz="74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0"/>
          </a:solidFill>
          <a:ln w="12700">
            <a:solidFill>
              <a:srgbClr val="E052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DB70"/>
          </a:solidFill>
          <a:ln w="12700">
            <a:solidFill>
              <a:srgbClr val="8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ضُغُ</a:t>
            </a:r>
            <a:endParaRPr lang="ar-SA" sz="74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9D864"/>
          </a:solidFill>
          <a:ln w="12700">
            <a:solidFill>
              <a:srgbClr val="9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D147"/>
          </a:solidFill>
          <a:ln w="12700">
            <a:solidFill>
              <a:srgbClr val="9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طُغُ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ظُغُ</a:t>
            </a:r>
            <a:endParaRPr lang="ar-SA" sz="7400" dirty="0"/>
          </a:p>
        </p:txBody>
      </p:sp>
      <p:pic>
        <p:nvPicPr>
          <p:cNvPr id="21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634"/>
          </a:solidFill>
          <a:ln w="12700">
            <a:solidFill>
              <a:srgbClr val="796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عُغُ</a:t>
            </a:r>
            <a:endParaRPr lang="ar-SA" sz="7400" dirty="0"/>
          </a:p>
        </p:txBody>
      </p:sp>
      <p:pic>
        <p:nvPicPr>
          <p:cNvPr id="22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3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60583" y="896112"/>
            <a:ext cx="22416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60583" y="896112"/>
            <a:ext cx="22416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غَسَلَهُ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341718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A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41718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21913" y="2834640"/>
            <a:ext cx="390017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21913" y="2834640"/>
            <a:ext cx="390017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غَسَلَهُ عُمَرُ</a:t>
            </a:r>
            <a:endParaRPr lang="ar-SA" sz="5400" dirty="0"/>
          </a:p>
        </p:txBody>
      </p:sp>
      <p:pic>
        <p:nvPicPr>
          <p:cNvPr id="17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75694" cy="1463040"/>
          </a:xfrm>
          <a:prstGeom prst="rect">
            <a:avLst/>
          </a:prstGeom>
        </p:spPr>
      </p:pic>
      <p:pic>
        <p:nvPicPr>
          <p:cNvPr id="18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5241" y="1897380"/>
            <a:ext cx="2137319" cy="1325880"/>
          </a:xfrm>
          <a:prstGeom prst="rect">
            <a:avLst/>
          </a:prstGeom>
        </p:spPr>
      </p:pic>
      <p:pic>
        <p:nvPicPr>
          <p:cNvPr id="19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3ED"/>
          </a:solidFill>
          <a:ln w="12700">
            <a:solidFill>
              <a:srgbClr val="5E6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92221" y="896112"/>
            <a:ext cx="18931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C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92221" y="896112"/>
            <a:ext cx="18931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عَظُمَ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58607" y="896112"/>
            <a:ext cx="18135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C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58607" y="896112"/>
            <a:ext cx="18135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وَكَبُرَ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71394" y="2834640"/>
            <a:ext cx="340121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71394" y="2834640"/>
            <a:ext cx="340121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عَظُمَ وَكَبُرَ</a:t>
            </a:r>
            <a:endParaRPr lang="ar-SA" sz="4700" dirty="0"/>
          </a:p>
        </p:txBody>
      </p:sp>
      <p:pic>
        <p:nvPicPr>
          <p:cNvPr id="25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89375" cy="1463040"/>
          </a:xfrm>
          <a:prstGeom prst="rect">
            <a:avLst/>
          </a:prstGeom>
        </p:spPr>
      </p:pic>
      <p:pic>
        <p:nvPicPr>
          <p:cNvPr id="26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4E052"/>
          </a:solidFill>
          <a:ln w="12700">
            <a:solidFill>
              <a:srgbClr val="D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CDB"/>
          </a:solidFill>
          <a:ln w="12700">
            <a:solidFill>
              <a:srgbClr val="709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580849" y="896112"/>
            <a:ext cx="22651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6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580849" y="896112"/>
            <a:ext cx="22651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جَمَعَهُ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297980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97980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579729" y="2834640"/>
            <a:ext cx="398454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579729" y="2834640"/>
            <a:ext cx="398454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جَمَعَهُ عُمَرُ</a:t>
            </a:r>
            <a:endParaRPr lang="ar-SA" sz="5700" dirty="0"/>
          </a:p>
        </p:txBody>
      </p:sp>
      <p:pic>
        <p:nvPicPr>
          <p:cNvPr id="22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17172" cy="146304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668" y="1828800"/>
            <a:ext cx="1468892" cy="146304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6D8"/>
          </a:solidFill>
          <a:ln w="12700">
            <a:solidFill>
              <a:srgbClr val="64B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FD1"/>
          </a:solidFill>
          <a:ln w="12700">
            <a:solidFill>
              <a:srgbClr val="47B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47217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4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47217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غُسِلَ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308051" y="896112"/>
            <a:ext cx="22191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4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08051" y="896112"/>
            <a:ext cx="22191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وَنَظُفَ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15392" y="2834640"/>
            <a:ext cx="391321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15392" y="2834640"/>
            <a:ext cx="391321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غُسِلَ وَنَظُفَ</a:t>
            </a:r>
            <a:endParaRPr lang="ar-SA" sz="4700" dirty="0"/>
          </a:p>
        </p:txBody>
      </p:sp>
      <p:pic>
        <p:nvPicPr>
          <p:cNvPr id="17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142634" cy="1463040"/>
          </a:xfrm>
          <a:prstGeom prst="rect">
            <a:avLst/>
          </a:prstGeom>
        </p:spPr>
      </p:pic>
      <p:pic>
        <p:nvPicPr>
          <p:cNvPr id="18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19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111</Slides>
  <Notes>111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111</vt:i4>
      </vt:variant>
    </vt:vector>
  </HeadingPairs>
  <TitlesOfParts>
    <vt:vector size="1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10-ain-ghain</dc:title>
  <dc:subject>PptxGenJS Presentation</dc:subject>
  <dc:creator>PptxGenJS</dc:creator>
  <cp:lastModifiedBy>PptxGenJS</cp:lastModifiedBy>
  <cp:revision>1</cp:revision>
  <dcterms:created xsi:type="dcterms:W3CDTF">2026-10-20T23:11:32Z</dcterms:created>
  <dcterms:modified xsi:type="dcterms:W3CDTF">2026-10-20T23:11:32Z</dcterms:modified>
</cp:coreProperties>
</file>