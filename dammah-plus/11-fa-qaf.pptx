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2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7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2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7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2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7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2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7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2.png"/><Relationship Id="rId2" Type="http://schemas.openxmlformats.org/officeDocument/2006/relationships/image" Target="../media/image-21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52E0"/>
          </a:solidFill>
          <a:ln w="12700">
            <a:solidFill>
              <a:srgbClr val="6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870"/>
          </a:solidFill>
          <a:ln w="12700">
            <a:solidFill>
              <a:srgbClr val="DBB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7"/>
          </a:solidFill>
          <a:ln w="12700">
            <a:solidFill>
              <a:srgbClr val="4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0700" dirty="0"/>
          </a:p>
        </p:txBody>
      </p:sp>
      <p:sp>
        <p:nvSpPr>
          <p:cNvPr id="17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10700" dirty="0"/>
          </a:p>
        </p:txBody>
      </p:sp>
      <p:pic>
        <p:nvPicPr>
          <p:cNvPr id="18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19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926" y="1828800"/>
            <a:ext cx="1142634" cy="1463040"/>
          </a:xfrm>
          <a:prstGeom prst="rect">
            <a:avLst/>
          </a:prstGeom>
        </p:spPr>
      </p:pic>
      <p:pic>
        <p:nvPicPr>
          <p:cNvPr id="20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064"/>
          </a:solidFill>
          <a:ln w="12700">
            <a:solidFill>
              <a:srgbClr val="D89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447"/>
          </a:solidFill>
          <a:ln w="12700">
            <a:solidFill>
              <a:srgbClr val="D16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فُأُ</a:t>
            </a:r>
            <a:endParaRPr lang="ar-SA" sz="56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1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فُبُ</a:t>
            </a:r>
            <a:endParaRPr lang="ar-SA" sz="7600" dirty="0"/>
          </a:p>
        </p:txBody>
      </p:sp>
      <p:pic>
        <p:nvPicPr>
          <p:cNvPr id="21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2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فُتُ</a:t>
            </a:r>
            <a:endParaRPr lang="ar-SA" sz="7600" dirty="0"/>
          </a:p>
        </p:txBody>
      </p:sp>
      <p:pic>
        <p:nvPicPr>
          <p:cNvPr id="22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فُثُ</a:t>
            </a:r>
            <a:endParaRPr lang="ar-SA" sz="76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F"/>
          </a:solidFill>
          <a:ln w="12700">
            <a:solidFill>
              <a:srgbClr val="5EED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فُجُ</a:t>
            </a:r>
            <a:endParaRPr lang="ar-SA" sz="74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D"/>
          </a:solidFill>
          <a:ln w="12700">
            <a:solidFill>
              <a:srgbClr val="E0525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D"/>
          </a:solidFill>
          <a:ln w="12700">
            <a:solidFill>
              <a:srgbClr val="70DB9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فُحُ</a:t>
            </a:r>
            <a:endParaRPr lang="ar-SA" sz="74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3"/>
          </a:solidFill>
          <a:ln w="12700">
            <a:solidFill>
              <a:srgbClr val="64D8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D147"/>
          </a:solidFill>
          <a:ln w="12700">
            <a:solidFill>
              <a:srgbClr val="4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فُخُ</a:t>
            </a:r>
            <a:endParaRPr lang="ar-SA" sz="7400" dirty="0"/>
          </a:p>
        </p:txBody>
      </p:sp>
      <p:pic>
        <p:nvPicPr>
          <p:cNvPr id="20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فُدُ</a:t>
            </a:r>
            <a:endParaRPr lang="ar-SA" sz="7600" dirty="0"/>
          </a:p>
        </p:txBody>
      </p:sp>
      <p:pic>
        <p:nvPicPr>
          <p:cNvPr id="21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7934"/>
          </a:solidFill>
          <a:ln w="12700">
            <a:solidFill>
              <a:srgbClr val="6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فُذُ</a:t>
            </a:r>
            <a:endParaRPr lang="ar-SA" sz="7600" dirty="0"/>
          </a:p>
        </p:txBody>
      </p:sp>
      <p:pic>
        <p:nvPicPr>
          <p:cNvPr id="22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3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فُرُ</a:t>
            </a:r>
            <a:endParaRPr lang="ar-SA" sz="76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5EED"/>
          </a:solidFill>
          <a:ln w="12700">
            <a:solidFill>
              <a:srgbClr val="A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فُزُ</a:t>
            </a:r>
            <a:endParaRPr lang="ar-SA" sz="76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1E052"/>
          </a:solidFill>
          <a:ln w="12700">
            <a:solidFill>
              <a:srgbClr val="8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70DB"/>
          </a:solidFill>
          <a:ln w="12700">
            <a:solidFill>
              <a:srgbClr val="8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فُسُ</a:t>
            </a:r>
            <a:endParaRPr lang="ar-SA" sz="76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2D8"/>
          </a:solidFill>
          <a:ln w="12700">
            <a:solidFill>
              <a:srgbClr val="647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FD1"/>
          </a:solidFill>
          <a:ln w="12700">
            <a:solidFill>
              <a:srgbClr val="476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فُشُ</a:t>
            </a:r>
            <a:endParaRPr lang="ar-SA" sz="76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فُصُ</a:t>
            </a:r>
            <a:endParaRPr lang="ar-SA" sz="76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A"/>
          </a:solidFill>
          <a:ln w="12700">
            <a:solidFill>
              <a:srgbClr val="2B64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فُضُ</a:t>
            </a:r>
            <a:endParaRPr lang="ar-SA" sz="7600" dirty="0"/>
          </a:p>
        </p:txBody>
      </p:sp>
      <p:pic>
        <p:nvPicPr>
          <p:cNvPr id="22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فُطُ</a:t>
            </a:r>
            <a:endParaRPr lang="ar-SA" sz="74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85E"/>
          </a:solidFill>
          <a:ln w="12700">
            <a:solidFill>
              <a:srgbClr val="ED8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فُظُ</a:t>
            </a:r>
            <a:endParaRPr lang="ar-SA" sz="74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5E0"/>
          </a:solidFill>
          <a:ln w="12700">
            <a:solidFill>
              <a:srgbClr val="52A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9"/>
          </a:solidFill>
          <a:ln w="12700">
            <a:solidFill>
              <a:srgbClr val="DB70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8547"/>
          </a:solidFill>
          <a:ln w="12700">
            <a:solidFill>
              <a:srgbClr val="7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فُعُ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F"/>
          </a:solidFill>
          <a:ln w="12700">
            <a:solidFill>
              <a:srgbClr val="D864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2"/>
          </a:solidFill>
          <a:ln w="12700">
            <a:solidFill>
              <a:srgbClr val="D1479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فُغُ</a:t>
            </a:r>
            <a:endParaRPr lang="ar-SA" sz="7400" dirty="0"/>
          </a:p>
        </p:txBody>
      </p:sp>
      <p:pic>
        <p:nvPicPr>
          <p:cNvPr id="20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1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أُفُبُ</a:t>
            </a:r>
            <a:endParaRPr lang="ar-SA" sz="52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بُفُتُ</a:t>
            </a:r>
            <a:endParaRPr lang="ar-SA" sz="7500" dirty="0"/>
          </a:p>
        </p:txBody>
      </p:sp>
      <p:pic>
        <p:nvPicPr>
          <p:cNvPr id="26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7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تُفُثُ</a:t>
            </a:r>
            <a:endParaRPr lang="ar-SA" sz="75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5"/>
          </a:solidFill>
          <a:ln w="12700">
            <a:solidFill>
              <a:srgbClr val="5EED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ثُفُجُ</a:t>
            </a:r>
            <a:endParaRPr lang="ar-SA" sz="66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8"/>
          </a:solidFill>
          <a:ln w="12700">
            <a:solidFill>
              <a:srgbClr val="E052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جُفُحُ</a:t>
            </a:r>
            <a:endParaRPr lang="ar-SA" sz="6600" dirty="0"/>
          </a:p>
        </p:txBody>
      </p:sp>
      <p:pic>
        <p:nvPicPr>
          <p:cNvPr id="29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D864"/>
          </a:solidFill>
          <a:ln w="12700">
            <a:solidFill>
              <a:srgbClr val="A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D147"/>
          </a:solidFill>
          <a:ln w="12700">
            <a:solidFill>
              <a:srgbClr val="B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حُفُخُ</a:t>
            </a:r>
            <a:endParaRPr lang="ar-SA" sz="6600" dirty="0"/>
          </a:p>
        </p:txBody>
      </p:sp>
      <p:pic>
        <p:nvPicPr>
          <p:cNvPr id="24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5918" cy="1508760"/>
          </a:xfrm>
          <a:prstGeom prst="rect">
            <a:avLst/>
          </a:prstGeom>
        </p:spPr>
      </p:pic>
      <p:pic>
        <p:nvPicPr>
          <p:cNvPr id="25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خُفُدُ</a:t>
            </a:r>
            <a:endParaRPr lang="ar-SA" sz="75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A34"/>
          </a:solidFill>
          <a:ln w="12700">
            <a:solidFill>
              <a:srgbClr val="795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دُفُذُ</a:t>
            </a:r>
            <a:endParaRPr lang="ar-SA" sz="6800" dirty="0"/>
          </a:p>
        </p:txBody>
      </p:sp>
      <p:pic>
        <p:nvPicPr>
          <p:cNvPr id="26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78342" cy="1508760"/>
          </a:xfrm>
          <a:prstGeom prst="rect">
            <a:avLst/>
          </a:prstGeom>
        </p:spPr>
      </p:pic>
      <p:pic>
        <p:nvPicPr>
          <p:cNvPr id="27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ذُفُرُ</a:t>
            </a:r>
            <a:endParaRPr lang="ar-SA" sz="68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CED"/>
          </a:solidFill>
          <a:ln w="12700">
            <a:solidFill>
              <a:srgbClr val="5E7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رُفُزُ</a:t>
            </a:r>
            <a:endParaRPr lang="ar-SA" sz="68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552"/>
          </a:solidFill>
          <a:ln w="12700">
            <a:solidFill>
              <a:srgbClr val="E0D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EDB"/>
          </a:solidFill>
          <a:ln w="12700">
            <a:solidFill>
              <a:srgbClr val="70A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زُفُسُ</a:t>
            </a:r>
            <a:endParaRPr lang="ar-SA" sz="6800" dirty="0"/>
          </a:p>
        </p:txBody>
      </p:sp>
      <p:pic>
        <p:nvPicPr>
          <p:cNvPr id="29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31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9D8"/>
          </a:solidFill>
          <a:ln w="12700">
            <a:solidFill>
              <a:srgbClr val="64C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C"/>
          </a:solidFill>
          <a:ln w="12700">
            <a:solidFill>
              <a:srgbClr val="47D1C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سُفُشُ</a:t>
            </a:r>
            <a:endParaRPr lang="ar-SA" sz="63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27108" cy="1508760"/>
          </a:xfrm>
          <a:prstGeom prst="rect">
            <a:avLst/>
          </a:prstGeom>
        </p:spPr>
      </p:pic>
      <p:pic>
        <p:nvPicPr>
          <p:cNvPr id="25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شُفُصُ</a:t>
            </a:r>
            <a:endParaRPr lang="ar-SA" sz="6100" dirty="0"/>
          </a:p>
        </p:txBody>
      </p:sp>
      <p:pic>
        <p:nvPicPr>
          <p:cNvPr id="25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6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صُفُضُ</a:t>
            </a:r>
            <a:endParaRPr lang="ar-SA" sz="5900" dirty="0"/>
          </a:p>
        </p:txBody>
      </p:sp>
      <p:pic>
        <p:nvPicPr>
          <p:cNvPr id="26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9847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ضُفُطُ</a:t>
            </a:r>
            <a:endParaRPr lang="ar-SA" sz="66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طُفُظُ</a:t>
            </a:r>
            <a:endParaRPr lang="ar-SA" sz="66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1"/>
          </a:solidFill>
          <a:ln w="12700">
            <a:solidFill>
              <a:srgbClr val="52E0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ظُفُعُ</a:t>
            </a:r>
            <a:endParaRPr lang="ar-SA" sz="6600" dirty="0"/>
          </a:p>
        </p:txBody>
      </p:sp>
      <p:pic>
        <p:nvPicPr>
          <p:cNvPr id="29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64D8"/>
          </a:solidFill>
          <a:ln w="12700">
            <a:solidFill>
              <a:srgbClr val="C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47D1"/>
          </a:solidFill>
          <a:ln w="12700">
            <a:solidFill>
              <a:srgbClr val="A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عُفُغُ</a:t>
            </a:r>
            <a:endParaRPr lang="ar-SA" sz="6600" dirty="0"/>
          </a:p>
        </p:txBody>
      </p:sp>
      <p:pic>
        <p:nvPicPr>
          <p:cNvPr id="24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غُفُأُ</a:t>
            </a:r>
            <a:endParaRPr lang="ar-SA" sz="50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أُفُ</a:t>
            </a:r>
            <a:endParaRPr lang="ar-SA" sz="5900" dirty="0"/>
          </a:p>
        </p:txBody>
      </p:sp>
      <p:pic>
        <p:nvPicPr>
          <p:cNvPr id="22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3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</a:t>
            </a:r>
            <a:endParaRPr lang="ar-SA" sz="85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ED5E"/>
          </a:solidFill>
          <a:ln w="12700">
            <a:solidFill>
              <a:srgbClr val="C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</a:t>
            </a:r>
            <a:endParaRPr lang="ar-SA" sz="85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</a:t>
            </a:r>
            <a:endParaRPr lang="ar-SA" sz="75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D64"/>
          </a:solidFill>
          <a:ln w="12700">
            <a:solidFill>
              <a:srgbClr val="D8A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747"/>
          </a:solidFill>
          <a:ln w="12700">
            <a:solidFill>
              <a:srgbClr val="D18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</a:t>
            </a:r>
            <a:endParaRPr lang="ar-SA" sz="85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</a:t>
            </a:r>
            <a:endParaRPr lang="ar-SA" sz="85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</a:t>
            </a:r>
            <a:endParaRPr lang="ar-SA" sz="8500" dirty="0"/>
          </a:p>
        </p:txBody>
      </p:sp>
      <p:pic>
        <p:nvPicPr>
          <p:cNvPr id="22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دُفُ</a:t>
            </a:r>
            <a:endParaRPr lang="ar-SA" sz="76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6ED"/>
          </a:solidFill>
          <a:ln w="12700">
            <a:solidFill>
              <a:srgbClr val="5EE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ذُفُ</a:t>
            </a:r>
            <a:endParaRPr lang="ar-SA" sz="76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A52"/>
          </a:solidFill>
          <a:ln w="12700">
            <a:solidFill>
              <a:srgbClr val="E06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رُفُ</a:t>
            </a:r>
            <a:endParaRPr lang="ar-SA" sz="7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5"/>
          </a:solidFill>
          <a:ln w="12700">
            <a:solidFill>
              <a:srgbClr val="47D16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زُفُ</a:t>
            </a:r>
            <a:endParaRPr lang="ar-SA" sz="7600" dirty="0"/>
          </a:p>
        </p:txBody>
      </p:sp>
      <p:pic>
        <p:nvPicPr>
          <p:cNvPr id="20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1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سُفُ</a:t>
            </a:r>
            <a:endParaRPr lang="ar-SA" sz="8500" dirty="0"/>
          </a:p>
        </p:txBody>
      </p:sp>
      <p:pic>
        <p:nvPicPr>
          <p:cNvPr id="21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شُفُ</a:t>
            </a:r>
            <a:endParaRPr lang="ar-SA" sz="82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3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صُفُ</a:t>
            </a:r>
            <a:endParaRPr lang="ar-SA" sz="85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ضُفُ</a:t>
            </a:r>
            <a:endParaRPr lang="ar-SA" sz="85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E052"/>
          </a:solidFill>
          <a:ln w="12700">
            <a:solidFill>
              <a:srgbClr val="5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70DB"/>
          </a:solidFill>
          <a:ln w="12700">
            <a:solidFill>
              <a:srgbClr val="9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طُفُ</a:t>
            </a:r>
            <a:endParaRPr lang="ar-SA" sz="74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ظُفُ</a:t>
            </a:r>
            <a:endParaRPr lang="ar-SA" sz="7400" dirty="0"/>
          </a:p>
        </p:txBody>
      </p:sp>
      <p:pic>
        <p:nvPicPr>
          <p:cNvPr id="20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1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عُفُ</a:t>
            </a:r>
            <a:endParaRPr lang="ar-SA" sz="8500" dirty="0"/>
          </a:p>
        </p:txBody>
      </p:sp>
      <p:pic>
        <p:nvPicPr>
          <p:cNvPr id="21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غُفُ</a:t>
            </a:r>
            <a:endParaRPr lang="ar-SA" sz="8300" dirty="0"/>
          </a:p>
        </p:txBody>
      </p:sp>
      <p:pic>
        <p:nvPicPr>
          <p:cNvPr id="22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3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23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12300" dirty="0"/>
          </a:p>
        </p:txBody>
      </p:sp>
      <p:pic>
        <p:nvPicPr>
          <p:cNvPr id="13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79133" cy="1463040"/>
          </a:xfrm>
          <a:prstGeom prst="rect">
            <a:avLst/>
          </a:prstGeom>
        </p:spPr>
      </p:pic>
      <p:pic>
        <p:nvPicPr>
          <p:cNvPr id="14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2703" y="1828800"/>
            <a:ext cx="1509857" cy="1463040"/>
          </a:xfrm>
          <a:prstGeom prst="rect">
            <a:avLst/>
          </a:prstGeom>
        </p:spPr>
      </p:pic>
      <p:pic>
        <p:nvPicPr>
          <p:cNvPr id="15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قُأُ</a:t>
            </a:r>
            <a:endParaRPr lang="ar-SA" sz="56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0E0"/>
          </a:solidFill>
          <a:ln w="12700">
            <a:solidFill>
              <a:srgbClr val="528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قُبُ</a:t>
            </a:r>
            <a:endParaRPr lang="ar-SA" sz="76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قُتُ</a:t>
            </a:r>
            <a:endParaRPr lang="ar-SA" sz="76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1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قُثُ</a:t>
            </a:r>
            <a:endParaRPr lang="ar-SA" sz="7600" dirty="0"/>
          </a:p>
        </p:txBody>
      </p:sp>
      <p:pic>
        <p:nvPicPr>
          <p:cNvPr id="21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2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قُجُ</a:t>
            </a:r>
            <a:endParaRPr lang="ar-SA" sz="7400" dirty="0"/>
          </a:p>
        </p:txBody>
      </p:sp>
      <p:pic>
        <p:nvPicPr>
          <p:cNvPr id="22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قُحُ</a:t>
            </a:r>
            <a:endParaRPr lang="ar-SA" sz="74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9"/>
          </a:solidFill>
          <a:ln w="12700">
            <a:solidFill>
              <a:srgbClr val="5EED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قُخُ</a:t>
            </a:r>
            <a:endParaRPr lang="ar-SA" sz="74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4"/>
          </a:solidFill>
          <a:ln w="12700">
            <a:solidFill>
              <a:srgbClr val="E052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قُدُ</a:t>
            </a:r>
            <a:endParaRPr lang="ar-SA" sz="76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D147"/>
          </a:solidFill>
          <a:ln w="12700">
            <a:solidFill>
              <a:srgbClr val="9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قُذُ</a:t>
            </a:r>
            <a:endParaRPr lang="ar-SA" sz="7600" dirty="0"/>
          </a:p>
        </p:txBody>
      </p:sp>
      <p:pic>
        <p:nvPicPr>
          <p:cNvPr id="20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قُرُ</a:t>
            </a:r>
            <a:endParaRPr lang="ar-SA" sz="7600" dirty="0"/>
          </a:p>
        </p:txBody>
      </p:sp>
      <p:pic>
        <p:nvPicPr>
          <p:cNvPr id="21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قُزُ</a:t>
            </a:r>
            <a:endParaRPr lang="ar-SA" sz="7600" dirty="0"/>
          </a:p>
        </p:txBody>
      </p:sp>
      <p:pic>
        <p:nvPicPr>
          <p:cNvPr id="22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3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قُسُ</a:t>
            </a:r>
            <a:endParaRPr lang="ar-SA" sz="76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قُشُ</a:t>
            </a:r>
            <a:endParaRPr lang="ar-SA" sz="76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3DB"/>
          </a:solidFill>
          <a:ln w="12700">
            <a:solidFill>
              <a:srgbClr val="709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قُصُ</a:t>
            </a:r>
            <a:endParaRPr lang="ar-SA" sz="76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قُضُ</a:t>
            </a:r>
            <a:endParaRPr lang="ar-SA" sz="76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قُطُ</a:t>
            </a:r>
            <a:endParaRPr lang="ar-SA" sz="74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قُظُ</a:t>
            </a:r>
            <a:endParaRPr lang="ar-SA" sz="7400" dirty="0"/>
          </a:p>
        </p:txBody>
      </p:sp>
      <p:pic>
        <p:nvPicPr>
          <p:cNvPr id="22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قُعُ</a:t>
            </a:r>
            <a:endParaRPr lang="ar-SA" sz="74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B"/>
          </a:solidFill>
          <a:ln w="12700">
            <a:solidFill>
              <a:srgbClr val="ED5E7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قُغُ</a:t>
            </a:r>
            <a:endParaRPr lang="ar-SA" sz="74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6"/>
          </a:solidFill>
          <a:ln w="12700">
            <a:solidFill>
              <a:srgbClr val="52E0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قُفُ</a:t>
            </a:r>
            <a:endParaRPr lang="ar-SA" sz="7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أُقُبُ</a:t>
            </a:r>
            <a:endParaRPr lang="ar-SA" sz="5200" dirty="0"/>
          </a:p>
        </p:txBody>
      </p:sp>
      <p:pic>
        <p:nvPicPr>
          <p:cNvPr id="24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64406" cy="1508760"/>
          </a:xfrm>
          <a:prstGeom prst="rect">
            <a:avLst/>
          </a:prstGeom>
        </p:spPr>
      </p:pic>
      <p:pic>
        <p:nvPicPr>
          <p:cNvPr id="25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916" y="3332988"/>
            <a:ext cx="162964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بُقُتُ</a:t>
            </a:r>
            <a:endParaRPr lang="ar-SA" sz="75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تُقُثُ</a:t>
            </a:r>
            <a:endParaRPr lang="ar-SA" sz="7500" dirty="0"/>
          </a:p>
        </p:txBody>
      </p:sp>
      <p:pic>
        <p:nvPicPr>
          <p:cNvPr id="26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7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ثُقُجُ</a:t>
            </a:r>
            <a:endParaRPr lang="ar-SA" sz="66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جُقُحُ</a:t>
            </a:r>
            <a:endParaRPr lang="ar-SA" sz="66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52E0"/>
          </a:solidFill>
          <a:ln w="12700">
            <a:solidFill>
              <a:srgbClr val="B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حُقُخُ</a:t>
            </a:r>
            <a:endParaRPr lang="ar-SA" sz="6600" dirty="0"/>
          </a:p>
        </p:txBody>
      </p:sp>
      <p:pic>
        <p:nvPicPr>
          <p:cNvPr id="29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A47"/>
          </a:solidFill>
          <a:ln w="12700">
            <a:solidFill>
              <a:srgbClr val="D1A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خُقُدُ</a:t>
            </a:r>
            <a:endParaRPr lang="ar-SA" sz="7500" dirty="0"/>
          </a:p>
        </p:txBody>
      </p:sp>
      <p:pic>
        <p:nvPicPr>
          <p:cNvPr id="24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5918" cy="1508760"/>
          </a:xfrm>
          <a:prstGeom prst="rect">
            <a:avLst/>
          </a:prstGeom>
        </p:spPr>
      </p:pic>
      <p:pic>
        <p:nvPicPr>
          <p:cNvPr id="25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دُقُذُ</a:t>
            </a:r>
            <a:endParaRPr lang="ar-SA" sz="68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ذُقُرُ</a:t>
            </a:r>
            <a:endParaRPr lang="ar-SA" sz="6800" dirty="0"/>
          </a:p>
        </p:txBody>
      </p:sp>
      <p:pic>
        <p:nvPicPr>
          <p:cNvPr id="26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78342" cy="1508760"/>
          </a:xfrm>
          <a:prstGeom prst="rect">
            <a:avLst/>
          </a:prstGeom>
        </p:spPr>
      </p:pic>
      <p:pic>
        <p:nvPicPr>
          <p:cNvPr id="27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رُقُزُ</a:t>
            </a:r>
            <a:endParaRPr lang="ar-SA" sz="68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2ED"/>
          </a:solidFill>
          <a:ln w="12700">
            <a:solidFill>
              <a:srgbClr val="5EC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زُقُسُ</a:t>
            </a:r>
            <a:endParaRPr lang="ar-SA" sz="68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سُقُشُ</a:t>
            </a:r>
            <a:endParaRPr lang="ar-SA" sz="6300" dirty="0"/>
          </a:p>
        </p:txBody>
      </p:sp>
      <p:pic>
        <p:nvPicPr>
          <p:cNvPr id="29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31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E"/>
          </a:solidFill>
          <a:ln w="12700">
            <a:solidFill>
              <a:srgbClr val="64D8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8"/>
          </a:solidFill>
          <a:ln w="12700">
            <a:solidFill>
              <a:srgbClr val="47D1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شُقُصُ</a:t>
            </a:r>
            <a:endParaRPr lang="ar-SA" sz="61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27108" cy="1508760"/>
          </a:xfrm>
          <a:prstGeom prst="rect">
            <a:avLst/>
          </a:prstGeom>
        </p:spPr>
      </p:pic>
      <p:pic>
        <p:nvPicPr>
          <p:cNvPr id="25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صُقُضُ</a:t>
            </a:r>
            <a:endParaRPr lang="ar-SA" sz="5900" dirty="0"/>
          </a:p>
        </p:txBody>
      </p:sp>
      <p:pic>
        <p:nvPicPr>
          <p:cNvPr id="25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6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ضُقُطُ</a:t>
            </a:r>
            <a:endParaRPr lang="ar-SA" sz="6600" dirty="0"/>
          </a:p>
        </p:txBody>
      </p:sp>
      <p:pic>
        <p:nvPicPr>
          <p:cNvPr id="26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9847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طُقُظُ</a:t>
            </a:r>
            <a:endParaRPr lang="ar-SA" sz="66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ظُقُعُ</a:t>
            </a:r>
            <a:endParaRPr lang="ar-SA" sz="66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B"/>
          </a:solidFill>
          <a:ln w="12700">
            <a:solidFill>
              <a:srgbClr val="52E0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عُقُغُ</a:t>
            </a:r>
            <a:endParaRPr lang="ar-SA" sz="6600" dirty="0"/>
          </a:p>
        </p:txBody>
      </p:sp>
      <p:pic>
        <p:nvPicPr>
          <p:cNvPr id="29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64D8"/>
          </a:solidFill>
          <a:ln w="12700">
            <a:solidFill>
              <a:srgbClr val="9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غُقُفُ</a:t>
            </a:r>
            <a:endParaRPr lang="ar-SA" sz="7300" dirty="0"/>
          </a:p>
        </p:txBody>
      </p:sp>
      <p:pic>
        <p:nvPicPr>
          <p:cNvPr id="24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فُقُأُ</a:t>
            </a:r>
            <a:endParaRPr lang="ar-SA" sz="50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أُقُ</a:t>
            </a:r>
            <a:endParaRPr lang="ar-SA" sz="5900" dirty="0"/>
          </a:p>
        </p:txBody>
      </p:sp>
      <p:pic>
        <p:nvPicPr>
          <p:cNvPr id="22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3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</a:t>
            </a:r>
            <a:endParaRPr lang="ar-SA" sz="86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15E"/>
          </a:solidFill>
          <a:ln w="12700">
            <a:solidFill>
              <a:srgbClr val="EDD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</a:t>
            </a:r>
            <a:endParaRPr lang="ar-SA" sz="86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CE0"/>
          </a:solidFill>
          <a:ln w="12700">
            <a:solidFill>
              <a:srgbClr val="525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E70"/>
          </a:solidFill>
          <a:ln w="12700">
            <a:solidFill>
              <a:srgbClr val="DB9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</a:t>
            </a:r>
            <a:endParaRPr lang="ar-SA" sz="75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464"/>
          </a:solidFill>
          <a:ln w="12700">
            <a:solidFill>
              <a:srgbClr val="D87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</a:t>
            </a:r>
            <a:endParaRPr lang="ar-SA" sz="86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</a:t>
            </a:r>
            <a:endParaRPr lang="ar-SA" sz="86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</a:t>
            </a:r>
            <a:endParaRPr lang="ar-SA" sz="8600" dirty="0"/>
          </a:p>
        </p:txBody>
      </p:sp>
      <p:pic>
        <p:nvPicPr>
          <p:cNvPr id="22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دُقُ</a:t>
            </a:r>
            <a:endParaRPr lang="ar-SA" sz="85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ذُقُ</a:t>
            </a:r>
            <a:endParaRPr lang="ar-SA" sz="81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رُقُ</a:t>
            </a:r>
            <a:endParaRPr lang="ar-SA" sz="85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D864"/>
          </a:solidFill>
          <a:ln w="12700">
            <a:solidFill>
              <a:srgbClr val="7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D147"/>
          </a:solidFill>
          <a:ln w="12700">
            <a:solidFill>
              <a:srgbClr val="6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زُقُ</a:t>
            </a:r>
            <a:endParaRPr lang="ar-SA" sz="8500" dirty="0"/>
          </a:p>
        </p:txBody>
      </p:sp>
      <p:pic>
        <p:nvPicPr>
          <p:cNvPr id="20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1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سُقُ</a:t>
            </a:r>
            <a:endParaRPr lang="ar-SA" sz="8600" dirty="0"/>
          </a:p>
        </p:txBody>
      </p:sp>
      <p:pic>
        <p:nvPicPr>
          <p:cNvPr id="21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شُقُ</a:t>
            </a:r>
            <a:endParaRPr lang="ar-SA" sz="82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3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صُقُ</a:t>
            </a:r>
            <a:endParaRPr lang="ar-SA" sz="86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5EED"/>
          </a:solidFill>
          <a:ln w="12700">
            <a:solidFill>
              <a:srgbClr val="8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ضُقُ</a:t>
            </a:r>
            <a:endParaRPr lang="ar-SA" sz="86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E052"/>
          </a:solidFill>
          <a:ln w="12700">
            <a:solidFill>
              <a:srgbClr val="A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طُقُ</a:t>
            </a:r>
            <a:endParaRPr lang="ar-SA" sz="74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ED8"/>
          </a:solidFill>
          <a:ln w="12700">
            <a:solidFill>
              <a:srgbClr val="648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0D1"/>
          </a:solidFill>
          <a:ln w="12700">
            <a:solidFill>
              <a:srgbClr val="479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ظُقُ</a:t>
            </a:r>
            <a:endParaRPr lang="ar-SA" sz="7400" dirty="0"/>
          </a:p>
        </p:txBody>
      </p:sp>
      <p:pic>
        <p:nvPicPr>
          <p:cNvPr id="20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1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عُقُ</a:t>
            </a:r>
            <a:endParaRPr lang="ar-SA" sz="8600" dirty="0"/>
          </a:p>
        </p:txBody>
      </p:sp>
      <p:pic>
        <p:nvPicPr>
          <p:cNvPr id="21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غُقُ</a:t>
            </a:r>
            <a:endParaRPr lang="ar-SA" sz="8300" dirty="0"/>
          </a:p>
        </p:txBody>
      </p:sp>
      <p:pic>
        <p:nvPicPr>
          <p:cNvPr id="22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3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فُقُ</a:t>
            </a:r>
            <a:endParaRPr lang="ar-SA" sz="76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64772" y="896112"/>
            <a:ext cx="20546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64772" y="896112"/>
            <a:ext cx="20546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424572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8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24572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22050" y="2834640"/>
            <a:ext cx="36999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22050" y="2834640"/>
            <a:ext cx="36999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 عُمَرُ</a:t>
            </a:r>
            <a:endParaRPr lang="ar-SA" sz="55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8892" cy="1463040"/>
          </a:xfrm>
          <a:prstGeom prst="rect">
            <a:avLst/>
          </a:prstGeom>
        </p:spPr>
      </p:pic>
      <p:pic>
        <p:nvPicPr>
          <p:cNvPr id="26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420" y="1828800"/>
            <a:ext cx="1261140" cy="146304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25417" y="896112"/>
            <a:ext cx="17200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25417" y="896112"/>
            <a:ext cx="17200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قَرَأَهُ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98562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98562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36889" y="2834640"/>
            <a:ext cx="30702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36889" y="2834640"/>
            <a:ext cx="30702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قَرَأَهُ عُمَرُ</a:t>
            </a:r>
            <a:endParaRPr lang="ar-SA" sz="4400" dirty="0"/>
          </a:p>
        </p:txBody>
      </p:sp>
      <p:pic>
        <p:nvPicPr>
          <p:cNvPr id="22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23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926" y="1828800"/>
            <a:ext cx="1142634" cy="146304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B"/>
          </a:solidFill>
          <a:ln w="12700">
            <a:solidFill>
              <a:srgbClr val="D864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51399" y="896112"/>
            <a:ext cx="20814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51399" y="896112"/>
            <a:ext cx="20814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411199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11199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1647" y="2834640"/>
            <a:ext cx="37207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1647" y="2834640"/>
            <a:ext cx="37207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عُمَرُ</a:t>
            </a:r>
            <a:endParaRPr lang="ar-SA" sz="5500" dirty="0"/>
          </a:p>
        </p:txBody>
      </p:sp>
      <p:pic>
        <p:nvPicPr>
          <p:cNvPr id="17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771741" cy="1463040"/>
          </a:xfrm>
          <a:prstGeom prst="rect">
            <a:avLst/>
          </a:prstGeom>
        </p:spPr>
      </p:pic>
      <p:pic>
        <p:nvPicPr>
          <p:cNvPr id="18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9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48320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48320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فُتِحَ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96852" y="896112"/>
            <a:ext cx="20314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2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96852" y="896112"/>
            <a:ext cx="20314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وَقُرِئَ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7697" y="2834640"/>
            <a:ext cx="32486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7697" y="2834640"/>
            <a:ext cx="32486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فُتِحَ وَقُرِئَ</a:t>
            </a:r>
            <a:endParaRPr lang="ar-SA" sz="4700" dirty="0"/>
          </a:p>
        </p:txBody>
      </p:sp>
      <p:pic>
        <p:nvPicPr>
          <p:cNvPr id="18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2276490" cy="1463040"/>
          </a:xfrm>
          <a:prstGeom prst="rect">
            <a:avLst/>
          </a:prstGeom>
        </p:spPr>
      </p:pic>
      <p:pic>
        <p:nvPicPr>
          <p:cNvPr id="19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7544" y="1828800"/>
            <a:ext cx="1365016" cy="1463040"/>
          </a:xfrm>
          <a:prstGeom prst="rect">
            <a:avLst/>
          </a:prstGeom>
        </p:spPr>
      </p:pic>
      <p:pic>
        <p:nvPicPr>
          <p:cNvPr id="20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11-fa-qaf</dc:title>
  <dc:subject>PptxGenJS Presentation</dc:subject>
  <dc:creator>PptxGenJS</dc:creator>
  <cp:lastModifiedBy>PptxGenJS</cp:lastModifiedBy>
  <cp:revision>1</cp:revision>
  <dcterms:created xsi:type="dcterms:W3CDTF">2026-10-20T23:11:33Z</dcterms:created>
  <dcterms:modified xsi:type="dcterms:W3CDTF">2026-10-20T23:11:33Z</dcterms:modified>
</cp:coreProperties>
</file>