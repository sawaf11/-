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notesMaster" Target="notesMasters/notesMaster1.xml"/><Relationship Id="rId126" Type="http://schemas.openxmlformats.org/officeDocument/2006/relationships/presProps" Target="presProps.xml"/><Relationship Id="rId127" Type="http://schemas.openxmlformats.org/officeDocument/2006/relationships/viewProps" Target="viewProps.xml"/><Relationship Id="rId128" Type="http://schemas.openxmlformats.org/officeDocument/2006/relationships/theme" Target="theme/theme1.xml"/><Relationship Id="rId1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2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2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6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4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2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7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2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0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9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6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52E0"/>
          </a:solidFill>
          <a:ln w="12700">
            <a:solidFill>
              <a:srgbClr val="6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870"/>
          </a:solidFill>
          <a:ln w="12700">
            <a:solidFill>
              <a:srgbClr val="DBB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7"/>
          </a:solidFill>
          <a:ln w="12700">
            <a:solidFill>
              <a:srgbClr val="4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0700" dirty="0"/>
          </a:p>
        </p:txBody>
      </p:sp>
      <p:sp>
        <p:nvSpPr>
          <p:cNvPr id="17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10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123935" cy="1417320"/>
          </a:xfrm>
          <a:prstGeom prst="rect">
            <a:avLst/>
          </a:prstGeom>
        </p:spPr>
      </p:pic>
      <p:pic>
        <p:nvPicPr>
          <p:cNvPr id="19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576" y="1920240"/>
            <a:ext cx="1468984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064"/>
          </a:solidFill>
          <a:ln w="12700">
            <a:solidFill>
              <a:srgbClr val="D89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447"/>
          </a:solidFill>
          <a:ln w="12700">
            <a:solidFill>
              <a:srgbClr val="D16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فُأُ</a:t>
            </a:r>
            <a:endParaRPr lang="ar-SA" sz="5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75" y="3973068"/>
            <a:ext cx="1296985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فُبُ</a:t>
            </a:r>
            <a:endParaRPr lang="ar-SA" sz="76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575" y="3744468"/>
            <a:ext cx="654985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4"/>
          </a:solidFill>
          <a:ln w="12700">
            <a:solidFill>
              <a:srgbClr val="7934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628" y="4018788"/>
            <a:ext cx="1099932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فُثُ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71569" cy="9601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F"/>
          </a:solidFill>
          <a:ln w="12700">
            <a:solidFill>
              <a:srgbClr val="5EED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فُجُ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8667" y="2148840"/>
            <a:ext cx="513893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D"/>
          </a:solidFill>
          <a:ln w="12700">
            <a:solidFill>
              <a:srgbClr val="E0525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D"/>
          </a:solidFill>
          <a:ln w="12700">
            <a:solidFill>
              <a:srgbClr val="70DB9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فُحُ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25830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3"/>
          </a:solidFill>
          <a:ln w="12700">
            <a:solidFill>
              <a:srgbClr val="64D87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D147"/>
          </a:solidFill>
          <a:ln w="12700">
            <a:solidFill>
              <a:srgbClr val="4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فُخُ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3744468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فُدُ</a:t>
            </a:r>
            <a:endParaRPr lang="ar-SA" sz="7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87872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881" y="3561588"/>
            <a:ext cx="719679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7934"/>
          </a:solidFill>
          <a:ln w="12700">
            <a:solidFill>
              <a:srgbClr val="6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فُذُ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226" y="3927348"/>
            <a:ext cx="1529334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فُرُ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5054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5EED"/>
          </a:solidFill>
          <a:ln w="12700">
            <a:solidFill>
              <a:srgbClr val="A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فُزُ</a:t>
            </a:r>
            <a:endParaRPr lang="ar-SA" sz="7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7903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E052"/>
          </a:solidFill>
          <a:ln w="12700">
            <a:solidFill>
              <a:srgbClr val="8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70DB"/>
          </a:solidFill>
          <a:ln w="12700">
            <a:solidFill>
              <a:srgbClr val="8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فُسُ</a:t>
            </a:r>
            <a:endParaRPr lang="ar-SA" sz="7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2D8"/>
          </a:solidFill>
          <a:ln w="12700">
            <a:solidFill>
              <a:srgbClr val="647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FD1"/>
          </a:solidFill>
          <a:ln w="12700">
            <a:solidFill>
              <a:srgbClr val="476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فُشُ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3401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94" y="3607308"/>
            <a:ext cx="1398666" cy="14630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فُصُ</a:t>
            </a:r>
            <a:endParaRPr lang="ar-SA" sz="7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97280" cy="9144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054" y="3835908"/>
            <a:ext cx="713506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A"/>
          </a:solidFill>
          <a:ln w="12700">
            <a:solidFill>
              <a:srgbClr val="2B64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679"/>
          </a:solidFill>
          <a:ln w="12700">
            <a:solidFill>
              <a:srgbClr val="347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فُضُ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13" y="3927348"/>
            <a:ext cx="1633347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فُطُ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1039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85E"/>
          </a:solidFill>
          <a:ln w="12700">
            <a:solidFill>
              <a:srgbClr val="ED8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فُظُ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8955" cy="100584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038" y="2080260"/>
            <a:ext cx="520522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5E0"/>
          </a:solidFill>
          <a:ln w="12700">
            <a:solidFill>
              <a:srgbClr val="52A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9"/>
          </a:solidFill>
          <a:ln w="12700">
            <a:solidFill>
              <a:srgbClr val="DB707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8547"/>
          </a:solidFill>
          <a:ln w="12700">
            <a:solidFill>
              <a:srgbClr val="7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فُعُ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6229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F"/>
          </a:solidFill>
          <a:ln w="12700">
            <a:solidFill>
              <a:srgbClr val="D864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2"/>
          </a:solidFill>
          <a:ln w="12700">
            <a:solidFill>
              <a:srgbClr val="D1479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فُغُ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112" y="3790188"/>
            <a:ext cx="1345448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أُفُبُ</a:t>
            </a:r>
            <a:endParaRPr lang="ar-SA" sz="5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469" y="3470148"/>
            <a:ext cx="728091" cy="16002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بُفُتُ</a:t>
            </a:r>
            <a:endParaRPr lang="ar-SA" sz="75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تُفُثُ</a:t>
            </a:r>
            <a:endParaRPr lang="ar-SA" sz="75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426098" cy="12801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5"/>
          </a:solidFill>
          <a:ln w="12700">
            <a:solidFill>
              <a:srgbClr val="5EED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ثُفُجُ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8"/>
          </a:solidFill>
          <a:ln w="12700">
            <a:solidFill>
              <a:srgbClr val="E052C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DB70"/>
          </a:solidFill>
          <a:ln w="12700">
            <a:solidFill>
              <a:srgbClr val="9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جُفُحُ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06353" cy="9601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D864"/>
          </a:solidFill>
          <a:ln w="12700">
            <a:solidFill>
              <a:srgbClr val="A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D147"/>
          </a:solidFill>
          <a:ln w="12700">
            <a:solidFill>
              <a:srgbClr val="B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حُفُخُ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7701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75" y="3698748"/>
            <a:ext cx="1024585" cy="13716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خُفُدُ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77163" cy="9144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207" y="3607308"/>
            <a:ext cx="718353" cy="14630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A34"/>
          </a:solidFill>
          <a:ln w="12700">
            <a:solidFill>
              <a:srgbClr val="795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دُفُذُ</a:t>
            </a:r>
            <a:endParaRPr lang="ar-SA" sz="68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0626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15" y="3698748"/>
            <a:ext cx="1272845" cy="1371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ذُفُرُ</a:t>
            </a:r>
            <a:endParaRPr lang="ar-SA" sz="68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047537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CED"/>
          </a:solidFill>
          <a:ln w="12700">
            <a:solidFill>
              <a:srgbClr val="5E7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رُفُزُ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552"/>
          </a:solidFill>
          <a:ln w="12700">
            <a:solidFill>
              <a:srgbClr val="E0D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EDB"/>
          </a:solidFill>
          <a:ln w="12700">
            <a:solidFill>
              <a:srgbClr val="70A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زُفُسُ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9D8"/>
          </a:solidFill>
          <a:ln w="12700">
            <a:solidFill>
              <a:srgbClr val="64C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C"/>
          </a:solidFill>
          <a:ln w="12700">
            <a:solidFill>
              <a:srgbClr val="47D1C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سُفُشُ</a:t>
            </a:r>
            <a:endParaRPr lang="ar-SA" sz="63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1749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942" y="3561588"/>
            <a:ext cx="1656618" cy="15087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شُفُصُ</a:t>
            </a:r>
            <a:endParaRPr lang="ar-SA" sz="6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13831" cy="11887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469" y="3470148"/>
            <a:ext cx="728091" cy="16002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صُفُضُ</a:t>
            </a:r>
            <a:endParaRPr lang="ar-SA" sz="59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9292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26" y="3653028"/>
            <a:ext cx="1303934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ضُفُطُ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170432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F"/>
          </a:solidFill>
          <a:ln w="12700">
            <a:solidFill>
              <a:srgbClr val="ED5E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طُفُظُ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1"/>
          </a:solidFill>
          <a:ln w="12700">
            <a:solidFill>
              <a:srgbClr val="52E0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ظُفُعُ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64D8"/>
          </a:solidFill>
          <a:ln w="12700">
            <a:solidFill>
              <a:srgbClr val="C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47D1"/>
          </a:solidFill>
          <a:ln w="12700">
            <a:solidFill>
              <a:srgbClr val="A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عُفُغُ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3744468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غُفُأُ</a:t>
            </a:r>
            <a:endParaRPr lang="ar-SA" sz="5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5670" y="3470148"/>
            <a:ext cx="716890" cy="16002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أُفُ</a:t>
            </a:r>
            <a:endParaRPr lang="ar-SA" sz="5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3790188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بُفُ</a:t>
            </a:r>
            <a:endParaRPr lang="ar-SA" sz="8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217066" cy="100584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ED5E"/>
          </a:solidFill>
          <a:ln w="12700">
            <a:solidFill>
              <a:srgbClr val="C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تُفُ</a:t>
            </a:r>
            <a:endParaRPr lang="ar-SA" sz="8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5800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ثُفُ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6445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D64"/>
          </a:solidFill>
          <a:ln w="12700">
            <a:solidFill>
              <a:srgbClr val="D8A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747"/>
          </a:solidFill>
          <a:ln w="12700">
            <a:solidFill>
              <a:srgbClr val="D18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جُفُ</a:t>
            </a:r>
            <a:endParaRPr lang="ar-SA" sz="8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حُفُ</a:t>
            </a:r>
            <a:endParaRPr lang="ar-SA" sz="8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81918" cy="132588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خُفُ</a:t>
            </a:r>
            <a:endParaRPr lang="ar-SA" sz="85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73" y="3744468"/>
            <a:ext cx="1751487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دُفُ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9657" cy="12801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6ED"/>
          </a:solidFill>
          <a:ln w="12700">
            <a:solidFill>
              <a:srgbClr val="5EE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ذُفُ</a:t>
            </a:r>
            <a:endParaRPr lang="ar-SA" sz="7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502143" cy="9601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A52"/>
          </a:solidFill>
          <a:ln w="12700">
            <a:solidFill>
              <a:srgbClr val="E06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رُفُ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5"/>
          </a:solidFill>
          <a:ln w="12700">
            <a:solidFill>
              <a:srgbClr val="47D16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زُفُ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3607308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سُفُ</a:t>
            </a:r>
            <a:endParaRPr lang="ar-SA" sz="8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7994" y="3653028"/>
            <a:ext cx="684566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شُفُ</a:t>
            </a:r>
            <a:endParaRPr lang="ar-SA" sz="8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196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صُفُ</a:t>
            </a:r>
            <a:endParaRPr lang="ar-SA" sz="8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6708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ضُفُ</a:t>
            </a:r>
            <a:endParaRPr lang="ar-SA" sz="8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6714" y="2057400"/>
            <a:ext cx="505846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E052"/>
          </a:solidFill>
          <a:ln w="12700">
            <a:solidFill>
              <a:srgbClr val="5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70DB"/>
          </a:solidFill>
          <a:ln w="12700">
            <a:solidFill>
              <a:srgbClr val="9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طُفُ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911017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ظُفُ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732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3744468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عُفُ</a:t>
            </a:r>
            <a:endParaRPr lang="ar-SA" sz="8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9266" cy="100584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755" y="3927348"/>
            <a:ext cx="725805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غُفُ</a:t>
            </a:r>
            <a:endParaRPr lang="ar-SA" sz="8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251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3744468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23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12300" dirty="0"/>
          </a:p>
        </p:txBody>
      </p:sp>
      <p:pic>
        <p:nvPicPr>
          <p:cNvPr id="13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1673352" cy="114300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2011680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D5E"/>
          </a:solidFill>
          <a:ln w="12700">
            <a:solidFill>
              <a:srgbClr val="EDA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قُأُ</a:t>
            </a:r>
            <a:endParaRPr lang="ar-SA" sz="5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6316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0E0"/>
          </a:solidFill>
          <a:ln w="12700">
            <a:solidFill>
              <a:srgbClr val="528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370"/>
          </a:solidFill>
          <a:ln w="12700">
            <a:solidFill>
              <a:srgbClr val="DB8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قُبُ</a:t>
            </a:r>
            <a:endParaRPr lang="ar-SA" sz="7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6445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قُتُ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645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3698748"/>
            <a:ext cx="1420978" cy="13716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قُثُ</a:t>
            </a:r>
            <a:endParaRPr lang="ar-SA" sz="7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73562" cy="11887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899" y="3927348"/>
            <a:ext cx="716661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قُجُ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643" y="3561588"/>
            <a:ext cx="1621917" cy="15087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قُحُ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9"/>
          </a:solidFill>
          <a:ln w="12700">
            <a:solidFill>
              <a:srgbClr val="5EED8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قُخُ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19" y="2057400"/>
            <a:ext cx="508041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4"/>
          </a:solidFill>
          <a:ln w="12700">
            <a:solidFill>
              <a:srgbClr val="E052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قُدُ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1D147"/>
          </a:solidFill>
          <a:ln w="12700">
            <a:solidFill>
              <a:srgbClr val="9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قُذُ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44468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قُرُ</a:t>
            </a:r>
            <a:endParaRPr lang="ar-SA" sz="76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640" y="3653028"/>
            <a:ext cx="729920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قُزُ</a:t>
            </a:r>
            <a:endParaRPr lang="ar-SA" sz="7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881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3698748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قُسُ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322222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قُشُ</a:t>
            </a:r>
            <a:endParaRPr lang="ar-SA" sz="7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514716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3DB"/>
          </a:solidFill>
          <a:ln w="12700">
            <a:solidFill>
              <a:srgbClr val="709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قُصُ</a:t>
            </a:r>
            <a:endParaRPr lang="ar-SA" sz="7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12754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3D1"/>
          </a:solidFill>
          <a:ln w="12700">
            <a:solidFill>
              <a:srgbClr val="47B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قُضُ</a:t>
            </a:r>
            <a:endParaRPr lang="ar-SA" sz="7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20" y="4110228"/>
            <a:ext cx="1279840" cy="9601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قُطُ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76615" cy="132588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34" y="3561588"/>
            <a:ext cx="710626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قُظُ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0236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1" y="3653028"/>
            <a:ext cx="1661099" cy="14173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قُعُ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85108" cy="10515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B"/>
          </a:solidFill>
          <a:ln w="12700">
            <a:solidFill>
              <a:srgbClr val="ED5E7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قُغُ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7949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6"/>
          </a:solidFill>
          <a:ln w="12700">
            <a:solidFill>
              <a:srgbClr val="52E0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قُفُ</a:t>
            </a:r>
            <a:endParaRPr lang="ar-SA" sz="7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أُقُبُ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715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253" y="3835908"/>
            <a:ext cx="1086307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بُقُتُ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15065" cy="13258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428" y="3744468"/>
            <a:ext cx="688132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تُقُثُ</a:t>
            </a:r>
            <a:endParaRPr lang="ar-SA" sz="75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1116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ثُقُجُ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58748" cy="137160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3881628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جُقُحُ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52E0"/>
          </a:solidFill>
          <a:ln w="12700">
            <a:solidFill>
              <a:srgbClr val="B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حُقُخُ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A47"/>
          </a:solidFill>
          <a:ln w="12700">
            <a:solidFill>
              <a:srgbClr val="D1A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خُقُدُ</a:t>
            </a:r>
            <a:endParaRPr lang="ar-SA" sz="75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26379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3790188"/>
            <a:ext cx="1523390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دُقُذُ</a:t>
            </a:r>
            <a:endParaRPr lang="ar-SA" sz="68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18" y="3515868"/>
            <a:ext cx="725942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ذُقُرُ</a:t>
            </a:r>
            <a:endParaRPr lang="ar-SA" sz="68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45993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رُقُزُ</a:t>
            </a:r>
            <a:endParaRPr lang="ar-SA" sz="68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723644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34" y="4064508"/>
            <a:ext cx="1606326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2ED"/>
          </a:solidFill>
          <a:ln w="12700">
            <a:solidFill>
              <a:srgbClr val="5EC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زُقُسُ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سُقُشُ</a:t>
            </a:r>
            <a:endParaRPr lang="ar-SA" sz="63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29579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E"/>
          </a:solidFill>
          <a:ln w="12700">
            <a:solidFill>
              <a:srgbClr val="64D8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8"/>
          </a:solidFill>
          <a:ln w="12700">
            <a:solidFill>
              <a:srgbClr val="47D1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شُقُصُ</a:t>
            </a:r>
            <a:endParaRPr lang="ar-SA" sz="61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02238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112" y="3515868"/>
            <a:ext cx="1439448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صُقُضُ</a:t>
            </a:r>
            <a:endParaRPr lang="ar-SA" sz="59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08344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813" y="3653028"/>
            <a:ext cx="715747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ضُقُطُ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5538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3835908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طُقُظُ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48526" cy="9601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ظُقُعُ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B"/>
          </a:solidFill>
          <a:ln w="12700">
            <a:solidFill>
              <a:srgbClr val="52E0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عُقُغُ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30768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64D8"/>
          </a:solidFill>
          <a:ln w="12700">
            <a:solidFill>
              <a:srgbClr val="9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غُقُفُ</a:t>
            </a:r>
            <a:endParaRPr lang="ar-SA" sz="73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فُقُأُ</a:t>
            </a:r>
            <a:endParaRPr lang="ar-SA" sz="5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8260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84" y="3698748"/>
            <a:ext cx="725576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أُقُ</a:t>
            </a:r>
            <a:endParaRPr lang="ar-SA" sz="5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19953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3698748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بُقُ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259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15E"/>
          </a:solidFill>
          <a:ln w="12700">
            <a:solidFill>
              <a:srgbClr val="EDD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4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تُقُ</a:t>
            </a:r>
            <a:endParaRPr lang="ar-SA" sz="8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498302" cy="96012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497" y="2034540"/>
            <a:ext cx="504063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CE0"/>
          </a:solidFill>
          <a:ln w="12700">
            <a:solidFill>
              <a:srgbClr val="525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E70"/>
          </a:solidFill>
          <a:ln w="12700">
            <a:solidFill>
              <a:srgbClr val="DB9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ثُقُ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04250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464"/>
          </a:solidFill>
          <a:ln w="12700">
            <a:solidFill>
              <a:srgbClr val="D87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جُقُ</a:t>
            </a:r>
            <a:endParaRPr lang="ar-SA" sz="8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95" y="3515868"/>
            <a:ext cx="1271565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حُقُ</a:t>
            </a:r>
            <a:endParaRPr lang="ar-SA" sz="8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108253" cy="9144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425" y="4064508"/>
            <a:ext cx="712135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خُقُ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61" y="3744468"/>
            <a:ext cx="978499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دُقُ</a:t>
            </a:r>
            <a:endParaRPr lang="ar-SA" sz="8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E"/>
          </a:solidFill>
          <a:ln w="12700">
            <a:solidFill>
              <a:srgbClr val="5EED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ذُقُ</a:t>
            </a:r>
            <a:endParaRPr lang="ar-SA" sz="8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9471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F"/>
          </a:solidFill>
          <a:ln w="12700">
            <a:solidFill>
              <a:srgbClr val="E052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4"/>
          </a:solidFill>
          <a:ln w="12700">
            <a:solidFill>
              <a:srgbClr val="70DB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4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رُقُ</a:t>
            </a:r>
            <a:endParaRPr lang="ar-SA" sz="8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23361" cy="10058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1D864"/>
          </a:solidFill>
          <a:ln w="12700">
            <a:solidFill>
              <a:srgbClr val="7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D147"/>
          </a:solidFill>
          <a:ln w="12700">
            <a:solidFill>
              <a:srgbClr val="6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4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زُقُ</a:t>
            </a:r>
            <a:endParaRPr lang="ar-SA" sz="8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18" y="3653028"/>
            <a:ext cx="1067242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سُقُ</a:t>
            </a:r>
            <a:endParaRPr lang="ar-SA" sz="8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87679" cy="13716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705" y="3881628"/>
            <a:ext cx="710855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شُقُ</a:t>
            </a:r>
            <a:endParaRPr lang="ar-SA" sz="82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92" y="3790188"/>
            <a:ext cx="1182868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صُقُ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85900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5EED"/>
          </a:solidFill>
          <a:ln w="12700">
            <a:solidFill>
              <a:srgbClr val="8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ضُقُ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3E052"/>
          </a:solidFill>
          <a:ln w="12700">
            <a:solidFill>
              <a:srgbClr val="A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7DB"/>
          </a:solidFill>
          <a:ln w="12700">
            <a:solidFill>
              <a:srgbClr val="707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طُقُ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ED8"/>
          </a:solidFill>
          <a:ln w="12700">
            <a:solidFill>
              <a:srgbClr val="648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0D1"/>
          </a:solidFill>
          <a:ln w="12700">
            <a:solidFill>
              <a:srgbClr val="479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ظُقُ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33" y="4110228"/>
            <a:ext cx="1496827" cy="9601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عُقُ</a:t>
            </a:r>
            <a:endParaRPr lang="ar-SA" sz="8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110996" cy="13716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846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غُقُ</a:t>
            </a:r>
            <a:endParaRPr lang="ar-SA" sz="8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607" y="3561588"/>
            <a:ext cx="1541953" cy="15087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فُقُ</a:t>
            </a:r>
            <a:endParaRPr lang="ar-SA" sz="7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8787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75E"/>
          </a:solidFill>
          <a:ln w="12700">
            <a:solidFill>
              <a:srgbClr val="ED6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64772" y="896112"/>
            <a:ext cx="20546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64772" y="896112"/>
            <a:ext cx="20546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424572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24572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22050" y="2834640"/>
            <a:ext cx="369990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22050" y="2834640"/>
            <a:ext cx="369990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فَتَحَهُ عُمَرُ</a:t>
            </a:r>
            <a:endParaRPr lang="ar-SA" sz="5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822960" cy="16459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230" y="1943100"/>
            <a:ext cx="949330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6E0"/>
          </a:solidFill>
          <a:ln w="12700">
            <a:solidFill>
              <a:srgbClr val="52C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2"/>
          </a:solidFill>
          <a:ln w="12700">
            <a:solidFill>
              <a:srgbClr val="DB70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25417" y="896112"/>
            <a:ext cx="172002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25417" y="896112"/>
            <a:ext cx="172002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قَرَأَهُ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698562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698562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036889" y="2834640"/>
            <a:ext cx="30702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036889" y="2834640"/>
            <a:ext cx="30702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قَرَأَهُ عُمَرُ</a:t>
            </a:r>
            <a:endParaRPr lang="ar-SA" sz="44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55054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126" y="1988820"/>
            <a:ext cx="1413434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B"/>
          </a:solidFill>
          <a:ln w="12700">
            <a:solidFill>
              <a:srgbClr val="D864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2"/>
          </a:solidFill>
          <a:ln w="12700">
            <a:solidFill>
              <a:srgbClr val="D147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51399" y="896112"/>
            <a:ext cx="20814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4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51399" y="896112"/>
            <a:ext cx="20814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5400" dirty="0"/>
          </a:p>
        </p:txBody>
      </p:sp>
      <p:sp>
        <p:nvSpPr>
          <p:cNvPr id="12" name="C2 W2 pill"/>
          <p:cNvSpPr/>
          <p:nvPr/>
        </p:nvSpPr>
        <p:spPr>
          <a:xfrm>
            <a:off x="2411199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4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11199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11647" y="2834640"/>
            <a:ext cx="372070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11647" y="2834640"/>
            <a:ext cx="372070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 عُمَرُ</a:t>
            </a:r>
            <a:endParaRPr lang="ar-SA" sz="55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75" y="2057400"/>
            <a:ext cx="1296985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48320" y="896112"/>
            <a:ext cx="15988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48320" y="896112"/>
            <a:ext cx="15988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فُتِحَ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96852" y="896112"/>
            <a:ext cx="20314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2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96852" y="896112"/>
            <a:ext cx="20314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وَقُرِئَ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7697" y="2834640"/>
            <a:ext cx="32486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7697" y="2834640"/>
            <a:ext cx="32486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فُتِحَ وَقُرِئَ</a:t>
            </a:r>
            <a:endParaRPr lang="ar-SA" sz="4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994684" cy="169164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102" y="1783080"/>
            <a:ext cx="783458" cy="16459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123</Slides>
  <Notes>123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11-fa-qaf</dc:title>
  <dc:subject>PptxGenJS Presentation</dc:subject>
  <dc:creator>PptxGenJS</dc:creator>
  <cp:lastModifiedBy>PptxGenJS</cp:lastModifiedBy>
  <cp:revision>1</cp:revision>
  <dcterms:created xsi:type="dcterms:W3CDTF">2026-10-21T00:09:54Z</dcterms:created>
  <dcterms:modified xsi:type="dcterms:W3CDTF">2026-10-21T00:09:54Z</dcterms:modified>
</cp:coreProperties>
</file>