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07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5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7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7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7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7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7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7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7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7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7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7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5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5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5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5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68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68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68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68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63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6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59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5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59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8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8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75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8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85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85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7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7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7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7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8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82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8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8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8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83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2300" dirty="0"/>
          </a:p>
        </p:txBody>
      </p:sp>
      <p:pic>
        <p:nvPicPr>
          <p:cNvPr id="13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4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15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5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7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7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7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7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7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7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7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7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7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7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7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5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5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5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68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68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68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68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63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61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5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3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5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59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8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8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7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8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8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86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8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8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8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8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8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82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86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8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7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25417" y="896112"/>
            <a:ext cx="17200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25417" y="896112"/>
            <a:ext cx="17200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98562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8562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6889" y="2834640"/>
            <a:ext cx="30702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6889" y="2834640"/>
            <a:ext cx="30702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 عُمَرُ</a:t>
            </a:r>
            <a:endParaRPr lang="ar-SA" sz="44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1783080"/>
            <a:ext cx="1734800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48320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48320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96852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6852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7697" y="2834640"/>
            <a:ext cx="32486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7697" y="2834640"/>
            <a:ext cx="32486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 وَقُرِئَ</a:t>
            </a:r>
            <a:endParaRPr lang="ar-SA" sz="47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11-fa-qaf</dc:title>
  <dc:subject>PptxGenJS Presentation</dc:subject>
  <dc:creator>PptxGenJS</dc:creator>
  <cp:lastModifiedBy>PptxGenJS</cp:lastModifiedBy>
  <cp:revision>1</cp:revision>
  <dcterms:created xsi:type="dcterms:W3CDTF">2026-10-20T22:54:27Z</dcterms:created>
  <dcterms:modified xsi:type="dcterms:W3CDTF">2026-10-20T22:54:27Z</dcterms:modified>
</cp:coreProperties>
</file>