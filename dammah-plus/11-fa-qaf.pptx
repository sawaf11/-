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</p:sldIdLst>
  <p:notesMasterIdLst>
    <p:notesMasterId r:id="rId1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notesMaster" Target="notesMasters/notesMaster1.xml"/><Relationship Id="rId126" Type="http://schemas.openxmlformats.org/officeDocument/2006/relationships/presProps" Target="presProps.xml"/><Relationship Id="rId127" Type="http://schemas.openxmlformats.org/officeDocument/2006/relationships/viewProps" Target="viewProps.xml"/><Relationship Id="rId128" Type="http://schemas.openxmlformats.org/officeDocument/2006/relationships/theme" Target="theme/theme1.xml"/><Relationship Id="rId1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2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6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6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7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7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2.png"/><Relationship Id="rId2" Type="http://schemas.openxmlformats.org/officeDocument/2006/relationships/image" Target="../media/image-7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image" Target="../media/image-6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image" Target="../media/image-7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image" Target="../media/image-7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image" Target="../media/image-8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image" Target="../media/image-8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image" Target="../media/image-8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image" Target="../media/image-8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image" Target="../media/image-4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2.png"/><Relationship Id="rId2" Type="http://schemas.openxmlformats.org/officeDocument/2006/relationships/image" Target="../media/image-8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image" Target="../media/image-8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2-1.png"/><Relationship Id="rId2" Type="http://schemas.openxmlformats.org/officeDocument/2006/relationships/image" Target="../media/image-9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3-1.png"/><Relationship Id="rId2" Type="http://schemas.openxmlformats.org/officeDocument/2006/relationships/image" Target="../media/image-7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image" Target="../media/image-9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5-1.png"/><Relationship Id="rId2" Type="http://schemas.openxmlformats.org/officeDocument/2006/relationships/image" Target="../media/image-9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2.png"/><Relationship Id="rId2" Type="http://schemas.openxmlformats.org/officeDocument/2006/relationships/image" Target="../media/image-9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9-1.png"/><Relationship Id="rId2" Type="http://schemas.openxmlformats.org/officeDocument/2006/relationships/image" Target="../media/image-1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-1.png"/><Relationship Id="rId2" Type="http://schemas.openxmlformats.org/officeDocument/2006/relationships/image" Target="../media/image-10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-1.png"/><Relationship Id="rId2" Type="http://schemas.openxmlformats.org/officeDocument/2006/relationships/image" Target="../media/image-10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0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10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5-1.png"/><Relationship Id="rId2" Type="http://schemas.openxmlformats.org/officeDocument/2006/relationships/image" Target="../media/image-10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6-1.png"/><Relationship Id="rId2" Type="http://schemas.openxmlformats.org/officeDocument/2006/relationships/image" Target="../media/image-10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7-1.png"/><Relationship Id="rId2" Type="http://schemas.openxmlformats.org/officeDocument/2006/relationships/image" Target="../media/image-10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9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3-1.png"/><Relationship Id="rId2" Type="http://schemas.openxmlformats.org/officeDocument/2006/relationships/image" Target="../media/image-1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1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1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6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952E0"/>
          </a:solidFill>
          <a:ln w="12700">
            <a:solidFill>
              <a:srgbClr val="6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870"/>
          </a:solidFill>
          <a:ln w="12700">
            <a:solidFill>
              <a:srgbClr val="DBB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7"/>
          </a:solidFill>
          <a:ln w="12700">
            <a:solidFill>
              <a:srgbClr val="47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10700" dirty="0"/>
          </a:p>
        </p:txBody>
      </p:sp>
      <p:sp>
        <p:nvSpPr>
          <p:cNvPr id="17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10700" dirty="0"/>
          </a:p>
        </p:txBody>
      </p:sp>
      <p:pic>
        <p:nvPicPr>
          <p:cNvPr id="18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97380"/>
            <a:ext cx="1123935" cy="1417320"/>
          </a:xfrm>
          <a:prstGeom prst="rect">
            <a:avLst/>
          </a:prstGeom>
        </p:spPr>
      </p:pic>
      <p:pic>
        <p:nvPicPr>
          <p:cNvPr id="19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3576" y="1920240"/>
            <a:ext cx="1468984" cy="13716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064"/>
          </a:solidFill>
          <a:ln w="12700">
            <a:solidFill>
              <a:srgbClr val="D89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447"/>
          </a:solidFill>
          <a:ln w="12700">
            <a:solidFill>
              <a:srgbClr val="D16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فُأُ</a:t>
            </a:r>
            <a:endParaRPr lang="ar-SA" sz="5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88132" cy="132588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5575" y="3973068"/>
            <a:ext cx="1296985" cy="10972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فُبُ</a:t>
            </a:r>
            <a:endParaRPr lang="ar-SA" sz="76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97575" y="3744468"/>
            <a:ext cx="654985" cy="13258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2"/>
          </a:solidFill>
          <a:ln w="12700">
            <a:solidFill>
              <a:srgbClr val="642B6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4"/>
          </a:solidFill>
          <a:ln w="12700">
            <a:solidFill>
              <a:srgbClr val="79345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فُتُ</a:t>
            </a:r>
            <a:endParaRPr lang="ar-SA" sz="7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94761" cy="132588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2628" y="4018788"/>
            <a:ext cx="1099932" cy="10515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فُثُ</a:t>
            </a:r>
            <a:endParaRPr lang="ar-SA" sz="7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671569" cy="9601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3" y="3653028"/>
            <a:ext cx="1482517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F"/>
          </a:solidFill>
          <a:ln w="12700">
            <a:solidFill>
              <a:srgbClr val="5EEDC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فُجُ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8667" y="2148840"/>
            <a:ext cx="513893" cy="9144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1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D"/>
          </a:solidFill>
          <a:ln w="12700">
            <a:solidFill>
              <a:srgbClr val="E0525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D"/>
          </a:solidFill>
          <a:ln w="12700">
            <a:solidFill>
              <a:srgbClr val="70DB9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785"/>
          </a:solidFill>
          <a:ln w="12700">
            <a:solidFill>
              <a:srgbClr val="475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فُحُ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925830" cy="1143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3"/>
          </a:solidFill>
          <a:ln w="12700">
            <a:solidFill>
              <a:srgbClr val="64D87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DD147"/>
          </a:solidFill>
          <a:ln w="12700">
            <a:solidFill>
              <a:srgbClr val="4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فُخُ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54985" cy="132588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0769" y="3744468"/>
            <a:ext cx="1341791" cy="13258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فُدُ</a:t>
            </a:r>
            <a:endParaRPr lang="ar-SA" sz="76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87872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2881" y="3561588"/>
            <a:ext cx="719679" cy="15087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2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82B"/>
          </a:solidFill>
          <a:ln w="12700">
            <a:solidFill>
              <a:srgbClr val="6458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57934"/>
          </a:solidFill>
          <a:ln w="12700">
            <a:solidFill>
              <a:srgbClr val="6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فُذُ</a:t>
            </a:r>
            <a:endParaRPr lang="ar-SA" sz="7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3275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226" y="3927348"/>
            <a:ext cx="1529334" cy="11430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فُرُ</a:t>
            </a:r>
            <a:endParaRPr lang="ar-SA" sz="7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5054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790188"/>
            <a:ext cx="1066373" cy="12801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C5EED"/>
          </a:solidFill>
          <a:ln w="12700">
            <a:solidFill>
              <a:srgbClr val="A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فُزُ</a:t>
            </a:r>
            <a:endParaRPr lang="ar-SA" sz="76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7903" cy="10515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3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1E052"/>
          </a:solidFill>
          <a:ln w="12700">
            <a:solidFill>
              <a:srgbClr val="8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270DB"/>
          </a:solidFill>
          <a:ln w="12700">
            <a:solidFill>
              <a:srgbClr val="8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6"/>
          </a:solidFill>
          <a:ln w="12700">
            <a:solidFill>
              <a:srgbClr val="85476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فُسُ</a:t>
            </a:r>
            <a:endParaRPr lang="ar-SA" sz="7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3384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2D8"/>
          </a:solidFill>
          <a:ln w="12700">
            <a:solidFill>
              <a:srgbClr val="647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FD1"/>
          </a:solidFill>
          <a:ln w="12700">
            <a:solidFill>
              <a:srgbClr val="476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فُشُ</a:t>
            </a:r>
            <a:endParaRPr lang="ar-SA" sz="7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34014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3894" y="3607308"/>
            <a:ext cx="1398666" cy="14630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فُصُ</a:t>
            </a:r>
            <a:endParaRPr lang="ar-SA" sz="76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097280" cy="91440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9054" y="3835908"/>
            <a:ext cx="713506" cy="12344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4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A"/>
          </a:solidFill>
          <a:ln w="12700">
            <a:solidFill>
              <a:srgbClr val="2B644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679"/>
          </a:solidFill>
          <a:ln w="12700">
            <a:solidFill>
              <a:srgbClr val="3476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فُضُ</a:t>
            </a:r>
            <a:endParaRPr lang="ar-SA" sz="7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9762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9213" y="3927348"/>
            <a:ext cx="1633347" cy="11430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فُطُ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1039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6521" y="3881628"/>
            <a:ext cx="586039" cy="11887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85E"/>
          </a:solidFill>
          <a:ln w="12700">
            <a:solidFill>
              <a:srgbClr val="ED8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فُظُ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03120"/>
            <a:ext cx="508955" cy="1005840"/>
          </a:xfrm>
          <a:prstGeom prst="rect">
            <a:avLst/>
          </a:prstGeom>
        </p:spPr>
      </p:pic>
      <p:pic>
        <p:nvPicPr>
          <p:cNvPr id="2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2038" y="2080260"/>
            <a:ext cx="520522" cy="10515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4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5E0"/>
          </a:solidFill>
          <a:ln w="12700">
            <a:solidFill>
              <a:srgbClr val="52A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9"/>
          </a:solidFill>
          <a:ln w="12700">
            <a:solidFill>
              <a:srgbClr val="DB707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58547"/>
          </a:solidFill>
          <a:ln w="12700">
            <a:solidFill>
              <a:srgbClr val="75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فُعُ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16229" cy="10972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F"/>
          </a:solidFill>
          <a:ln w="12700">
            <a:solidFill>
              <a:srgbClr val="D8648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2"/>
          </a:solidFill>
          <a:ln w="12700">
            <a:solidFill>
              <a:srgbClr val="D1479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فُغُ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8660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7112" y="3790188"/>
            <a:ext cx="1345448" cy="12801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أُفُبُ</a:t>
            </a:r>
            <a:endParaRPr lang="ar-SA" sz="52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4469" y="3470148"/>
            <a:ext cx="728091" cy="16002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1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C2B64"/>
          </a:solidFill>
          <a:ln w="12700">
            <a:solidFill>
              <a:srgbClr val="3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B3479"/>
          </a:solidFill>
          <a:ln w="12700">
            <a:solidFill>
              <a:srgbClr val="6B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بُفُتُ</a:t>
            </a:r>
            <a:endParaRPr lang="ar-SA" sz="75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86486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754" y="3790188"/>
            <a:ext cx="1328806" cy="12801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تُفُثُ</a:t>
            </a:r>
            <a:endParaRPr lang="ar-SA" sz="75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426098" cy="12801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8110" y="4018788"/>
            <a:ext cx="1314450" cy="10515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5"/>
          </a:solidFill>
          <a:ln w="12700">
            <a:solidFill>
              <a:srgbClr val="5EED6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ثُفُجُ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3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8"/>
          </a:solidFill>
          <a:ln w="12700">
            <a:solidFill>
              <a:srgbClr val="E052C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4DB70"/>
          </a:solidFill>
          <a:ln w="12700">
            <a:solidFill>
              <a:srgbClr val="9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485"/>
          </a:solidFill>
          <a:ln w="12700">
            <a:solidFill>
              <a:srgbClr val="478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جُفُحُ</a:t>
            </a:r>
            <a:endParaRPr lang="ar-SA" sz="66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906353" cy="9601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CD864"/>
          </a:solidFill>
          <a:ln w="12700">
            <a:solidFill>
              <a:srgbClr val="A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4D147"/>
          </a:solidFill>
          <a:ln w="12700">
            <a:solidFill>
              <a:srgbClr val="B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حُفُخُ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77011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7975" y="3698748"/>
            <a:ext cx="1024585" cy="13716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خُفُدُ</a:t>
            </a:r>
            <a:endParaRPr lang="ar-SA" sz="75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077163" cy="91440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4207" y="3607308"/>
            <a:ext cx="718353" cy="14630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4314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D2B"/>
          </a:solidFill>
          <a:ln w="12700">
            <a:solidFill>
              <a:srgbClr val="642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A34"/>
          </a:solidFill>
          <a:ln w="12700">
            <a:solidFill>
              <a:srgbClr val="795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دُفُذُ</a:t>
            </a:r>
            <a:endParaRPr lang="ar-SA" sz="68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0626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9715" y="3698748"/>
            <a:ext cx="1272845" cy="13716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ذُفُرُ</a:t>
            </a:r>
            <a:endParaRPr lang="ar-SA" sz="68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07308"/>
            <a:ext cx="1047537" cy="146304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0482" y="3881628"/>
            <a:ext cx="1172078" cy="11887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CED"/>
          </a:solidFill>
          <a:ln w="12700">
            <a:solidFill>
              <a:srgbClr val="5E7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رُفُزُ</a:t>
            </a:r>
            <a:endParaRPr lang="ar-SA" sz="6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432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552"/>
          </a:solidFill>
          <a:ln w="12700">
            <a:solidFill>
              <a:srgbClr val="E0D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EDB"/>
          </a:solidFill>
          <a:ln w="12700">
            <a:solidFill>
              <a:srgbClr val="70AE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64785"/>
          </a:solidFill>
          <a:ln w="12700">
            <a:solidFill>
              <a:srgbClr val="76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زُفُسُ</a:t>
            </a:r>
            <a:endParaRPr lang="ar-SA" sz="68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9D8"/>
          </a:solidFill>
          <a:ln w="12700">
            <a:solidFill>
              <a:srgbClr val="64C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C"/>
          </a:solidFill>
          <a:ln w="12700">
            <a:solidFill>
              <a:srgbClr val="47D1C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سُفُشُ</a:t>
            </a:r>
            <a:endParaRPr lang="ar-SA" sz="63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31749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5942" y="3561588"/>
            <a:ext cx="1656618" cy="15087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شُفُصُ</a:t>
            </a:r>
            <a:endParaRPr lang="ar-SA" sz="61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113831" cy="11887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4469" y="3470148"/>
            <a:ext cx="728091" cy="16002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3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6642B"/>
          </a:solidFill>
          <a:ln w="12700">
            <a:solidFill>
              <a:srgbClr val="3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9"/>
          </a:solidFill>
          <a:ln w="12700">
            <a:solidFill>
              <a:srgbClr val="34794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صُفُضُ</a:t>
            </a:r>
            <a:endParaRPr lang="ar-SA" sz="59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39292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8626" y="3653028"/>
            <a:ext cx="1303934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ضُفُطُ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07308"/>
            <a:ext cx="1170432" cy="146304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948" y="3973068"/>
            <a:ext cx="1326612" cy="10972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F"/>
          </a:solidFill>
          <a:ln w="12700">
            <a:solidFill>
              <a:srgbClr val="ED5E9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طُفُظُ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4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1"/>
          </a:solidFill>
          <a:ln w="12700">
            <a:solidFill>
              <a:srgbClr val="52E0B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9"/>
          </a:solidFill>
          <a:ln w="12700">
            <a:solidFill>
              <a:srgbClr val="DB70C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647"/>
          </a:solidFill>
          <a:ln w="12700">
            <a:solidFill>
              <a:srgbClr val="8566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ظُفُعُ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A64D8"/>
          </a:solidFill>
          <a:ln w="12700">
            <a:solidFill>
              <a:srgbClr val="C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A47D1"/>
          </a:solidFill>
          <a:ln w="12700">
            <a:solidFill>
              <a:srgbClr val="A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عُفُغُ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8170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475" y="3744468"/>
            <a:ext cx="1408085" cy="13258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غُفُأُ</a:t>
            </a:r>
            <a:endParaRPr lang="ar-SA" sz="50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5670" y="3470148"/>
            <a:ext cx="716890" cy="16002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4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564"/>
          </a:solidFill>
          <a:ln w="12700">
            <a:solidFill>
              <a:srgbClr val="2B4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73479"/>
          </a:solidFill>
          <a:ln w="12700">
            <a:solidFill>
              <a:srgbClr val="3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أُفُ</a:t>
            </a:r>
            <a:endParaRPr lang="ar-SA" sz="59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9545" y="3790188"/>
            <a:ext cx="1083015" cy="12801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بُفُ</a:t>
            </a:r>
            <a:endParaRPr lang="ar-SA" sz="8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217066" cy="100584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1753" y="4018788"/>
            <a:ext cx="1790807" cy="10515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3ED5E"/>
          </a:solidFill>
          <a:ln w="12700">
            <a:solidFill>
              <a:srgbClr val="C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تُفُ</a:t>
            </a:r>
            <a:endParaRPr lang="ar-SA" sz="85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5800" cy="10515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41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E52E0"/>
          </a:solidFill>
          <a:ln w="12700">
            <a:solidFill>
              <a:srgbClr val="8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370"/>
          </a:solidFill>
          <a:ln w="12700">
            <a:solidFill>
              <a:srgbClr val="DBD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7"/>
          </a:solidFill>
          <a:ln w="12700">
            <a:solidFill>
              <a:srgbClr val="47855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ثُفُ</a:t>
            </a:r>
            <a:endParaRPr lang="ar-SA" sz="75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906445" cy="10515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D64"/>
          </a:solidFill>
          <a:ln w="12700">
            <a:solidFill>
              <a:srgbClr val="D8A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747"/>
          </a:solidFill>
          <a:ln w="12700">
            <a:solidFill>
              <a:srgbClr val="D18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جُفُ</a:t>
            </a:r>
            <a:endParaRPr lang="ar-SA" sz="8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2385" y="3927348"/>
            <a:ext cx="1400175" cy="11430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حُفُ</a:t>
            </a:r>
            <a:endParaRPr lang="ar-SA" sz="85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081918" cy="132588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6618" y="3515868"/>
            <a:ext cx="725942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3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3"/>
          </a:solidFill>
          <a:ln w="12700">
            <a:solidFill>
              <a:srgbClr val="642B5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2"/>
          </a:solidFill>
          <a:ln w="12700">
            <a:solidFill>
              <a:srgbClr val="79344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خُفُ</a:t>
            </a:r>
            <a:endParaRPr lang="ar-SA" sz="85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6062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1073" y="3744468"/>
            <a:ext cx="1751487" cy="13258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دُفُ</a:t>
            </a:r>
            <a:endParaRPr lang="ar-SA" sz="7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099657" cy="128016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2395" y="3927348"/>
            <a:ext cx="1320165" cy="1143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6ED"/>
          </a:solidFill>
          <a:ln w="12700">
            <a:solidFill>
              <a:srgbClr val="5EE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ذُفُ</a:t>
            </a:r>
            <a:endParaRPr lang="ar-SA" sz="76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25980"/>
            <a:ext cx="502143" cy="9601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43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A52"/>
          </a:solidFill>
          <a:ln w="12700">
            <a:solidFill>
              <a:srgbClr val="E06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8"/>
          </a:solidFill>
          <a:ln w="12700">
            <a:solidFill>
              <a:srgbClr val="70DBB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84785"/>
          </a:solidFill>
          <a:ln w="12700">
            <a:solidFill>
              <a:srgbClr val="4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رُفُ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0"/>
          </a:solidFill>
          <a:ln w="12700">
            <a:solidFill>
              <a:srgbClr val="64D89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5"/>
          </a:solidFill>
          <a:ln w="12700">
            <a:solidFill>
              <a:srgbClr val="47D16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زُفُ</a:t>
            </a:r>
            <a:endParaRPr lang="ar-SA" sz="7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99998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5357" y="3607308"/>
            <a:ext cx="1397203" cy="14630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سُفُ</a:t>
            </a:r>
            <a:endParaRPr lang="ar-SA" sz="8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7994" y="3653028"/>
            <a:ext cx="684566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432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1642B"/>
          </a:solidFill>
          <a:ln w="12700">
            <a:solidFill>
              <a:srgbClr val="6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37934"/>
          </a:solidFill>
          <a:ln w="12700">
            <a:solidFill>
              <a:srgbClr val="53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شُفُ</a:t>
            </a:r>
            <a:endParaRPr lang="ar-SA" sz="82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1967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5476" y="3653028"/>
            <a:ext cx="1087084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صُفُ</a:t>
            </a:r>
            <a:endParaRPr lang="ar-SA" sz="8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6708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119" y="3927348"/>
            <a:ext cx="1242441" cy="11430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05EED"/>
          </a:solidFill>
          <a:ln w="12700">
            <a:solidFill>
              <a:srgbClr val="D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ضُفُ</a:t>
            </a:r>
            <a:endParaRPr lang="ar-SA" sz="85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6714" y="2057400"/>
            <a:ext cx="505846" cy="10972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2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CE052"/>
          </a:solidFill>
          <a:ln w="12700">
            <a:solidFill>
              <a:srgbClr val="5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E70DB"/>
          </a:solidFill>
          <a:ln w="12700">
            <a:solidFill>
              <a:srgbClr val="9E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6"/>
          </a:solidFill>
          <a:ln w="12700">
            <a:solidFill>
              <a:srgbClr val="85475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طُفُ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911017" cy="12344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364D8"/>
          </a:solidFill>
          <a:ln w="12700">
            <a:solidFill>
              <a:srgbClr val="7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CD1"/>
          </a:solidFill>
          <a:ln w="12700">
            <a:solidFill>
              <a:srgbClr val="474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ظُفُ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77321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8501" y="3744468"/>
            <a:ext cx="1294059" cy="13258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عُفُ</a:t>
            </a:r>
            <a:endParaRPr lang="ar-SA" sz="85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9266" cy="100584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6755" y="3927348"/>
            <a:ext cx="725805" cy="1143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443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8"/>
          </a:solidFill>
          <a:ln w="12700">
            <a:solidFill>
              <a:srgbClr val="2B64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579"/>
          </a:solidFill>
          <a:ln w="12700">
            <a:solidFill>
              <a:srgbClr val="346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غُفُ</a:t>
            </a:r>
            <a:endParaRPr lang="ar-SA" sz="83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22517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2591" y="3744468"/>
            <a:ext cx="1309969" cy="13258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12300" dirty="0"/>
          </a:p>
        </p:txBody>
      </p:sp>
      <p:sp>
        <p:nvSpPr>
          <p:cNvPr id="12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12300" dirty="0"/>
          </a:p>
        </p:txBody>
      </p:sp>
      <p:pic>
        <p:nvPicPr>
          <p:cNvPr id="13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34540"/>
            <a:ext cx="1673352" cy="1143000"/>
          </a:xfrm>
          <a:prstGeom prst="rect">
            <a:avLst/>
          </a:prstGeom>
        </p:spPr>
      </p:pic>
      <p:pic>
        <p:nvPicPr>
          <p:cNvPr id="14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8070" y="2011680"/>
            <a:ext cx="1634490" cy="11887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D5E"/>
          </a:solidFill>
          <a:ln w="12700">
            <a:solidFill>
              <a:srgbClr val="EDA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قُأُ</a:t>
            </a:r>
            <a:endParaRPr lang="ar-SA" sz="56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16316" cy="10515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0E0"/>
          </a:solidFill>
          <a:ln w="12700">
            <a:solidFill>
              <a:srgbClr val="528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370"/>
          </a:solidFill>
          <a:ln w="12700">
            <a:solidFill>
              <a:srgbClr val="DB8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68547"/>
          </a:solidFill>
          <a:ln w="12700">
            <a:solidFill>
              <a:srgbClr val="66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4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4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قُبُ</a:t>
            </a:r>
            <a:endParaRPr lang="ar-SA" sz="7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906445" cy="10515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2"/>
          </a:solidFill>
          <a:ln w="12700">
            <a:solidFill>
              <a:srgbClr val="D8647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E"/>
          </a:solidFill>
          <a:ln w="12700">
            <a:solidFill>
              <a:srgbClr val="D1476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4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قُتُ</a:t>
            </a:r>
            <a:endParaRPr lang="ar-SA" sz="7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26455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1582" y="3698748"/>
            <a:ext cx="1420978" cy="13716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1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قُثُ</a:t>
            </a:r>
            <a:endParaRPr lang="ar-SA" sz="76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973562" cy="11887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899" y="3927348"/>
            <a:ext cx="716661" cy="11430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A2B64"/>
          </a:solidFill>
          <a:ln w="12700">
            <a:solidFill>
              <a:srgbClr val="4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6"/>
          </a:solidFill>
          <a:ln w="12700">
            <a:solidFill>
              <a:srgbClr val="79347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قُجُ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755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0643" y="3561588"/>
            <a:ext cx="1621917" cy="15087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قُحُ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8346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5392" y="3835908"/>
            <a:ext cx="1117168" cy="12344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9"/>
          </a:solidFill>
          <a:ln w="12700">
            <a:solidFill>
              <a:srgbClr val="5EED8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قُخُ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12430" cy="1097280"/>
          </a:xfrm>
          <a:prstGeom prst="rect">
            <a:avLst/>
          </a:prstGeom>
        </p:spPr>
      </p:pic>
      <p:pic>
        <p:nvPicPr>
          <p:cNvPr id="2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4519" y="2057400"/>
            <a:ext cx="508041" cy="10972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4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4"/>
          </a:solidFill>
          <a:ln w="12700">
            <a:solidFill>
              <a:srgbClr val="E052A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8DB70"/>
          </a:solidFill>
          <a:ln w="12700">
            <a:solidFill>
              <a:srgbClr val="7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585"/>
          </a:solidFill>
          <a:ln w="12700">
            <a:solidFill>
              <a:srgbClr val="477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4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4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قُدُ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FD864"/>
          </a:solidFill>
          <a:ln w="12700">
            <a:solidFill>
              <a:srgbClr val="8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1D147"/>
          </a:solidFill>
          <a:ln w="12700">
            <a:solidFill>
              <a:srgbClr val="9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4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قُذُ</a:t>
            </a:r>
            <a:endParaRPr lang="ar-SA" sz="7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4644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0" y="3744468"/>
            <a:ext cx="1325880" cy="13258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قُرُ</a:t>
            </a:r>
            <a:endParaRPr lang="ar-SA" sz="76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2640" y="3653028"/>
            <a:ext cx="729920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C2B"/>
          </a:solidFill>
          <a:ln w="12700">
            <a:solidFill>
              <a:srgbClr val="643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C34"/>
          </a:solidFill>
          <a:ln w="12700">
            <a:solidFill>
              <a:srgbClr val="796C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4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قُزُ</a:t>
            </a:r>
            <a:endParaRPr lang="ar-SA" sz="7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881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9842" y="3698748"/>
            <a:ext cx="1172718" cy="13716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قُسُ</a:t>
            </a:r>
            <a:endParaRPr lang="ar-SA" sz="7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322222" cy="13716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0417" y="4018788"/>
            <a:ext cx="1512143" cy="10515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65EED"/>
          </a:solidFill>
          <a:ln w="12700">
            <a:solidFill>
              <a:srgbClr val="6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قُشُ</a:t>
            </a:r>
            <a:endParaRPr lang="ar-SA" sz="76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11680"/>
            <a:ext cx="514716" cy="11887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433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7E052"/>
          </a:solidFill>
          <a:ln w="12700">
            <a:solidFill>
              <a:srgbClr val="C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3DB"/>
          </a:solidFill>
          <a:ln w="12700">
            <a:solidFill>
              <a:srgbClr val="7093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4"/>
          </a:solidFill>
          <a:ln w="12700">
            <a:solidFill>
              <a:srgbClr val="85478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قُصُ</a:t>
            </a:r>
            <a:endParaRPr lang="ar-SA" sz="7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912754" cy="10515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CD8"/>
          </a:solidFill>
          <a:ln w="12700">
            <a:solidFill>
              <a:srgbClr val="64A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3D1"/>
          </a:solidFill>
          <a:ln w="12700">
            <a:solidFill>
              <a:srgbClr val="47B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قُضُ</a:t>
            </a:r>
            <a:endParaRPr lang="ar-SA" sz="7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720" y="4110228"/>
            <a:ext cx="1279840" cy="9601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قُطُ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076615" cy="132588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1934" y="3561588"/>
            <a:ext cx="710626" cy="15087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2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E"/>
          </a:solidFill>
          <a:ln w="12700">
            <a:solidFill>
              <a:srgbClr val="2B642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A"/>
          </a:solidFill>
          <a:ln w="12700">
            <a:solidFill>
              <a:srgbClr val="34795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قُظُ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236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1461" y="3653028"/>
            <a:ext cx="1661099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قُعُ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185108" cy="105156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516" y="3835908"/>
            <a:ext cx="1722044" cy="12344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B"/>
          </a:solidFill>
          <a:ln w="12700">
            <a:solidFill>
              <a:srgbClr val="ED5E7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قُغُ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03120"/>
            <a:ext cx="507949" cy="10058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144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6"/>
          </a:solidFill>
          <a:ln w="12700">
            <a:solidFill>
              <a:srgbClr val="52E0D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E"/>
          </a:solidFill>
          <a:ln w="12700">
            <a:solidFill>
              <a:srgbClr val="DB70A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647"/>
          </a:solidFill>
          <a:ln w="12700">
            <a:solidFill>
              <a:srgbClr val="8576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قُفُ</a:t>
            </a:r>
            <a:endParaRPr lang="ar-SA" sz="7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8660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8"/>
          </a:solidFill>
          <a:ln w="12700">
            <a:solidFill>
              <a:srgbClr val="D864C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D47D1"/>
          </a:solidFill>
          <a:ln w="12700">
            <a:solidFill>
              <a:srgbClr val="C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أُقُبُ</a:t>
            </a:r>
            <a:endParaRPr lang="ar-SA" sz="5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7151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6253" y="3835908"/>
            <a:ext cx="1086307" cy="12344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بُقُتُ</a:t>
            </a:r>
            <a:endParaRPr lang="ar-SA" sz="75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115065" cy="132588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4428" y="3744468"/>
            <a:ext cx="688132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143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664"/>
          </a:solidFill>
          <a:ln w="12700">
            <a:solidFill>
              <a:srgbClr val="2B3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93479"/>
          </a:solidFill>
          <a:ln w="12700">
            <a:solidFill>
              <a:srgbClr val="4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تُقُثُ</a:t>
            </a:r>
            <a:endParaRPr lang="ar-SA" sz="75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1116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527" y="3744468"/>
            <a:ext cx="1180033" cy="13258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ثُقُجُ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958748" cy="137160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4452" y="3881628"/>
            <a:ext cx="958108" cy="11887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EED5E"/>
          </a:solidFill>
          <a:ln w="12700">
            <a:solidFill>
              <a:srgbClr val="9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جُقُحُ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1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252E0"/>
          </a:solidFill>
          <a:ln w="12700">
            <a:solidFill>
              <a:srgbClr val="B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8DB70"/>
          </a:solidFill>
          <a:ln w="12700">
            <a:solidFill>
              <a:srgbClr val="C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7"/>
          </a:solidFill>
          <a:ln w="12700">
            <a:solidFill>
              <a:srgbClr val="47856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حُقُخُ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B64"/>
          </a:solidFill>
          <a:ln w="12700">
            <a:solidFill>
              <a:srgbClr val="D8C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A47"/>
          </a:solidFill>
          <a:ln w="12700">
            <a:solidFill>
              <a:srgbClr val="D1A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خُقُدُ</a:t>
            </a:r>
            <a:endParaRPr lang="ar-SA" sz="75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26379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9170" y="3790188"/>
            <a:ext cx="1523390" cy="12801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دُقُذُ</a:t>
            </a:r>
            <a:endParaRPr lang="ar-SA" sz="68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48050" cy="109728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6618" y="3515868"/>
            <a:ext cx="725942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4314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4"/>
          </a:solidFill>
          <a:ln w="12700">
            <a:solidFill>
              <a:srgbClr val="642B4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834"/>
          </a:solidFill>
          <a:ln w="12700">
            <a:solidFill>
              <a:srgbClr val="793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5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ذُقُرُ</a:t>
            </a:r>
            <a:endParaRPr lang="ar-SA" sz="68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45993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9555" y="4018788"/>
            <a:ext cx="1183005" cy="10515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رُقُزُ</a:t>
            </a:r>
            <a:endParaRPr lang="ar-SA" sz="68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723644" cy="132588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234" y="4064508"/>
            <a:ext cx="1606326" cy="10058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2ED"/>
          </a:solidFill>
          <a:ln w="12700">
            <a:solidFill>
              <a:srgbClr val="5EC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زُقُسُ</a:t>
            </a:r>
            <a:endParaRPr lang="ar-SA" sz="6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43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F52"/>
          </a:solidFill>
          <a:ln w="12700">
            <a:solidFill>
              <a:srgbClr val="E08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4"/>
          </a:solidFill>
          <a:ln w="12700">
            <a:solidFill>
              <a:srgbClr val="70DBD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74785"/>
          </a:solidFill>
          <a:ln w="12700">
            <a:solidFill>
              <a:srgbClr val="57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8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سُقُشُ</a:t>
            </a:r>
            <a:endParaRPr lang="ar-SA" sz="63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929579" cy="11887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E"/>
          </a:solidFill>
          <a:ln w="12700">
            <a:solidFill>
              <a:srgbClr val="64D8A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8"/>
          </a:solidFill>
          <a:ln w="12700">
            <a:solidFill>
              <a:srgbClr val="47D18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شُقُصُ</a:t>
            </a:r>
            <a:endParaRPr lang="ar-SA" sz="61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02238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3112" y="3515868"/>
            <a:ext cx="1439448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صُقُضُ</a:t>
            </a:r>
            <a:endParaRPr lang="ar-SA" sz="59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108344" cy="10515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6813" y="3653028"/>
            <a:ext cx="715747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433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3642B"/>
          </a:solidFill>
          <a:ln w="12700">
            <a:solidFill>
              <a:srgbClr val="5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27934"/>
          </a:solidFill>
          <a:ln w="12700">
            <a:solidFill>
              <a:srgbClr val="4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ضُقُطُ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95538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2072" y="3835908"/>
            <a:ext cx="1250488" cy="12344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طُقُظُ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648526" cy="96012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653" y="3835908"/>
            <a:ext cx="1494907" cy="12344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5"/>
          </a:solidFill>
          <a:ln w="12700">
            <a:solidFill>
              <a:srgbClr val="ED5EE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ظُقُعُ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2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B"/>
          </a:solidFill>
          <a:ln w="12700">
            <a:solidFill>
              <a:srgbClr val="52E06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970DB"/>
          </a:solidFill>
          <a:ln w="12700">
            <a:solidFill>
              <a:srgbClr val="B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847"/>
          </a:solidFill>
          <a:ln w="12700">
            <a:solidFill>
              <a:srgbClr val="854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عُقُغُ</a:t>
            </a:r>
            <a:endParaRPr lang="ar-SA" sz="66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930768" cy="11887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164D8"/>
          </a:solidFill>
          <a:ln w="12700">
            <a:solidFill>
              <a:srgbClr val="9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647D1"/>
          </a:solidFill>
          <a:ln w="12700">
            <a:solidFill>
              <a:srgbClr val="6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غُقُفُ</a:t>
            </a:r>
            <a:endParaRPr lang="ar-SA" sz="73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86486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754" y="3790188"/>
            <a:ext cx="1328806" cy="12801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4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فُقُأُ</a:t>
            </a:r>
            <a:endParaRPr lang="ar-SA" sz="5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8260" cy="100584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6984" y="3698748"/>
            <a:ext cx="725576" cy="13716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144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164"/>
          </a:solidFill>
          <a:ln w="12700">
            <a:solidFill>
              <a:srgbClr val="2B6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379"/>
          </a:solidFill>
          <a:ln w="12700">
            <a:solidFill>
              <a:srgbClr val="3453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أُقُ</a:t>
            </a:r>
            <a:endParaRPr lang="ar-SA" sz="59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19953" cy="132588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6156" y="3698748"/>
            <a:ext cx="946404" cy="13716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4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بُقُ</a:t>
            </a:r>
            <a:endParaRPr lang="ar-SA" sz="8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92596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223" y="3744468"/>
            <a:ext cx="1600337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15E"/>
          </a:solidFill>
          <a:ln w="12700">
            <a:solidFill>
              <a:srgbClr val="EDD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4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4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تُقُ</a:t>
            </a:r>
            <a:endParaRPr lang="ar-SA" sz="86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25980"/>
            <a:ext cx="498302" cy="960120"/>
          </a:xfrm>
          <a:prstGeom prst="rect">
            <a:avLst/>
          </a:prstGeom>
        </p:spPr>
      </p:pic>
      <p:pic>
        <p:nvPicPr>
          <p:cNvPr id="2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8497" y="2034540"/>
            <a:ext cx="504063" cy="11430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142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CE0"/>
          </a:solidFill>
          <a:ln w="12700">
            <a:solidFill>
              <a:srgbClr val="525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E70"/>
          </a:solidFill>
          <a:ln w="12700">
            <a:solidFill>
              <a:srgbClr val="DB9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68547"/>
          </a:solidFill>
          <a:ln w="12700">
            <a:solidFill>
              <a:srgbClr val="56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1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ثُقُ</a:t>
            </a:r>
            <a:endParaRPr lang="ar-SA" sz="75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904250" cy="13258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464"/>
          </a:solidFill>
          <a:ln w="12700">
            <a:solidFill>
              <a:srgbClr val="D87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B"/>
          </a:solidFill>
          <a:ln w="12700">
            <a:solidFill>
              <a:srgbClr val="D1474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جُقُ</a:t>
            </a:r>
            <a:endParaRPr lang="ar-SA" sz="8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94761" cy="132588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0995" y="3515868"/>
            <a:ext cx="1271565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حُقُ</a:t>
            </a:r>
            <a:endParaRPr lang="ar-SA" sz="86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108253" cy="91440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0425" y="4064508"/>
            <a:ext cx="712135" cy="10058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2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92B64"/>
          </a:solidFill>
          <a:ln w="12700">
            <a:solidFill>
              <a:srgbClr val="5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4"/>
          </a:solidFill>
          <a:ln w="12700">
            <a:solidFill>
              <a:srgbClr val="79346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خُقُ</a:t>
            </a:r>
            <a:endParaRPr lang="ar-SA" sz="8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69010" cy="132588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061" y="3744468"/>
            <a:ext cx="978499" cy="13258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4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دُقُ</a:t>
            </a:r>
            <a:endParaRPr lang="ar-SA" sz="8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1984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881" y="4018788"/>
            <a:ext cx="1502679" cy="10515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E"/>
          </a:solidFill>
          <a:ln w="12700">
            <a:solidFill>
              <a:srgbClr val="5EEDA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4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4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ذُقُ</a:t>
            </a:r>
            <a:endParaRPr lang="ar-SA" sz="81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19471" cy="10515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431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F"/>
          </a:solidFill>
          <a:ln w="12700">
            <a:solidFill>
              <a:srgbClr val="E0527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4"/>
          </a:solidFill>
          <a:ln w="12700">
            <a:solidFill>
              <a:srgbClr val="70DB8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585"/>
          </a:solidFill>
          <a:ln w="12700">
            <a:solidFill>
              <a:srgbClr val="476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4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4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رُقُ</a:t>
            </a:r>
            <a:endParaRPr lang="ar-SA" sz="85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923361" cy="10058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1D864"/>
          </a:solidFill>
          <a:ln w="12700">
            <a:solidFill>
              <a:srgbClr val="7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ED147"/>
          </a:solidFill>
          <a:ln w="12700">
            <a:solidFill>
              <a:srgbClr val="6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4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زُقُ</a:t>
            </a:r>
            <a:endParaRPr lang="ar-SA" sz="8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32754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5318" y="3653028"/>
            <a:ext cx="1067242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سُقُ</a:t>
            </a:r>
            <a:endParaRPr lang="ar-SA" sz="86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087679" cy="137160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1705" y="3881628"/>
            <a:ext cx="710855" cy="11887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43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B2B"/>
          </a:solidFill>
          <a:ln w="12700">
            <a:solidFill>
              <a:srgbClr val="644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57934"/>
          </a:solidFill>
          <a:ln w="12700">
            <a:solidFill>
              <a:srgbClr val="7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شُقُ</a:t>
            </a:r>
            <a:endParaRPr lang="ar-SA" sz="82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4566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9692" y="3790188"/>
            <a:ext cx="1182868" cy="12801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صُقُ</a:t>
            </a:r>
            <a:endParaRPr lang="ar-SA" sz="8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485900" cy="11887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529" y="3927348"/>
            <a:ext cx="1391031" cy="11430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A5EED"/>
          </a:solidFill>
          <a:ln w="12700">
            <a:solidFill>
              <a:srgbClr val="8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ضُقُ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434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3E052"/>
          </a:solidFill>
          <a:ln w="12700">
            <a:solidFill>
              <a:srgbClr val="A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7DB"/>
          </a:solidFill>
          <a:ln w="12700">
            <a:solidFill>
              <a:srgbClr val="707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4"/>
          </a:solidFill>
          <a:ln w="12700">
            <a:solidFill>
              <a:srgbClr val="85477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طُقُ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ED8"/>
          </a:solidFill>
          <a:ln w="12700">
            <a:solidFill>
              <a:srgbClr val="648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0D1"/>
          </a:solidFill>
          <a:ln w="12700">
            <a:solidFill>
              <a:srgbClr val="479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ظُقُ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9762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5733" y="4110228"/>
            <a:ext cx="1496827" cy="9601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عُقُ</a:t>
            </a:r>
            <a:endParaRPr lang="ar-SA" sz="86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110996" cy="137160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6846" y="3561588"/>
            <a:ext cx="725714" cy="15087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1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C"/>
          </a:solidFill>
          <a:ln w="12700">
            <a:solidFill>
              <a:srgbClr val="2B643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C"/>
          </a:solidFill>
          <a:ln w="12700">
            <a:solidFill>
              <a:srgbClr val="34796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غُقُ</a:t>
            </a:r>
            <a:endParaRPr lang="ar-SA" sz="83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716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0607" y="3561588"/>
            <a:ext cx="1541953" cy="15087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فُقُ</a:t>
            </a:r>
            <a:endParaRPr lang="ar-SA" sz="7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8787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3" y="3653028"/>
            <a:ext cx="1482517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75E"/>
          </a:solidFill>
          <a:ln w="12700">
            <a:solidFill>
              <a:srgbClr val="ED6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664772" y="896112"/>
            <a:ext cx="205465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8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664772" y="896112"/>
            <a:ext cx="205465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فَتَحَهُ</a:t>
            </a:r>
            <a:endParaRPr lang="ar-SA" sz="5400" dirty="0"/>
          </a:p>
        </p:txBody>
      </p:sp>
      <p:sp>
        <p:nvSpPr>
          <p:cNvPr id="20" name="C2 W2 pill"/>
          <p:cNvSpPr/>
          <p:nvPr/>
        </p:nvSpPr>
        <p:spPr>
          <a:xfrm>
            <a:off x="2424572" y="896112"/>
            <a:ext cx="19201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D8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24572" y="896112"/>
            <a:ext cx="19201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22050" y="2834640"/>
            <a:ext cx="369990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22050" y="2834640"/>
            <a:ext cx="369990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فَتَحَهُ عُمَرُ</a:t>
            </a:r>
            <a:endParaRPr lang="ar-SA" sz="5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822960" cy="16459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3230" y="1943100"/>
            <a:ext cx="949330" cy="13258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144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6E0"/>
          </a:solidFill>
          <a:ln w="12700">
            <a:solidFill>
              <a:srgbClr val="52C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2"/>
          </a:solidFill>
          <a:ln w="12700">
            <a:solidFill>
              <a:srgbClr val="DB709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48547"/>
          </a:solidFill>
          <a:ln w="12700">
            <a:solidFill>
              <a:srgbClr val="84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725417" y="896112"/>
            <a:ext cx="172002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A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725417" y="896112"/>
            <a:ext cx="172002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قَرَأَهُ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2698562" y="896112"/>
            <a:ext cx="170681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A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698562" y="896112"/>
            <a:ext cx="170681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5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3036889" y="2834640"/>
            <a:ext cx="307022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3036889" y="2834640"/>
            <a:ext cx="307022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قَرَأَهُ عُمَرُ</a:t>
            </a:r>
            <a:endParaRPr lang="ar-SA" sz="44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97380"/>
            <a:ext cx="155054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9126" y="1988820"/>
            <a:ext cx="1413434" cy="12344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B"/>
          </a:solidFill>
          <a:ln w="12700">
            <a:solidFill>
              <a:srgbClr val="D864A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2"/>
          </a:solidFill>
          <a:ln w="12700">
            <a:solidFill>
              <a:srgbClr val="D147B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651399" y="896112"/>
            <a:ext cx="208140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4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651399" y="896112"/>
            <a:ext cx="208140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وَقَفَ</a:t>
            </a:r>
            <a:endParaRPr lang="ar-SA" sz="5400" dirty="0"/>
          </a:p>
        </p:txBody>
      </p:sp>
      <p:sp>
        <p:nvSpPr>
          <p:cNvPr id="12" name="C2 W2 pill"/>
          <p:cNvSpPr/>
          <p:nvPr/>
        </p:nvSpPr>
        <p:spPr>
          <a:xfrm>
            <a:off x="2411199" y="896112"/>
            <a:ext cx="19201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4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11199" y="896112"/>
            <a:ext cx="19201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11647" y="2834640"/>
            <a:ext cx="372070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11647" y="2834640"/>
            <a:ext cx="372070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وَقَفَ عُمَرُ</a:t>
            </a:r>
            <a:endParaRPr lang="ar-SA" sz="5500" dirty="0"/>
          </a:p>
        </p:txBody>
      </p:sp>
      <p:pic>
        <p:nvPicPr>
          <p:cNvPr id="1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748894" cy="1645920"/>
          </a:xfrm>
          <a:prstGeom prst="rect">
            <a:avLst/>
          </a:prstGeom>
        </p:spPr>
      </p:pic>
      <p:pic>
        <p:nvPicPr>
          <p:cNvPr id="18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5575" y="2057400"/>
            <a:ext cx="1296985" cy="10972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48320" y="896112"/>
            <a:ext cx="159882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2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48320" y="896112"/>
            <a:ext cx="159882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فُتِحَ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596852" y="896112"/>
            <a:ext cx="203142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2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596852" y="896112"/>
            <a:ext cx="203142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وَقُرِئَ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947697" y="2834640"/>
            <a:ext cx="324860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947697" y="2834640"/>
            <a:ext cx="324860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فُتِحَ وَقُرِئَ</a:t>
            </a:r>
            <a:endParaRPr lang="ar-SA" sz="4700" dirty="0"/>
          </a:p>
        </p:txBody>
      </p:sp>
      <p:pic>
        <p:nvPicPr>
          <p:cNvPr id="18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78708"/>
            <a:ext cx="994684" cy="1691640"/>
          </a:xfrm>
          <a:prstGeom prst="rect">
            <a:avLst/>
          </a:prstGeom>
        </p:spPr>
      </p:pic>
      <p:pic>
        <p:nvPicPr>
          <p:cNvPr id="1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9102" y="1783080"/>
            <a:ext cx="783458" cy="16459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123</Slides>
  <Notes>123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123</vt:i4>
      </vt:variant>
    </vt:vector>
  </HeadingPairs>
  <TitlesOfParts>
    <vt:vector size="1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11-fa-qaf</dc:title>
  <dc:subject>PptxGenJS Presentation</dc:subject>
  <dc:creator>PptxGenJS</dc:creator>
  <cp:lastModifiedBy>PptxGenJS</cp:lastModifiedBy>
  <cp:revision>1</cp:revision>
  <dcterms:created xsi:type="dcterms:W3CDTF">2026-10-21T00:09:54Z</dcterms:created>
  <dcterms:modified xsi:type="dcterms:W3CDTF">2026-10-21T00:09:54Z</dcterms:modified>
</cp:coreProperties>
</file>