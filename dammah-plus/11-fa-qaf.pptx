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2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4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2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7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0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image" Target="../media/image-9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image" Target="../media/image-1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1-1.png"/><Relationship Id="rId2" Type="http://schemas.openxmlformats.org/officeDocument/2006/relationships/image" Target="../media/image-4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3-1.png"/><Relationship Id="rId2" Type="http://schemas.openxmlformats.org/officeDocument/2006/relationships/image" Target="../media/image-6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870"/>
          </a:solidFill>
          <a:ln w="12700">
            <a:solidFill>
              <a:srgbClr val="DBB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7"/>
          </a:solidFill>
          <a:ln w="12700">
            <a:solidFill>
              <a:srgbClr val="4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07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10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68562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83080"/>
            <a:ext cx="1645920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064"/>
          </a:solidFill>
          <a:ln w="12700">
            <a:solidFill>
              <a:srgbClr val="D89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447"/>
          </a:solidFill>
          <a:ln w="12700">
            <a:solidFill>
              <a:srgbClr val="D16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فُأُ</a:t>
            </a:r>
            <a:endParaRPr lang="ar-SA" sz="5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فُبُ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1794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237" y="3744468"/>
            <a:ext cx="713323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01" y="3515868"/>
            <a:ext cx="118295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فُثُ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059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فُجُ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D"/>
          </a:solidFill>
          <a:ln w="12700">
            <a:solidFill>
              <a:srgbClr val="E0525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D"/>
          </a:solidFill>
          <a:ln w="12700">
            <a:solidFill>
              <a:srgbClr val="70DB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3"/>
          </a:solidFill>
          <a:ln w="12700">
            <a:solidFill>
              <a:srgbClr val="64D8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D147"/>
          </a:solidFill>
          <a:ln w="12700">
            <a:solidFill>
              <a:srgbClr val="4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فُخُ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533" y="3515868"/>
            <a:ext cx="172702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فُدُ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74603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744" y="3607308"/>
            <a:ext cx="719816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7934"/>
          </a:solidFill>
          <a:ln w="12700">
            <a:solidFill>
              <a:srgbClr val="6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فُذُ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6" y="3515868"/>
            <a:ext cx="124358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فُرُ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180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5EED"/>
          </a:solidFill>
          <a:ln w="12700">
            <a:solidFill>
              <a:srgbClr val="A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فُزُ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4749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E052"/>
          </a:solidFill>
          <a:ln w="12700">
            <a:solidFill>
              <a:srgbClr val="8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فُسُ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2D8"/>
          </a:solidFill>
          <a:ln w="12700">
            <a:solidFill>
              <a:srgbClr val="647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FD1"/>
          </a:solidFill>
          <a:ln w="12700">
            <a:solidFill>
              <a:srgbClr val="476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فُشُ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896" y="3515868"/>
            <a:ext cx="128866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فُصُ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951" y="3790188"/>
            <a:ext cx="715609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فُضُ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487" y="3515868"/>
            <a:ext cx="150007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فُطُ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33774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85E"/>
          </a:solidFill>
          <a:ln w="12700">
            <a:solidFill>
              <a:srgbClr val="ED8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فُظُ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1103" y="2057400"/>
            <a:ext cx="501457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9"/>
          </a:solidFill>
          <a:ln w="12700">
            <a:solidFill>
              <a:srgbClr val="DB70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فُعُ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F"/>
          </a:solidFill>
          <a:ln w="12700">
            <a:solidFill>
              <a:srgbClr val="D864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2"/>
          </a:solidFill>
          <a:ln w="12700">
            <a:solidFill>
              <a:srgbClr val="D147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فُغُ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15868"/>
            <a:ext cx="139747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أُفُبُ</a:t>
            </a:r>
            <a:endParaRPr lang="ar-SA" sz="5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بُفُتُ</a:t>
            </a:r>
            <a:endParaRPr lang="ar-SA" sz="75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308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3863" y="3332988"/>
            <a:ext cx="127869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تُفُثُ</a:t>
            </a:r>
            <a:endParaRPr lang="ar-SA" sz="7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0405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5"/>
          </a:solidFill>
          <a:ln w="12700">
            <a:solidFill>
              <a:srgbClr val="5EED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ثُفُجُ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8"/>
          </a:solidFill>
          <a:ln w="12700">
            <a:solidFill>
              <a:srgbClr val="E052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جُفُحُ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D864"/>
          </a:solidFill>
          <a:ln w="12700">
            <a:solidFill>
              <a:srgbClr val="A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D147"/>
          </a:solidFill>
          <a:ln w="12700">
            <a:solidFill>
              <a:srgbClr val="B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043" y="3332988"/>
            <a:ext cx="2265517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خُفُدُ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05921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744" y="3607308"/>
            <a:ext cx="719816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دُفُذُ</a:t>
            </a:r>
            <a:endParaRPr lang="ar-SA" sz="68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297" y="3332988"/>
            <a:ext cx="1235263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ذُفُرُ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رُفُزُ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552"/>
          </a:solidFill>
          <a:ln w="12700">
            <a:solidFill>
              <a:srgbClr val="E0D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EDB"/>
          </a:solidFill>
          <a:ln w="12700">
            <a:solidFill>
              <a:srgbClr val="70A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زُفُسُ</a:t>
            </a:r>
            <a:endParaRPr lang="ar-SA" sz="6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6752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C"/>
          </a:solidFill>
          <a:ln w="12700">
            <a:solidFill>
              <a:srgbClr val="47D1C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سُفُشُ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476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635" y="3332988"/>
            <a:ext cx="1865925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شُفُصُ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0608" y="3515868"/>
            <a:ext cx="71195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صُفُضُ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8651" y="3332988"/>
            <a:ext cx="1283909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ضُفُطُ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1111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طُفُظُ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ظُفُعُ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8274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عُفُغُ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272" y="3332988"/>
            <a:ext cx="1850288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غُفُأُ</a:t>
            </a:r>
            <a:endParaRPr lang="ar-SA" sz="5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93622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469" y="3470148"/>
            <a:ext cx="728091" cy="16002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905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ED5E"/>
          </a:solidFill>
          <a:ln w="12700">
            <a:solidFill>
              <a:srgbClr val="C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030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747"/>
          </a:solidFill>
          <a:ln w="12700">
            <a:solidFill>
              <a:srgbClr val="D18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</a:t>
            </a:r>
            <a:endParaRPr lang="ar-SA" sz="8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443" y="3515868"/>
            <a:ext cx="1116117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95726" cy="10515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561" y="3653028"/>
            <a:ext cx="719999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</a:t>
            </a:r>
            <a:endParaRPr lang="ar-SA" sz="8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6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A52"/>
          </a:solidFill>
          <a:ln w="12700">
            <a:solidFill>
              <a:srgbClr val="E06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5"/>
          </a:solidFill>
          <a:ln w="12700">
            <a:solidFill>
              <a:srgbClr val="47D1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070" y="3515868"/>
            <a:ext cx="154049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107978" cy="9601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561588"/>
            <a:ext cx="724205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</a:t>
            </a:r>
            <a:endParaRPr lang="ar-SA" sz="8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283" y="3515868"/>
            <a:ext cx="249027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1952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7354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3515868"/>
            <a:ext cx="135395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007" y="3881628"/>
            <a:ext cx="721553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23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123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2039112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0450" y="3241548"/>
            <a:ext cx="2712110" cy="18288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قُأُ</a:t>
            </a:r>
            <a:endParaRPr lang="ar-SA" sz="5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0E0"/>
          </a:solidFill>
          <a:ln w="12700">
            <a:solidFill>
              <a:srgbClr val="528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قُبُ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4367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قُتُ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518" y="3515868"/>
            <a:ext cx="138504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قُثُ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9275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927348"/>
            <a:ext cx="731520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814" y="3515868"/>
            <a:ext cx="1490746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89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2017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قُدُ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قُذُ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قُرُ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85850" cy="11430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899" y="3561588"/>
            <a:ext cx="716661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قُزُ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515868"/>
            <a:ext cx="152339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قُسُ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0047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قُشُ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قُصُ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قُضُ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قُطُ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قُعُ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166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B"/>
          </a:solidFill>
          <a:ln w="12700">
            <a:solidFill>
              <a:srgbClr val="ED5E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قُغُ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0784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قُفُ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22218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576" y="3332988"/>
            <a:ext cx="2063984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بُقُتُ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65276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978" y="3744468"/>
            <a:ext cx="726582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تُقُثُ</a:t>
            </a:r>
            <a:endParaRPr lang="ar-SA" sz="75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848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187" y="3332988"/>
            <a:ext cx="1426373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ثُقُجُ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4026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جُقُحُ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52E0"/>
          </a:solidFill>
          <a:ln w="12700">
            <a:solidFill>
              <a:srgbClr val="B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حُقُخُ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خُقُدُ</a:t>
            </a:r>
            <a:endParaRPr lang="ar-SA" sz="7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دُقُذُ</a:t>
            </a:r>
            <a:endParaRPr lang="ar-SA" sz="68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15568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270" y="3470148"/>
            <a:ext cx="723290" cy="16002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ذُقُرُ</a:t>
            </a:r>
            <a:endParaRPr lang="ar-SA" sz="68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6560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3332988"/>
            <a:ext cx="183812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رُقُزُ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0290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زُقُسُ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سُقُشُ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شُقُصُ</a:t>
            </a:r>
            <a:endParaRPr lang="ar-SA" sz="6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4996" y="3332988"/>
            <a:ext cx="153756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صُقُضُ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4138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869" y="3698748"/>
            <a:ext cx="729691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ضُقُطُ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238" y="3332988"/>
            <a:ext cx="1433322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طُقُظُ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ظُقُعُ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عُقُغُ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8332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غُقُفُ</a:t>
            </a:r>
            <a:endParaRPr lang="ar-SA" sz="7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101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411" y="3332988"/>
            <a:ext cx="1560149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فُقُأُ</a:t>
            </a:r>
            <a:endParaRPr lang="ar-SA" sz="5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607308"/>
            <a:ext cx="724205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047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01091" cy="91440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7844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CE0"/>
          </a:solidFill>
          <a:ln w="12700">
            <a:solidFill>
              <a:srgbClr val="525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945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3465" cy="12344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654" y="4018788"/>
            <a:ext cx="711906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6540" y="3515868"/>
            <a:ext cx="125602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180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</a:t>
            </a:r>
            <a:endParaRPr lang="ar-SA" sz="8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6545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D147"/>
          </a:solidFill>
          <a:ln w="12700">
            <a:solidFill>
              <a:srgbClr val="6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</a:t>
            </a:r>
            <a:endParaRPr lang="ar-SA" sz="8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3465" cy="12344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413" y="3835908"/>
            <a:ext cx="722147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</a:t>
            </a:r>
            <a:endParaRPr lang="ar-SA" sz="8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01" y="3515868"/>
            <a:ext cx="118295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810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5EED"/>
          </a:solidFill>
          <a:ln w="12700">
            <a:solidFill>
              <a:srgbClr val="8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E052"/>
          </a:solidFill>
          <a:ln w="12700">
            <a:solidFill>
              <a:srgbClr val="A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0D1"/>
          </a:solidFill>
          <a:ln w="12700">
            <a:solidFill>
              <a:srgbClr val="479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533" y="3515868"/>
            <a:ext cx="172702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1806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153" y="3515868"/>
            <a:ext cx="696407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6" y="3515868"/>
            <a:ext cx="124358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555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64772" y="896112"/>
            <a:ext cx="20546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64772" y="896112"/>
            <a:ext cx="20546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424572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24572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2050" y="2834640"/>
            <a:ext cx="36999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2050" y="2834640"/>
            <a:ext cx="36999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 عُمَرُ</a:t>
            </a:r>
            <a:endParaRPr lang="ar-SA" sz="5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50941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062" y="1783080"/>
            <a:ext cx="1150498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25417" y="896112"/>
            <a:ext cx="17200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25417" y="896112"/>
            <a:ext cx="17200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قَرَأَهُ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98562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98562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36889" y="2834640"/>
            <a:ext cx="30702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36889" y="2834640"/>
            <a:ext cx="30702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قَرَأَهُ عُمَرُ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673901" cy="16459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511" y="1783080"/>
            <a:ext cx="171504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1399" y="896112"/>
            <a:ext cx="2081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1399" y="896112"/>
            <a:ext cx="2081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41119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1119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1647" y="2834640"/>
            <a:ext cx="3720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1647" y="2834640"/>
            <a:ext cx="3720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عُمَرُ</a:t>
            </a:r>
            <a:endParaRPr lang="ar-SA" sz="55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52221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485" y="3241548"/>
            <a:ext cx="1516075" cy="1828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48320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48320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فُتِحَ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96852" y="896112"/>
            <a:ext cx="20314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96852" y="896112"/>
            <a:ext cx="20314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وَقُرِئَ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7697" y="2834640"/>
            <a:ext cx="32486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7697" y="2834640"/>
            <a:ext cx="32486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فُتِحَ وَقُرِئَ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2304288" cy="16459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9849" y="1783080"/>
            <a:ext cx="842711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11-fa-qaf</dc:title>
  <dc:subject>PptxGenJS Presentation</dc:subject>
  <dc:creator>PptxGenJS</dc:creator>
  <cp:lastModifiedBy>PptxGenJS</cp:lastModifiedBy>
  <cp:revision>1</cp:revision>
  <dcterms:created xsi:type="dcterms:W3CDTF">2026-10-20T23:35:54Z</dcterms:created>
  <dcterms:modified xsi:type="dcterms:W3CDTF">2026-10-20T23:35:54Z</dcterms:modified>
</cp:coreProperties>
</file>