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2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108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688132" cy="132588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1943100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صُأُ</a:t>
            </a:r>
            <a:endParaRPr lang="ar-SA" sz="5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7"/>
          </a:solidFill>
          <a:ln w="12700">
            <a:solidFill>
              <a:srgbClr val="ED5E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صُبُ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A"/>
          </a:solidFill>
          <a:ln w="12700">
            <a:solidFill>
              <a:srgbClr val="52E08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70DB"/>
          </a:solidFill>
          <a:ln w="12700">
            <a:solidFill>
              <a:srgbClr val="D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صُتُ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64D8"/>
          </a:solidFill>
          <a:ln w="12700">
            <a:solidFill>
              <a:srgbClr val="A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47D1"/>
          </a:solidFill>
          <a:ln w="12700">
            <a:solidFill>
              <a:srgbClr val="8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صُثُ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صُجُ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607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صُحُ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صُخُ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ED5E"/>
          </a:solidFill>
          <a:ln w="12700">
            <a:solidFill>
              <a:srgbClr val="E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صُدُ</a:t>
            </a:r>
            <a:endParaRPr lang="ar-SA" sz="10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20019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652E0"/>
          </a:solidFill>
          <a:ln w="12700">
            <a:solidFill>
              <a:srgbClr val="6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570"/>
          </a:solidFill>
          <a:ln w="12700">
            <a:solidFill>
              <a:srgbClr val="DBB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صُذُ</a:t>
            </a:r>
            <a:endParaRPr lang="ar-SA" sz="8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6399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D64"/>
          </a:solidFill>
          <a:ln w="12700">
            <a:solidFill>
              <a:srgbClr val="D88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147"/>
          </a:solidFill>
          <a:ln w="12700">
            <a:solidFill>
              <a:srgbClr val="D16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صُرُ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صُزُ</a:t>
            </a:r>
            <a:endParaRPr lang="ar-SA" sz="9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439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صُسُ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صُشُ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C"/>
          </a:solidFill>
          <a:ln w="12700">
            <a:solidFill>
              <a:srgbClr val="5EED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أُصُبُ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1"/>
          </a:solidFill>
          <a:ln w="12700">
            <a:solidFill>
              <a:srgbClr val="E052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بُصُتُ</a:t>
            </a:r>
            <a:endParaRPr lang="ar-SA" sz="7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5830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0"/>
          </a:solidFill>
          <a:ln w="12700">
            <a:solidFill>
              <a:srgbClr val="64D8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D147"/>
          </a:solidFill>
          <a:ln w="12700">
            <a:solidFill>
              <a:srgbClr val="5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تُصُثُ</a:t>
            </a:r>
            <a:endParaRPr lang="ar-SA" sz="6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ثُصُجُ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613" y="3378708"/>
            <a:ext cx="718947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جُصُحُ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حُصُخُ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5EED"/>
          </a:solidFill>
          <a:ln w="12700">
            <a:solidFill>
              <a:srgbClr val="A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خُصُدُ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E052"/>
          </a:solidFill>
          <a:ln w="12700">
            <a:solidFill>
              <a:srgbClr val="8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70DB"/>
          </a:solidFill>
          <a:ln w="12700">
            <a:solidFill>
              <a:srgbClr val="8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دُصُذُ</a:t>
            </a:r>
            <a:endParaRPr lang="ar-SA" sz="7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5D8"/>
          </a:solidFill>
          <a:ln w="12700">
            <a:solidFill>
              <a:srgbClr val="647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ذُصُرُ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400" y="3332988"/>
            <a:ext cx="1421160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رُصُزُ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7280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52" y="3973068"/>
            <a:ext cx="723108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زُصُسُ</a:t>
            </a:r>
            <a:endParaRPr lang="ar-SA" sz="6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سُصُشُ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249436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55E"/>
          </a:solidFill>
          <a:ln w="12700">
            <a:solidFill>
              <a:srgbClr val="ED8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شُصُأُ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8E0"/>
          </a:solidFill>
          <a:ln w="12700">
            <a:solidFill>
              <a:srgbClr val="52A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B"/>
          </a:solidFill>
          <a:ln w="12700">
            <a:solidFill>
              <a:srgbClr val="DB70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2"/>
          </a:solidFill>
          <a:ln w="12700">
            <a:solidFill>
              <a:srgbClr val="D864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5"/>
          </a:solidFill>
          <a:ln w="12700">
            <a:solidFill>
              <a:srgbClr val="D147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</a:t>
            </a:r>
            <a:endParaRPr lang="ar-SA" sz="8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7944" y="3835908"/>
            <a:ext cx="724616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</a:t>
            </a:r>
            <a:endParaRPr lang="ar-SA" sz="7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1"/>
          </a:solidFill>
          <a:ln w="12700">
            <a:solidFill>
              <a:srgbClr val="5EED6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C"/>
          </a:solidFill>
          <a:ln w="12700">
            <a:solidFill>
              <a:srgbClr val="E052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DB70"/>
          </a:solidFill>
          <a:ln w="12700">
            <a:solidFill>
              <a:srgbClr val="9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06353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D864"/>
          </a:solidFill>
          <a:ln w="12700">
            <a:solidFill>
              <a:srgbClr val="A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D147"/>
          </a:solidFill>
          <a:ln w="12700">
            <a:solidFill>
              <a:srgbClr val="B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دُصُ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ذُصُ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77163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رُصُ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زُصُ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FED"/>
          </a:solidFill>
          <a:ln w="12700">
            <a:solidFill>
              <a:srgbClr val="5E7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سُصُ</a:t>
            </a:r>
            <a:endParaRPr lang="ar-SA" sz="8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644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252"/>
          </a:solidFill>
          <a:ln w="12700">
            <a:solidFill>
              <a:srgbClr val="E0D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1DB"/>
          </a:solidFill>
          <a:ln w="12700">
            <a:solidFill>
              <a:srgbClr val="70B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شُصُ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CD8"/>
          </a:solidFill>
          <a:ln w="12700">
            <a:solidFill>
              <a:srgbClr val="64C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9"/>
          </a:solidFill>
          <a:ln w="12700">
            <a:solidFill>
              <a:srgbClr val="47D1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8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108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35670" cy="173736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2057400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ضُأُ</a:t>
            </a:r>
            <a:endParaRPr lang="ar-SA" sz="5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13831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934" y="3561588"/>
            <a:ext cx="710626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7"/>
          </a:solidFill>
          <a:ln w="12700">
            <a:solidFill>
              <a:srgbClr val="3479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ضُبُ</a:t>
            </a:r>
            <a:endParaRPr lang="ar-SA" sz="9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ضُتُ</a:t>
            </a:r>
            <a:endParaRPr lang="ar-SA" sz="9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3385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3"/>
          </a:solidFill>
          <a:ln w="12700">
            <a:solidFill>
              <a:srgbClr val="ED5E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ضُثُ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1594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E"/>
          </a:solidFill>
          <a:ln w="12700">
            <a:solidFill>
              <a:srgbClr val="52E0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B"/>
          </a:solidFill>
          <a:ln w="12700">
            <a:solidFill>
              <a:srgbClr val="DB70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547"/>
          </a:solidFill>
          <a:ln w="12700">
            <a:solidFill>
              <a:srgbClr val="856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864D8"/>
          </a:solidFill>
          <a:ln w="12700">
            <a:solidFill>
              <a:srgbClr val="C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47D1"/>
          </a:solidFill>
          <a:ln w="12700">
            <a:solidFill>
              <a:srgbClr val="A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ضُحُ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ضُخُ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ضُدُ</a:t>
            </a:r>
            <a:endParaRPr lang="ar-SA" sz="9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ضُذُ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ED5E"/>
          </a:solidFill>
          <a:ln w="12700">
            <a:solidFill>
              <a:srgbClr val="C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ضُرُ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52E0"/>
          </a:solidFill>
          <a:ln w="12700">
            <a:solidFill>
              <a:srgbClr val="8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070"/>
          </a:solidFill>
          <a:ln w="12700">
            <a:solidFill>
              <a:srgbClr val="DBD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ضُزُ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B64"/>
          </a:solidFill>
          <a:ln w="12700">
            <a:solidFill>
              <a:srgbClr val="D8A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447"/>
          </a:solidFill>
          <a:ln w="12700">
            <a:solidFill>
              <a:srgbClr val="D18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ضُسُ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ضُشُ</a:t>
            </a:r>
            <a:endParaRPr lang="ar-SA" sz="8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81918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799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ضُصُ</a:t>
            </a:r>
            <a:endParaRPr lang="ar-SA" sz="8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أُضُبُ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بُضُتُ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752"/>
          </a:solidFill>
          <a:ln w="12700">
            <a:solidFill>
              <a:srgbClr val="E06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6"/>
          </a:solidFill>
          <a:ln w="12700">
            <a:solidFill>
              <a:srgbClr val="70DB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تُضُثُ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E"/>
          </a:solidFill>
          <a:ln w="12700">
            <a:solidFill>
              <a:srgbClr val="64D8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2"/>
          </a:solidFill>
          <a:ln w="12700">
            <a:solidFill>
              <a:srgbClr val="47D1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ثُضُجُ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جُضُحُ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6846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حُضُخُ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خُضُدُ</a:t>
            </a:r>
            <a:endParaRPr lang="ar-SA" sz="7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5EED"/>
          </a:solidFill>
          <a:ln w="12700">
            <a:solidFill>
              <a:srgbClr val="C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دُضُذُ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ذُضُرُ</a:t>
            </a:r>
            <a:endParaRPr lang="ar-SA" sz="7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1101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64D8"/>
          </a:solidFill>
          <a:ln w="12700">
            <a:solidFill>
              <a:srgbClr val="7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FD1"/>
          </a:solidFill>
          <a:ln w="12700">
            <a:solidFill>
              <a:srgbClr val="474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رُضُزُ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زُضُسُ</a:t>
            </a:r>
            <a:endParaRPr lang="ar-SA" sz="6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9266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09" y="3835908"/>
            <a:ext cx="725851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سُضُشُ</a:t>
            </a:r>
            <a:endParaRPr lang="ar-SA" sz="5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شُضُصُ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95E"/>
          </a:solidFill>
          <a:ln w="12700">
            <a:solidFill>
              <a:srgbClr val="EDA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صُضُأُ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3E0"/>
          </a:solidFill>
          <a:ln w="12700">
            <a:solidFill>
              <a:srgbClr val="528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4"/>
          </a:solidFill>
          <a:ln w="12700">
            <a:solidFill>
              <a:srgbClr val="D864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96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</a:t>
            </a:r>
            <a:endParaRPr lang="ar-SA" sz="7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6"/>
          </a:solidFill>
          <a:ln w="12700">
            <a:solidFill>
              <a:srgbClr val="5EED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6714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7"/>
          </a:solidFill>
          <a:ln w="12700">
            <a:solidFill>
              <a:srgbClr val="E052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D864"/>
          </a:solidFill>
          <a:ln w="12700">
            <a:solidFill>
              <a:srgbClr val="9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D147"/>
          </a:solidFill>
          <a:ln w="12700">
            <a:solidFill>
              <a:srgbClr val="9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دُضُ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ذُضُ</a:t>
            </a:r>
            <a:endParaRPr lang="ar-SA" sz="8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5043" y="3927348"/>
            <a:ext cx="707517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رُضُ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زُضُ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سُضُ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E052"/>
          </a:solidFill>
          <a:ln w="12700">
            <a:solidFill>
              <a:srgbClr val="C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5DB"/>
          </a:solidFill>
          <a:ln w="12700">
            <a:solidFill>
              <a:srgbClr val="709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شُضُ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2754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ED8"/>
          </a:solidFill>
          <a:ln w="12700">
            <a:solidFill>
              <a:srgbClr val="64A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6D1"/>
          </a:solidFill>
          <a:ln w="12700">
            <a:solidFill>
              <a:srgbClr val="47B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صُضُ</a:t>
            </a:r>
            <a:endParaRPr lang="ar-SA" sz="8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554179" y="896112"/>
            <a:ext cx="23185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554179" y="896112"/>
            <a:ext cx="23185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صَنَعَهُ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27131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7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7131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96512" y="2834640"/>
            <a:ext cx="39509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96512" y="2834640"/>
            <a:ext cx="39509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صَنَعَهُ عُمَرُ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076615" cy="132588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791" y="1783080"/>
            <a:ext cx="758769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11449" y="896112"/>
            <a:ext cx="22039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8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11449" y="896112"/>
            <a:ext cx="22039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28581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8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8581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44060" y="2834640"/>
            <a:ext cx="38558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44060" y="2834640"/>
            <a:ext cx="38558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عُمَرُ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010595" cy="164592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1943100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79858" y="896112"/>
            <a:ext cx="2467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79858" y="896112"/>
            <a:ext cx="2467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9699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9699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35715" y="2834640"/>
            <a:ext cx="40725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35715" y="2834640"/>
            <a:ext cx="40725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عُمَرُ</a:t>
            </a:r>
            <a:endParaRPr lang="ar-SA" sz="5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1185108" cy="105156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1988820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E"/>
          </a:solidFill>
          <a:ln w="12700">
            <a:solidFill>
              <a:srgbClr val="ED5E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07853" y="896112"/>
            <a:ext cx="1976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C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07853" y="896112"/>
            <a:ext cx="1976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</a:t>
            </a:r>
            <a:endParaRPr lang="ar-SA" sz="4500" dirty="0"/>
          </a:p>
        </p:txBody>
      </p:sp>
      <p:sp>
        <p:nvSpPr>
          <p:cNvPr id="20" name="C2 W2 pill"/>
          <p:cNvSpPr/>
          <p:nvPr/>
        </p:nvSpPr>
        <p:spPr>
          <a:xfrm>
            <a:off x="2559664" y="896112"/>
            <a:ext cx="17281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C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9664" y="896112"/>
            <a:ext cx="17281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5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4977" y="2834640"/>
            <a:ext cx="3354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4977" y="2834640"/>
            <a:ext cx="3354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 عُمَرُ</a:t>
            </a:r>
            <a:endParaRPr lang="ar-SA" sz="4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031992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401" y="1783080"/>
            <a:ext cx="1045159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08-sad-dad</dc:title>
  <dc:subject>PptxGenJS Presentation</dc:subject>
  <dc:creator>PptxGenJS</dc:creator>
  <cp:lastModifiedBy>PptxGenJS</cp:lastModifiedBy>
  <cp:revision>1</cp:revision>
  <dcterms:created xsi:type="dcterms:W3CDTF">2026-10-21T00:09:54Z</dcterms:created>
  <dcterms:modified xsi:type="dcterms:W3CDTF">2026-10-21T00:09:54Z</dcterms:modified>
</cp:coreProperties>
</file>