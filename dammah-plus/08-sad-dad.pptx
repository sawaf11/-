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0800" dirty="0"/>
          </a:p>
        </p:txBody>
      </p:sp>
      <p:pic>
        <p:nvPicPr>
          <p:cNvPr id="1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5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8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صُدُ</a:t>
            </a:r>
            <a:endParaRPr lang="ar-SA" sz="109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صُذُ</a:t>
            </a:r>
            <a:endParaRPr lang="ar-SA" sz="8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صُرُ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صُزُ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صُسُ</a:t>
            </a:r>
            <a:endParaRPr lang="ar-SA" sz="87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صُشُ</a:t>
            </a:r>
            <a:endParaRPr lang="ar-SA" sz="8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أُصُبُ</a:t>
            </a:r>
            <a:endParaRPr lang="ar-SA" sz="52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0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تُصُثُ</a:t>
            </a:r>
            <a:endParaRPr lang="ar-SA" sz="69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ثُصُجُ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جُصُحُ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حُصُخُ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خُصُدُ</a:t>
            </a:r>
            <a:endParaRPr lang="ar-SA" sz="79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دُصُذُ</a:t>
            </a:r>
            <a:endParaRPr lang="ar-SA" sz="71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ذُصُرُ</a:t>
            </a:r>
            <a:endParaRPr lang="ar-SA" sz="71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رُصُزُ</a:t>
            </a:r>
            <a:endParaRPr lang="ar-SA" sz="8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زُصُسُ</a:t>
            </a:r>
            <a:endParaRPr lang="ar-SA" sz="60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سُصُشُ</a:t>
            </a:r>
            <a:endParaRPr lang="ar-SA" sz="5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شُصُأُ</a:t>
            </a:r>
            <a:endParaRPr lang="ar-SA" sz="50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5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87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75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</a:t>
            </a:r>
            <a:endParaRPr lang="ar-SA" sz="81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</a:t>
            </a:r>
            <a:endParaRPr lang="ar-SA" sz="88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</a:t>
            </a:r>
            <a:endParaRPr lang="ar-SA" sz="8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0800" dirty="0"/>
          </a:p>
        </p:txBody>
      </p:sp>
      <p:pic>
        <p:nvPicPr>
          <p:cNvPr id="13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4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5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5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1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8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ضُدُ</a:t>
            </a:r>
            <a:endParaRPr lang="ar-SA" sz="91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ضُذُ</a:t>
            </a:r>
            <a:endParaRPr lang="ar-SA" sz="8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ضُرُ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ضُزُ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ضُسُ</a:t>
            </a:r>
            <a:endParaRPr lang="ar-SA" sz="87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ضُشُ</a:t>
            </a:r>
            <a:endParaRPr lang="ar-SA" sz="82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ضُصُ</a:t>
            </a:r>
            <a:endParaRPr lang="ar-SA" sz="8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أُضُبُ</a:t>
            </a:r>
            <a:endParaRPr lang="ar-SA" sz="52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0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تُضُثُ</a:t>
            </a:r>
            <a:endParaRPr lang="ar-SA" sz="69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ثُضُجُ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جُضُحُ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حُضُخُ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خُضُدُ</a:t>
            </a:r>
            <a:endParaRPr lang="ar-SA" sz="79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دُضُذُ</a:t>
            </a:r>
            <a:endParaRPr lang="ar-SA" sz="71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ذُضُرُ</a:t>
            </a:r>
            <a:endParaRPr lang="ar-SA" sz="71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رُضُزُ</a:t>
            </a:r>
            <a:endParaRPr lang="ar-SA" sz="80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زُضُسُ</a:t>
            </a:r>
            <a:endParaRPr lang="ar-SA" sz="6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سُضُشُ</a:t>
            </a:r>
            <a:endParaRPr lang="ar-SA" sz="54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شُضُصُ</a:t>
            </a:r>
            <a:endParaRPr lang="ar-SA" sz="5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صُضُأُ</a:t>
            </a:r>
            <a:endParaRPr lang="ar-SA" sz="5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59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87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75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</a:t>
            </a:r>
            <a:endParaRPr lang="ar-SA" sz="81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</a:t>
            </a:r>
            <a:endParaRPr lang="ar-SA" sz="88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</a:t>
            </a:r>
            <a:endParaRPr lang="ar-SA" sz="8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</a:t>
            </a:r>
            <a:endParaRPr lang="ar-SA" sz="8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54179" y="896112"/>
            <a:ext cx="2318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54179" y="896112"/>
            <a:ext cx="2318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7131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7131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6512" y="2834640"/>
            <a:ext cx="3950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6512" y="2834640"/>
            <a:ext cx="3950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 عُمَرُ</a:t>
            </a:r>
            <a:endParaRPr lang="ar-SA" sz="57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1783080"/>
            <a:ext cx="1114562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11449" y="896112"/>
            <a:ext cx="22039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11449" y="896112"/>
            <a:ext cx="22039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8581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8581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44060" y="2834640"/>
            <a:ext cx="3855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44060" y="2834640"/>
            <a:ext cx="3855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عُمَرُ</a:t>
            </a:r>
            <a:endParaRPr lang="ar-SA" sz="57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1783080"/>
            <a:ext cx="1605778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7853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7853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559664" y="896112"/>
            <a:ext cx="17281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9664" y="896112"/>
            <a:ext cx="17281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4977" y="2834640"/>
            <a:ext cx="3354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4977" y="2834640"/>
            <a:ext cx="3354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عُمَرُ</a:t>
            </a:r>
            <a:endParaRPr lang="ar-SA" sz="4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08-sad-dad</dc:title>
  <dc:subject>PptxGenJS Presentation</dc:subject>
  <dc:creator>PptxGenJS</dc:creator>
  <cp:lastModifiedBy>PptxGenJS</cp:lastModifiedBy>
  <cp:revision>1</cp:revision>
  <dcterms:created xsi:type="dcterms:W3CDTF">2026-10-20T22:54:26Z</dcterms:created>
  <dcterms:modified xsi:type="dcterms:W3CDTF">2026-10-20T22:54:26Z</dcterms:modified>
</cp:coreProperties>
</file>