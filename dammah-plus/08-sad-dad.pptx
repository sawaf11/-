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notesMaster" Target="notesMasters/notesMaster1.xml"/><Relationship Id="rId90" Type="http://schemas.openxmlformats.org/officeDocument/2006/relationships/presProps" Target="presProps.xml"/><Relationship Id="rId91" Type="http://schemas.openxmlformats.org/officeDocument/2006/relationships/viewProps" Target="viewProps.xml"/><Relationship Id="rId92" Type="http://schemas.openxmlformats.org/officeDocument/2006/relationships/theme" Target="theme/theme1.xml"/><Relationship Id="rId9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1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image" Target="../media/image-7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2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7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2.png"/><Relationship Id="rId2" Type="http://schemas.openxmlformats.org/officeDocument/2006/relationships/image" Target="../media/image-7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8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8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image" Target="../media/image-8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image" Target="../media/image-8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image" Target="../media/image-8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8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6642B"/>
          </a:solidFill>
          <a:ln w="12700">
            <a:solidFill>
              <a:srgbClr val="4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5"/>
          </a:solidFill>
          <a:ln w="12700">
            <a:solidFill>
              <a:srgbClr val="34793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10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10800" dirty="0"/>
          </a:p>
        </p:txBody>
      </p:sp>
      <p:pic>
        <p:nvPicPr>
          <p:cNvPr id="1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43100"/>
            <a:ext cx="688132" cy="1325880"/>
          </a:xfrm>
          <a:prstGeom prst="rect">
            <a:avLst/>
          </a:prstGeom>
        </p:spPr>
      </p:pic>
      <p:pic>
        <p:nvPicPr>
          <p:cNvPr id="1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527" y="1943100"/>
            <a:ext cx="1180033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صُأُ</a:t>
            </a:r>
            <a:endParaRPr lang="ar-SA" sz="5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6661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7"/>
          </a:solidFill>
          <a:ln w="12700">
            <a:solidFill>
              <a:srgbClr val="ED5EC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صُبُ</a:t>
            </a:r>
            <a:endParaRPr lang="ar-SA" sz="9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03103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A"/>
          </a:solidFill>
          <a:ln w="12700">
            <a:solidFill>
              <a:srgbClr val="52E08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070DB"/>
          </a:solidFill>
          <a:ln w="12700">
            <a:solidFill>
              <a:srgbClr val="D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547"/>
          </a:solidFill>
          <a:ln w="12700">
            <a:solidFill>
              <a:srgbClr val="855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صُتُ</a:t>
            </a:r>
            <a:endParaRPr lang="ar-SA" sz="9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A64D8"/>
          </a:solidFill>
          <a:ln w="12700">
            <a:solidFill>
              <a:srgbClr val="A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347D1"/>
          </a:solidFill>
          <a:ln w="12700">
            <a:solidFill>
              <a:srgbClr val="8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صُثُ</a:t>
            </a:r>
            <a:endParaRPr lang="ar-SA" sz="8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69010" cy="132588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170" y="3790188"/>
            <a:ext cx="1523390" cy="12801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صُجُ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9841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2607" y="3744468"/>
            <a:ext cx="719953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564"/>
          </a:solidFill>
          <a:ln w="12700">
            <a:solidFill>
              <a:srgbClr val="2B5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479"/>
          </a:solidFill>
          <a:ln w="12700">
            <a:solidFill>
              <a:srgbClr val="344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صُحُ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555" y="4018788"/>
            <a:ext cx="1183005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صُخُ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0110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BED5E"/>
          </a:solidFill>
          <a:ln w="12700">
            <a:solidFill>
              <a:srgbClr val="E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صُدُ</a:t>
            </a:r>
            <a:endParaRPr lang="ar-SA" sz="109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20019" cy="10058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652E0"/>
          </a:solidFill>
          <a:ln w="12700">
            <a:solidFill>
              <a:srgbClr val="6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570"/>
          </a:solidFill>
          <a:ln w="12700">
            <a:solidFill>
              <a:srgbClr val="DBB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8547"/>
          </a:solidFill>
          <a:ln w="12700">
            <a:solidFill>
              <a:srgbClr val="4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صُذُ</a:t>
            </a:r>
            <a:endParaRPr lang="ar-SA" sz="81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06399" cy="11430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D64"/>
          </a:solidFill>
          <a:ln w="12700">
            <a:solidFill>
              <a:srgbClr val="D88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147"/>
          </a:solidFill>
          <a:ln w="12700">
            <a:solidFill>
              <a:srgbClr val="D16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صُرُ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4566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3112" y="3515868"/>
            <a:ext cx="1439448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صُزُ</a:t>
            </a:r>
            <a:endParaRPr lang="ar-SA" sz="9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4390" y="3561588"/>
            <a:ext cx="718170" cy="15087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3"/>
          </a:solidFill>
          <a:ln w="12700">
            <a:solidFill>
              <a:srgbClr val="642B6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5"/>
          </a:solidFill>
          <a:ln w="12700">
            <a:solidFill>
              <a:srgbClr val="79345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صُسُ</a:t>
            </a:r>
            <a:endParaRPr lang="ar-SA" sz="87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3401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2072" y="3835908"/>
            <a:ext cx="1250488" cy="12344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صُشُ</a:t>
            </a:r>
            <a:endParaRPr lang="ar-SA" sz="8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71569" cy="9601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C"/>
          </a:solidFill>
          <a:ln w="12700">
            <a:solidFill>
              <a:srgbClr val="5EEDC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أُصُبُ</a:t>
            </a:r>
            <a:endParaRPr lang="ar-SA" sz="5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1"/>
          </a:solidFill>
          <a:ln w="12700">
            <a:solidFill>
              <a:srgbClr val="E0526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A"/>
          </a:solidFill>
          <a:ln w="12700">
            <a:solidFill>
              <a:srgbClr val="70DB9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885"/>
          </a:solidFill>
          <a:ln w="12700">
            <a:solidFill>
              <a:srgbClr val="475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بُصُتُ</a:t>
            </a:r>
            <a:endParaRPr lang="ar-SA" sz="70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25830" cy="11430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0"/>
          </a:solidFill>
          <a:ln w="12700">
            <a:solidFill>
              <a:srgbClr val="64D87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0D147"/>
          </a:solidFill>
          <a:ln w="12700">
            <a:solidFill>
              <a:srgbClr val="5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تُصُثُ</a:t>
            </a:r>
            <a:endParaRPr lang="ar-SA" sz="69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7164" cy="141732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ثُصُجُ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1019739" cy="146304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613" y="3378708"/>
            <a:ext cx="718947" cy="16916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72B"/>
          </a:solidFill>
          <a:ln w="12700">
            <a:solidFill>
              <a:srgbClr val="645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77934"/>
          </a:solidFill>
          <a:ln w="12700">
            <a:solidFill>
              <a:srgbClr val="6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جُصُحُ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54380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6156" y="3698748"/>
            <a:ext cx="946404" cy="13716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حُصُخُ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50548" cy="14173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95EED"/>
          </a:solidFill>
          <a:ln w="12700">
            <a:solidFill>
              <a:srgbClr val="A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خُصُدُ</a:t>
            </a:r>
            <a:endParaRPr lang="ar-SA" sz="7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4E052"/>
          </a:solidFill>
          <a:ln w="12700">
            <a:solidFill>
              <a:srgbClr val="8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070DB"/>
          </a:solidFill>
          <a:ln w="12700">
            <a:solidFill>
              <a:srgbClr val="8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7"/>
          </a:solidFill>
          <a:ln w="12700">
            <a:solidFill>
              <a:srgbClr val="85476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دُصُذُ</a:t>
            </a:r>
            <a:endParaRPr lang="ar-SA" sz="71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7151" cy="15087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5D8"/>
          </a:solidFill>
          <a:ln w="12700">
            <a:solidFill>
              <a:srgbClr val="647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3D1"/>
          </a:solidFill>
          <a:ln w="12700">
            <a:solidFill>
              <a:srgbClr val="477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ذُصُرُ</a:t>
            </a:r>
            <a:endParaRPr lang="ar-SA" sz="71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92099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1400" y="3332988"/>
            <a:ext cx="1421160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رُصُزُ</a:t>
            </a:r>
            <a:endParaRPr lang="ar-SA" sz="8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097280" cy="91440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452" y="3973068"/>
            <a:ext cx="723108" cy="10972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9"/>
          </a:solidFill>
          <a:ln w="12700">
            <a:solidFill>
              <a:srgbClr val="2B644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879"/>
          </a:solidFill>
          <a:ln w="12700">
            <a:solidFill>
              <a:srgbClr val="347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زُصُسُ</a:t>
            </a:r>
            <a:endParaRPr lang="ar-SA" sz="60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77011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061" y="3744468"/>
            <a:ext cx="978499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سُصُشُ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1249436" cy="146304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55E"/>
          </a:solidFill>
          <a:ln w="12700">
            <a:solidFill>
              <a:srgbClr val="ED8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شُصُأُ</a:t>
            </a:r>
            <a:endParaRPr lang="ar-SA" sz="5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8E0"/>
          </a:solidFill>
          <a:ln w="12700">
            <a:solidFill>
              <a:srgbClr val="52A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B"/>
          </a:solidFill>
          <a:ln w="12700">
            <a:solidFill>
              <a:srgbClr val="DB707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78547"/>
          </a:solidFill>
          <a:ln w="12700">
            <a:solidFill>
              <a:srgbClr val="7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أُصُ</a:t>
            </a:r>
            <a:endParaRPr lang="ar-SA" sz="59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16229" cy="10972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2"/>
          </a:solidFill>
          <a:ln w="12700">
            <a:solidFill>
              <a:srgbClr val="D8649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5"/>
          </a:solidFill>
          <a:ln w="12700">
            <a:solidFill>
              <a:srgbClr val="D1479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بُصُ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318" y="3653028"/>
            <a:ext cx="1067242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تُصُ</a:t>
            </a:r>
            <a:endParaRPr lang="ar-SA" sz="87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7944" y="3835908"/>
            <a:ext cx="724616" cy="12344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2B64"/>
          </a:solidFill>
          <a:ln w="12700">
            <a:solidFill>
              <a:srgbClr val="3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3479"/>
          </a:solidFill>
          <a:ln w="12700">
            <a:solidFill>
              <a:srgbClr val="6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ثُصُ</a:t>
            </a:r>
            <a:endParaRPr lang="ar-SA" sz="75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7400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692" y="3790188"/>
            <a:ext cx="1182868" cy="12801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جُصُ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426098" cy="128016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4018788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1"/>
          </a:solidFill>
          <a:ln w="12700">
            <a:solidFill>
              <a:srgbClr val="5EED6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حُصُ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5264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C"/>
          </a:solidFill>
          <a:ln w="12700">
            <a:solidFill>
              <a:srgbClr val="E052C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6DB70"/>
          </a:solidFill>
          <a:ln w="12700">
            <a:solidFill>
              <a:srgbClr val="9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3"/>
          </a:solidFill>
          <a:ln w="12700">
            <a:solidFill>
              <a:srgbClr val="47858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خُصُ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906353" cy="9601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FD864"/>
          </a:solidFill>
          <a:ln w="12700">
            <a:solidFill>
              <a:srgbClr val="A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7D147"/>
          </a:solidFill>
          <a:ln w="12700">
            <a:solidFill>
              <a:srgbClr val="B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دُصُ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4959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33" y="4110228"/>
            <a:ext cx="1496827" cy="9601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ذُصُ</a:t>
            </a:r>
            <a:endParaRPr lang="ar-SA" sz="81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077163" cy="91440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45" y="3515868"/>
            <a:ext cx="716615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C2B"/>
          </a:solidFill>
          <a:ln w="12700">
            <a:solidFill>
              <a:srgbClr val="642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834"/>
          </a:solidFill>
          <a:ln w="12700">
            <a:solidFill>
              <a:srgbClr val="795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رُصُ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0607" y="3561588"/>
            <a:ext cx="1541953" cy="15087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زُصُ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1480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FED"/>
          </a:solidFill>
          <a:ln w="12700">
            <a:solidFill>
              <a:srgbClr val="5E7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سُصُ</a:t>
            </a:r>
            <a:endParaRPr lang="ar-SA" sz="88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2430" cy="1097280"/>
          </a:xfrm>
          <a:prstGeom prst="rect">
            <a:avLst/>
          </a:prstGeom>
        </p:spPr>
      </p:pic>
      <p:pic>
        <p:nvPicPr>
          <p:cNvPr id="2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4644" y="2057400"/>
            <a:ext cx="517916" cy="10972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252"/>
          </a:solidFill>
          <a:ln w="12700">
            <a:solidFill>
              <a:srgbClr val="E0D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1DB"/>
          </a:solidFill>
          <a:ln w="12700">
            <a:solidFill>
              <a:srgbClr val="70B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44785"/>
          </a:solidFill>
          <a:ln w="12700">
            <a:solidFill>
              <a:srgbClr val="7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شُصُ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CD8"/>
          </a:solidFill>
          <a:ln w="12700">
            <a:solidFill>
              <a:srgbClr val="64C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9"/>
          </a:solidFill>
          <a:ln w="12700">
            <a:solidFill>
              <a:srgbClr val="47D1C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108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10800" dirty="0"/>
          </a:p>
        </p:txBody>
      </p:sp>
      <p:pic>
        <p:nvPicPr>
          <p:cNvPr id="13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835670" cy="1737360"/>
          </a:xfrm>
          <a:prstGeom prst="rect">
            <a:avLst/>
          </a:prstGeom>
        </p:spPr>
      </p:pic>
      <p:pic>
        <p:nvPicPr>
          <p:cNvPr id="14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5575" y="2057400"/>
            <a:ext cx="1296985" cy="10972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ضُأُ</a:t>
            </a:r>
            <a:endParaRPr lang="ar-SA" sz="5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113831" cy="11887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934" y="3561588"/>
            <a:ext cx="710626" cy="15087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642B"/>
          </a:solidFill>
          <a:ln w="12700">
            <a:solidFill>
              <a:srgbClr val="3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7"/>
          </a:solidFill>
          <a:ln w="12700">
            <a:solidFill>
              <a:srgbClr val="34794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ضُبُ</a:t>
            </a:r>
            <a:endParaRPr lang="ar-SA" sz="91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2628" y="4018788"/>
            <a:ext cx="1099932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ضُتُ</a:t>
            </a:r>
            <a:endParaRPr lang="ar-SA" sz="9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33856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3"/>
          </a:solidFill>
          <a:ln w="12700">
            <a:solidFill>
              <a:srgbClr val="ED5EA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ضُثُ</a:t>
            </a:r>
            <a:endParaRPr lang="ar-SA" sz="8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1594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E"/>
          </a:solidFill>
          <a:ln w="12700">
            <a:solidFill>
              <a:srgbClr val="52E0A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B"/>
          </a:solidFill>
          <a:ln w="12700">
            <a:solidFill>
              <a:srgbClr val="DB70C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547"/>
          </a:solidFill>
          <a:ln w="12700">
            <a:solidFill>
              <a:srgbClr val="856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ضُجُ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864D8"/>
          </a:solidFill>
          <a:ln w="12700">
            <a:solidFill>
              <a:srgbClr val="C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647D1"/>
          </a:solidFill>
          <a:ln w="12700">
            <a:solidFill>
              <a:srgbClr val="A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ضُحُ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125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769" y="3744468"/>
            <a:ext cx="1341791" cy="13258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ضُخُ</a:t>
            </a:r>
            <a:endParaRPr lang="ar-SA" sz="74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6618" y="3515868"/>
            <a:ext cx="725942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664"/>
          </a:solidFill>
          <a:ln w="12700">
            <a:solidFill>
              <a:srgbClr val="2B4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63479"/>
          </a:solidFill>
          <a:ln w="12700">
            <a:solidFill>
              <a:srgbClr val="3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ضُدُ</a:t>
            </a:r>
            <a:endParaRPr lang="ar-SA" sz="91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9999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226" y="3927348"/>
            <a:ext cx="1529334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ضُذُ</a:t>
            </a:r>
            <a:endParaRPr lang="ar-SA" sz="8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217066" cy="100584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6ED5E"/>
          </a:solidFill>
          <a:ln w="12700">
            <a:solidFill>
              <a:srgbClr val="C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ضُرُ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B52E0"/>
          </a:solidFill>
          <a:ln w="12700">
            <a:solidFill>
              <a:srgbClr val="8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070"/>
          </a:solidFill>
          <a:ln w="12700">
            <a:solidFill>
              <a:srgbClr val="DBD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6"/>
          </a:solidFill>
          <a:ln w="12700">
            <a:solidFill>
              <a:srgbClr val="47855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ضُزُ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06445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B64"/>
          </a:solidFill>
          <a:ln w="12700">
            <a:solidFill>
              <a:srgbClr val="D8A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447"/>
          </a:solidFill>
          <a:ln w="12700">
            <a:solidFill>
              <a:srgbClr val="D18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ضُسُ</a:t>
            </a:r>
            <a:endParaRPr lang="ar-SA" sz="8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03463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3894" y="3607308"/>
            <a:ext cx="1398666" cy="14630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ضُشُ</a:t>
            </a:r>
            <a:endParaRPr lang="ar-SA" sz="82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081918" cy="132588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799" y="3744468"/>
            <a:ext cx="694761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4"/>
          </a:solidFill>
          <a:ln w="12700">
            <a:solidFill>
              <a:srgbClr val="642B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4"/>
          </a:solidFill>
          <a:ln w="12700">
            <a:solidFill>
              <a:srgbClr val="7934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ضُصُ</a:t>
            </a:r>
            <a:endParaRPr lang="ar-SA" sz="83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732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9213" y="3927348"/>
            <a:ext cx="1633347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أُضُبُ</a:t>
            </a:r>
            <a:endParaRPr lang="ar-SA" sz="5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099657" cy="12801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AED"/>
          </a:solidFill>
          <a:ln w="12700">
            <a:solidFill>
              <a:srgbClr val="5EE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بُضُتُ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752"/>
          </a:solidFill>
          <a:ln w="12700">
            <a:solidFill>
              <a:srgbClr val="E06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6"/>
          </a:solidFill>
          <a:ln w="12700">
            <a:solidFill>
              <a:srgbClr val="70DBB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885"/>
          </a:solidFill>
          <a:ln w="12700">
            <a:solidFill>
              <a:srgbClr val="474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تُضُثُ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E"/>
          </a:solidFill>
          <a:ln w="12700">
            <a:solidFill>
              <a:srgbClr val="64D88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2"/>
          </a:solidFill>
          <a:ln w="12700">
            <a:solidFill>
              <a:srgbClr val="47D16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ثُضُجُ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0801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7112" y="3790188"/>
            <a:ext cx="1345448" cy="12801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جُضُحُ</a:t>
            </a:r>
            <a:endParaRPr lang="ar-SA" sz="66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6846" y="3561588"/>
            <a:ext cx="725714" cy="15087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642B"/>
          </a:solidFill>
          <a:ln w="12700">
            <a:solidFill>
              <a:srgbClr val="6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57934"/>
          </a:solidFill>
          <a:ln w="12700">
            <a:solidFill>
              <a:srgbClr val="5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حُضُخُ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66872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خُضُدُ</a:t>
            </a:r>
            <a:endParaRPr lang="ar-SA" sz="79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67084" cy="14173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D5EED"/>
          </a:solidFill>
          <a:ln w="12700">
            <a:solidFill>
              <a:srgbClr val="C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دُضُذُ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0E052"/>
          </a:solidFill>
          <a:ln w="12700">
            <a:solidFill>
              <a:srgbClr val="6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B70DB"/>
          </a:solidFill>
          <a:ln w="12700">
            <a:solidFill>
              <a:srgbClr val="9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8"/>
          </a:solidFill>
          <a:ln w="12700">
            <a:solidFill>
              <a:srgbClr val="85475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ذُضُرُ</a:t>
            </a:r>
            <a:endParaRPr lang="ar-SA" sz="71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911017" cy="12344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164D8"/>
          </a:solidFill>
          <a:ln w="12700">
            <a:solidFill>
              <a:srgbClr val="7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FD1"/>
          </a:solidFill>
          <a:ln w="12700">
            <a:solidFill>
              <a:srgbClr val="474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رُضُزُ</a:t>
            </a:r>
            <a:endParaRPr lang="ar-SA" sz="80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7975" y="3698748"/>
            <a:ext cx="1024585" cy="13716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زُضُسُ</a:t>
            </a:r>
            <a:endParaRPr lang="ar-SA" sz="6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9266" cy="100584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709" y="3835908"/>
            <a:ext cx="725851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7"/>
          </a:solidFill>
          <a:ln w="12700">
            <a:solidFill>
              <a:srgbClr val="2B645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679"/>
          </a:solidFill>
          <a:ln w="12700">
            <a:solidFill>
              <a:srgbClr val="346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8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سُضُشُ</a:t>
            </a:r>
            <a:endParaRPr lang="ar-SA" sz="54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8170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9715" y="3698748"/>
            <a:ext cx="1272845" cy="13716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شُضُصُ</a:t>
            </a:r>
            <a:endParaRPr lang="ar-SA" sz="5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673352" cy="114300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95E"/>
          </a:solidFill>
          <a:ln w="12700">
            <a:solidFill>
              <a:srgbClr val="EDA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صُضُأُ</a:t>
            </a:r>
            <a:endParaRPr lang="ar-SA" sz="5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3E0"/>
          </a:solidFill>
          <a:ln w="12700">
            <a:solidFill>
              <a:srgbClr val="528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070"/>
          </a:solidFill>
          <a:ln w="12700">
            <a:solidFill>
              <a:srgbClr val="DB8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78547"/>
          </a:solidFill>
          <a:ln w="12700">
            <a:solidFill>
              <a:srgbClr val="6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أُضُ</a:t>
            </a:r>
            <a:endParaRPr lang="ar-SA" sz="59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06445" cy="10515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4"/>
          </a:solidFill>
          <a:ln w="12700">
            <a:solidFill>
              <a:srgbClr val="D8647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2"/>
          </a:solidFill>
          <a:ln w="12700">
            <a:solidFill>
              <a:srgbClr val="D1477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بُضُ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1370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5942" y="3561588"/>
            <a:ext cx="1656618" cy="15087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تُضُ</a:t>
            </a:r>
            <a:endParaRPr lang="ar-SA" sz="87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73562" cy="11887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396" y="3653028"/>
            <a:ext cx="717164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2B64"/>
          </a:solidFill>
          <a:ln w="12700">
            <a:solidFill>
              <a:srgbClr val="4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8"/>
          </a:solidFill>
          <a:ln w="12700">
            <a:solidFill>
              <a:srgbClr val="79347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ثُضُ</a:t>
            </a:r>
            <a:endParaRPr lang="ar-SA" sz="75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8626" y="3653028"/>
            <a:ext cx="1303934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جُضُ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8346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6"/>
          </a:solidFill>
          <a:ln w="12700">
            <a:solidFill>
              <a:srgbClr val="5EED8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حُضُ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505206" cy="1188720"/>
          </a:xfrm>
          <a:prstGeom prst="rect">
            <a:avLst/>
          </a:prstGeom>
        </p:spPr>
      </p:pic>
      <p:pic>
        <p:nvPicPr>
          <p:cNvPr id="2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6714" y="2057400"/>
            <a:ext cx="505846" cy="10972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7"/>
          </a:solidFill>
          <a:ln w="12700">
            <a:solidFill>
              <a:srgbClr val="E052A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BDB70"/>
          </a:solidFill>
          <a:ln w="12700">
            <a:solidFill>
              <a:srgbClr val="7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685"/>
          </a:solidFill>
          <a:ln w="12700">
            <a:solidFill>
              <a:srgbClr val="4776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خُضُ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1D864"/>
          </a:solidFill>
          <a:ln w="12700">
            <a:solidFill>
              <a:srgbClr val="9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4D147"/>
          </a:solidFill>
          <a:ln w="12700">
            <a:solidFill>
              <a:srgbClr val="9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دُضُ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574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475" y="3744468"/>
            <a:ext cx="1408085" cy="13258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ذُضُ</a:t>
            </a:r>
            <a:endParaRPr lang="ar-SA" sz="8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5043" y="3927348"/>
            <a:ext cx="707517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B2B"/>
          </a:solidFill>
          <a:ln w="12700">
            <a:solidFill>
              <a:srgbClr val="643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A34"/>
          </a:solidFill>
          <a:ln w="12700">
            <a:solidFill>
              <a:srgbClr val="796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رُضُ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9545" y="3790188"/>
            <a:ext cx="1083015" cy="12801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زُضُ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322222" cy="13716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25EED"/>
          </a:solidFill>
          <a:ln w="12700">
            <a:solidFill>
              <a:srgbClr val="6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سُضُ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BE052"/>
          </a:solidFill>
          <a:ln w="12700">
            <a:solidFill>
              <a:srgbClr val="C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5DB"/>
          </a:solidFill>
          <a:ln w="12700">
            <a:solidFill>
              <a:srgbClr val="709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4785"/>
          </a:solidFill>
          <a:ln w="12700">
            <a:solidFill>
              <a:srgbClr val="8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شُضُ</a:t>
            </a:r>
            <a:endParaRPr lang="ar-SA" sz="8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12754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ED8"/>
          </a:solidFill>
          <a:ln w="12700">
            <a:solidFill>
              <a:srgbClr val="64A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6D1"/>
          </a:solidFill>
          <a:ln w="12700">
            <a:solidFill>
              <a:srgbClr val="47B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صُضُ</a:t>
            </a:r>
            <a:endParaRPr lang="ar-SA" sz="8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921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2385" y="3927348"/>
            <a:ext cx="1400175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554179" y="896112"/>
            <a:ext cx="231851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7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554179" y="896112"/>
            <a:ext cx="231851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صَنَعَهُ</a:t>
            </a:r>
            <a:endParaRPr lang="ar-SA" sz="5600" dirty="0"/>
          </a:p>
        </p:txBody>
      </p:sp>
      <p:sp>
        <p:nvSpPr>
          <p:cNvPr id="13" name="C2 W2 pill"/>
          <p:cNvSpPr/>
          <p:nvPr/>
        </p:nvSpPr>
        <p:spPr>
          <a:xfrm>
            <a:off x="2271310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7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271310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596512" y="2834640"/>
            <a:ext cx="395097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596512" y="2834640"/>
            <a:ext cx="395097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صَنَعَهُ عُمَرُ</a:t>
            </a:r>
            <a:endParaRPr lang="ar-SA" sz="57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43100"/>
            <a:ext cx="1076615" cy="1325880"/>
          </a:xfrm>
          <a:prstGeom prst="rect">
            <a:avLst/>
          </a:prstGeom>
        </p:spPr>
      </p:pic>
      <p:pic>
        <p:nvPicPr>
          <p:cNvPr id="1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3791" y="1783080"/>
            <a:ext cx="758769" cy="16459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C"/>
          </a:solidFill>
          <a:ln w="12700">
            <a:solidFill>
              <a:srgbClr val="2B64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9"/>
          </a:solidFill>
          <a:ln w="12700">
            <a:solidFill>
              <a:srgbClr val="34795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11449" y="896112"/>
            <a:ext cx="220397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8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11449" y="896112"/>
            <a:ext cx="220397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حَضَرَ</a:t>
            </a:r>
            <a:endParaRPr lang="ar-SA" sz="5600" dirty="0"/>
          </a:p>
        </p:txBody>
      </p:sp>
      <p:sp>
        <p:nvSpPr>
          <p:cNvPr id="14" name="C2 W2 pill"/>
          <p:cNvSpPr/>
          <p:nvPr/>
        </p:nvSpPr>
        <p:spPr>
          <a:xfrm>
            <a:off x="2328581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83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28581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644060" y="2834640"/>
            <a:ext cx="385588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644060" y="2834640"/>
            <a:ext cx="38558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حَضَرَ عُمَرُ</a:t>
            </a:r>
            <a:endParaRPr lang="ar-SA" sz="57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010595" cy="164592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073" y="1943100"/>
            <a:ext cx="1751487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479858" y="896112"/>
            <a:ext cx="2467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A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479858" y="896112"/>
            <a:ext cx="2467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ضَحِكَ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196990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A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196990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35715" y="2834640"/>
            <a:ext cx="407256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35715" y="2834640"/>
            <a:ext cx="407256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ضَحِكَ عُمَرُ</a:t>
            </a:r>
            <a:endParaRPr lang="ar-SA" sz="57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1185108" cy="105156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1988820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E"/>
          </a:solidFill>
          <a:ln w="12700">
            <a:solidFill>
              <a:srgbClr val="ED5E7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07853" y="896112"/>
            <a:ext cx="19764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C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07853" y="896112"/>
            <a:ext cx="19764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رَضِيَ</a:t>
            </a:r>
            <a:endParaRPr lang="ar-SA" sz="4500" dirty="0"/>
          </a:p>
        </p:txBody>
      </p:sp>
      <p:sp>
        <p:nvSpPr>
          <p:cNvPr id="20" name="C2 W2 pill"/>
          <p:cNvSpPr/>
          <p:nvPr/>
        </p:nvSpPr>
        <p:spPr>
          <a:xfrm>
            <a:off x="2559664" y="896112"/>
            <a:ext cx="172814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C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59664" y="896112"/>
            <a:ext cx="172814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5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94977" y="2834640"/>
            <a:ext cx="335404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94977" y="2834640"/>
            <a:ext cx="335404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رَضِيَ عُمَرُ</a:t>
            </a:r>
            <a:endParaRPr lang="ar-SA" sz="4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031992" cy="16459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7401" y="1783080"/>
            <a:ext cx="1045159" cy="1645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87</Slides>
  <Notes>87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87</vt:i4>
      </vt:variant>
    </vt:vector>
  </HeadingPairs>
  <TitlesOfParts>
    <vt:vector size="9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08-sad-dad</dc:title>
  <dc:subject>PptxGenJS Presentation</dc:subject>
  <dc:creator>PptxGenJS</dc:creator>
  <cp:lastModifiedBy>PptxGenJS</cp:lastModifiedBy>
  <cp:revision>1</cp:revision>
  <dcterms:created xsi:type="dcterms:W3CDTF">2026-10-21T00:09:54Z</dcterms:created>
  <dcterms:modified xsi:type="dcterms:W3CDTF">2026-10-21T00:09:54Z</dcterms:modified>
</cp:coreProperties>
</file>