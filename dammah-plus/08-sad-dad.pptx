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2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2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108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02182" cy="182880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6563" y="3241548"/>
            <a:ext cx="1345997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966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7"/>
          </a:solidFill>
          <a:ln w="12700">
            <a:solidFill>
              <a:srgbClr val="ED5E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صُبُ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05663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A"/>
          </a:solidFill>
          <a:ln w="12700">
            <a:solidFill>
              <a:srgbClr val="52E08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70DB"/>
          </a:solidFill>
          <a:ln w="12700">
            <a:solidFill>
              <a:srgbClr val="D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صُتُ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64D8"/>
          </a:solidFill>
          <a:ln w="12700">
            <a:solidFill>
              <a:srgbClr val="A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صُثُ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518" y="3515868"/>
            <a:ext cx="202704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صُجُ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5281" cy="11430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978" y="3744468"/>
            <a:ext cx="726582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صُحُ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صُخُ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صُدُ</a:t>
            </a:r>
            <a:endParaRPr lang="ar-SA" sz="10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652E0"/>
          </a:solidFill>
          <a:ln w="12700">
            <a:solidFill>
              <a:srgbClr val="6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صُذُ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D64"/>
          </a:solidFill>
          <a:ln w="12700">
            <a:solidFill>
              <a:srgbClr val="D88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147"/>
          </a:solidFill>
          <a:ln w="12700">
            <a:solidFill>
              <a:srgbClr val="D16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صُرُ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048" y="3515868"/>
            <a:ext cx="166951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صُزُ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89279" cy="11430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744" y="3607308"/>
            <a:ext cx="719816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صُسُ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799" y="3515868"/>
            <a:ext cx="1148761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صُشُ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9228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أُصُبُ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بُصُتُ</a:t>
            </a:r>
            <a:endParaRPr lang="ar-SA" sz="7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07085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0"/>
          </a:solidFill>
          <a:ln w="12700">
            <a:solidFill>
              <a:srgbClr val="64D8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D147"/>
          </a:solidFill>
          <a:ln w="12700">
            <a:solidFill>
              <a:srgbClr val="5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تُصُثُ</a:t>
            </a:r>
            <a:endParaRPr lang="ar-SA" sz="6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272" y="3332988"/>
            <a:ext cx="1850288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ثُصُجُ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6307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3424428"/>
            <a:ext cx="730788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جُصُحُ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002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411" y="3332988"/>
            <a:ext cx="1560149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حُصُخُ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391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5EED"/>
          </a:solidFill>
          <a:ln w="12700">
            <a:solidFill>
              <a:srgbClr val="A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خُصُدُ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E052"/>
          </a:solidFill>
          <a:ln w="12700">
            <a:solidFill>
              <a:srgbClr val="8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70DB"/>
          </a:solidFill>
          <a:ln w="12700">
            <a:solidFill>
              <a:srgbClr val="8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دُصُذُ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9084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ذُصُرُ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360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136" y="3332988"/>
            <a:ext cx="1247424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رُصُزُ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86261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612" y="3927348"/>
            <a:ext cx="726948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زُصُسُ</a:t>
            </a:r>
            <a:endParaRPr lang="ar-SA" sz="6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سُصُشُ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55E"/>
          </a:solidFill>
          <a:ln w="12700">
            <a:solidFill>
              <a:srgbClr val="ED8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شُصُأُ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8E0"/>
          </a:solidFill>
          <a:ln w="12700">
            <a:solidFill>
              <a:srgbClr val="52A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B"/>
          </a:solidFill>
          <a:ln w="12700">
            <a:solidFill>
              <a:srgbClr val="DB70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2"/>
          </a:solidFill>
          <a:ln w="12700">
            <a:solidFill>
              <a:srgbClr val="D864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5"/>
          </a:solidFill>
          <a:ln w="12700">
            <a:solidFill>
              <a:srgbClr val="D147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070" y="3515868"/>
            <a:ext cx="154049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10447" cy="10058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270" y="3790188"/>
            <a:ext cx="723290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</a:t>
            </a:r>
            <a:endParaRPr lang="ar-SA" sz="7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283" y="3515868"/>
            <a:ext cx="2490277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6881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1"/>
          </a:solidFill>
          <a:ln w="12700">
            <a:solidFill>
              <a:srgbClr val="5EED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DB70"/>
          </a:solidFill>
          <a:ln w="12700">
            <a:solidFill>
              <a:srgbClr val="9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D864"/>
          </a:solidFill>
          <a:ln w="12700">
            <a:solidFill>
              <a:srgbClr val="A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D147"/>
          </a:solidFill>
          <a:ln w="12700">
            <a:solidFill>
              <a:srgbClr val="B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3515868"/>
            <a:ext cx="135395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ذُصُ</a:t>
            </a:r>
            <a:endParaRPr lang="ar-SA" sz="8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6826" y="3515868"/>
            <a:ext cx="70573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رُصُ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زُصُ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88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FED"/>
          </a:solidFill>
          <a:ln w="12700">
            <a:solidFill>
              <a:srgbClr val="5E7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سُصُ</a:t>
            </a:r>
            <a:endParaRPr lang="ar-SA" sz="8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6636" cy="114300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013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252"/>
          </a:solidFill>
          <a:ln w="12700">
            <a:solidFill>
              <a:srgbClr val="E0D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شُصُ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CD8"/>
          </a:solidFill>
          <a:ln w="12700">
            <a:solidFill>
              <a:srgbClr val="64C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9"/>
          </a:solidFill>
          <a:ln w="12700">
            <a:solidFill>
              <a:srgbClr val="47D1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8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108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63194" cy="182880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099" y="3241548"/>
            <a:ext cx="1629461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ضُأُ</a:t>
            </a:r>
            <a:endParaRPr lang="ar-SA" sz="5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10264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744" y="3607308"/>
            <a:ext cx="719816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ضُبُ</a:t>
            </a:r>
            <a:endParaRPr lang="ar-SA" sz="9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814" y="3515868"/>
            <a:ext cx="1490746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ضُتُ</a:t>
            </a:r>
            <a:endParaRPr lang="ar-SA" sz="9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65464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ضُثُ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E"/>
          </a:solidFill>
          <a:ln w="12700">
            <a:solidFill>
              <a:srgbClr val="52E0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B"/>
          </a:solidFill>
          <a:ln w="12700">
            <a:solidFill>
              <a:srgbClr val="DB70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ضُجُ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3806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864D8"/>
          </a:solidFill>
          <a:ln w="12700">
            <a:solidFill>
              <a:srgbClr val="C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47D1"/>
          </a:solidFill>
          <a:ln w="12700">
            <a:solidFill>
              <a:srgbClr val="A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ضُحُ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ضُخُ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4699" cy="12344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ضُدُ</a:t>
            </a:r>
            <a:endParaRPr lang="ar-SA" sz="9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515868"/>
            <a:ext cx="152339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ضُذُ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401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ED5E"/>
          </a:solidFill>
          <a:ln w="12700">
            <a:solidFill>
              <a:srgbClr val="C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ضُرُ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6636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52E0"/>
          </a:solidFill>
          <a:ln w="12700">
            <a:solidFill>
              <a:srgbClr val="8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ضُزُ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889711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B64"/>
          </a:solidFill>
          <a:ln w="12700">
            <a:solidFill>
              <a:srgbClr val="D8A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447"/>
          </a:solidFill>
          <a:ln w="12700">
            <a:solidFill>
              <a:srgbClr val="D18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ضُسُ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952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ضُشُ</a:t>
            </a:r>
            <a:endParaRPr lang="ar-SA" sz="8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14836" cy="10972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632" y="3790188"/>
            <a:ext cx="70792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ضُصُ</a:t>
            </a:r>
            <a:endParaRPr lang="ar-SA" sz="8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أُضُبُ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7212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بُضُتُ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752"/>
          </a:solidFill>
          <a:ln w="12700">
            <a:solidFill>
              <a:srgbClr val="E06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تُضُثُ</a:t>
            </a:r>
            <a:endParaRPr lang="ar-SA" sz="69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3635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2"/>
          </a:solidFill>
          <a:ln w="12700">
            <a:solidFill>
              <a:srgbClr val="47D1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ثُضُجُ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576" y="3332988"/>
            <a:ext cx="2063984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جُضُحُ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0425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حُضُخُ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290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187" y="3332988"/>
            <a:ext cx="1426373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خُضُدُ</a:t>
            </a:r>
            <a:endParaRPr lang="ar-SA" sz="7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4110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5EED"/>
          </a:solidFill>
          <a:ln w="12700">
            <a:solidFill>
              <a:srgbClr val="C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دُضُذُ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ذُضُرُ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3872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64D8"/>
          </a:solidFill>
          <a:ln w="12700">
            <a:solidFill>
              <a:srgbClr val="7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FD1"/>
          </a:solidFill>
          <a:ln w="12700">
            <a:solidFill>
              <a:srgbClr val="474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رُضُزُ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زُضُسُ</a:t>
            </a:r>
            <a:endParaRPr lang="ar-SA" sz="6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93348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951" y="3790188"/>
            <a:ext cx="715609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سُضُشُ</a:t>
            </a:r>
            <a:endParaRPr lang="ar-SA" sz="5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248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3332988"/>
            <a:ext cx="1838127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شُضُصُ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4883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95E"/>
          </a:solidFill>
          <a:ln w="12700">
            <a:solidFill>
              <a:srgbClr val="EDA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صُضُأُ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3E0"/>
          </a:solidFill>
          <a:ln w="12700">
            <a:solidFill>
              <a:srgbClr val="528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845" y="3515868"/>
            <a:ext cx="137571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2434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6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</a:t>
            </a:r>
            <a:endParaRPr lang="ar-SA" sz="7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114" y="3515868"/>
            <a:ext cx="1282446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927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7492" cy="114300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228" y="2057400"/>
            <a:ext cx="51133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896112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دُضُ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ذُضُ</a:t>
            </a:r>
            <a:endParaRPr lang="ar-SA" sz="8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0288" y="3835908"/>
            <a:ext cx="712272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رُضُ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زُضُ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464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سُضُ</a:t>
            </a:r>
            <a:endParaRPr lang="ar-SA" sz="8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20294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E052"/>
          </a:solidFill>
          <a:ln w="12700">
            <a:solidFill>
              <a:srgbClr val="C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شُضُ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9396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6D1"/>
          </a:solidFill>
          <a:ln w="12700">
            <a:solidFill>
              <a:srgbClr val="47B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صُضُ</a:t>
            </a:r>
            <a:endParaRPr lang="ar-SA" sz="8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554179" y="896112"/>
            <a:ext cx="23185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554179" y="896112"/>
            <a:ext cx="23185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صَنَعَهُ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27131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7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7131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96512" y="2834640"/>
            <a:ext cx="39509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96512" y="2834640"/>
            <a:ext cx="39509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صَنَعَهُ عُمَرُ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47967" cy="16459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312" y="1783080"/>
            <a:ext cx="747248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11449" y="896112"/>
            <a:ext cx="22039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11449" y="896112"/>
            <a:ext cx="22039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28581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8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8581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44060" y="2834640"/>
            <a:ext cx="38558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44060" y="2834640"/>
            <a:ext cx="38558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عُمَرُ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69848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4890" y="3241548"/>
            <a:ext cx="1477670" cy="18288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79858" y="896112"/>
            <a:ext cx="2467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79858" y="896112"/>
            <a:ext cx="2467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9699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9699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35715" y="2834640"/>
            <a:ext cx="4072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35715" y="2834640"/>
            <a:ext cx="4072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عُمَرُ</a:t>
            </a:r>
            <a:endParaRPr lang="ar-SA" sz="5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424428"/>
            <a:ext cx="2338852" cy="16459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241548"/>
            <a:ext cx="2103120" cy="1828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07853" y="896112"/>
            <a:ext cx="1976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C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07853" y="896112"/>
            <a:ext cx="1976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</a:t>
            </a:r>
            <a:endParaRPr lang="ar-SA" sz="4500" dirty="0"/>
          </a:p>
        </p:txBody>
      </p:sp>
      <p:sp>
        <p:nvSpPr>
          <p:cNvPr id="20" name="C2 W2 pill"/>
          <p:cNvSpPr/>
          <p:nvPr/>
        </p:nvSpPr>
        <p:spPr>
          <a:xfrm>
            <a:off x="2559664" y="896112"/>
            <a:ext cx="17281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C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9664" y="896112"/>
            <a:ext cx="17281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5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4977" y="2834640"/>
            <a:ext cx="3354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4977" y="2834640"/>
            <a:ext cx="3354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 عُمَرُ</a:t>
            </a:r>
            <a:endParaRPr lang="ar-SA" sz="4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053389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300" y="1783080"/>
            <a:ext cx="984260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08-sad-dad</dc:title>
  <dc:subject>PptxGenJS Presentation</dc:subject>
  <dc:creator>PptxGenJS</dc:creator>
  <cp:lastModifiedBy>PptxGenJS</cp:lastModifiedBy>
  <cp:revision>1</cp:revision>
  <dcterms:created xsi:type="dcterms:W3CDTF">2026-10-20T23:35:54Z</dcterms:created>
  <dcterms:modified xsi:type="dcterms:W3CDTF">2026-10-20T23:35:54Z</dcterms:modified>
</cp:coreProperties>
</file>