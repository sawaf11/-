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notesMasterIdLst>
    <p:notesMasterId r:id="rId8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7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2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8-1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0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2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7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2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8-1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0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2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7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2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8-1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0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84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2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6-1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6642B"/>
          </a:solidFill>
          <a:ln w="12700">
            <a:solidFill>
              <a:srgbClr val="4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5"/>
          </a:solidFill>
          <a:ln w="12700">
            <a:solidFill>
              <a:srgbClr val="34793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0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10800" dirty="0"/>
          </a:p>
        </p:txBody>
      </p:sp>
      <p:pic>
        <p:nvPicPr>
          <p:cNvPr id="15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2358420" cy="1463040"/>
          </a:xfrm>
          <a:prstGeom prst="rect">
            <a:avLst/>
          </a:prstGeom>
        </p:spPr>
      </p:pic>
      <p:pic>
        <p:nvPicPr>
          <p:cNvPr id="16" name="Image 1" descr="mon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620" y="1828800"/>
            <a:ext cx="1664940" cy="1463040"/>
          </a:xfrm>
          <a:prstGeom prst="rect">
            <a:avLst/>
          </a:prstGeom>
        </p:spPr>
      </p:pic>
      <p:pic>
        <p:nvPicPr>
          <p:cNvPr id="17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صُأُ</a:t>
            </a:r>
            <a:endParaRPr lang="ar-SA" sz="5600" dirty="0"/>
          </a:p>
        </p:txBody>
      </p:sp>
      <p:pic>
        <p:nvPicPr>
          <p:cNvPr id="20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24878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7"/>
          </a:solidFill>
          <a:ln w="12700">
            <a:solidFill>
              <a:srgbClr val="ED5EC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صُبُ</a:t>
            </a:r>
            <a:endParaRPr lang="ar-SA" sz="9500" dirty="0"/>
          </a:p>
        </p:txBody>
      </p:sp>
      <p:pic>
        <p:nvPicPr>
          <p:cNvPr id="28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A"/>
          </a:solidFill>
          <a:ln w="12700">
            <a:solidFill>
              <a:srgbClr val="52E08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070DB"/>
          </a:solidFill>
          <a:ln w="12700">
            <a:solidFill>
              <a:srgbClr val="D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547"/>
          </a:solidFill>
          <a:ln w="12700">
            <a:solidFill>
              <a:srgbClr val="855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صُتُ</a:t>
            </a:r>
            <a:endParaRPr lang="ar-SA" sz="9500" dirty="0"/>
          </a:p>
        </p:txBody>
      </p:sp>
      <p:pic>
        <p:nvPicPr>
          <p:cNvPr id="25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93108"/>
            <a:ext cx="884499" cy="77724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A64D8"/>
          </a:solidFill>
          <a:ln w="12700">
            <a:solidFill>
              <a:srgbClr val="A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347D1"/>
          </a:solidFill>
          <a:ln w="12700">
            <a:solidFill>
              <a:srgbClr val="8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صُثُ</a:t>
            </a:r>
            <a:endParaRPr lang="ar-SA" sz="8600" dirty="0"/>
          </a:p>
        </p:txBody>
      </p:sp>
      <p:pic>
        <p:nvPicPr>
          <p:cNvPr id="20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2832" cy="1417320"/>
          </a:xfrm>
          <a:prstGeom prst="rect">
            <a:avLst/>
          </a:prstGeom>
        </p:spPr>
      </p:pic>
      <p:pic>
        <p:nvPicPr>
          <p:cNvPr id="21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صُجُ</a:t>
            </a:r>
            <a:endParaRPr lang="ar-SA" sz="7400" dirty="0"/>
          </a:p>
        </p:txBody>
      </p:sp>
      <p:pic>
        <p:nvPicPr>
          <p:cNvPr id="21" name="Image 0" descr="chipmu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017" y="4384548"/>
            <a:ext cx="688543" cy="68580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564"/>
          </a:solidFill>
          <a:ln w="12700">
            <a:solidFill>
              <a:srgbClr val="2B5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479"/>
          </a:solidFill>
          <a:ln w="12700">
            <a:solidFill>
              <a:srgbClr val="344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صُحُ</a:t>
            </a:r>
            <a:endParaRPr lang="ar-SA" sz="7400" dirty="0"/>
          </a:p>
        </p:txBody>
      </p:sp>
      <p:pic>
        <p:nvPicPr>
          <p:cNvPr id="22" name="Image 0" descr="flamin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06927" cy="1417320"/>
          </a:xfrm>
          <a:prstGeom prst="rect">
            <a:avLst/>
          </a:prstGeom>
        </p:spPr>
      </p:pic>
      <p:pic>
        <p:nvPicPr>
          <p:cNvPr id="23" name="Image 1" descr="hatching_ch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صُخُ</a:t>
            </a:r>
            <a:endParaRPr lang="ar-SA" sz="74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BED5E"/>
          </a:solidFill>
          <a:ln w="12700">
            <a:solidFill>
              <a:srgbClr val="E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صُدُ</a:t>
            </a:r>
            <a:endParaRPr lang="ar-SA" sz="109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652E0"/>
          </a:solidFill>
          <a:ln w="12700">
            <a:solidFill>
              <a:srgbClr val="6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570"/>
          </a:solidFill>
          <a:ln w="12700">
            <a:solidFill>
              <a:srgbClr val="DBB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8547"/>
          </a:solidFill>
          <a:ln w="12700">
            <a:solidFill>
              <a:srgbClr val="4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صُذُ</a:t>
            </a:r>
            <a:endParaRPr lang="ar-SA" sz="8100" dirty="0"/>
          </a:p>
        </p:txBody>
      </p:sp>
      <p:pic>
        <p:nvPicPr>
          <p:cNvPr id="25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01668"/>
            <a:ext cx="900821" cy="868680"/>
          </a:xfrm>
          <a:prstGeom prst="rect">
            <a:avLst/>
          </a:prstGeom>
        </p:spPr>
      </p:pic>
      <p:pic>
        <p:nvPicPr>
          <p:cNvPr id="26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243" y="4338828"/>
            <a:ext cx="571317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D64"/>
          </a:solidFill>
          <a:ln w="12700">
            <a:solidFill>
              <a:srgbClr val="D88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147"/>
          </a:solidFill>
          <a:ln w="12700">
            <a:solidFill>
              <a:srgbClr val="D16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صُرُ</a:t>
            </a:r>
            <a:endParaRPr lang="ar-SA" sz="90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16375" cy="1417320"/>
          </a:xfrm>
          <a:prstGeom prst="rect">
            <a:avLst/>
          </a:prstGeom>
        </p:spPr>
      </p:pic>
      <p:pic>
        <p:nvPicPr>
          <p:cNvPr id="21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صُزُ</a:t>
            </a:r>
            <a:endParaRPr lang="ar-SA" sz="9000" dirty="0"/>
          </a:p>
        </p:txBody>
      </p:sp>
      <p:pic>
        <p:nvPicPr>
          <p:cNvPr id="21" name="Image 0" descr="hippopotam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384548"/>
            <a:ext cx="1067105" cy="685800"/>
          </a:xfrm>
          <a:prstGeom prst="rect">
            <a:avLst/>
          </a:prstGeom>
        </p:spPr>
      </p:pic>
      <p:pic>
        <p:nvPicPr>
          <p:cNvPr id="22" name="Image 1" descr="lla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395" y="4293108"/>
            <a:ext cx="725165" cy="777240"/>
          </a:xfrm>
          <a:prstGeom prst="rect">
            <a:avLst/>
          </a:prstGeom>
        </p:spPr>
      </p:pic>
      <p:pic>
        <p:nvPicPr>
          <p:cNvPr id="23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3"/>
          </a:solidFill>
          <a:ln w="12700">
            <a:solidFill>
              <a:srgbClr val="642B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5"/>
          </a:solidFill>
          <a:ln w="12700">
            <a:solidFill>
              <a:srgbClr val="79345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صُسُ</a:t>
            </a:r>
            <a:endParaRPr lang="ar-SA" sz="8700" dirty="0"/>
          </a:p>
        </p:txBody>
      </p:sp>
      <p:pic>
        <p:nvPicPr>
          <p:cNvPr id="22" name="Image 0" descr="peac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2280" cy="1417320"/>
          </a:xfrm>
          <a:prstGeom prst="rect">
            <a:avLst/>
          </a:prstGeom>
        </p:spPr>
      </p:pic>
      <p:pic>
        <p:nvPicPr>
          <p:cNvPr id="23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صُشُ</a:t>
            </a:r>
            <a:endParaRPr lang="ar-SA" sz="8200" dirty="0"/>
          </a:p>
        </p:txBody>
      </p:sp>
      <p:pic>
        <p:nvPicPr>
          <p:cNvPr id="20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C"/>
          </a:solidFill>
          <a:ln w="12700">
            <a:solidFill>
              <a:srgbClr val="5EEDC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أُصُبُ</a:t>
            </a:r>
            <a:endParaRPr lang="ar-SA" sz="5200" dirty="0"/>
          </a:p>
        </p:txBody>
      </p:sp>
      <p:pic>
        <p:nvPicPr>
          <p:cNvPr id="32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1"/>
          </a:solidFill>
          <a:ln w="12700">
            <a:solidFill>
              <a:srgbClr val="E0526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A"/>
          </a:solidFill>
          <a:ln w="12700">
            <a:solidFill>
              <a:srgbClr val="70DB9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885"/>
          </a:solidFill>
          <a:ln w="12700">
            <a:solidFill>
              <a:srgbClr val="475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بُصُتُ</a:t>
            </a:r>
            <a:endParaRPr lang="ar-SA" sz="7000" dirty="0"/>
          </a:p>
        </p:txBody>
      </p:sp>
      <p:pic>
        <p:nvPicPr>
          <p:cNvPr id="29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0"/>
          </a:solidFill>
          <a:ln w="12700">
            <a:solidFill>
              <a:srgbClr val="64D87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0D147"/>
          </a:solidFill>
          <a:ln w="12700">
            <a:solidFill>
              <a:srgbClr val="5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تُصُثُ</a:t>
            </a:r>
            <a:endParaRPr lang="ar-SA" sz="6900" dirty="0"/>
          </a:p>
        </p:txBody>
      </p:sp>
      <p:pic>
        <p:nvPicPr>
          <p:cNvPr id="24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85885" cy="1508760"/>
          </a:xfrm>
          <a:prstGeom prst="rect">
            <a:avLst/>
          </a:prstGeom>
        </p:spPr>
      </p:pic>
      <p:pic>
        <p:nvPicPr>
          <p:cNvPr id="25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089" y="3332988"/>
            <a:ext cx="1756471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ثُصُجُ</a:t>
            </a:r>
            <a:endParaRPr lang="ar-SA" sz="6600" dirty="0"/>
          </a:p>
        </p:txBody>
      </p:sp>
      <p:pic>
        <p:nvPicPr>
          <p:cNvPr id="25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64508"/>
            <a:ext cx="1083290" cy="100584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72B"/>
          </a:solidFill>
          <a:ln w="12700">
            <a:solidFill>
              <a:srgbClr val="645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7934"/>
          </a:solidFill>
          <a:ln w="12700">
            <a:solidFill>
              <a:srgbClr val="6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جُصُحُ</a:t>
            </a:r>
            <a:endParaRPr lang="ar-SA" sz="6600" dirty="0"/>
          </a:p>
        </p:txBody>
      </p:sp>
      <p:pic>
        <p:nvPicPr>
          <p:cNvPr id="26" name="Image 0" descr="c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94759" cy="1508760"/>
          </a:xfrm>
          <a:prstGeom prst="rect">
            <a:avLst/>
          </a:prstGeom>
        </p:spPr>
      </p:pic>
      <p:pic>
        <p:nvPicPr>
          <p:cNvPr id="27" name="Image 1" descr="cam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918" y="3332988"/>
            <a:ext cx="1801642" cy="1737360"/>
          </a:xfrm>
          <a:prstGeom prst="rect">
            <a:avLst/>
          </a:prstGeom>
        </p:spPr>
      </p:pic>
      <p:pic>
        <p:nvPicPr>
          <p:cNvPr id="28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حُصُخُ</a:t>
            </a:r>
            <a:endParaRPr lang="ar-SA" sz="6600" dirty="0"/>
          </a:p>
        </p:txBody>
      </p:sp>
      <p:pic>
        <p:nvPicPr>
          <p:cNvPr id="24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185885" cy="1508760"/>
          </a:xfrm>
          <a:prstGeom prst="rect">
            <a:avLst/>
          </a:prstGeom>
        </p:spPr>
      </p:pic>
      <p:pic>
        <p:nvPicPr>
          <p:cNvPr id="25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717" y="3332988"/>
            <a:ext cx="1945843" cy="1737360"/>
          </a:xfrm>
          <a:prstGeom prst="rect">
            <a:avLst/>
          </a:prstGeom>
        </p:spPr>
      </p:pic>
      <p:pic>
        <p:nvPicPr>
          <p:cNvPr id="2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95EED"/>
          </a:solidFill>
          <a:ln w="12700">
            <a:solidFill>
              <a:srgbClr val="A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خُصُدُ</a:t>
            </a:r>
            <a:endParaRPr lang="ar-SA" sz="7900" dirty="0"/>
          </a:p>
        </p:txBody>
      </p:sp>
      <p:pic>
        <p:nvPicPr>
          <p:cNvPr id="32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4E052"/>
          </a:solidFill>
          <a:ln w="12700">
            <a:solidFill>
              <a:srgbClr val="8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070DB"/>
          </a:solidFill>
          <a:ln w="12700">
            <a:solidFill>
              <a:srgbClr val="8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7"/>
          </a:solidFill>
          <a:ln w="12700">
            <a:solidFill>
              <a:srgbClr val="8547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دُصُذُ</a:t>
            </a:r>
            <a:endParaRPr lang="ar-SA" sz="7100" dirty="0"/>
          </a:p>
        </p:txBody>
      </p:sp>
      <p:pic>
        <p:nvPicPr>
          <p:cNvPr id="29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25556" cy="960120"/>
          </a:xfrm>
          <a:prstGeom prst="rect">
            <a:avLst/>
          </a:prstGeom>
        </p:spPr>
      </p:pic>
      <p:pic>
        <p:nvPicPr>
          <p:cNvPr id="3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5D8"/>
          </a:solidFill>
          <a:ln w="12700">
            <a:solidFill>
              <a:srgbClr val="647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3D1"/>
          </a:solidFill>
          <a:ln w="12700">
            <a:solidFill>
              <a:srgbClr val="477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ذُصُرُ</a:t>
            </a:r>
            <a:endParaRPr lang="ar-SA" sz="7100" dirty="0"/>
          </a:p>
        </p:txBody>
      </p:sp>
      <p:pic>
        <p:nvPicPr>
          <p:cNvPr id="24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64584" cy="1508760"/>
          </a:xfrm>
          <a:prstGeom prst="rect">
            <a:avLst/>
          </a:prstGeom>
        </p:spPr>
      </p:pic>
      <p:pic>
        <p:nvPicPr>
          <p:cNvPr id="25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190110" y="3332988"/>
            <a:ext cx="1862450" cy="1737360"/>
          </a:xfrm>
          <a:prstGeom prst="rect">
            <a:avLst/>
          </a:prstGeom>
        </p:spPr>
      </p:pic>
      <p:pic>
        <p:nvPicPr>
          <p:cNvPr id="26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رُصُزُ</a:t>
            </a:r>
            <a:endParaRPr lang="ar-SA" sz="8000" dirty="0"/>
          </a:p>
        </p:txBody>
      </p:sp>
      <p:pic>
        <p:nvPicPr>
          <p:cNvPr id="25" name="Image 0" descr="ew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9"/>
          </a:solidFill>
          <a:ln w="12700">
            <a:solidFill>
              <a:srgbClr val="2B644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879"/>
          </a:solidFill>
          <a:ln w="12700">
            <a:solidFill>
              <a:srgbClr val="347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زُصُسُ</a:t>
            </a:r>
            <a:endParaRPr lang="ar-SA" sz="6000" dirty="0"/>
          </a:p>
        </p:txBody>
      </p:sp>
      <p:pic>
        <p:nvPicPr>
          <p:cNvPr id="26" name="Image 0" descr="ho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08760" cy="1508760"/>
          </a:xfrm>
          <a:prstGeom prst="rect">
            <a:avLst/>
          </a:prstGeom>
        </p:spPr>
      </p:pic>
      <p:pic>
        <p:nvPicPr>
          <p:cNvPr id="27" name="Image 1" descr="roo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745" y="3332988"/>
            <a:ext cx="1674815" cy="1737360"/>
          </a:xfrm>
          <a:prstGeom prst="rect">
            <a:avLst/>
          </a:prstGeom>
        </p:spPr>
      </p:pic>
      <p:pic>
        <p:nvPicPr>
          <p:cNvPr id="28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سُصُشُ</a:t>
            </a:r>
            <a:endParaRPr lang="ar-SA" sz="5400" dirty="0"/>
          </a:p>
        </p:txBody>
      </p:sp>
      <p:pic>
        <p:nvPicPr>
          <p:cNvPr id="24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991563" cy="1508760"/>
          </a:xfrm>
          <a:prstGeom prst="rect">
            <a:avLst/>
          </a:prstGeom>
        </p:spPr>
      </p:pic>
      <p:pic>
        <p:nvPicPr>
          <p:cNvPr id="25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280" y="3332988"/>
            <a:ext cx="1645280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55E"/>
          </a:solidFill>
          <a:ln w="12700">
            <a:solidFill>
              <a:srgbClr val="ED8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شُصُأُ</a:t>
            </a:r>
            <a:endParaRPr lang="ar-SA" sz="5000" dirty="0"/>
          </a:p>
        </p:txBody>
      </p:sp>
      <p:pic>
        <p:nvPicPr>
          <p:cNvPr id="32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8E0"/>
          </a:solidFill>
          <a:ln w="12700">
            <a:solidFill>
              <a:srgbClr val="52A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B"/>
          </a:solidFill>
          <a:ln w="12700">
            <a:solidFill>
              <a:srgbClr val="DB707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8547"/>
          </a:solidFill>
          <a:ln w="12700">
            <a:solidFill>
              <a:srgbClr val="7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أُصُ</a:t>
            </a:r>
            <a:endParaRPr lang="ar-SA" sz="5900" dirty="0"/>
          </a:p>
        </p:txBody>
      </p:sp>
      <p:pic>
        <p:nvPicPr>
          <p:cNvPr id="25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2"/>
          </a:solidFill>
          <a:ln w="12700">
            <a:solidFill>
              <a:srgbClr val="D8649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5"/>
          </a:solidFill>
          <a:ln w="12700">
            <a:solidFill>
              <a:srgbClr val="D1479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بُصُ</a:t>
            </a:r>
            <a:endParaRPr lang="ar-SA" sz="9000" dirty="0"/>
          </a:p>
        </p:txBody>
      </p:sp>
      <p:pic>
        <p:nvPicPr>
          <p:cNvPr id="20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45351" cy="1417320"/>
          </a:xfrm>
          <a:prstGeom prst="rect">
            <a:avLst/>
          </a:prstGeom>
        </p:spPr>
      </p:pic>
      <p:pic>
        <p:nvPicPr>
          <p:cNvPr id="21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458" y="3515868"/>
            <a:ext cx="145810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تُصُ</a:t>
            </a:r>
            <a:endParaRPr lang="ar-SA" sz="8700" dirty="0"/>
          </a:p>
        </p:txBody>
      </p:sp>
      <p:pic>
        <p:nvPicPr>
          <p:cNvPr id="21" name="Image 0" descr="parr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790188"/>
            <a:ext cx="1103498" cy="1280160"/>
          </a:xfrm>
          <a:prstGeom prst="rect">
            <a:avLst/>
          </a:prstGeom>
        </p:spPr>
      </p:pic>
      <p:pic>
        <p:nvPicPr>
          <p:cNvPr id="22" name="Image 1" descr="honey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2B64"/>
          </a:solidFill>
          <a:ln w="12700">
            <a:solidFill>
              <a:srgbClr val="3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3479"/>
          </a:solidFill>
          <a:ln w="12700">
            <a:solidFill>
              <a:srgbClr val="6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ثُصُ</a:t>
            </a:r>
            <a:endParaRPr lang="ar-SA" sz="75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2284720" cy="1417320"/>
          </a:xfrm>
          <a:prstGeom prst="rect">
            <a:avLst/>
          </a:prstGeom>
        </p:spPr>
      </p:pic>
      <p:pic>
        <p:nvPicPr>
          <p:cNvPr id="23" name="Image 1" descr="mon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3515868"/>
            <a:ext cx="1768998" cy="1554480"/>
          </a:xfrm>
          <a:prstGeom prst="rect">
            <a:avLst/>
          </a:prstGeom>
        </p:spPr>
      </p:pic>
      <p:pic>
        <p:nvPicPr>
          <p:cNvPr id="24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جُصُ</a:t>
            </a:r>
            <a:endParaRPr lang="ar-SA" sz="9000" dirty="0"/>
          </a:p>
        </p:txBody>
      </p:sp>
      <p:pic>
        <p:nvPicPr>
          <p:cNvPr id="20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24878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1"/>
          </a:solidFill>
          <a:ln w="12700">
            <a:solidFill>
              <a:srgbClr val="5EED6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حُصُ</a:t>
            </a:r>
            <a:endParaRPr lang="ar-SA" sz="9000" dirty="0"/>
          </a:p>
        </p:txBody>
      </p:sp>
      <p:pic>
        <p:nvPicPr>
          <p:cNvPr id="28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C"/>
          </a:solidFill>
          <a:ln w="12700">
            <a:solidFill>
              <a:srgbClr val="E052C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6DB70"/>
          </a:solidFill>
          <a:ln w="12700">
            <a:solidFill>
              <a:srgbClr val="9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3"/>
          </a:solidFill>
          <a:ln w="12700">
            <a:solidFill>
              <a:srgbClr val="4785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خُصُ</a:t>
            </a:r>
            <a:endParaRPr lang="ar-SA" sz="9000" dirty="0"/>
          </a:p>
        </p:txBody>
      </p:sp>
      <p:pic>
        <p:nvPicPr>
          <p:cNvPr id="25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93108"/>
            <a:ext cx="884499" cy="77724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FD864"/>
          </a:solidFill>
          <a:ln w="12700">
            <a:solidFill>
              <a:srgbClr val="A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7D147"/>
          </a:solidFill>
          <a:ln w="12700">
            <a:solidFill>
              <a:srgbClr val="B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دُصُ</a:t>
            </a:r>
            <a:endParaRPr lang="ar-SA" sz="9000" dirty="0"/>
          </a:p>
        </p:txBody>
      </p:sp>
      <p:pic>
        <p:nvPicPr>
          <p:cNvPr id="20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2832" cy="1417320"/>
          </a:xfrm>
          <a:prstGeom prst="rect">
            <a:avLst/>
          </a:prstGeom>
        </p:spPr>
      </p:pic>
      <p:pic>
        <p:nvPicPr>
          <p:cNvPr id="21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ذُصُ</a:t>
            </a:r>
            <a:endParaRPr lang="ar-SA" sz="8100" dirty="0"/>
          </a:p>
        </p:txBody>
      </p:sp>
      <p:pic>
        <p:nvPicPr>
          <p:cNvPr id="21" name="Image 0" descr="chipmu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017" y="4384548"/>
            <a:ext cx="688543" cy="68580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C2B"/>
          </a:solidFill>
          <a:ln w="12700">
            <a:solidFill>
              <a:srgbClr val="642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834"/>
          </a:solidFill>
          <a:ln w="12700">
            <a:solidFill>
              <a:srgbClr val="795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رُصُ</a:t>
            </a:r>
            <a:endParaRPr lang="ar-SA" sz="9000" dirty="0"/>
          </a:p>
        </p:txBody>
      </p:sp>
      <p:pic>
        <p:nvPicPr>
          <p:cNvPr id="22" name="Image 0" descr="flamin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06927" cy="1417320"/>
          </a:xfrm>
          <a:prstGeom prst="rect">
            <a:avLst/>
          </a:prstGeom>
        </p:spPr>
      </p:pic>
      <p:pic>
        <p:nvPicPr>
          <p:cNvPr id="23" name="Image 1" descr="hatching_ch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زُصُ</a:t>
            </a:r>
            <a:endParaRPr lang="ar-SA" sz="90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FED"/>
          </a:solidFill>
          <a:ln w="12700">
            <a:solidFill>
              <a:srgbClr val="5E7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سُصُ</a:t>
            </a:r>
            <a:endParaRPr lang="ar-SA" sz="88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252"/>
          </a:solidFill>
          <a:ln w="12700">
            <a:solidFill>
              <a:srgbClr val="E0D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1DB"/>
          </a:solidFill>
          <a:ln w="12700">
            <a:solidFill>
              <a:srgbClr val="70B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4785"/>
          </a:solidFill>
          <a:ln w="12700">
            <a:solidFill>
              <a:srgbClr val="7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شُصُ</a:t>
            </a:r>
            <a:endParaRPr lang="ar-SA" sz="8200" dirty="0"/>
          </a:p>
        </p:txBody>
      </p:sp>
      <p:pic>
        <p:nvPicPr>
          <p:cNvPr id="25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01668"/>
            <a:ext cx="900821" cy="868680"/>
          </a:xfrm>
          <a:prstGeom prst="rect">
            <a:avLst/>
          </a:prstGeom>
        </p:spPr>
      </p:pic>
      <p:pic>
        <p:nvPicPr>
          <p:cNvPr id="26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243" y="4338828"/>
            <a:ext cx="571317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CD8"/>
          </a:solidFill>
          <a:ln w="12700">
            <a:solidFill>
              <a:srgbClr val="64C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9"/>
          </a:solidFill>
          <a:ln w="12700">
            <a:solidFill>
              <a:srgbClr val="47D1C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08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10800" dirty="0"/>
          </a:p>
        </p:txBody>
      </p:sp>
      <p:pic>
        <p:nvPicPr>
          <p:cNvPr id="13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771741" cy="1463040"/>
          </a:xfrm>
          <a:prstGeom prst="rect">
            <a:avLst/>
          </a:prstGeom>
        </p:spPr>
      </p:pic>
      <p:pic>
        <p:nvPicPr>
          <p:cNvPr id="14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589520" y="1828800"/>
            <a:ext cx="1463040" cy="1463040"/>
          </a:xfrm>
          <a:prstGeom prst="rect">
            <a:avLst/>
          </a:prstGeom>
        </p:spPr>
      </p:pic>
      <p:pic>
        <p:nvPicPr>
          <p:cNvPr id="15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ضُأُ</a:t>
            </a:r>
            <a:endParaRPr lang="ar-SA" sz="5600" dirty="0"/>
          </a:p>
        </p:txBody>
      </p:sp>
      <p:pic>
        <p:nvPicPr>
          <p:cNvPr id="21" name="Image 0" descr="hippopotam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384548"/>
            <a:ext cx="1067105" cy="685800"/>
          </a:xfrm>
          <a:prstGeom prst="rect">
            <a:avLst/>
          </a:prstGeom>
        </p:spPr>
      </p:pic>
      <p:pic>
        <p:nvPicPr>
          <p:cNvPr id="22" name="Image 1" descr="lla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395" y="4293108"/>
            <a:ext cx="725165" cy="777240"/>
          </a:xfrm>
          <a:prstGeom prst="rect">
            <a:avLst/>
          </a:prstGeom>
        </p:spPr>
      </p:pic>
      <p:pic>
        <p:nvPicPr>
          <p:cNvPr id="23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642B"/>
          </a:solidFill>
          <a:ln w="12700">
            <a:solidFill>
              <a:srgbClr val="3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7"/>
          </a:solidFill>
          <a:ln w="12700">
            <a:solidFill>
              <a:srgbClr val="34794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ضُبُ</a:t>
            </a:r>
            <a:endParaRPr lang="ar-SA" sz="9100" dirty="0"/>
          </a:p>
        </p:txBody>
      </p:sp>
      <p:pic>
        <p:nvPicPr>
          <p:cNvPr id="22" name="Image 0" descr="peac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2280" cy="1417320"/>
          </a:xfrm>
          <a:prstGeom prst="rect">
            <a:avLst/>
          </a:prstGeom>
        </p:spPr>
      </p:pic>
      <p:pic>
        <p:nvPicPr>
          <p:cNvPr id="23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ضُتُ</a:t>
            </a:r>
            <a:endParaRPr lang="ar-SA" sz="9100" dirty="0"/>
          </a:p>
        </p:txBody>
      </p:sp>
      <p:pic>
        <p:nvPicPr>
          <p:cNvPr id="20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3"/>
          </a:solidFill>
          <a:ln w="12700">
            <a:solidFill>
              <a:srgbClr val="ED5EA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ضُثُ</a:t>
            </a:r>
            <a:endParaRPr lang="ar-SA" sz="86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E"/>
          </a:solidFill>
          <a:ln w="12700">
            <a:solidFill>
              <a:srgbClr val="52E0A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B"/>
          </a:solidFill>
          <a:ln w="12700">
            <a:solidFill>
              <a:srgbClr val="DB70C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547"/>
          </a:solidFill>
          <a:ln w="12700">
            <a:solidFill>
              <a:srgbClr val="856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ضُجُ</a:t>
            </a:r>
            <a:endParaRPr lang="ar-SA" sz="7400" dirty="0"/>
          </a:p>
        </p:txBody>
      </p:sp>
      <p:pic>
        <p:nvPicPr>
          <p:cNvPr id="25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864D8"/>
          </a:solidFill>
          <a:ln w="12700">
            <a:solidFill>
              <a:srgbClr val="C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647D1"/>
          </a:solidFill>
          <a:ln w="12700">
            <a:solidFill>
              <a:srgbClr val="A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ضُحُ</a:t>
            </a:r>
            <a:endParaRPr lang="ar-SA" sz="7400" dirty="0"/>
          </a:p>
        </p:txBody>
      </p:sp>
      <p:pic>
        <p:nvPicPr>
          <p:cNvPr id="20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ضُخُ</a:t>
            </a:r>
            <a:endParaRPr lang="ar-SA" sz="7400" dirty="0"/>
          </a:p>
        </p:txBody>
      </p:sp>
      <p:pic>
        <p:nvPicPr>
          <p:cNvPr id="21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64508"/>
            <a:ext cx="1083290" cy="100584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664"/>
          </a:solidFill>
          <a:ln w="12700">
            <a:solidFill>
              <a:srgbClr val="2B4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3479"/>
          </a:solidFill>
          <a:ln w="12700">
            <a:solidFill>
              <a:srgbClr val="3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ضُدُ</a:t>
            </a:r>
            <a:endParaRPr lang="ar-SA" sz="9100" dirty="0"/>
          </a:p>
        </p:txBody>
      </p:sp>
      <p:pic>
        <p:nvPicPr>
          <p:cNvPr id="22" name="Image 0" descr="c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98107" cy="1417320"/>
          </a:xfrm>
          <a:prstGeom prst="rect">
            <a:avLst/>
          </a:prstGeom>
        </p:spPr>
      </p:pic>
      <p:pic>
        <p:nvPicPr>
          <p:cNvPr id="23" name="Image 1" descr="cam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4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ضُذُ</a:t>
            </a:r>
            <a:endParaRPr lang="ar-SA" sz="8100" dirty="0"/>
          </a:p>
        </p:txBody>
      </p:sp>
      <p:pic>
        <p:nvPicPr>
          <p:cNvPr id="20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6ED5E"/>
          </a:solidFill>
          <a:ln w="12700">
            <a:solidFill>
              <a:srgbClr val="C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ضُرُ</a:t>
            </a:r>
            <a:endParaRPr lang="ar-SA" sz="90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B52E0"/>
          </a:solidFill>
          <a:ln w="12700">
            <a:solidFill>
              <a:srgbClr val="8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070"/>
          </a:solidFill>
          <a:ln w="12700">
            <a:solidFill>
              <a:srgbClr val="DBD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6"/>
          </a:solidFill>
          <a:ln w="12700">
            <a:solidFill>
              <a:srgbClr val="4785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ضُزُ</a:t>
            </a:r>
            <a:endParaRPr lang="ar-SA" sz="9000" dirty="0"/>
          </a:p>
        </p:txBody>
      </p:sp>
      <p:pic>
        <p:nvPicPr>
          <p:cNvPr id="25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25556" cy="9601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B64"/>
          </a:solidFill>
          <a:ln w="12700">
            <a:solidFill>
              <a:srgbClr val="D8A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447"/>
          </a:solidFill>
          <a:ln w="12700">
            <a:solidFill>
              <a:srgbClr val="D18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ضُسُ</a:t>
            </a:r>
            <a:endParaRPr lang="ar-SA" sz="87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69761" cy="1417320"/>
          </a:xfrm>
          <a:prstGeom prst="rect">
            <a:avLst/>
          </a:prstGeom>
        </p:spPr>
      </p:pic>
      <p:pic>
        <p:nvPicPr>
          <p:cNvPr id="21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86157" y="3515868"/>
            <a:ext cx="166640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ضُشُ</a:t>
            </a:r>
            <a:endParaRPr lang="ar-SA" sz="8200" dirty="0"/>
          </a:p>
        </p:txBody>
      </p:sp>
      <p:pic>
        <p:nvPicPr>
          <p:cNvPr id="21" name="Image 0" descr="ew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4"/>
          </a:solidFill>
          <a:ln w="12700">
            <a:solidFill>
              <a:srgbClr val="642B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4"/>
          </a:solidFill>
          <a:ln w="12700">
            <a:solidFill>
              <a:srgbClr val="7934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ضُصُ</a:t>
            </a:r>
            <a:endParaRPr lang="ar-SA" sz="8300" dirty="0"/>
          </a:p>
        </p:txBody>
      </p:sp>
      <p:pic>
        <p:nvPicPr>
          <p:cNvPr id="22" name="Image 0" descr="ho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3" name="Image 1" descr="roo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041" y="3515868"/>
            <a:ext cx="1498519" cy="1554480"/>
          </a:xfrm>
          <a:prstGeom prst="rect">
            <a:avLst/>
          </a:prstGeom>
        </p:spPr>
      </p:pic>
      <p:pic>
        <p:nvPicPr>
          <p:cNvPr id="24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أُضُبُ</a:t>
            </a:r>
            <a:endParaRPr lang="ar-SA" sz="5200" dirty="0"/>
          </a:p>
        </p:txBody>
      </p:sp>
      <p:pic>
        <p:nvPicPr>
          <p:cNvPr id="24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991563" cy="1508760"/>
          </a:xfrm>
          <a:prstGeom prst="rect">
            <a:avLst/>
          </a:prstGeom>
        </p:spPr>
      </p:pic>
      <p:pic>
        <p:nvPicPr>
          <p:cNvPr id="25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280" y="3332988"/>
            <a:ext cx="1645280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AED"/>
          </a:solidFill>
          <a:ln w="12700">
            <a:solidFill>
              <a:srgbClr val="5EE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بُضُتُ</a:t>
            </a:r>
            <a:endParaRPr lang="ar-SA" sz="7000" dirty="0"/>
          </a:p>
        </p:txBody>
      </p:sp>
      <p:pic>
        <p:nvPicPr>
          <p:cNvPr id="32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752"/>
          </a:solidFill>
          <a:ln w="12700">
            <a:solidFill>
              <a:srgbClr val="E06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6"/>
          </a:solidFill>
          <a:ln w="12700">
            <a:solidFill>
              <a:srgbClr val="70DBB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885"/>
          </a:solidFill>
          <a:ln w="12700">
            <a:solidFill>
              <a:srgbClr val="474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تُضُثُ</a:t>
            </a:r>
            <a:endParaRPr lang="ar-SA" sz="6900" dirty="0"/>
          </a:p>
        </p:txBody>
      </p:sp>
      <p:pic>
        <p:nvPicPr>
          <p:cNvPr id="29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E"/>
          </a:solidFill>
          <a:ln w="12700">
            <a:solidFill>
              <a:srgbClr val="64D88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2"/>
          </a:solidFill>
          <a:ln w="12700">
            <a:solidFill>
              <a:srgbClr val="47D16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ثُضُجُ</a:t>
            </a:r>
            <a:endParaRPr lang="ar-SA" sz="6600" dirty="0"/>
          </a:p>
        </p:txBody>
      </p:sp>
      <p:pic>
        <p:nvPicPr>
          <p:cNvPr id="24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964406" cy="1508760"/>
          </a:xfrm>
          <a:prstGeom prst="rect">
            <a:avLst/>
          </a:prstGeom>
        </p:spPr>
      </p:pic>
      <p:pic>
        <p:nvPicPr>
          <p:cNvPr id="25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916" y="3332988"/>
            <a:ext cx="1629644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جُضُحُ</a:t>
            </a:r>
            <a:endParaRPr lang="ar-SA" sz="6600" dirty="0"/>
          </a:p>
        </p:txBody>
      </p:sp>
      <p:pic>
        <p:nvPicPr>
          <p:cNvPr id="25" name="Image 0" descr="parr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790188"/>
            <a:ext cx="1103498" cy="1280160"/>
          </a:xfrm>
          <a:prstGeom prst="rect">
            <a:avLst/>
          </a:prstGeom>
        </p:spPr>
      </p:pic>
      <p:pic>
        <p:nvPicPr>
          <p:cNvPr id="26" name="Image 1" descr="honey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642B"/>
          </a:solidFill>
          <a:ln w="12700">
            <a:solidFill>
              <a:srgbClr val="6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7934"/>
          </a:solidFill>
          <a:ln w="12700">
            <a:solidFill>
              <a:srgbClr val="5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حُضُخُ</a:t>
            </a:r>
            <a:endParaRPr lang="ar-SA" sz="6600" dirty="0"/>
          </a:p>
        </p:txBody>
      </p:sp>
      <p:pic>
        <p:nvPicPr>
          <p:cNvPr id="26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2432121" cy="1508760"/>
          </a:xfrm>
          <a:prstGeom prst="rect">
            <a:avLst/>
          </a:prstGeom>
        </p:spPr>
      </p:pic>
      <p:pic>
        <p:nvPicPr>
          <p:cNvPr id="27" name="Image 1" descr="mon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444" y="3332988"/>
            <a:ext cx="1977116" cy="1737360"/>
          </a:xfrm>
          <a:prstGeom prst="rect">
            <a:avLst/>
          </a:prstGeom>
        </p:spPr>
      </p:pic>
      <p:pic>
        <p:nvPicPr>
          <p:cNvPr id="28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خُضُدُ</a:t>
            </a:r>
            <a:endParaRPr lang="ar-SA" sz="7900" dirty="0"/>
          </a:p>
        </p:txBody>
      </p:sp>
      <p:pic>
        <p:nvPicPr>
          <p:cNvPr id="24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36161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D5EED"/>
          </a:solidFill>
          <a:ln w="12700">
            <a:solidFill>
              <a:srgbClr val="C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دُضُذُ</a:t>
            </a:r>
            <a:endParaRPr lang="ar-SA" sz="7100" dirty="0"/>
          </a:p>
        </p:txBody>
      </p:sp>
      <p:pic>
        <p:nvPicPr>
          <p:cNvPr id="32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0E052"/>
          </a:solidFill>
          <a:ln w="12700">
            <a:solidFill>
              <a:srgbClr val="6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B70DB"/>
          </a:solidFill>
          <a:ln w="12700">
            <a:solidFill>
              <a:srgbClr val="9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8"/>
          </a:solidFill>
          <a:ln w="12700">
            <a:solidFill>
              <a:srgbClr val="8547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ذُضُرُ</a:t>
            </a:r>
            <a:endParaRPr lang="ar-SA" sz="7100" dirty="0"/>
          </a:p>
        </p:txBody>
      </p:sp>
      <p:pic>
        <p:nvPicPr>
          <p:cNvPr id="29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93108"/>
            <a:ext cx="884499" cy="777240"/>
          </a:xfrm>
          <a:prstGeom prst="rect">
            <a:avLst/>
          </a:prstGeom>
        </p:spPr>
      </p:pic>
      <p:pic>
        <p:nvPicPr>
          <p:cNvPr id="30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164D8"/>
          </a:solidFill>
          <a:ln w="12700">
            <a:solidFill>
              <a:srgbClr val="7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FD1"/>
          </a:solidFill>
          <a:ln w="12700">
            <a:solidFill>
              <a:srgbClr val="474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رُضُزُ</a:t>
            </a:r>
            <a:endParaRPr lang="ar-SA" sz="8000" dirty="0"/>
          </a:p>
        </p:txBody>
      </p:sp>
      <p:pic>
        <p:nvPicPr>
          <p:cNvPr id="24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35918" cy="1508760"/>
          </a:xfrm>
          <a:prstGeom prst="rect">
            <a:avLst/>
          </a:prstGeom>
        </p:spPr>
      </p:pic>
      <p:pic>
        <p:nvPicPr>
          <p:cNvPr id="25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زُضُسُ</a:t>
            </a:r>
            <a:endParaRPr lang="ar-SA" sz="6000" dirty="0"/>
          </a:p>
        </p:txBody>
      </p:sp>
      <p:pic>
        <p:nvPicPr>
          <p:cNvPr id="25" name="Image 0" descr="chipmu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017" y="4384548"/>
            <a:ext cx="688543" cy="685800"/>
          </a:xfrm>
          <a:prstGeom prst="rect">
            <a:avLst/>
          </a:prstGeom>
        </p:spPr>
      </p:pic>
      <p:pic>
        <p:nvPicPr>
          <p:cNvPr id="27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7"/>
          </a:solidFill>
          <a:ln w="12700">
            <a:solidFill>
              <a:srgbClr val="2B64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679"/>
          </a:solidFill>
          <a:ln w="12700">
            <a:solidFill>
              <a:srgbClr val="346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8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سُضُشُ</a:t>
            </a:r>
            <a:endParaRPr lang="ar-SA" sz="5400" dirty="0"/>
          </a:p>
        </p:txBody>
      </p:sp>
      <p:pic>
        <p:nvPicPr>
          <p:cNvPr id="26" name="Image 0" descr="flamin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178342" cy="1508760"/>
          </a:xfrm>
          <a:prstGeom prst="rect">
            <a:avLst/>
          </a:prstGeom>
        </p:spPr>
      </p:pic>
      <p:pic>
        <p:nvPicPr>
          <p:cNvPr id="27" name="Image 1" descr="hatching_ch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8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شُضُصُ</a:t>
            </a:r>
            <a:endParaRPr lang="ar-SA" sz="5200" dirty="0"/>
          </a:p>
        </p:txBody>
      </p:sp>
      <p:pic>
        <p:nvPicPr>
          <p:cNvPr id="24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25356" cy="1508760"/>
          </a:xfrm>
          <a:prstGeom prst="rect">
            <a:avLst/>
          </a:prstGeom>
        </p:spPr>
      </p:pic>
      <p:pic>
        <p:nvPicPr>
          <p:cNvPr id="25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604" y="3332988"/>
            <a:ext cx="1792956" cy="1737360"/>
          </a:xfrm>
          <a:prstGeom prst="rect">
            <a:avLst/>
          </a:prstGeom>
        </p:spPr>
      </p:pic>
      <p:pic>
        <p:nvPicPr>
          <p:cNvPr id="26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95E"/>
          </a:solidFill>
          <a:ln w="12700">
            <a:solidFill>
              <a:srgbClr val="EDA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صُضُأُ</a:t>
            </a:r>
            <a:endParaRPr lang="ar-SA" sz="5000" dirty="0"/>
          </a:p>
        </p:txBody>
      </p:sp>
      <p:pic>
        <p:nvPicPr>
          <p:cNvPr id="32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3E0"/>
          </a:solidFill>
          <a:ln w="12700">
            <a:solidFill>
              <a:srgbClr val="528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070"/>
          </a:solidFill>
          <a:ln w="12700">
            <a:solidFill>
              <a:srgbClr val="DB8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8547"/>
          </a:solidFill>
          <a:ln w="12700">
            <a:solidFill>
              <a:srgbClr val="6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أُضُ</a:t>
            </a:r>
            <a:endParaRPr lang="ar-SA" sz="5900" dirty="0"/>
          </a:p>
        </p:txBody>
      </p:sp>
      <p:pic>
        <p:nvPicPr>
          <p:cNvPr id="25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01668"/>
            <a:ext cx="900821" cy="868680"/>
          </a:xfrm>
          <a:prstGeom prst="rect">
            <a:avLst/>
          </a:prstGeom>
        </p:spPr>
      </p:pic>
      <p:pic>
        <p:nvPicPr>
          <p:cNvPr id="26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243" y="4338828"/>
            <a:ext cx="571317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4"/>
          </a:solidFill>
          <a:ln w="12700">
            <a:solidFill>
              <a:srgbClr val="D8647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2"/>
          </a:solidFill>
          <a:ln w="12700">
            <a:solidFill>
              <a:srgbClr val="D1477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بُضُ</a:t>
            </a:r>
            <a:endParaRPr lang="ar-SA" sz="90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16375" cy="1417320"/>
          </a:xfrm>
          <a:prstGeom prst="rect">
            <a:avLst/>
          </a:prstGeom>
        </p:spPr>
      </p:pic>
      <p:pic>
        <p:nvPicPr>
          <p:cNvPr id="21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تُضُ</a:t>
            </a:r>
            <a:endParaRPr lang="ar-SA" sz="8700" dirty="0"/>
          </a:p>
        </p:txBody>
      </p:sp>
      <p:pic>
        <p:nvPicPr>
          <p:cNvPr id="21" name="Image 0" descr="hippopotam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384548"/>
            <a:ext cx="1067105" cy="685800"/>
          </a:xfrm>
          <a:prstGeom prst="rect">
            <a:avLst/>
          </a:prstGeom>
        </p:spPr>
      </p:pic>
      <p:pic>
        <p:nvPicPr>
          <p:cNvPr id="22" name="Image 1" descr="lla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395" y="4293108"/>
            <a:ext cx="725165" cy="777240"/>
          </a:xfrm>
          <a:prstGeom prst="rect">
            <a:avLst/>
          </a:prstGeom>
        </p:spPr>
      </p:pic>
      <p:pic>
        <p:nvPicPr>
          <p:cNvPr id="23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2B64"/>
          </a:solidFill>
          <a:ln w="12700">
            <a:solidFill>
              <a:srgbClr val="4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8"/>
          </a:solidFill>
          <a:ln w="12700">
            <a:solidFill>
              <a:srgbClr val="7934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ثُضُ</a:t>
            </a:r>
            <a:endParaRPr lang="ar-SA" sz="7500" dirty="0"/>
          </a:p>
        </p:txBody>
      </p:sp>
      <p:pic>
        <p:nvPicPr>
          <p:cNvPr id="22" name="Image 0" descr="peac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2280" cy="1417320"/>
          </a:xfrm>
          <a:prstGeom prst="rect">
            <a:avLst/>
          </a:prstGeom>
        </p:spPr>
      </p:pic>
      <p:pic>
        <p:nvPicPr>
          <p:cNvPr id="23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جُضُ</a:t>
            </a:r>
            <a:endParaRPr lang="ar-SA" sz="9000" dirty="0"/>
          </a:p>
        </p:txBody>
      </p:sp>
      <p:pic>
        <p:nvPicPr>
          <p:cNvPr id="20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6"/>
          </a:solidFill>
          <a:ln w="12700">
            <a:solidFill>
              <a:srgbClr val="5EED8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حُضُ</a:t>
            </a:r>
            <a:endParaRPr lang="ar-SA" sz="90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7"/>
          </a:solidFill>
          <a:ln w="12700">
            <a:solidFill>
              <a:srgbClr val="E052A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BDB70"/>
          </a:solidFill>
          <a:ln w="12700">
            <a:solidFill>
              <a:srgbClr val="7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685"/>
          </a:solidFill>
          <a:ln w="12700">
            <a:solidFill>
              <a:srgbClr val="477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خُضُ</a:t>
            </a:r>
            <a:endParaRPr lang="ar-SA" sz="9000" dirty="0"/>
          </a:p>
        </p:txBody>
      </p:sp>
      <p:pic>
        <p:nvPicPr>
          <p:cNvPr id="25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1D864"/>
          </a:solidFill>
          <a:ln w="12700">
            <a:solidFill>
              <a:srgbClr val="9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4D147"/>
          </a:solidFill>
          <a:ln w="12700">
            <a:solidFill>
              <a:srgbClr val="9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دُضُ</a:t>
            </a:r>
            <a:endParaRPr lang="ar-SA" sz="9000" dirty="0"/>
          </a:p>
        </p:txBody>
      </p:sp>
      <p:pic>
        <p:nvPicPr>
          <p:cNvPr id="20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ذُضُ</a:t>
            </a:r>
            <a:endParaRPr lang="ar-SA" sz="8100" dirty="0"/>
          </a:p>
        </p:txBody>
      </p:sp>
      <p:pic>
        <p:nvPicPr>
          <p:cNvPr id="21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64508"/>
            <a:ext cx="1083290" cy="100584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B2B"/>
          </a:solidFill>
          <a:ln w="12700">
            <a:solidFill>
              <a:srgbClr val="643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A34"/>
          </a:solidFill>
          <a:ln w="12700">
            <a:solidFill>
              <a:srgbClr val="796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رُضُ</a:t>
            </a:r>
            <a:endParaRPr lang="ar-SA" sz="9000" dirty="0"/>
          </a:p>
        </p:txBody>
      </p:sp>
      <p:pic>
        <p:nvPicPr>
          <p:cNvPr id="22" name="Image 0" descr="c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98107" cy="1417320"/>
          </a:xfrm>
          <a:prstGeom prst="rect">
            <a:avLst/>
          </a:prstGeom>
        </p:spPr>
      </p:pic>
      <p:pic>
        <p:nvPicPr>
          <p:cNvPr id="23" name="Image 1" descr="cam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4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زُضُ</a:t>
            </a:r>
            <a:endParaRPr lang="ar-SA" sz="9000" dirty="0"/>
          </a:p>
        </p:txBody>
      </p:sp>
      <p:pic>
        <p:nvPicPr>
          <p:cNvPr id="20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25EED"/>
          </a:solidFill>
          <a:ln w="12700">
            <a:solidFill>
              <a:srgbClr val="6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سُضُ</a:t>
            </a:r>
            <a:endParaRPr lang="ar-SA" sz="88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BE052"/>
          </a:solidFill>
          <a:ln w="12700">
            <a:solidFill>
              <a:srgbClr val="C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5DB"/>
          </a:solidFill>
          <a:ln w="12700">
            <a:solidFill>
              <a:srgbClr val="709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4785"/>
          </a:solidFill>
          <a:ln w="12700">
            <a:solidFill>
              <a:srgbClr val="8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شُضُ</a:t>
            </a:r>
            <a:endParaRPr lang="ar-SA" sz="8200" dirty="0"/>
          </a:p>
        </p:txBody>
      </p:sp>
      <p:pic>
        <p:nvPicPr>
          <p:cNvPr id="25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25556" cy="9601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ED8"/>
          </a:solidFill>
          <a:ln w="12700">
            <a:solidFill>
              <a:srgbClr val="64A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6D1"/>
          </a:solidFill>
          <a:ln w="12700">
            <a:solidFill>
              <a:srgbClr val="47B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صُضُ</a:t>
            </a:r>
            <a:endParaRPr lang="ar-SA" sz="83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69761" cy="1417320"/>
          </a:xfrm>
          <a:prstGeom prst="rect">
            <a:avLst/>
          </a:prstGeom>
        </p:spPr>
      </p:pic>
      <p:pic>
        <p:nvPicPr>
          <p:cNvPr id="21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86157" y="3515868"/>
            <a:ext cx="166640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554179" y="896112"/>
            <a:ext cx="231851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7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554179" y="896112"/>
            <a:ext cx="231851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صَنَعَهُ</a:t>
            </a:r>
            <a:endParaRPr lang="ar-SA" sz="5600" dirty="0"/>
          </a:p>
        </p:txBody>
      </p:sp>
      <p:sp>
        <p:nvSpPr>
          <p:cNvPr id="13" name="C2 W2 pill"/>
          <p:cNvSpPr/>
          <p:nvPr/>
        </p:nvSpPr>
        <p:spPr>
          <a:xfrm>
            <a:off x="2271310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7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271310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596512" y="2834640"/>
            <a:ext cx="395097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596512" y="2834640"/>
            <a:ext cx="395097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صَنَعَهُ عُمَرُ</a:t>
            </a:r>
            <a:endParaRPr lang="ar-SA" sz="5700" dirty="0"/>
          </a:p>
        </p:txBody>
      </p:sp>
      <p:pic>
        <p:nvPicPr>
          <p:cNvPr id="18" name="Image 0" descr="ew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463040" cy="1463040"/>
          </a:xfrm>
          <a:prstGeom prst="rect">
            <a:avLst/>
          </a:prstGeom>
        </p:spPr>
      </p:pic>
      <p:pic>
        <p:nvPicPr>
          <p:cNvPr id="19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955" y="1828800"/>
            <a:ext cx="1638605" cy="1463040"/>
          </a:xfrm>
          <a:prstGeom prst="rect">
            <a:avLst/>
          </a:prstGeom>
        </p:spPr>
      </p:pic>
      <p:pic>
        <p:nvPicPr>
          <p:cNvPr id="20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C"/>
          </a:solidFill>
          <a:ln w="12700">
            <a:solidFill>
              <a:srgbClr val="2B64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9"/>
          </a:solidFill>
          <a:ln w="12700">
            <a:solidFill>
              <a:srgbClr val="34795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11449" y="896112"/>
            <a:ext cx="220397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8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11449" y="896112"/>
            <a:ext cx="220397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328581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8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28581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44060" y="2834640"/>
            <a:ext cx="38558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44060" y="2834640"/>
            <a:ext cx="38558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 عُمَرُ</a:t>
            </a:r>
            <a:endParaRPr lang="ar-SA" sz="5700" dirty="0"/>
          </a:p>
        </p:txBody>
      </p:sp>
      <p:pic>
        <p:nvPicPr>
          <p:cNvPr id="19" name="Image 0" descr="ho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463040" cy="1463040"/>
          </a:xfrm>
          <a:prstGeom prst="rect">
            <a:avLst/>
          </a:prstGeom>
        </p:spPr>
      </p:pic>
      <p:pic>
        <p:nvPicPr>
          <p:cNvPr id="20" name="Image 1" descr="roo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189" y="1828800"/>
            <a:ext cx="1410371" cy="1463040"/>
          </a:xfrm>
          <a:prstGeom prst="rect">
            <a:avLst/>
          </a:prstGeom>
        </p:spPr>
      </p:pic>
      <p:pic>
        <p:nvPicPr>
          <p:cNvPr id="21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479858" y="896112"/>
            <a:ext cx="2467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A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479858" y="896112"/>
            <a:ext cx="2467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196990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A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196990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35715" y="2834640"/>
            <a:ext cx="407256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35715" y="2834640"/>
            <a:ext cx="407256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 عُمَرُ</a:t>
            </a:r>
            <a:endParaRPr lang="ar-SA" sz="5700" dirty="0"/>
          </a:p>
        </p:txBody>
      </p:sp>
      <p:pic>
        <p:nvPicPr>
          <p:cNvPr id="17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931213" cy="1463040"/>
          </a:xfrm>
          <a:prstGeom prst="rect">
            <a:avLst/>
          </a:prstGeom>
        </p:spPr>
      </p:pic>
      <p:pic>
        <p:nvPicPr>
          <p:cNvPr id="18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061" y="1828800"/>
            <a:ext cx="1385499" cy="1463040"/>
          </a:xfrm>
          <a:prstGeom prst="rect">
            <a:avLst/>
          </a:prstGeom>
        </p:spPr>
      </p:pic>
      <p:pic>
        <p:nvPicPr>
          <p:cNvPr id="19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E"/>
          </a:solidFill>
          <a:ln w="12700">
            <a:solidFill>
              <a:srgbClr val="ED5E7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07853" y="896112"/>
            <a:ext cx="19764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C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07853" y="896112"/>
            <a:ext cx="19764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رَضِيَ</a:t>
            </a:r>
            <a:endParaRPr lang="ar-SA" sz="4500" dirty="0"/>
          </a:p>
        </p:txBody>
      </p:sp>
      <p:sp>
        <p:nvSpPr>
          <p:cNvPr id="20" name="C2 W2 pill"/>
          <p:cNvSpPr/>
          <p:nvPr/>
        </p:nvSpPr>
        <p:spPr>
          <a:xfrm>
            <a:off x="2559664" y="896112"/>
            <a:ext cx="17281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C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59664" y="896112"/>
            <a:ext cx="17281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5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94977" y="2834640"/>
            <a:ext cx="33540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94977" y="2834640"/>
            <a:ext cx="33540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رَضِيَ عُمَرُ</a:t>
            </a:r>
            <a:endParaRPr lang="ar-SA" sz="4500" dirty="0"/>
          </a:p>
        </p:txBody>
      </p:sp>
      <p:pic>
        <p:nvPicPr>
          <p:cNvPr id="25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575694" cy="1463040"/>
          </a:xfrm>
          <a:prstGeom prst="rect">
            <a:avLst/>
          </a:prstGeom>
        </p:spPr>
      </p:pic>
      <p:pic>
        <p:nvPicPr>
          <p:cNvPr id="26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88" y="1828800"/>
            <a:ext cx="1517172" cy="1463040"/>
          </a:xfrm>
          <a:prstGeom prst="rect">
            <a:avLst/>
          </a:prstGeom>
        </p:spPr>
      </p:pic>
      <p:pic>
        <p:nvPicPr>
          <p:cNvPr id="27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08-sad-dad</dc:title>
  <dc:subject>PptxGenJS Presentation</dc:subject>
  <dc:creator>PptxGenJS</dc:creator>
  <cp:lastModifiedBy>PptxGenJS</cp:lastModifiedBy>
  <cp:revision>1</cp:revision>
  <dcterms:created xsi:type="dcterms:W3CDTF">2026-10-20T23:11:32Z</dcterms:created>
  <dcterms:modified xsi:type="dcterms:W3CDTF">2026-10-20T23:11:32Z</dcterms:modified>
</cp:coreProperties>
</file>