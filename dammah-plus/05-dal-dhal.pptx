
<file path=[Content_Types].xml><?xml version="1.0" encoding="utf-8"?>
<Types xmlns="http://schemas.openxmlformats.org/package/2006/content-types">
  <Default Extension="wav" ContentType="audio/wav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notesMaster" Target="notesMasters/notesMaster1.xml"/><Relationship Id="rId54" Type="http://schemas.openxmlformats.org/officeDocument/2006/relationships/presProps" Target="presProps.xml"/><Relationship Id="rId55" Type="http://schemas.openxmlformats.org/officeDocument/2006/relationships/viewProps" Target="viewProps.xml"/><Relationship Id="rId56" Type="http://schemas.openxmlformats.org/officeDocument/2006/relationships/theme" Target="theme/theme1.xml"/><Relationship Id="rId5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Relationship Id="rIdTrSnd" Type="http://schemas.openxmlformats.org/officeDocument/2006/relationships/audio" Target="../media/whoosh.wav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Relationship Id="rIdTrSnd" Type="http://schemas.openxmlformats.org/officeDocument/2006/relationships/audio" Target="../media/bubbles.wav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Relationship Id="rIdTrSnd" Type="http://schemas.openxmlformats.org/officeDocument/2006/relationships/audio" Target="../media/sparkle.wav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Relationship Id="rIdTrSnd" Type="http://schemas.openxmlformats.org/officeDocument/2006/relationships/audio" Target="../media/marimba.wav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Relationship Id="rIdTrSnd" Type="http://schemas.openxmlformats.org/officeDocument/2006/relationships/audio" Target="../media/harp.wav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TrSnd" Type="http://schemas.openxmlformats.org/officeDocument/2006/relationships/audio" Target="../media/chime.wav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Relationship Id="rIdTrSnd" Type="http://schemas.openxmlformats.org/officeDocument/2006/relationships/audio" Target="../media/whoosh.wav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Relationship Id="rIdTrSnd" Type="http://schemas.openxmlformats.org/officeDocument/2006/relationships/audio" Target="../media/bubbles.wav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Relationship Id="rIdTrSnd" Type="http://schemas.openxmlformats.org/officeDocument/2006/relationships/audio" Target="../media/sparkle.wav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Relationship Id="rIdTrSnd" Type="http://schemas.openxmlformats.org/officeDocument/2006/relationships/audio" Target="../media/marimba.wav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TrSnd" Type="http://schemas.openxmlformats.org/officeDocument/2006/relationships/audio" Target="../media/harp.wav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TrSnd" Type="http://schemas.openxmlformats.org/officeDocument/2006/relationships/audio" Target="../media/chime.wav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Relationship Id="rIdTrSnd" Type="http://schemas.openxmlformats.org/officeDocument/2006/relationships/audio" Target="../media/whoosh.wav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Relationship Id="rIdTrSnd" Type="http://schemas.openxmlformats.org/officeDocument/2006/relationships/audio" Target="../media/bubbles.wav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Relationship Id="rIdTrSnd" Type="http://schemas.openxmlformats.org/officeDocument/2006/relationships/audio" Target="../media/sparkle.wav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Relationship Id="rIdTrSnd" Type="http://schemas.openxmlformats.org/officeDocument/2006/relationships/audio" Target="../media/marimba.wav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Relationship Id="rIdTrSnd" Type="http://schemas.openxmlformats.org/officeDocument/2006/relationships/audio" Target="../media/harp.wav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Relationship Id="rIdTrSnd" Type="http://schemas.openxmlformats.org/officeDocument/2006/relationships/audio" Target="../media/chime.wav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0.xml"/><Relationship Id="rIdTrSnd" Type="http://schemas.openxmlformats.org/officeDocument/2006/relationships/audio" Target="../media/whoosh.wav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Relationship Id="rIdTrSnd" Type="http://schemas.openxmlformats.org/officeDocument/2006/relationships/audio" Target="../media/bubbles.wav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2.xml"/><Relationship Id="rIdTrSnd" Type="http://schemas.openxmlformats.org/officeDocument/2006/relationships/audio" Target="../media/sparkle.wav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3.xml"/><Relationship Id="rIdTrSnd" Type="http://schemas.openxmlformats.org/officeDocument/2006/relationships/audio" Target="../media/marimba.wav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Relationship Id="rIdTrSnd" Type="http://schemas.openxmlformats.org/officeDocument/2006/relationships/audio" Target="../media/harp.wav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Relationship Id="rIdTrSnd" Type="http://schemas.openxmlformats.org/officeDocument/2006/relationships/audio" Target="../media/chime.wav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2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6.xml"/><Relationship Id="rIdTrSnd" Type="http://schemas.openxmlformats.org/officeDocument/2006/relationships/audio" Target="../media/whoosh.wav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image" Target="../media/image-4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7.xml"/><Relationship Id="rIdTrSnd" Type="http://schemas.openxmlformats.org/officeDocument/2006/relationships/audio" Target="../media/bubbles.wav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2.png"/><Relationship Id="rId2" Type="http://schemas.openxmlformats.org/officeDocument/2006/relationships/image" Target="../media/image-2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8.xml"/><Relationship Id="rIdTrSnd" Type="http://schemas.openxmlformats.org/officeDocument/2006/relationships/audio" Target="../media/sparkle.wav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image" Target="../media/image-2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9.xml"/><Relationship Id="rIdTrSnd" Type="http://schemas.openxmlformats.org/officeDocument/2006/relationships/audio" Target="../media/marimba.wav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Relationship Id="rIdTrSnd" Type="http://schemas.openxmlformats.org/officeDocument/2006/relationships/audio" Target="../media/harp.wav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Relationship Id="rIdTrSnd" Type="http://schemas.openxmlformats.org/officeDocument/2006/relationships/audio" Target="../media/chime.wav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image" Target="../media/image-3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2.xml"/><Relationship Id="rIdTrSnd" Type="http://schemas.openxmlformats.org/officeDocument/2006/relationships/audio" Target="../media/whoosh.wav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image" Target="../media/image-3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3.xml"/><Relationship Id="rIdTrSnd" Type="http://schemas.openxmlformats.org/officeDocument/2006/relationships/audio" Target="../media/bubbles.wav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image" Target="../media/image-3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4.xml"/><Relationship Id="rIdTrSnd" Type="http://schemas.openxmlformats.org/officeDocument/2006/relationships/audio" Target="../media/sparkle.wav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image" Target="../media/image-3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5.xml"/><Relationship Id="rIdTrSnd" Type="http://schemas.openxmlformats.org/officeDocument/2006/relationships/audio" Target="../media/marimba.wav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TrSnd" Type="http://schemas.openxmlformats.org/officeDocument/2006/relationships/audio" Target="../media/harp.wav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<Relationship Id="rIdTrSnd" Type="http://schemas.openxmlformats.org/officeDocument/2006/relationships/audio" Target="../media/chime.wav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image" Target="../media/image-3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8.xml"/><Relationship Id="rIdTrSnd" Type="http://schemas.openxmlformats.org/officeDocument/2006/relationships/audio" Target="../media/whoosh.wav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9.xml"/><Relationship Id="rIdTrSnd" Type="http://schemas.openxmlformats.org/officeDocument/2006/relationships/audio" Target="../media/bubbles.wav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0-1.png"/><Relationship Id="rId2" Type="http://schemas.openxmlformats.org/officeDocument/2006/relationships/image" Target="../media/image-4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0.xml"/><Relationship Id="rIdTrSnd" Type="http://schemas.openxmlformats.org/officeDocument/2006/relationships/audio" Target="../media/sparkle.wav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1-1.png"/><Relationship Id="rId2" Type="http://schemas.openxmlformats.org/officeDocument/2006/relationships/image" Target="../media/image-4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1.xml"/><Relationship Id="rIdTrSnd" Type="http://schemas.openxmlformats.org/officeDocument/2006/relationships/audio" Target="../media/marimba.wav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2.png"/><Relationship Id="rId2" Type="http://schemas.openxmlformats.org/officeDocument/2006/relationships/image" Target="../media/image-4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2.xml"/><Relationship Id="rIdTrSnd" Type="http://schemas.openxmlformats.org/officeDocument/2006/relationships/audio" Target="../media/harp.wav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3.xml"/><Relationship Id="rIdTrSnd" Type="http://schemas.openxmlformats.org/officeDocument/2006/relationships/audio" Target="../media/chime.wav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4-1.png"/><Relationship Id="rId2" Type="http://schemas.openxmlformats.org/officeDocument/2006/relationships/image" Target="../media/image-4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4.xml"/><Relationship Id="rIdTrSnd" Type="http://schemas.openxmlformats.org/officeDocument/2006/relationships/audio" Target="../media/whoosh.wav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5-1.png"/><Relationship Id="rId2" Type="http://schemas.openxmlformats.org/officeDocument/2006/relationships/image" Target="../media/image-18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5.xml"/><Relationship Id="rIdTrSnd" Type="http://schemas.openxmlformats.org/officeDocument/2006/relationships/audio" Target="../media/bubbles.wav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6-1.png"/><Relationship Id="rId2" Type="http://schemas.openxmlformats.org/officeDocument/2006/relationships/image" Target="../media/image-4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6.xml"/><Relationship Id="rIdTrSnd" Type="http://schemas.openxmlformats.org/officeDocument/2006/relationships/audio" Target="../media/sparkle.wav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7-1.png"/><Relationship Id="rId2" Type="http://schemas.openxmlformats.org/officeDocument/2006/relationships/image" Target="../media/image-4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7.xml"/><Relationship Id="rIdTrSnd" Type="http://schemas.openxmlformats.org/officeDocument/2006/relationships/audio" Target="../media/marimba.wav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8-1.png"/><Relationship Id="rId2" Type="http://schemas.openxmlformats.org/officeDocument/2006/relationships/image" Target="../media/image-4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8.xml"/><Relationship Id="rIdTrSnd" Type="http://schemas.openxmlformats.org/officeDocument/2006/relationships/audio" Target="../media/harp.wav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9-1.png"/><Relationship Id="rId2" Type="http://schemas.openxmlformats.org/officeDocument/2006/relationships/image" Target="../media/image-4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9.xml"/><Relationship Id="rIdTrSnd" Type="http://schemas.openxmlformats.org/officeDocument/2006/relationships/audio" Target="../media/chime.wav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0-1.png"/><Relationship Id="rId2" Type="http://schemas.openxmlformats.org/officeDocument/2006/relationships/image" Target="../media/image-5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0.xml"/><Relationship Id="rIdTrSnd" Type="http://schemas.openxmlformats.org/officeDocument/2006/relationships/audio" Target="../media/whoosh.wav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1-1.png"/><Relationship Id="rId2" Type="http://schemas.openxmlformats.org/officeDocument/2006/relationships/image" Target="../media/image-5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1.xml"/><Relationship Id="rIdTrSnd" Type="http://schemas.openxmlformats.org/officeDocument/2006/relationships/audio" Target="../media/bubbles.wav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5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CD52E0"/>
          </a:solidFill>
          <a:ln w="12700">
            <a:solidFill>
              <a:srgbClr val="CD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CD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B4DB70"/>
          </a:solidFill>
          <a:ln w="12700">
            <a:solidFill>
              <a:srgbClr val="B4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72"/>
          </a:solidFill>
          <a:ln w="12700">
            <a:solidFill>
              <a:srgbClr val="478572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3063240" y="1051560"/>
            <a:ext cx="3017520" cy="301752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3063240" y="1051560"/>
            <a:ext cx="3017520" cy="30175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16500" dirty="0"/>
          </a:p>
        </p:txBody>
      </p:sp>
      <p:sp>
        <p:nvSpPr>
          <p:cNvPr id="17" name="C2 D1 dammah"/>
          <p:cNvSpPr txBox="1"/>
          <p:nvPr/>
        </p:nvSpPr>
        <p:spPr>
          <a:xfrm>
            <a:off x="3063240" y="1051560"/>
            <a:ext cx="3017520" cy="30175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</a:t>
            </a:r>
            <a:endParaRPr lang="ar-SA" sz="16500" dirty="0"/>
          </a:p>
        </p:txBody>
      </p:sp>
      <p:pic>
        <p:nvPicPr>
          <p:cNvPr id="18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1988820"/>
            <a:ext cx="1301100" cy="1234440"/>
          </a:xfrm>
          <a:prstGeom prst="rect">
            <a:avLst/>
          </a:prstGeom>
        </p:spPr>
      </p:pic>
      <p:pic>
        <p:nvPicPr>
          <p:cNvPr id="19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53148" y="1805940"/>
            <a:ext cx="1699412" cy="1600200"/>
          </a:xfrm>
          <a:prstGeom prst="rect">
            <a:avLst/>
          </a:prstGeom>
        </p:spPr>
      </p:pic>
    </p:spTree>
  </p:cSld>
  <p:clrMapOvr>
    <a:masterClrMapping/>
  </p:clrMapOvr>
  <p:transition spd="med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E6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0D864"/>
          </a:solidFill>
          <a:ln w="12700">
            <a:solidFill>
              <a:srgbClr val="D0D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C447"/>
          </a:solidFill>
          <a:ln w="12700">
            <a:solidFill>
              <a:srgbClr val="D1C4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4900" dirty="0"/>
          </a:p>
        </p:txBody>
      </p:sp>
      <p:sp>
        <p:nvSpPr>
          <p:cNvPr id="14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</a:t>
            </a:r>
            <a:endParaRPr lang="ar-SA" sz="49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63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4900" dirty="0"/>
          </a:p>
        </p:txBody>
      </p:sp>
      <p:sp>
        <p:nvSpPr>
          <p:cNvPr id="17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</a:t>
            </a:r>
            <a:endParaRPr lang="ar-SA" sz="49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B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دُأُ</a:t>
            </a:r>
            <a:endParaRPr lang="ar-SA" sz="5900" dirty="0"/>
          </a:p>
        </p:txBody>
      </p:sp>
      <p:pic>
        <p:nvPicPr>
          <p:cNvPr id="20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744468"/>
            <a:ext cx="694761" cy="1325880"/>
          </a:xfrm>
          <a:prstGeom prst="rect">
            <a:avLst/>
          </a:prstGeom>
        </p:spPr>
      </p:pic>
      <p:pic>
        <p:nvPicPr>
          <p:cNvPr id="21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52385" y="3927348"/>
            <a:ext cx="1400175" cy="1143000"/>
          </a:xfrm>
          <a:prstGeom prst="rect">
            <a:avLst/>
          </a:prstGeom>
        </p:spPr>
      </p:pic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C5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66CC"/>
          </a:solidFill>
          <a:ln w="12700">
            <a:solidFill>
              <a:srgbClr val="AA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BF"/>
          </a:solidFill>
          <a:ln w="12700">
            <a:solidFill>
              <a:srgbClr val="BF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6500" dirty="0"/>
          </a:p>
        </p:txBody>
      </p:sp>
      <p:sp>
        <p:nvSpPr>
          <p:cNvPr id="15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</a:t>
            </a:r>
            <a:endParaRPr lang="ar-SA" sz="65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2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500" dirty="0"/>
          </a:p>
        </p:txBody>
      </p:sp>
      <p:sp>
        <p:nvSpPr>
          <p:cNvPr id="18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</a:t>
            </a:r>
            <a:endParaRPr lang="ar-SA" sz="65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83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دُبُ</a:t>
            </a:r>
            <a:endParaRPr lang="ar-SA" sz="9500" dirty="0"/>
          </a:p>
        </p:txBody>
      </p:sp>
      <p:pic>
        <p:nvPicPr>
          <p:cNvPr id="21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40425" y="4064508"/>
            <a:ext cx="712135" cy="1005840"/>
          </a:xfrm>
          <a:prstGeom prst="rect">
            <a:avLst/>
          </a:prstGeom>
        </p:spPr>
      </p:pic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314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3A"/>
          </a:solidFill>
          <a:ln w="12700">
            <a:solidFill>
              <a:srgbClr val="642B3A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4534"/>
          </a:solidFill>
          <a:ln w="12700">
            <a:solidFill>
              <a:srgbClr val="7945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6800" dirty="0"/>
          </a:p>
        </p:txBody>
      </p:sp>
      <p:sp>
        <p:nvSpPr>
          <p:cNvPr id="16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</a:t>
            </a:r>
            <a:endParaRPr lang="ar-SA" sz="68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5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6800" dirty="0"/>
          </a:p>
        </p:txBody>
      </p:sp>
      <p:sp>
        <p:nvSpPr>
          <p:cNvPr id="19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</a:t>
            </a:r>
            <a:endParaRPr lang="ar-SA" sz="68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A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0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دُتُ</a:t>
            </a:r>
            <a:endParaRPr lang="ar-SA" sz="10100" dirty="0"/>
          </a:p>
        </p:txBody>
      </p:sp>
      <p:pic>
        <p:nvPicPr>
          <p:cNvPr id="22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744468"/>
            <a:ext cx="769010" cy="1325880"/>
          </a:xfrm>
          <a:prstGeom prst="rect">
            <a:avLst/>
          </a:prstGeom>
        </p:spPr>
      </p:pic>
      <p:pic>
        <p:nvPicPr>
          <p:cNvPr id="23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01073" y="3744468"/>
            <a:ext cx="1751487" cy="1325880"/>
          </a:xfrm>
          <a:prstGeom prst="rect">
            <a:avLst/>
          </a:prstGeom>
        </p:spPr>
      </p:pic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DC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C25CD6"/>
          </a:solidFill>
          <a:ln w="12700">
            <a:solidFill>
              <a:srgbClr val="C2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BF33CC"/>
          </a:solidFill>
          <a:ln w="12700">
            <a:solidFill>
              <a:srgbClr val="BF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6100" dirty="0"/>
          </a:p>
        </p:txBody>
      </p:sp>
      <p:sp>
        <p:nvSpPr>
          <p:cNvPr id="14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</a:t>
            </a:r>
            <a:endParaRPr lang="ar-SA" sz="61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86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100" dirty="0"/>
          </a:p>
        </p:txBody>
      </p:sp>
      <p:sp>
        <p:nvSpPr>
          <p:cNvPr id="17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</a:t>
            </a:r>
            <a:endParaRPr lang="ar-SA" sz="61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9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دُثُ</a:t>
            </a:r>
            <a:endParaRPr lang="ar-SA" sz="8600" dirty="0"/>
          </a:p>
        </p:txBody>
      </p:sp>
      <p:pic>
        <p:nvPicPr>
          <p:cNvPr id="20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1109762" cy="1417320"/>
          </a:xfrm>
          <a:prstGeom prst="rect">
            <a:avLst/>
          </a:prstGeom>
        </p:spPr>
      </p:pic>
      <p:pic>
        <p:nvPicPr>
          <p:cNvPr id="21" name="Image 1" descr="se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38110" y="4018788"/>
            <a:ext cx="1314450" cy="1051560"/>
          </a:xfrm>
          <a:prstGeom prst="rect">
            <a:avLst/>
          </a:prstGeom>
        </p:spPr>
      </p:pic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C5CE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B3"/>
          </a:solidFill>
          <a:ln w="12700">
            <a:solidFill>
              <a:srgbClr val="C653B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A7ED"/>
          </a:solidFill>
          <a:ln w="12700">
            <a:solidFill>
              <a:srgbClr val="5EA7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5800" dirty="0"/>
          </a:p>
        </p:txBody>
      </p:sp>
      <p:sp>
        <p:nvSpPr>
          <p:cNvPr id="22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</a:t>
            </a:r>
            <a:endParaRPr lang="ar-SA" sz="58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BA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5800" dirty="0"/>
          </a:p>
        </p:txBody>
      </p:sp>
      <p:sp>
        <p:nvSpPr>
          <p:cNvPr id="25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</a:t>
            </a:r>
            <a:endParaRPr lang="ar-SA" sz="58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4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دُجُ</a:t>
            </a:r>
            <a:endParaRPr lang="ar-SA" sz="7400" dirty="0"/>
          </a:p>
        </p:txBody>
      </p:sp>
      <p:pic>
        <p:nvPicPr>
          <p:cNvPr id="28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2080260"/>
            <a:ext cx="519471" cy="1051560"/>
          </a:xfrm>
          <a:prstGeom prst="rect">
            <a:avLst/>
          </a:prstGeom>
        </p:spPr>
      </p:pic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319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AA52"/>
          </a:solidFill>
          <a:ln w="12700">
            <a:solidFill>
              <a:srgbClr val="E0AA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E6F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CFDB"/>
          </a:solidFill>
          <a:ln w="12700">
            <a:solidFill>
              <a:srgbClr val="70CF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634785"/>
          </a:solidFill>
          <a:ln w="12700">
            <a:solidFill>
              <a:srgbClr val="6347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5800" dirty="0"/>
          </a:p>
        </p:txBody>
      </p:sp>
      <p:sp>
        <p:nvSpPr>
          <p:cNvPr id="19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</a:t>
            </a:r>
            <a:endParaRPr lang="ar-SA" sz="58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C4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5800" dirty="0"/>
          </a:p>
        </p:txBody>
      </p:sp>
      <p:sp>
        <p:nvSpPr>
          <p:cNvPr id="22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</a:t>
            </a:r>
            <a:endParaRPr lang="ar-SA" sz="58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4C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دُحُ</a:t>
            </a:r>
            <a:endParaRPr lang="ar-SA" sz="74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C5F7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C4"/>
          </a:solidFill>
          <a:ln w="12700">
            <a:solidFill>
              <a:srgbClr val="64D8C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A2"/>
          </a:solidFill>
          <a:ln w="12700">
            <a:solidFill>
              <a:srgbClr val="47D1A2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5800" dirty="0"/>
          </a:p>
        </p:txBody>
      </p:sp>
      <p:sp>
        <p:nvSpPr>
          <p:cNvPr id="14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</a:t>
            </a:r>
            <a:endParaRPr lang="ar-SA" sz="58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9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5800" dirty="0"/>
          </a:p>
        </p:txBody>
      </p:sp>
      <p:sp>
        <p:nvSpPr>
          <p:cNvPr id="17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</a:t>
            </a:r>
            <a:endParaRPr lang="ar-SA" sz="58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3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دُخُ</a:t>
            </a:r>
            <a:endParaRPr lang="ar-SA" sz="7400" dirty="0"/>
          </a:p>
        </p:txBody>
      </p:sp>
      <p:pic>
        <p:nvPicPr>
          <p:cNvPr id="20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732754" cy="1417320"/>
          </a:xfrm>
          <a:prstGeom prst="rect">
            <a:avLst/>
          </a:prstGeom>
        </p:spPr>
      </p:pic>
      <p:pic>
        <p:nvPicPr>
          <p:cNvPr id="21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55357" y="3607308"/>
            <a:ext cx="1397203" cy="1463040"/>
          </a:xfrm>
          <a:prstGeom prst="rect">
            <a:avLst/>
          </a:prstGeom>
        </p:spPr>
      </p:pic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8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AA66"/>
          </a:solidFill>
          <a:ln w="12700">
            <a:solidFill>
              <a:srgbClr val="CCAA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BF40"/>
          </a:solidFill>
          <a:ln w="12700">
            <a:solidFill>
              <a:srgbClr val="BF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3400" dirty="0"/>
          </a:p>
        </p:txBody>
      </p:sp>
      <p:sp>
        <p:nvSpPr>
          <p:cNvPr id="16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</a:t>
            </a:r>
            <a:endParaRPr lang="ar-SA" sz="34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5C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3400" dirty="0"/>
          </a:p>
        </p:txBody>
      </p:sp>
      <p:sp>
        <p:nvSpPr>
          <p:cNvPr id="19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</a:t>
            </a:r>
            <a:endParaRPr lang="ar-SA" sz="34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5C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3400" dirty="0"/>
          </a:p>
        </p:txBody>
      </p:sp>
      <p:sp>
        <p:nvSpPr>
          <p:cNvPr id="22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</a:t>
            </a:r>
            <a:endParaRPr lang="ar-SA" sz="3400" dirty="0"/>
          </a:p>
        </p:txBody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6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أُدُبُ</a:t>
            </a:r>
            <a:endParaRPr lang="ar-SA" sz="5200" dirty="0"/>
          </a:p>
        </p:txBody>
      </p:sp>
      <p:pic>
        <p:nvPicPr>
          <p:cNvPr id="25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881628"/>
            <a:ext cx="1084113" cy="1188720"/>
          </a:xfrm>
          <a:prstGeom prst="rect">
            <a:avLst/>
          </a:prstGeom>
        </p:spPr>
      </p:pic>
      <p:pic>
        <p:nvPicPr>
          <p:cNvPr id="26" name="Image 1" descr="ki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41705" y="3881628"/>
            <a:ext cx="710855" cy="1188720"/>
          </a:xfrm>
          <a:prstGeom prst="rect">
            <a:avLst/>
          </a:prstGeom>
        </p:spPr>
      </p:pic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43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48642B"/>
          </a:solidFill>
          <a:ln w="12700">
            <a:solidFill>
              <a:srgbClr val="48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57934"/>
          </a:solidFill>
          <a:ln w="12700">
            <a:solidFill>
              <a:srgbClr val="3579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4500" dirty="0"/>
          </a:p>
        </p:txBody>
      </p:sp>
      <p:sp>
        <p:nvSpPr>
          <p:cNvPr id="17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</a:t>
            </a:r>
            <a:endParaRPr lang="ar-SA" sz="45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28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4500" dirty="0"/>
          </a:p>
        </p:txBody>
      </p:sp>
      <p:sp>
        <p:nvSpPr>
          <p:cNvPr id="20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</a:t>
            </a:r>
            <a:endParaRPr lang="ar-SA" sz="45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28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500" dirty="0"/>
          </a:p>
        </p:txBody>
      </p:sp>
      <p:sp>
        <p:nvSpPr>
          <p:cNvPr id="23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</a:t>
            </a:r>
            <a:endParaRPr lang="ar-SA" sz="4500" dirty="0"/>
          </a:p>
        </p:txBody>
      </p:sp>
      <p:sp>
        <p:nvSpPr>
          <p:cNvPr id="24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9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بُدُتُ</a:t>
            </a:r>
            <a:endParaRPr lang="ar-SA" sz="8700" dirty="0"/>
          </a:p>
        </p:txBody>
      </p:sp>
      <p:pic>
        <p:nvPicPr>
          <p:cNvPr id="26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684566" cy="1417320"/>
          </a:xfrm>
          <a:prstGeom prst="rect">
            <a:avLst/>
          </a:prstGeom>
        </p:spPr>
      </p:pic>
      <p:pic>
        <p:nvPicPr>
          <p:cNvPr id="27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65476" y="3653028"/>
            <a:ext cx="1087084" cy="1417320"/>
          </a:xfrm>
          <a:prstGeom prst="rect">
            <a:avLst/>
          </a:prstGeom>
        </p:spPr>
      </p:pic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C5E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855C"/>
          </a:solidFill>
          <a:ln w="12700">
            <a:solidFill>
              <a:srgbClr val="D685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7333"/>
          </a:solidFill>
          <a:ln w="12700">
            <a:solidFill>
              <a:srgbClr val="CC73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200" dirty="0"/>
          </a:p>
        </p:txBody>
      </p:sp>
      <p:sp>
        <p:nvSpPr>
          <p:cNvPr id="15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</a:t>
            </a:r>
            <a:endParaRPr lang="ar-SA" sz="42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5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4200" dirty="0"/>
          </a:p>
        </p:txBody>
      </p:sp>
      <p:sp>
        <p:nvSpPr>
          <p:cNvPr id="18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</a:t>
            </a:r>
            <a:endParaRPr lang="ar-SA" sz="42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5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200" dirty="0"/>
          </a:p>
        </p:txBody>
      </p:sp>
      <p:sp>
        <p:nvSpPr>
          <p:cNvPr id="21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</a:t>
            </a:r>
            <a:endParaRPr lang="ar-SA" sz="42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B1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تُدُثُ</a:t>
            </a:r>
            <a:endParaRPr lang="ar-SA" sz="7600" dirty="0"/>
          </a:p>
        </p:txBody>
      </p:sp>
      <p:pic>
        <p:nvPicPr>
          <p:cNvPr id="24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07308"/>
            <a:ext cx="997793" cy="1463040"/>
          </a:xfrm>
          <a:prstGeom prst="rect">
            <a:avLst/>
          </a:prstGeom>
        </p:spPr>
      </p:pic>
      <p:pic>
        <p:nvPicPr>
          <p:cNvPr id="25" name="Image 1" descr="se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0482" y="3881628"/>
            <a:ext cx="1172078" cy="1188720"/>
          </a:xfrm>
          <a:prstGeom prst="rect">
            <a:avLst/>
          </a:prstGeom>
        </p:spPr>
      </p:pic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C5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B3C653"/>
          </a:solidFill>
          <a:ln w="12700">
            <a:solidFill>
              <a:srgbClr val="B3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CA"/>
          </a:solidFill>
          <a:ln w="12700">
            <a:solidFill>
              <a:srgbClr val="ED5ECA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000" dirty="0"/>
          </a:p>
        </p:txBody>
      </p:sp>
      <p:sp>
        <p:nvSpPr>
          <p:cNvPr id="23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</a:t>
            </a:r>
            <a:endParaRPr lang="ar-SA" sz="40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8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4000" dirty="0"/>
          </a:p>
        </p:txBody>
      </p:sp>
      <p:sp>
        <p:nvSpPr>
          <p:cNvPr id="26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</a:t>
            </a:r>
            <a:endParaRPr lang="ar-SA" sz="40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8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000" dirty="0"/>
          </a:p>
        </p:txBody>
      </p:sp>
      <p:sp>
        <p:nvSpPr>
          <p:cNvPr id="29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</a:t>
            </a:r>
            <a:endParaRPr lang="ar-SA" sz="4000" dirty="0"/>
          </a:p>
        </p:txBody>
      </p:sp>
      <p:sp>
        <p:nvSpPr>
          <p:cNvPr id="30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96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ثُدُجُ</a:t>
            </a:r>
            <a:endParaRPr lang="ar-SA" sz="66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86"/>
          </a:solidFill>
          <a:ln w="12700">
            <a:solidFill>
              <a:srgbClr val="52E086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E5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CD70DB"/>
          </a:solidFill>
          <a:ln w="12700">
            <a:solidFill>
              <a:srgbClr val="CD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5447"/>
          </a:solidFill>
          <a:ln w="12700">
            <a:solidFill>
              <a:srgbClr val="8554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000" dirty="0"/>
          </a:p>
        </p:txBody>
      </p:sp>
      <p:sp>
        <p:nvSpPr>
          <p:cNvPr id="20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</a:t>
            </a:r>
            <a:endParaRPr lang="ar-SA" sz="40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C1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4000" dirty="0"/>
          </a:p>
        </p:txBody>
      </p:sp>
      <p:sp>
        <p:nvSpPr>
          <p:cNvPr id="23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</a:t>
            </a:r>
            <a:endParaRPr lang="ar-SA" sz="40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C1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000" dirty="0"/>
          </a:p>
        </p:txBody>
      </p:sp>
      <p:sp>
        <p:nvSpPr>
          <p:cNvPr id="26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</a:t>
            </a:r>
            <a:endParaRPr lang="ar-SA" sz="4000" dirty="0"/>
          </a:p>
        </p:txBody>
      </p:sp>
      <p:sp>
        <p:nvSpPr>
          <p:cNvPr id="27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6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جُدُحُ</a:t>
            </a:r>
            <a:endParaRPr lang="ar-SA" sz="66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CD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A764D8"/>
          </a:solidFill>
          <a:ln w="12700">
            <a:solidFill>
              <a:srgbClr val="A7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8047D1"/>
          </a:solidFill>
          <a:ln w="12700">
            <a:solidFill>
              <a:srgbClr val="80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000" dirty="0"/>
          </a:p>
        </p:txBody>
      </p:sp>
      <p:sp>
        <p:nvSpPr>
          <p:cNvPr id="15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</a:t>
            </a:r>
            <a:endParaRPr lang="ar-SA" sz="40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BC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4000" dirty="0"/>
          </a:p>
        </p:txBody>
      </p:sp>
      <p:sp>
        <p:nvSpPr>
          <p:cNvPr id="18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</a:t>
            </a:r>
            <a:endParaRPr lang="ar-SA" sz="40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BC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000" dirty="0"/>
          </a:p>
        </p:txBody>
      </p:sp>
      <p:sp>
        <p:nvSpPr>
          <p:cNvPr id="21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</a:t>
            </a:r>
            <a:endParaRPr lang="ar-SA" sz="40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46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حُدُخُ</a:t>
            </a:r>
            <a:endParaRPr lang="ar-SA" sz="6600" dirty="0"/>
          </a:p>
        </p:txBody>
      </p:sp>
      <p:pic>
        <p:nvPicPr>
          <p:cNvPr id="24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749762" cy="1417320"/>
          </a:xfrm>
          <a:prstGeom prst="rect">
            <a:avLst/>
          </a:prstGeom>
        </p:spPr>
      </p:pic>
      <p:pic>
        <p:nvPicPr>
          <p:cNvPr id="25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58501" y="3744468"/>
            <a:ext cx="1294059" cy="1325880"/>
          </a:xfrm>
          <a:prstGeom prst="rect">
            <a:avLst/>
          </a:prstGeom>
        </p:spPr>
      </p:pic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DB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66"/>
          </a:solidFill>
          <a:ln w="12700">
            <a:solidFill>
              <a:srgbClr val="66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6A"/>
          </a:solidFill>
          <a:ln w="12700">
            <a:solidFill>
              <a:srgbClr val="40BF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3400" dirty="0"/>
          </a:p>
        </p:txBody>
      </p:sp>
      <p:sp>
        <p:nvSpPr>
          <p:cNvPr id="16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</a:t>
            </a:r>
            <a:endParaRPr lang="ar-SA" sz="34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88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3400" dirty="0"/>
          </a:p>
        </p:txBody>
      </p:sp>
      <p:sp>
        <p:nvSpPr>
          <p:cNvPr id="19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</a:t>
            </a:r>
            <a:endParaRPr lang="ar-SA" sz="34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88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3400" dirty="0"/>
          </a:p>
        </p:txBody>
      </p:sp>
      <p:sp>
        <p:nvSpPr>
          <p:cNvPr id="22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</a:t>
            </a:r>
            <a:endParaRPr lang="ar-SA" sz="3400" dirty="0"/>
          </a:p>
        </p:txBody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E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خُدُأُ</a:t>
            </a:r>
            <a:endParaRPr lang="ar-SA" sz="5200" dirty="0"/>
          </a:p>
        </p:txBody>
      </p:sp>
      <p:pic>
        <p:nvPicPr>
          <p:cNvPr id="25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561588"/>
            <a:ext cx="979185" cy="1508760"/>
          </a:xfrm>
          <a:prstGeom prst="rect">
            <a:avLst/>
          </a:prstGeom>
        </p:spPr>
      </p:pic>
      <p:pic>
        <p:nvPicPr>
          <p:cNvPr id="26" name="Image 1" descr="ki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6846" y="3561588"/>
            <a:ext cx="725714" cy="1508760"/>
          </a:xfrm>
          <a:prstGeom prst="rect">
            <a:avLst/>
          </a:prstGeom>
        </p:spPr>
      </p:pic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443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5664"/>
          </a:solidFill>
          <a:ln w="12700">
            <a:solidFill>
              <a:srgbClr val="2B56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4679"/>
          </a:solidFill>
          <a:ln w="12700">
            <a:solidFill>
              <a:srgbClr val="3446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4900" dirty="0"/>
          </a:p>
        </p:txBody>
      </p:sp>
      <p:sp>
        <p:nvSpPr>
          <p:cNvPr id="16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</a:t>
            </a:r>
            <a:endParaRPr lang="ar-SA" sz="49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5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4900" dirty="0"/>
          </a:p>
        </p:txBody>
      </p:sp>
      <p:sp>
        <p:nvSpPr>
          <p:cNvPr id="19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</a:t>
            </a:r>
            <a:endParaRPr lang="ar-SA" sz="49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66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أُدُ</a:t>
            </a:r>
            <a:endParaRPr lang="ar-SA" sz="5900" dirty="0"/>
          </a:p>
        </p:txBody>
      </p:sp>
      <p:pic>
        <p:nvPicPr>
          <p:cNvPr id="22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717164" cy="1417320"/>
          </a:xfrm>
          <a:prstGeom prst="rect">
            <a:avLst/>
          </a:prstGeom>
        </p:spPr>
      </p:pic>
      <p:pic>
        <p:nvPicPr>
          <p:cNvPr id="23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42591" y="3744468"/>
            <a:ext cx="1309969" cy="1325880"/>
          </a:xfrm>
          <a:prstGeom prst="rect">
            <a:avLst/>
          </a:prstGeom>
        </p:spPr>
      </p:pic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C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85"/>
          </a:solidFill>
          <a:ln w="12700">
            <a:solidFill>
              <a:srgbClr val="5CD685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73"/>
          </a:solidFill>
          <a:ln w="12700">
            <a:solidFill>
              <a:srgbClr val="33CC7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500" dirty="0"/>
          </a:p>
        </p:txBody>
      </p:sp>
      <p:sp>
        <p:nvSpPr>
          <p:cNvPr id="14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</a:t>
            </a:r>
            <a:endParaRPr lang="ar-SA" sz="65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2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6500" dirty="0"/>
          </a:p>
        </p:txBody>
      </p:sp>
      <p:sp>
        <p:nvSpPr>
          <p:cNvPr id="17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</a:t>
            </a:r>
            <a:endParaRPr lang="ar-SA" sz="65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8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بُدُ</a:t>
            </a:r>
            <a:endParaRPr lang="ar-SA" sz="9800" dirty="0"/>
          </a:p>
        </p:txBody>
      </p:sp>
      <p:pic>
        <p:nvPicPr>
          <p:cNvPr id="20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1301100" cy="1417320"/>
          </a:xfrm>
          <a:prstGeom prst="rect">
            <a:avLst/>
          </a:prstGeom>
        </p:spPr>
      </p:pic>
      <p:pic>
        <p:nvPicPr>
          <p:cNvPr id="21" name="Image 1" descr="se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5948" y="3973068"/>
            <a:ext cx="1326612" cy="1097280"/>
          </a:xfrm>
          <a:prstGeom prst="rect">
            <a:avLst/>
          </a:prstGeom>
        </p:spPr>
      </p:pic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E6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C68C"/>
          </a:solidFill>
          <a:ln w="12700">
            <a:solidFill>
              <a:srgbClr val="53C68C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EC5E"/>
          </a:solidFill>
          <a:ln w="12700">
            <a:solidFill>
              <a:srgbClr val="EDEC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6800" dirty="0"/>
          </a:p>
        </p:txBody>
      </p:sp>
      <p:sp>
        <p:nvSpPr>
          <p:cNvPr id="22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</a:t>
            </a:r>
            <a:endParaRPr lang="ar-SA" sz="68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61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6800" dirty="0"/>
          </a:p>
        </p:txBody>
      </p:sp>
      <p:sp>
        <p:nvSpPr>
          <p:cNvPr id="25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</a:t>
            </a:r>
            <a:endParaRPr lang="ar-SA" sz="68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7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تُدُ</a:t>
            </a:r>
            <a:endParaRPr lang="ar-SA" sz="8700" dirty="0"/>
          </a:p>
        </p:txBody>
      </p:sp>
      <p:pic>
        <p:nvPicPr>
          <p:cNvPr id="28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2103120"/>
            <a:ext cx="502920" cy="1005840"/>
          </a:xfrm>
          <a:prstGeom prst="rect">
            <a:avLst/>
          </a:prstGeom>
        </p:spPr>
      </p:pic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426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6352E0"/>
          </a:solidFill>
          <a:ln w="12700">
            <a:solidFill>
              <a:srgbClr val="63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CB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B370"/>
          </a:solidFill>
          <a:ln w="12700">
            <a:solidFill>
              <a:srgbClr val="DBB3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A8547"/>
          </a:solidFill>
          <a:ln w="12700">
            <a:solidFill>
              <a:srgbClr val="4A85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100" dirty="0"/>
          </a:p>
        </p:txBody>
      </p:sp>
      <p:sp>
        <p:nvSpPr>
          <p:cNvPr id="19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</a:t>
            </a:r>
            <a:endParaRPr lang="ar-SA" sz="61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95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6100" dirty="0"/>
          </a:p>
        </p:txBody>
      </p:sp>
      <p:sp>
        <p:nvSpPr>
          <p:cNvPr id="22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</a:t>
            </a:r>
            <a:endParaRPr lang="ar-SA" sz="61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0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ثُدُ</a:t>
            </a:r>
            <a:endParaRPr lang="ar-SA" sz="7500" dirty="0"/>
          </a:p>
        </p:txBody>
      </p:sp>
      <p:pic>
        <p:nvPicPr>
          <p:cNvPr id="25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927348"/>
            <a:ext cx="906399" cy="1143000"/>
          </a:xfrm>
          <a:prstGeom prst="rect">
            <a:avLst/>
          </a:prstGeom>
        </p:spPr>
      </p:pic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7C5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8A64"/>
          </a:solidFill>
          <a:ln w="12700">
            <a:solidFill>
              <a:srgbClr val="D88A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5E47"/>
          </a:solidFill>
          <a:ln w="12700">
            <a:solidFill>
              <a:srgbClr val="D15E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5800" dirty="0"/>
          </a:p>
        </p:txBody>
      </p:sp>
      <p:sp>
        <p:nvSpPr>
          <p:cNvPr id="14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</a:t>
            </a:r>
            <a:endParaRPr lang="ar-SA" sz="58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C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5800" dirty="0"/>
          </a:p>
        </p:txBody>
      </p:sp>
      <p:sp>
        <p:nvSpPr>
          <p:cNvPr id="17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</a:t>
            </a:r>
            <a:endParaRPr lang="ar-SA" sz="58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68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جُدُ</a:t>
            </a:r>
            <a:endParaRPr lang="ar-SA" sz="9900" dirty="0"/>
          </a:p>
        </p:txBody>
      </p:sp>
      <p:pic>
        <p:nvPicPr>
          <p:cNvPr id="20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644881" cy="1417320"/>
          </a:xfrm>
          <a:prstGeom prst="rect">
            <a:avLst/>
          </a:prstGeom>
        </p:spPr>
      </p:pic>
      <p:pic>
        <p:nvPicPr>
          <p:cNvPr id="21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1582" y="3698748"/>
            <a:ext cx="1420978" cy="1371600"/>
          </a:xfrm>
          <a:prstGeom prst="rect">
            <a:avLst/>
          </a:prstGeom>
        </p:spPr>
      </p:pic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C5F7C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66CC"/>
          </a:solidFill>
          <a:ln w="12700">
            <a:solidFill>
              <a:srgbClr val="66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40BF"/>
          </a:solidFill>
          <a:ln w="12700">
            <a:solidFill>
              <a:srgbClr val="6A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5800" dirty="0"/>
          </a:p>
        </p:txBody>
      </p:sp>
      <p:sp>
        <p:nvSpPr>
          <p:cNvPr id="15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</a:t>
            </a:r>
            <a:endParaRPr lang="ar-SA" sz="58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B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5800" dirty="0"/>
          </a:p>
        </p:txBody>
      </p:sp>
      <p:sp>
        <p:nvSpPr>
          <p:cNvPr id="18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</a:t>
            </a:r>
            <a:endParaRPr lang="ar-SA" sz="58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4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0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حُدُ</a:t>
            </a:r>
            <a:endParaRPr lang="ar-SA" sz="10900" dirty="0"/>
          </a:p>
        </p:txBody>
      </p:sp>
      <p:pic>
        <p:nvPicPr>
          <p:cNvPr id="21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34390" y="3561588"/>
            <a:ext cx="718170" cy="1508760"/>
          </a:xfrm>
          <a:prstGeom prst="rect">
            <a:avLst/>
          </a:prstGeom>
        </p:spPr>
      </p:pic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2B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64"/>
          </a:solidFill>
          <a:ln w="12700">
            <a:solidFill>
              <a:srgbClr val="64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57"/>
          </a:solidFill>
          <a:ln w="12700">
            <a:solidFill>
              <a:srgbClr val="793457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5800" dirty="0"/>
          </a:p>
        </p:txBody>
      </p:sp>
      <p:sp>
        <p:nvSpPr>
          <p:cNvPr id="16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</a:t>
            </a:r>
            <a:endParaRPr lang="ar-SA" sz="58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80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5800" dirty="0"/>
          </a:p>
        </p:txBody>
      </p:sp>
      <p:sp>
        <p:nvSpPr>
          <p:cNvPr id="19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</a:t>
            </a:r>
            <a:endParaRPr lang="ar-SA" sz="58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خُدُ</a:t>
            </a:r>
            <a:endParaRPr lang="ar-SA" sz="9300" dirty="0"/>
          </a:p>
        </p:txBody>
      </p:sp>
      <p:pic>
        <p:nvPicPr>
          <p:cNvPr id="22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744093" cy="1417320"/>
          </a:xfrm>
          <a:prstGeom prst="rect">
            <a:avLst/>
          </a:prstGeom>
        </p:spPr>
      </p:pic>
      <p:pic>
        <p:nvPicPr>
          <p:cNvPr id="23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30643" y="3561588"/>
            <a:ext cx="1621917" cy="1508760"/>
          </a:xfrm>
          <a:prstGeom prst="rect">
            <a:avLst/>
          </a:prstGeom>
        </p:spPr>
      </p:pic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7EC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70D6"/>
          </a:solidFill>
          <a:ln w="12700">
            <a:solidFill>
              <a:srgbClr val="5C70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40CC"/>
          </a:solidFill>
          <a:ln w="12700">
            <a:solidFill>
              <a:srgbClr val="3340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3063240" y="1051560"/>
            <a:ext cx="3017520" cy="301752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11" name="C1 L1 letter"/>
          <p:cNvSpPr txBox="1"/>
          <p:nvPr/>
        </p:nvSpPr>
        <p:spPr>
          <a:xfrm>
            <a:off x="3063240" y="1051560"/>
            <a:ext cx="3017520" cy="30175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12500" dirty="0"/>
          </a:p>
        </p:txBody>
      </p:sp>
      <p:sp>
        <p:nvSpPr>
          <p:cNvPr id="12" name="C2 D1 dammah"/>
          <p:cNvSpPr txBox="1"/>
          <p:nvPr/>
        </p:nvSpPr>
        <p:spPr>
          <a:xfrm>
            <a:off x="3063240" y="1051560"/>
            <a:ext cx="3017520" cy="30175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ذُ</a:t>
            </a:r>
            <a:endParaRPr lang="ar-SA" sz="12500" dirty="0"/>
          </a:p>
        </p:txBody>
      </p:sp>
      <p:pic>
        <p:nvPicPr>
          <p:cNvPr id="13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2125980"/>
            <a:ext cx="1671569" cy="960120"/>
          </a:xfrm>
          <a:prstGeom prst="rect">
            <a:avLst/>
          </a:prstGeom>
        </p:spPr>
      </p:pic>
      <p:pic>
        <p:nvPicPr>
          <p:cNvPr id="14" name="Image 1" descr="se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1753" y="2080260"/>
            <a:ext cx="1790807" cy="1051560"/>
          </a:xfrm>
          <a:prstGeom prst="rect">
            <a:avLst/>
          </a:prstGeom>
        </p:spPr>
      </p:pic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C5F3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8C53C6"/>
          </a:solidFill>
          <a:ln w="12700">
            <a:solidFill>
              <a:srgbClr val="8C5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DC9"/>
          </a:solidFill>
          <a:ln w="12700">
            <a:solidFill>
              <a:srgbClr val="5EEDC9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4900" dirty="0"/>
          </a:p>
        </p:txBody>
      </p:sp>
      <p:sp>
        <p:nvSpPr>
          <p:cNvPr id="22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ذُ</a:t>
            </a:r>
            <a:endParaRPr lang="ar-SA" sz="49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34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4900" dirty="0"/>
          </a:p>
        </p:txBody>
      </p:sp>
      <p:sp>
        <p:nvSpPr>
          <p:cNvPr id="25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</a:t>
            </a:r>
            <a:endParaRPr lang="ar-SA" sz="49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94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ذُأُ</a:t>
            </a:r>
            <a:endParaRPr lang="ar-SA" sz="5900" dirty="0"/>
          </a:p>
        </p:txBody>
      </p:sp>
      <p:pic>
        <p:nvPicPr>
          <p:cNvPr id="28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2103120"/>
            <a:ext cx="518008" cy="1005840"/>
          </a:xfrm>
          <a:prstGeom prst="rect">
            <a:avLst/>
          </a:prstGeom>
        </p:spPr>
      </p:pic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4314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64"/>
          </a:solidFill>
          <a:ln w="12700">
            <a:solidFill>
              <a:srgbClr val="E05264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B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98"/>
          </a:solidFill>
          <a:ln w="12700">
            <a:solidFill>
              <a:srgbClr val="70DB98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5A85"/>
          </a:solidFill>
          <a:ln w="12700">
            <a:solidFill>
              <a:srgbClr val="475A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6500" dirty="0"/>
          </a:p>
        </p:txBody>
      </p:sp>
      <p:sp>
        <p:nvSpPr>
          <p:cNvPr id="19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ذُ</a:t>
            </a:r>
            <a:endParaRPr lang="ar-SA" sz="65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6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500" dirty="0"/>
          </a:p>
        </p:txBody>
      </p:sp>
      <p:sp>
        <p:nvSpPr>
          <p:cNvPr id="22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</a:t>
            </a:r>
            <a:endParaRPr lang="ar-SA" sz="65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3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ذُبُ</a:t>
            </a:r>
            <a:endParaRPr lang="ar-SA" sz="8100" dirty="0"/>
          </a:p>
        </p:txBody>
      </p:sp>
      <p:pic>
        <p:nvPicPr>
          <p:cNvPr id="25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927348"/>
            <a:ext cx="925830" cy="1143000"/>
          </a:xfrm>
          <a:prstGeom prst="rect">
            <a:avLst/>
          </a:prstGeom>
        </p:spPr>
      </p:pic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D6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6D"/>
          </a:solidFill>
          <a:ln w="12700">
            <a:solidFill>
              <a:srgbClr val="64D86D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54D147"/>
          </a:solidFill>
          <a:ln w="12700">
            <a:solidFill>
              <a:srgbClr val="54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6500" dirty="0"/>
          </a:p>
        </p:txBody>
      </p:sp>
      <p:sp>
        <p:nvSpPr>
          <p:cNvPr id="14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ذُ</a:t>
            </a:r>
            <a:endParaRPr lang="ar-SA" sz="65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9C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6500" dirty="0"/>
          </a:p>
        </p:txBody>
      </p:sp>
      <p:sp>
        <p:nvSpPr>
          <p:cNvPr id="17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</a:t>
            </a:r>
            <a:endParaRPr lang="ar-SA" sz="65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8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ذُتُ</a:t>
            </a:r>
            <a:endParaRPr lang="ar-SA" sz="8100" dirty="0"/>
          </a:p>
        </p:txBody>
      </p:sp>
      <p:pic>
        <p:nvPicPr>
          <p:cNvPr id="20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667558" cy="1417320"/>
          </a:xfrm>
          <a:prstGeom prst="rect">
            <a:avLst/>
          </a:prstGeom>
        </p:spPr>
      </p:pic>
      <p:pic>
        <p:nvPicPr>
          <p:cNvPr id="21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6680" y="3744468"/>
            <a:ext cx="1325880" cy="1325880"/>
          </a:xfrm>
          <a:prstGeom prst="rect">
            <a:avLst/>
          </a:prstGeom>
        </p:spPr>
      </p:pic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C5C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AA"/>
          </a:solidFill>
          <a:ln w="12700">
            <a:solidFill>
              <a:srgbClr val="CC66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6A"/>
          </a:solidFill>
          <a:ln w="12700">
            <a:solidFill>
              <a:srgbClr val="BF40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6100" dirty="0"/>
          </a:p>
        </p:txBody>
      </p:sp>
      <p:sp>
        <p:nvSpPr>
          <p:cNvPr id="15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ذُ</a:t>
            </a:r>
            <a:endParaRPr lang="ar-SA" sz="61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D0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100" dirty="0"/>
          </a:p>
        </p:txBody>
      </p:sp>
      <p:sp>
        <p:nvSpPr>
          <p:cNvPr id="18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</a:t>
            </a:r>
            <a:endParaRPr lang="ar-SA" sz="61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62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ذُثُ</a:t>
            </a:r>
            <a:endParaRPr lang="ar-SA" sz="8100" dirty="0"/>
          </a:p>
        </p:txBody>
      </p:sp>
      <p:pic>
        <p:nvPicPr>
          <p:cNvPr id="21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987872" cy="1417320"/>
          </a:xfrm>
          <a:prstGeom prst="rect">
            <a:avLst/>
          </a:prstGeom>
        </p:spPr>
      </p:pic>
      <p:pic>
        <p:nvPicPr>
          <p:cNvPr id="22" name="Image 1" descr="ki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36585" y="3835908"/>
            <a:ext cx="715975" cy="1234440"/>
          </a:xfrm>
          <a:prstGeom prst="rect">
            <a:avLst/>
          </a:prstGeom>
        </p:spPr>
      </p:pic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431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552B"/>
          </a:solidFill>
          <a:ln w="12700">
            <a:solidFill>
              <a:srgbClr val="6455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687934"/>
          </a:solidFill>
          <a:ln w="12700">
            <a:solidFill>
              <a:srgbClr val="6879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5800" dirty="0"/>
          </a:p>
        </p:txBody>
      </p:sp>
      <p:sp>
        <p:nvSpPr>
          <p:cNvPr id="16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ذُ</a:t>
            </a:r>
            <a:endParaRPr lang="ar-SA" sz="58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AD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5800" dirty="0"/>
          </a:p>
        </p:txBody>
      </p:sp>
      <p:sp>
        <p:nvSpPr>
          <p:cNvPr id="19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</a:t>
            </a:r>
            <a:endParaRPr lang="ar-SA" sz="58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3A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ذُجُ</a:t>
            </a:r>
            <a:endParaRPr lang="ar-SA" sz="7400" dirty="0"/>
          </a:p>
        </p:txBody>
      </p:sp>
      <p:pic>
        <p:nvPicPr>
          <p:cNvPr id="22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681731" cy="1417320"/>
          </a:xfrm>
          <a:prstGeom prst="rect">
            <a:avLst/>
          </a:prstGeom>
        </p:spPr>
      </p:pic>
      <p:pic>
        <p:nvPicPr>
          <p:cNvPr id="23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79842" y="3698748"/>
            <a:ext cx="1172718" cy="1371600"/>
          </a:xfrm>
          <a:prstGeom prst="rect">
            <a:avLst/>
          </a:prstGeom>
        </p:spPr>
      </p:pic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C5F7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70"/>
          </a:solidFill>
          <a:ln w="12700">
            <a:solidFill>
              <a:srgbClr val="D65C70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40"/>
          </a:solidFill>
          <a:ln w="12700">
            <a:solidFill>
              <a:srgbClr val="CC3340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5800" dirty="0"/>
          </a:p>
        </p:txBody>
      </p:sp>
      <p:sp>
        <p:nvSpPr>
          <p:cNvPr id="14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ذُ</a:t>
            </a:r>
            <a:endParaRPr lang="ar-SA" sz="58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7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5800" dirty="0"/>
          </a:p>
        </p:txBody>
      </p:sp>
      <p:sp>
        <p:nvSpPr>
          <p:cNvPr id="17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</a:t>
            </a:r>
            <a:endParaRPr lang="ar-SA" sz="58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4A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ذُحُ</a:t>
            </a:r>
            <a:endParaRPr lang="ar-SA" sz="7400" dirty="0"/>
          </a:p>
        </p:txBody>
      </p:sp>
      <p:pic>
        <p:nvPicPr>
          <p:cNvPr id="20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1550548" cy="1417320"/>
          </a:xfrm>
          <a:prstGeom prst="rect">
            <a:avLst/>
          </a:prstGeom>
        </p:spPr>
      </p:pic>
      <p:pic>
        <p:nvPicPr>
          <p:cNvPr id="21" name="Image 1" descr="se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32395" y="3927348"/>
            <a:ext cx="1320165" cy="1143000"/>
          </a:xfrm>
          <a:prstGeom prst="rect">
            <a:avLst/>
          </a:prstGeom>
        </p:spPr>
      </p:pic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EE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8C53"/>
          </a:solidFill>
          <a:ln w="12700">
            <a:solidFill>
              <a:srgbClr val="C68C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A55EED"/>
          </a:solidFill>
          <a:ln w="12700">
            <a:solidFill>
              <a:srgbClr val="A5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5800" dirty="0"/>
          </a:p>
        </p:txBody>
      </p:sp>
      <p:sp>
        <p:nvSpPr>
          <p:cNvPr id="22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ذُ</a:t>
            </a:r>
            <a:endParaRPr lang="ar-SA" sz="58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45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5800" dirty="0"/>
          </a:p>
        </p:txBody>
      </p:sp>
      <p:sp>
        <p:nvSpPr>
          <p:cNvPr id="25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</a:t>
            </a:r>
            <a:endParaRPr lang="ar-SA" sz="58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7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ذُخُ</a:t>
            </a:r>
            <a:endParaRPr lang="ar-SA" sz="7400" dirty="0"/>
          </a:p>
        </p:txBody>
      </p:sp>
      <p:pic>
        <p:nvPicPr>
          <p:cNvPr id="28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2080260"/>
            <a:ext cx="510007" cy="1051560"/>
          </a:xfrm>
          <a:prstGeom prst="rect">
            <a:avLst/>
          </a:prstGeom>
        </p:spPr>
      </p:pic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3D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88E052"/>
          </a:solidFill>
          <a:ln w="12700">
            <a:solidFill>
              <a:srgbClr val="88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99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D70DB"/>
          </a:solidFill>
          <a:ln w="12700">
            <a:solidFill>
              <a:srgbClr val="7D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769"/>
          </a:solidFill>
          <a:ln w="12700">
            <a:solidFill>
              <a:srgbClr val="854769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6500" dirty="0"/>
          </a:p>
        </p:txBody>
      </p:sp>
      <p:sp>
        <p:nvSpPr>
          <p:cNvPr id="19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ذُ</a:t>
            </a:r>
            <a:endParaRPr lang="ar-SA" sz="65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3C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6500" dirty="0"/>
          </a:p>
        </p:txBody>
      </p:sp>
      <p:sp>
        <p:nvSpPr>
          <p:cNvPr id="22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</a:t>
            </a:r>
            <a:endParaRPr lang="ar-SA" sz="65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A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ذُدُ</a:t>
            </a:r>
            <a:endParaRPr lang="ar-SA" sz="8100" dirty="0"/>
          </a:p>
        </p:txBody>
      </p:sp>
      <p:pic>
        <p:nvPicPr>
          <p:cNvPr id="25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833384" cy="1417320"/>
          </a:xfrm>
          <a:prstGeom prst="rect">
            <a:avLst/>
          </a:prstGeom>
        </p:spPr>
      </p:pic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C5E2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78D8"/>
          </a:solidFill>
          <a:ln w="12700">
            <a:solidFill>
              <a:srgbClr val="6478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76D1"/>
          </a:solidFill>
          <a:ln w="12700">
            <a:solidFill>
              <a:srgbClr val="4776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3400" dirty="0"/>
          </a:p>
        </p:txBody>
      </p:sp>
      <p:sp>
        <p:nvSpPr>
          <p:cNvPr id="15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</a:t>
            </a:r>
            <a:endParaRPr lang="ar-SA" sz="34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70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3400" dirty="0"/>
          </a:p>
        </p:txBody>
      </p:sp>
      <p:sp>
        <p:nvSpPr>
          <p:cNvPr id="18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ذُ</a:t>
            </a:r>
            <a:endParaRPr lang="ar-SA" sz="34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70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3400" dirty="0"/>
          </a:p>
        </p:txBody>
      </p:sp>
      <p:sp>
        <p:nvSpPr>
          <p:cNvPr id="21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</a:t>
            </a:r>
            <a:endParaRPr lang="ar-SA" sz="34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AD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أُذُبُ</a:t>
            </a:r>
            <a:endParaRPr lang="ar-SA" sz="5200" dirty="0"/>
          </a:p>
        </p:txBody>
      </p:sp>
      <p:pic>
        <p:nvPicPr>
          <p:cNvPr id="24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561588"/>
            <a:ext cx="739292" cy="1508760"/>
          </a:xfrm>
          <a:prstGeom prst="rect">
            <a:avLst/>
          </a:prstGeom>
        </p:spPr>
      </p:pic>
      <p:pic>
        <p:nvPicPr>
          <p:cNvPr id="25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720" y="4110228"/>
            <a:ext cx="1279840" cy="960120"/>
          </a:xfrm>
          <a:prstGeom prst="rect">
            <a:avLst/>
          </a:prstGeom>
        </p:spPr>
      </p:pic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7C5D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CC66"/>
          </a:solidFill>
          <a:ln w="12700">
            <a:solidFill>
              <a:srgbClr val="AA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BF40"/>
          </a:solidFill>
          <a:ln w="12700">
            <a:solidFill>
              <a:srgbClr val="6A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4500" dirty="0"/>
          </a:p>
        </p:txBody>
      </p:sp>
      <p:sp>
        <p:nvSpPr>
          <p:cNvPr id="16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</a:t>
            </a:r>
            <a:endParaRPr lang="ar-SA" sz="45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A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4500" dirty="0"/>
          </a:p>
        </p:txBody>
      </p:sp>
      <p:sp>
        <p:nvSpPr>
          <p:cNvPr id="19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ذُ</a:t>
            </a:r>
            <a:endParaRPr lang="ar-SA" sz="45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A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500" dirty="0"/>
          </a:p>
        </p:txBody>
      </p:sp>
      <p:sp>
        <p:nvSpPr>
          <p:cNvPr id="22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</a:t>
            </a:r>
            <a:endParaRPr lang="ar-SA" sz="4500" dirty="0"/>
          </a:p>
        </p:txBody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85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بُذُتُ</a:t>
            </a:r>
            <a:endParaRPr lang="ar-SA" sz="7100" dirty="0"/>
          </a:p>
        </p:txBody>
      </p:sp>
      <p:pic>
        <p:nvPicPr>
          <p:cNvPr id="25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4155948"/>
            <a:ext cx="1097280" cy="914400"/>
          </a:xfrm>
          <a:prstGeom prst="rect">
            <a:avLst/>
          </a:prstGeom>
        </p:spPr>
      </p:pic>
      <p:pic>
        <p:nvPicPr>
          <p:cNvPr id="26" name="Image 1" descr="ki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6846" y="3561588"/>
            <a:ext cx="725714" cy="1508760"/>
          </a:xfrm>
          <a:prstGeom prst="rect">
            <a:avLst/>
          </a:prstGeom>
        </p:spPr>
      </p:pic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14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47"/>
          </a:solidFill>
          <a:ln w="12700">
            <a:solidFill>
              <a:srgbClr val="2B6447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79"/>
          </a:solidFill>
          <a:ln w="12700">
            <a:solidFill>
              <a:srgbClr val="3479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200" dirty="0"/>
          </a:p>
        </p:txBody>
      </p:sp>
      <p:sp>
        <p:nvSpPr>
          <p:cNvPr id="17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</a:t>
            </a:r>
            <a:endParaRPr lang="ar-SA" sz="42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8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4200" dirty="0"/>
          </a:p>
        </p:txBody>
      </p:sp>
      <p:sp>
        <p:nvSpPr>
          <p:cNvPr id="20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ذُ</a:t>
            </a:r>
            <a:endParaRPr lang="ar-SA" sz="42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8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200" dirty="0"/>
          </a:p>
        </p:txBody>
      </p:sp>
      <p:sp>
        <p:nvSpPr>
          <p:cNvPr id="23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</a:t>
            </a:r>
            <a:endParaRPr lang="ar-SA" sz="4200" dirty="0"/>
          </a:p>
        </p:txBody>
      </p:sp>
      <p:sp>
        <p:nvSpPr>
          <p:cNvPr id="24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5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تُذُثُ</a:t>
            </a:r>
            <a:endParaRPr lang="ar-SA" sz="7100" dirty="0"/>
          </a:p>
        </p:txBody>
      </p:sp>
      <p:pic>
        <p:nvPicPr>
          <p:cNvPr id="26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561588"/>
            <a:ext cx="675924" cy="1508760"/>
          </a:xfrm>
          <a:prstGeom prst="rect">
            <a:avLst/>
          </a:prstGeom>
        </p:spPr>
      </p:pic>
      <p:pic>
        <p:nvPicPr>
          <p:cNvPr id="27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1461" y="3653028"/>
            <a:ext cx="1661099" cy="1417320"/>
          </a:xfrm>
          <a:prstGeom prst="rect">
            <a:avLst/>
          </a:prstGeom>
        </p:spPr>
      </p:pic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D3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ADD65C"/>
          </a:solidFill>
          <a:ln w="12700">
            <a:solidFill>
              <a:srgbClr val="AD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8CCC33"/>
          </a:solidFill>
          <a:ln w="12700">
            <a:solidFill>
              <a:srgbClr val="8C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000" dirty="0"/>
          </a:p>
        </p:txBody>
      </p:sp>
      <p:sp>
        <p:nvSpPr>
          <p:cNvPr id="15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</a:t>
            </a:r>
            <a:endParaRPr lang="ar-SA" sz="40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A5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4000" dirty="0"/>
          </a:p>
        </p:txBody>
      </p:sp>
      <p:sp>
        <p:nvSpPr>
          <p:cNvPr id="18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ذُ</a:t>
            </a:r>
            <a:endParaRPr lang="ar-SA" sz="40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A5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000" dirty="0"/>
          </a:p>
        </p:txBody>
      </p:sp>
      <p:sp>
        <p:nvSpPr>
          <p:cNvPr id="21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</a:t>
            </a:r>
            <a:endParaRPr lang="ar-SA" sz="40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4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ثُذُجُ</a:t>
            </a:r>
            <a:endParaRPr lang="ar-SA" sz="6600" dirty="0"/>
          </a:p>
        </p:txBody>
      </p:sp>
      <p:pic>
        <p:nvPicPr>
          <p:cNvPr id="24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07308"/>
            <a:ext cx="1249436" cy="1463040"/>
          </a:xfrm>
          <a:prstGeom prst="rect">
            <a:avLst/>
          </a:prstGeom>
        </p:spPr>
      </p:pic>
      <p:pic>
        <p:nvPicPr>
          <p:cNvPr id="25" name="Image 1" descr="se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0119" y="3927348"/>
            <a:ext cx="1242441" cy="1143000"/>
          </a:xfrm>
          <a:prstGeom prst="rect">
            <a:avLst/>
          </a:prstGeom>
        </p:spPr>
      </p:pic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7E2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66C653"/>
          </a:solidFill>
          <a:ln w="12700">
            <a:solidFill>
              <a:srgbClr val="66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825E"/>
          </a:solidFill>
          <a:ln w="12700">
            <a:solidFill>
              <a:srgbClr val="ED82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000" dirty="0"/>
          </a:p>
        </p:txBody>
      </p:sp>
      <p:sp>
        <p:nvSpPr>
          <p:cNvPr id="23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</a:t>
            </a:r>
            <a:endParaRPr lang="ar-SA" sz="40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71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4000" dirty="0"/>
          </a:p>
        </p:txBody>
      </p:sp>
      <p:sp>
        <p:nvSpPr>
          <p:cNvPr id="26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ذُ</a:t>
            </a:r>
            <a:endParaRPr lang="ar-SA" sz="40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71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000" dirty="0"/>
          </a:p>
        </p:txBody>
      </p:sp>
      <p:sp>
        <p:nvSpPr>
          <p:cNvPr id="29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</a:t>
            </a:r>
            <a:endParaRPr lang="ar-SA" sz="4000" dirty="0"/>
          </a:p>
        </p:txBody>
      </p:sp>
      <p:sp>
        <p:nvSpPr>
          <p:cNvPr id="30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0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جُذُحُ</a:t>
            </a:r>
            <a:endParaRPr lang="ar-SA" sz="66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1443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ABE0"/>
          </a:solidFill>
          <a:ln w="12700">
            <a:solidFill>
              <a:srgbClr val="52AB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99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7E"/>
          </a:solidFill>
          <a:ln w="12700">
            <a:solidFill>
              <a:srgbClr val="DB707E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788547"/>
          </a:solidFill>
          <a:ln w="12700">
            <a:solidFill>
              <a:srgbClr val="7885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000" dirty="0"/>
          </a:p>
        </p:txBody>
      </p:sp>
      <p:sp>
        <p:nvSpPr>
          <p:cNvPr id="20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</a:t>
            </a:r>
            <a:endParaRPr lang="ar-SA" sz="40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3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4000" dirty="0"/>
          </a:p>
        </p:txBody>
      </p:sp>
      <p:sp>
        <p:nvSpPr>
          <p:cNvPr id="23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ذُ</a:t>
            </a:r>
            <a:endParaRPr lang="ar-SA" sz="40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3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000" dirty="0"/>
          </a:p>
        </p:txBody>
      </p:sp>
      <p:sp>
        <p:nvSpPr>
          <p:cNvPr id="26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</a:t>
            </a:r>
            <a:endParaRPr lang="ar-SA" sz="4000" dirty="0"/>
          </a:p>
        </p:txBody>
      </p:sp>
      <p:sp>
        <p:nvSpPr>
          <p:cNvPr id="27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7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حُذُخُ</a:t>
            </a:r>
            <a:endParaRPr lang="ar-SA" sz="6600" dirty="0"/>
          </a:p>
        </p:txBody>
      </p:sp>
      <p:pic>
        <p:nvPicPr>
          <p:cNvPr id="29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973068"/>
            <a:ext cx="916229" cy="1097280"/>
          </a:xfrm>
          <a:prstGeom prst="rect">
            <a:avLst/>
          </a:prstGeom>
        </p:spPr>
      </p:pic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7C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95"/>
          </a:solidFill>
          <a:ln w="12700">
            <a:solidFill>
              <a:srgbClr val="D86495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798"/>
          </a:solidFill>
          <a:ln w="12700">
            <a:solidFill>
              <a:srgbClr val="D14798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000" dirty="0"/>
          </a:p>
        </p:txBody>
      </p:sp>
      <p:sp>
        <p:nvSpPr>
          <p:cNvPr id="15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</a:t>
            </a:r>
            <a:endParaRPr lang="ar-SA" sz="40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4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4000" dirty="0"/>
          </a:p>
        </p:txBody>
      </p:sp>
      <p:sp>
        <p:nvSpPr>
          <p:cNvPr id="18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ذُ</a:t>
            </a:r>
            <a:endParaRPr lang="ar-SA" sz="40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4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4000" dirty="0"/>
          </a:p>
        </p:txBody>
      </p:sp>
      <p:sp>
        <p:nvSpPr>
          <p:cNvPr id="21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</a:t>
            </a:r>
            <a:endParaRPr lang="ar-SA" sz="40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A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خُذُدُ</a:t>
            </a:r>
            <a:endParaRPr lang="ar-SA" sz="7100" dirty="0"/>
          </a:p>
        </p:txBody>
      </p:sp>
      <p:pic>
        <p:nvPicPr>
          <p:cNvPr id="24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561588"/>
            <a:ext cx="704591" cy="1508760"/>
          </a:xfrm>
          <a:prstGeom prst="rect">
            <a:avLst/>
          </a:prstGeom>
        </p:spPr>
      </p:pic>
      <p:pic>
        <p:nvPicPr>
          <p:cNvPr id="25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66253" y="3835908"/>
            <a:ext cx="1086307" cy="1234440"/>
          </a:xfrm>
          <a:prstGeom prst="rect">
            <a:avLst/>
          </a:prstGeom>
        </p:spPr>
      </p:pic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E0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AACC"/>
          </a:solidFill>
          <a:ln w="12700">
            <a:solidFill>
              <a:srgbClr val="66AA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6ABF"/>
          </a:solidFill>
          <a:ln w="12700">
            <a:solidFill>
              <a:srgbClr val="406A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3400" dirty="0"/>
          </a:p>
        </p:txBody>
      </p:sp>
      <p:sp>
        <p:nvSpPr>
          <p:cNvPr id="16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</a:t>
            </a:r>
            <a:endParaRPr lang="ar-SA" sz="34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77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3400" dirty="0"/>
          </a:p>
        </p:txBody>
      </p:sp>
      <p:sp>
        <p:nvSpPr>
          <p:cNvPr id="19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ذُ</a:t>
            </a:r>
            <a:endParaRPr lang="ar-SA" sz="34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77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3400" dirty="0"/>
          </a:p>
        </p:txBody>
      </p:sp>
      <p:sp>
        <p:nvSpPr>
          <p:cNvPr id="22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</a:t>
            </a:r>
            <a:endParaRPr lang="ar-SA" sz="3400" dirty="0"/>
          </a:p>
        </p:txBody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A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دُذُأُ</a:t>
            </a:r>
            <a:endParaRPr lang="ar-SA" sz="5200" dirty="0"/>
          </a:p>
        </p:txBody>
      </p:sp>
      <p:pic>
        <p:nvPicPr>
          <p:cNvPr id="25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31647" y="3835908"/>
            <a:ext cx="720913" cy="1234440"/>
          </a:xfrm>
          <a:prstGeom prst="rect">
            <a:avLst/>
          </a:prstGeom>
        </p:spPr>
      </p:pic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1420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392B64"/>
          </a:solidFill>
          <a:ln w="12700">
            <a:solidFill>
              <a:srgbClr val="39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683479"/>
          </a:solidFill>
          <a:ln w="12700">
            <a:solidFill>
              <a:srgbClr val="6834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4900" dirty="0"/>
          </a:p>
        </p:txBody>
      </p:sp>
      <p:sp>
        <p:nvSpPr>
          <p:cNvPr id="16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</a:t>
            </a:r>
            <a:endParaRPr lang="ar-SA" sz="49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AC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4900" dirty="0"/>
          </a:p>
        </p:txBody>
      </p:sp>
      <p:sp>
        <p:nvSpPr>
          <p:cNvPr id="19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ذُ</a:t>
            </a:r>
            <a:endParaRPr lang="ar-SA" sz="49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F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أُذُ</a:t>
            </a:r>
            <a:endParaRPr lang="ar-SA" sz="5900" dirty="0"/>
          </a:p>
        </p:txBody>
      </p:sp>
      <p:pic>
        <p:nvPicPr>
          <p:cNvPr id="22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681731" cy="1417320"/>
          </a:xfrm>
          <a:prstGeom prst="rect">
            <a:avLst/>
          </a:prstGeom>
        </p:spPr>
      </p:pic>
      <p:pic>
        <p:nvPicPr>
          <p:cNvPr id="23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72527" y="3744468"/>
            <a:ext cx="1180033" cy="1325880"/>
          </a:xfrm>
          <a:prstGeom prst="rect">
            <a:avLst/>
          </a:prstGeom>
        </p:spPr>
      </p:pic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7C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ADD6"/>
          </a:solidFill>
          <a:ln w="12700">
            <a:solidFill>
              <a:srgbClr val="5CAD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8CCC"/>
          </a:solidFill>
          <a:ln w="12700">
            <a:solidFill>
              <a:srgbClr val="338C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500" dirty="0"/>
          </a:p>
        </p:txBody>
      </p:sp>
      <p:sp>
        <p:nvSpPr>
          <p:cNvPr id="14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</a:t>
            </a:r>
            <a:endParaRPr lang="ar-SA" sz="65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2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6500" dirty="0"/>
          </a:p>
        </p:txBody>
      </p:sp>
      <p:sp>
        <p:nvSpPr>
          <p:cNvPr id="17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ذُ</a:t>
            </a:r>
            <a:endParaRPr lang="ar-SA" sz="65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56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بُذُ</a:t>
            </a:r>
            <a:endParaRPr lang="ar-SA" sz="8100" dirty="0"/>
          </a:p>
        </p:txBody>
      </p:sp>
      <p:pic>
        <p:nvPicPr>
          <p:cNvPr id="20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790188"/>
            <a:ext cx="1426098" cy="1280160"/>
          </a:xfrm>
          <a:prstGeom prst="rect">
            <a:avLst/>
          </a:prstGeom>
        </p:spPr>
      </p:pic>
      <p:pic>
        <p:nvPicPr>
          <p:cNvPr id="21" name="Image 1" descr="se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18070" y="3881628"/>
            <a:ext cx="1634490" cy="1188720"/>
          </a:xfrm>
          <a:prstGeom prst="rect">
            <a:avLst/>
          </a:prstGeom>
        </p:spPr>
      </p:pic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C5F7D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66C6"/>
          </a:solidFill>
          <a:ln w="12700">
            <a:solidFill>
              <a:srgbClr val="5366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FED5E"/>
          </a:solidFill>
          <a:ln w="12700">
            <a:solidFill>
              <a:srgbClr val="5F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6500" dirty="0"/>
          </a:p>
        </p:txBody>
      </p:sp>
      <p:sp>
        <p:nvSpPr>
          <p:cNvPr id="22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</a:t>
            </a:r>
            <a:endParaRPr lang="ar-SA" sz="65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9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6500" dirty="0"/>
          </a:p>
        </p:txBody>
      </p:sp>
      <p:sp>
        <p:nvSpPr>
          <p:cNvPr id="25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ذُ</a:t>
            </a:r>
            <a:endParaRPr lang="ar-SA" sz="65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تُذُ</a:t>
            </a:r>
            <a:endParaRPr lang="ar-SA" sz="8100" dirty="0"/>
          </a:p>
        </p:txBody>
      </p:sp>
      <p:pic>
        <p:nvPicPr>
          <p:cNvPr id="28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2080260"/>
            <a:ext cx="505800" cy="1051560"/>
          </a:xfrm>
          <a:prstGeom prst="rect">
            <a:avLst/>
          </a:prstGeom>
        </p:spPr>
      </p:pic>
      <p:pic>
        <p:nvPicPr>
          <p:cNvPr id="29" name="Image 1" descr="ki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32038" y="2080260"/>
            <a:ext cx="520522" cy="1051560"/>
          </a:xfrm>
          <a:prstGeom prst="rect">
            <a:avLst/>
          </a:prstGeom>
        </p:spPr>
      </p:pic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31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CF"/>
          </a:solidFill>
          <a:ln w="12700">
            <a:solidFill>
              <a:srgbClr val="E052CF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B3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99DB70"/>
          </a:solidFill>
          <a:ln w="12700">
            <a:solidFill>
              <a:srgbClr val="99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82"/>
          </a:solidFill>
          <a:ln w="12700">
            <a:solidFill>
              <a:srgbClr val="478582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100" dirty="0"/>
          </a:p>
        </p:txBody>
      </p:sp>
      <p:sp>
        <p:nvSpPr>
          <p:cNvPr id="19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</a:t>
            </a:r>
            <a:endParaRPr lang="ar-SA" sz="61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6A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6100" dirty="0"/>
          </a:p>
        </p:txBody>
      </p:sp>
      <p:sp>
        <p:nvSpPr>
          <p:cNvPr id="22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ذُ</a:t>
            </a:r>
            <a:endParaRPr lang="ar-SA" sz="61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5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ثُذُ</a:t>
            </a:r>
            <a:endParaRPr lang="ar-SA" sz="7500" dirty="0"/>
          </a:p>
        </p:txBody>
      </p:sp>
      <p:pic>
        <p:nvPicPr>
          <p:cNvPr id="25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4110228"/>
            <a:ext cx="906353" cy="960120"/>
          </a:xfrm>
          <a:prstGeom prst="rect">
            <a:avLst/>
          </a:prstGeom>
        </p:spPr>
      </p:pic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7F2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B2D864"/>
          </a:solidFill>
          <a:ln w="12700">
            <a:solidFill>
              <a:srgbClr val="B2D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BBD147"/>
          </a:solidFill>
          <a:ln w="12700">
            <a:solidFill>
              <a:srgbClr val="BB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5800" dirty="0"/>
          </a:p>
        </p:txBody>
      </p:sp>
      <p:sp>
        <p:nvSpPr>
          <p:cNvPr id="14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</a:t>
            </a:r>
            <a:endParaRPr lang="ar-SA" sz="58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3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5800" dirty="0"/>
          </a:p>
        </p:txBody>
      </p:sp>
      <p:sp>
        <p:nvSpPr>
          <p:cNvPr id="17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ذُ</a:t>
            </a:r>
            <a:endParaRPr lang="ar-SA" sz="58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E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جُذُ</a:t>
            </a:r>
            <a:endParaRPr lang="ar-SA" sz="8100" dirty="0"/>
          </a:p>
        </p:txBody>
      </p:sp>
      <p:pic>
        <p:nvPicPr>
          <p:cNvPr id="20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676062" cy="1417320"/>
          </a:xfrm>
          <a:prstGeom prst="rect">
            <a:avLst/>
          </a:prstGeom>
        </p:spPr>
      </p:pic>
      <p:pic>
        <p:nvPicPr>
          <p:cNvPr id="21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29170" y="3790188"/>
            <a:ext cx="1523390" cy="1280160"/>
          </a:xfrm>
          <a:prstGeom prst="rect">
            <a:avLst/>
          </a:prstGeom>
        </p:spPr>
      </p:pic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C5E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66CC"/>
          </a:solidFill>
          <a:ln w="12700">
            <a:solidFill>
              <a:srgbClr val="AA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BF"/>
          </a:solidFill>
          <a:ln w="12700">
            <a:solidFill>
              <a:srgbClr val="BF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5800" dirty="0"/>
          </a:p>
        </p:txBody>
      </p:sp>
      <p:sp>
        <p:nvSpPr>
          <p:cNvPr id="15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</a:t>
            </a:r>
            <a:endParaRPr lang="ar-SA" sz="58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4B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5800" dirty="0"/>
          </a:p>
        </p:txBody>
      </p:sp>
      <p:sp>
        <p:nvSpPr>
          <p:cNvPr id="18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ذُ</a:t>
            </a:r>
            <a:endParaRPr lang="ar-SA" sz="58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A6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حُذُ</a:t>
            </a:r>
            <a:endParaRPr lang="ar-SA" sz="8100" dirty="0"/>
          </a:p>
        </p:txBody>
      </p:sp>
      <p:pic>
        <p:nvPicPr>
          <p:cNvPr id="21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4155948"/>
            <a:ext cx="1077163" cy="914400"/>
          </a:xfrm>
          <a:prstGeom prst="rect">
            <a:avLst/>
          </a:prstGeom>
        </p:spPr>
      </p:pic>
      <p:pic>
        <p:nvPicPr>
          <p:cNvPr id="22" name="Image 1" descr="ki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1040" y="3607308"/>
            <a:ext cx="731520" cy="1463040"/>
          </a:xfrm>
          <a:prstGeom prst="rect">
            <a:avLst/>
          </a:prstGeom>
        </p:spPr>
      </p:pic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4314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2B"/>
          </a:solidFill>
          <a:ln w="12700">
            <a:solidFill>
              <a:srgbClr val="642B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5734"/>
          </a:solidFill>
          <a:ln w="12700">
            <a:solidFill>
              <a:srgbClr val="7957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5800" dirty="0"/>
          </a:p>
        </p:txBody>
      </p:sp>
      <p:sp>
        <p:nvSpPr>
          <p:cNvPr id="16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</a:t>
            </a:r>
            <a:endParaRPr lang="ar-SA" sz="58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7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5800" dirty="0"/>
          </a:p>
        </p:txBody>
      </p:sp>
      <p:sp>
        <p:nvSpPr>
          <p:cNvPr id="19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ذُ</a:t>
            </a:r>
            <a:endParaRPr lang="ar-SA" sz="58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A1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خُذُ</a:t>
            </a:r>
            <a:endParaRPr lang="ar-SA" sz="8100" dirty="0"/>
          </a:p>
        </p:txBody>
      </p:sp>
      <p:pic>
        <p:nvPicPr>
          <p:cNvPr id="22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741258" cy="1417320"/>
          </a:xfrm>
          <a:prstGeom prst="rect">
            <a:avLst/>
          </a:prstGeom>
        </p:spPr>
      </p:pic>
      <p:pic>
        <p:nvPicPr>
          <p:cNvPr id="23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9555" y="4018788"/>
            <a:ext cx="1183005" cy="1051560"/>
          </a:xfrm>
          <a:prstGeom prst="rect">
            <a:avLst/>
          </a:prstGeom>
        </p:spPr>
      </p:pic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CF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C25CD6"/>
          </a:solidFill>
          <a:ln w="12700">
            <a:solidFill>
              <a:srgbClr val="C2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BF33CC"/>
          </a:solidFill>
          <a:ln w="12700">
            <a:solidFill>
              <a:srgbClr val="BF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6500" dirty="0"/>
          </a:p>
        </p:txBody>
      </p:sp>
      <p:sp>
        <p:nvSpPr>
          <p:cNvPr id="14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</a:t>
            </a:r>
            <a:endParaRPr lang="ar-SA" sz="65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B3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6500" dirty="0"/>
          </a:p>
        </p:txBody>
      </p:sp>
      <p:sp>
        <p:nvSpPr>
          <p:cNvPr id="17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ذُ</a:t>
            </a:r>
            <a:endParaRPr lang="ar-SA" sz="65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7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دُذُ</a:t>
            </a:r>
            <a:endParaRPr lang="ar-SA" sz="8100" dirty="0"/>
          </a:p>
        </p:txBody>
      </p:sp>
      <p:pic>
        <p:nvPicPr>
          <p:cNvPr id="20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1014801" cy="1417320"/>
          </a:xfrm>
          <a:prstGeom prst="rect">
            <a:avLst/>
          </a:prstGeom>
        </p:spPr>
      </p:pic>
      <p:pic>
        <p:nvPicPr>
          <p:cNvPr id="21" name="Image 1" descr="se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35392" y="3835908"/>
            <a:ext cx="1117168" cy="1234440"/>
          </a:xfrm>
          <a:prstGeom prst="rect">
            <a:avLst/>
          </a:prstGeom>
        </p:spPr>
      </p:pic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C9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66"/>
          </a:solidFill>
          <a:ln w="12700">
            <a:solidFill>
              <a:srgbClr val="C6536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82ED"/>
          </a:solidFill>
          <a:ln w="12700">
            <a:solidFill>
              <a:srgbClr val="5E82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1 W1 pill"/>
          <p:cNvSpPr/>
          <p:nvPr/>
        </p:nvSpPr>
        <p:spPr>
          <a:xfrm>
            <a:off x="4590806" y="896112"/>
            <a:ext cx="2245257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B736E2"/>
            </a:solidFill>
            <a:prstDash val="solid"/>
          </a:ln>
        </p:spPr>
      </p:sp>
      <p:sp>
        <p:nvSpPr>
          <p:cNvPr id="19" name="C1 W1 word"/>
          <p:cNvSpPr txBox="1"/>
          <p:nvPr/>
        </p:nvSpPr>
        <p:spPr>
          <a:xfrm>
            <a:off x="4590806" y="896112"/>
            <a:ext cx="2245257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ذَهَبَ</a:t>
            </a:r>
            <a:endParaRPr lang="ar-SA" sz="5600" dirty="0"/>
          </a:p>
        </p:txBody>
      </p:sp>
      <p:sp>
        <p:nvSpPr>
          <p:cNvPr id="20" name="C2 W2 pill"/>
          <p:cNvSpPr/>
          <p:nvPr/>
        </p:nvSpPr>
        <p:spPr>
          <a:xfrm>
            <a:off x="2307937" y="896112"/>
            <a:ext cx="1962829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B736"/>
            </a:solidFill>
            <a:prstDash val="solid"/>
          </a:ln>
        </p:spPr>
      </p:sp>
      <p:sp>
        <p:nvSpPr>
          <p:cNvPr id="21" name="C2 W2 word"/>
          <p:cNvSpPr txBox="1"/>
          <p:nvPr/>
        </p:nvSpPr>
        <p:spPr>
          <a:xfrm>
            <a:off x="2307937" y="896112"/>
            <a:ext cx="1962829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عُمَرُ</a:t>
            </a:r>
            <a:endParaRPr lang="ar-SA" sz="5600" dirty="0"/>
          </a:p>
        </p:txBody>
      </p:sp>
      <p:sp>
        <p:nvSpPr>
          <p:cNvPr id="22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51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3 S panel"/>
          <p:cNvSpPr/>
          <p:nvPr/>
        </p:nvSpPr>
        <p:spPr>
          <a:xfrm>
            <a:off x="2669276" y="2834640"/>
            <a:ext cx="3805447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4" name="C3 S sentence"/>
          <p:cNvSpPr txBox="1"/>
          <p:nvPr/>
        </p:nvSpPr>
        <p:spPr>
          <a:xfrm>
            <a:off x="2669276" y="2834640"/>
            <a:ext cx="3805447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ذَهَبَ عُمَرُ</a:t>
            </a:r>
            <a:endParaRPr lang="ar-SA" sz="5700" dirty="0"/>
          </a:p>
        </p:txBody>
      </p:sp>
      <p:pic>
        <p:nvPicPr>
          <p:cNvPr id="25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1783080"/>
            <a:ext cx="1045159" cy="1645920"/>
          </a:xfrm>
          <a:prstGeom prst="rect">
            <a:avLst/>
          </a:prstGeom>
        </p:spPr>
      </p:pic>
      <p:pic>
        <p:nvPicPr>
          <p:cNvPr id="26" name="Image 1" descr="ki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63763" y="1783080"/>
            <a:ext cx="888797" cy="1645920"/>
          </a:xfrm>
          <a:prstGeom prst="rect">
            <a:avLst/>
          </a:prstGeom>
        </p:spPr>
      </p:pic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4325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CE52"/>
          </a:solidFill>
          <a:ln w="12700">
            <a:solidFill>
              <a:srgbClr val="E0CE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CCF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B3DB"/>
          </a:solidFill>
          <a:ln w="12700">
            <a:solidFill>
              <a:srgbClr val="70B3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734785"/>
          </a:solidFill>
          <a:ln w="12700">
            <a:solidFill>
              <a:srgbClr val="734785"/>
            </a:solidFill>
            <a:prstDash val="solid"/>
          </a:ln>
        </p:spPr>
      </p:sp>
      <p:sp>
        <p:nvSpPr>
          <p:cNvPr id="15" name="C1 W1 pill"/>
          <p:cNvSpPr/>
          <p:nvPr/>
        </p:nvSpPr>
        <p:spPr>
          <a:xfrm>
            <a:off x="5028585" y="896112"/>
            <a:ext cx="1700169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DBE236"/>
            </a:solidFill>
            <a:prstDash val="solid"/>
          </a:ln>
        </p:spPr>
      </p:sp>
      <p:sp>
        <p:nvSpPr>
          <p:cNvPr id="16" name="C1 W1 word"/>
          <p:cNvSpPr txBox="1"/>
          <p:nvPr/>
        </p:nvSpPr>
        <p:spPr>
          <a:xfrm>
            <a:off x="5028585" y="896112"/>
            <a:ext cx="1700169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ذُكِرَ</a:t>
            </a:r>
            <a:endParaRPr lang="ar-SA" sz="5000" dirty="0"/>
          </a:p>
        </p:txBody>
      </p:sp>
      <p:sp>
        <p:nvSpPr>
          <p:cNvPr id="17" name="C2 W2 pill"/>
          <p:cNvSpPr/>
          <p:nvPr/>
        </p:nvSpPr>
        <p:spPr>
          <a:xfrm>
            <a:off x="2415246" y="896112"/>
            <a:ext cx="2293299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DBE2"/>
            </a:solidFill>
            <a:prstDash val="solid"/>
          </a:ln>
        </p:spPr>
      </p:sp>
      <p:sp>
        <p:nvSpPr>
          <p:cNvPr id="18" name="C2 W2 word"/>
          <p:cNvSpPr txBox="1"/>
          <p:nvPr/>
        </p:nvSpPr>
        <p:spPr>
          <a:xfrm>
            <a:off x="2415246" y="896112"/>
            <a:ext cx="2293299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وَشُكِرَ</a:t>
            </a:r>
            <a:endParaRPr lang="ar-SA" sz="5000" dirty="0"/>
          </a:p>
        </p:txBody>
      </p:sp>
      <p:sp>
        <p:nvSpPr>
          <p:cNvPr id="19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33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3 S panel"/>
          <p:cNvSpPr/>
          <p:nvPr/>
        </p:nvSpPr>
        <p:spPr>
          <a:xfrm>
            <a:off x="2751227" y="2834640"/>
            <a:ext cx="3641546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3 S sentence"/>
          <p:cNvSpPr txBox="1"/>
          <p:nvPr/>
        </p:nvSpPr>
        <p:spPr>
          <a:xfrm>
            <a:off x="2751227" y="2834640"/>
            <a:ext cx="3641546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ذُكِرَ وَشُكِرَ</a:t>
            </a:r>
            <a:endParaRPr lang="ar-SA" sz="5100" dirty="0"/>
          </a:p>
        </p:txBody>
      </p:sp>
      <p:pic>
        <p:nvPicPr>
          <p:cNvPr id="22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2057400"/>
            <a:ext cx="1462674" cy="1097280"/>
          </a:xfrm>
          <a:prstGeom prst="rect">
            <a:avLst/>
          </a:prstGeom>
        </p:spPr>
      </p:pic>
      <p:pic>
        <p:nvPicPr>
          <p:cNvPr id="23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29170" y="1965960"/>
            <a:ext cx="1523390" cy="1280160"/>
          </a:xfrm>
          <a:prstGeom prst="rect">
            <a:avLst/>
          </a:prstGeom>
        </p:spPr>
      </p:pic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C5F7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CFD8"/>
          </a:solidFill>
          <a:ln w="12700">
            <a:solidFill>
              <a:srgbClr val="64CF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C5"/>
          </a:solidFill>
          <a:ln w="12700">
            <a:solidFill>
              <a:srgbClr val="47D1C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1 W1 pill"/>
          <p:cNvSpPr/>
          <p:nvPr/>
        </p:nvSpPr>
        <p:spPr>
          <a:xfrm>
            <a:off x="4576598" y="896112"/>
            <a:ext cx="2273673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A9E2"/>
            </a:solidFill>
            <a:prstDash val="solid"/>
          </a:ln>
        </p:spPr>
      </p:sp>
      <p:sp>
        <p:nvSpPr>
          <p:cNvPr id="11" name="C1 W1 word"/>
          <p:cNvSpPr txBox="1"/>
          <p:nvPr/>
        </p:nvSpPr>
        <p:spPr>
          <a:xfrm>
            <a:off x="4576598" y="896112"/>
            <a:ext cx="2273673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حَمِدَهُ</a:t>
            </a:r>
            <a:endParaRPr lang="ar-SA" sz="5600" dirty="0"/>
          </a:p>
        </p:txBody>
      </p:sp>
      <p:sp>
        <p:nvSpPr>
          <p:cNvPr id="12" name="C2 W2 pill"/>
          <p:cNvSpPr/>
          <p:nvPr/>
        </p:nvSpPr>
        <p:spPr>
          <a:xfrm>
            <a:off x="2293729" y="896112"/>
            <a:ext cx="1962829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36A9"/>
            </a:solidFill>
            <a:prstDash val="solid"/>
          </a:ln>
        </p:spPr>
      </p:sp>
      <p:sp>
        <p:nvSpPr>
          <p:cNvPr id="13" name="C2 W2 word"/>
          <p:cNvSpPr txBox="1"/>
          <p:nvPr/>
        </p:nvSpPr>
        <p:spPr>
          <a:xfrm>
            <a:off x="2293729" y="896112"/>
            <a:ext cx="1962829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عُمَرُ</a:t>
            </a:r>
            <a:endParaRPr lang="ar-SA" sz="5600" dirty="0"/>
          </a:p>
        </p:txBody>
      </p:sp>
      <p:sp>
        <p:nvSpPr>
          <p:cNvPr id="14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B85C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C3 S panel"/>
          <p:cNvSpPr/>
          <p:nvPr/>
        </p:nvSpPr>
        <p:spPr>
          <a:xfrm>
            <a:off x="2568772" y="2834640"/>
            <a:ext cx="4006457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3 S sentence"/>
          <p:cNvSpPr txBox="1"/>
          <p:nvPr/>
        </p:nvSpPr>
        <p:spPr>
          <a:xfrm>
            <a:off x="2568772" y="2834640"/>
            <a:ext cx="4006457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حَمِدَهُ عُمَرُ</a:t>
            </a:r>
            <a:endParaRPr lang="ar-SA" sz="5700" dirty="0"/>
          </a:p>
        </p:txBody>
      </p:sp>
      <p:pic>
        <p:nvPicPr>
          <p:cNvPr id="17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378708"/>
            <a:ext cx="992993" cy="1691640"/>
          </a:xfrm>
          <a:prstGeom prst="rect">
            <a:avLst/>
          </a:prstGeom>
        </p:spPr>
      </p:pic>
      <p:pic>
        <p:nvPicPr>
          <p:cNvPr id="18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3112" y="1828800"/>
            <a:ext cx="1439448" cy="1554480"/>
          </a:xfrm>
          <a:prstGeom prst="rect">
            <a:avLst/>
          </a:prstGeom>
        </p:spPr>
      </p:pic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5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AA66"/>
          </a:solidFill>
          <a:ln w="12700">
            <a:solidFill>
              <a:srgbClr val="CCAA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BF40"/>
          </a:solidFill>
          <a:ln w="12700">
            <a:solidFill>
              <a:srgbClr val="BF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1 W1 pill"/>
          <p:cNvSpPr/>
          <p:nvPr/>
        </p:nvSpPr>
        <p:spPr>
          <a:xfrm>
            <a:off x="4715178" y="896112"/>
            <a:ext cx="1953843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3677"/>
            </a:solidFill>
            <a:prstDash val="solid"/>
          </a:ln>
        </p:spPr>
      </p:sp>
      <p:sp>
        <p:nvSpPr>
          <p:cNvPr id="12" name="C1 W1 word"/>
          <p:cNvSpPr txBox="1"/>
          <p:nvPr/>
        </p:nvSpPr>
        <p:spPr>
          <a:xfrm>
            <a:off x="4715178" y="896112"/>
            <a:ext cx="1953843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دَخَلَ</a:t>
            </a:r>
            <a:endParaRPr lang="ar-SA" sz="5400" dirty="0"/>
          </a:p>
        </p:txBody>
      </p:sp>
      <p:sp>
        <p:nvSpPr>
          <p:cNvPr id="13" name="C2 W2 pill"/>
          <p:cNvSpPr/>
          <p:nvPr/>
        </p:nvSpPr>
        <p:spPr>
          <a:xfrm>
            <a:off x="2474979" y="896112"/>
            <a:ext cx="1920160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77E236"/>
            </a:solidFill>
            <a:prstDash val="solid"/>
          </a:ln>
        </p:spPr>
      </p:sp>
      <p:sp>
        <p:nvSpPr>
          <p:cNvPr id="14" name="C2 W2 word"/>
          <p:cNvSpPr txBox="1"/>
          <p:nvPr/>
        </p:nvSpPr>
        <p:spPr>
          <a:xfrm>
            <a:off x="2474979" y="896112"/>
            <a:ext cx="1920160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عُمَرُ</a:t>
            </a:r>
            <a:endParaRPr lang="ar-SA" sz="5400" dirty="0"/>
          </a:p>
        </p:txBody>
      </p:sp>
      <p:sp>
        <p:nvSpPr>
          <p:cNvPr id="15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2EB88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3 S panel"/>
          <p:cNvSpPr/>
          <p:nvPr/>
        </p:nvSpPr>
        <p:spPr>
          <a:xfrm>
            <a:off x="2791233" y="2834640"/>
            <a:ext cx="3561534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3 S sentence"/>
          <p:cNvSpPr txBox="1"/>
          <p:nvPr/>
        </p:nvSpPr>
        <p:spPr>
          <a:xfrm>
            <a:off x="2791233" y="2834640"/>
            <a:ext cx="3561534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دَخَلَ عُمَرُ</a:t>
            </a:r>
            <a:endParaRPr lang="ar-SA" sz="5400" dirty="0"/>
          </a:p>
        </p:txBody>
      </p:sp>
      <p:pic>
        <p:nvPicPr>
          <p:cNvPr id="18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1965960"/>
            <a:ext cx="1199510" cy="1280160"/>
          </a:xfrm>
          <a:prstGeom prst="rect">
            <a:avLst/>
          </a:prstGeom>
        </p:spPr>
      </p:pic>
      <p:pic>
        <p:nvPicPr>
          <p:cNvPr id="19" name="Image 1" descr="ki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48991" y="1783080"/>
            <a:ext cx="1303569" cy="1645920"/>
          </a:xfrm>
          <a:prstGeom prst="rect">
            <a:avLst/>
          </a:prstGeom>
        </p:spPr>
      </p:pic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51</Slides>
  <Notes>51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51</vt:i4>
      </vt:variant>
    </vt:vector>
  </HeadingPairs>
  <TitlesOfParts>
    <vt:vector size="5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Dammah reading 05-dal-dhal</dc:title>
  <dc:subject>PptxGenJS Presentation</dc:subject>
  <dc:creator>PptxGenJS</dc:creator>
  <cp:lastModifiedBy>PptxGenJS</cp:lastModifiedBy>
  <cp:revision>1</cp:revision>
  <dcterms:created xsi:type="dcterms:W3CDTF">2026-10-21T00:09:53Z</dcterms:created>
  <dcterms:modified xsi:type="dcterms:W3CDTF">2026-10-21T00:09:53Z</dcterms:modified>
</cp:coreProperties>
</file>