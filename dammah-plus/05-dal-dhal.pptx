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7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6500" dirty="0"/>
          </a:p>
        </p:txBody>
      </p:sp>
      <p:pic>
        <p:nvPicPr>
          <p:cNvPr id="18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52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87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66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66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52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2500" dirty="0"/>
          </a:p>
        </p:txBody>
      </p:sp>
      <p:pic>
        <p:nvPicPr>
          <p:cNvPr id="13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4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15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59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81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81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81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81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5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1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100" dirty="0"/>
          </a:p>
        </p:txBody>
      </p:sp>
      <p:pic>
        <p:nvPicPr>
          <p:cNvPr id="26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66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1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52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59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81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8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75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81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81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81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8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8585" y="896112"/>
            <a:ext cx="1700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8585" y="896112"/>
            <a:ext cx="1700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</a:t>
            </a:r>
            <a:endParaRPr lang="ar-SA" sz="5000" dirty="0"/>
          </a:p>
        </p:txBody>
      </p:sp>
      <p:sp>
        <p:nvSpPr>
          <p:cNvPr id="17" name="C2 W2 pill"/>
          <p:cNvSpPr/>
          <p:nvPr/>
        </p:nvSpPr>
        <p:spPr>
          <a:xfrm>
            <a:off x="2415246" y="896112"/>
            <a:ext cx="2293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5246" y="896112"/>
            <a:ext cx="2293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وَشُكِرَ</a:t>
            </a:r>
            <a:endParaRPr lang="ar-SA" sz="5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227" y="2834640"/>
            <a:ext cx="36415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227" y="2834640"/>
            <a:ext cx="36415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 وَشُكِرَ</a:t>
            </a:r>
            <a:endParaRPr lang="ar-SA" sz="51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76598" y="896112"/>
            <a:ext cx="22736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76598" y="896112"/>
            <a:ext cx="22736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93729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3729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68772" y="2834640"/>
            <a:ext cx="40064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68772" y="2834640"/>
            <a:ext cx="40064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 عُمَرُ</a:t>
            </a:r>
            <a:endParaRPr lang="ar-SA" sz="57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71741" cy="1463040"/>
          </a:xfrm>
          <a:prstGeom prst="rect">
            <a:avLst/>
          </a:prstGeom>
        </p:spPr>
      </p:pic>
      <p:pic>
        <p:nvPicPr>
          <p:cNvPr id="18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5178" y="896112"/>
            <a:ext cx="195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5178" y="896112"/>
            <a:ext cx="195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47497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497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1233" y="2834640"/>
            <a:ext cx="35615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1233" y="2834640"/>
            <a:ext cx="35615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عُمَرُ</a:t>
            </a:r>
            <a:endParaRPr lang="ar-SA" sz="5400" dirty="0"/>
          </a:p>
        </p:txBody>
      </p:sp>
      <p:pic>
        <p:nvPicPr>
          <p:cNvPr id="18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19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05-dal-dhal</dc:title>
  <dc:subject>PptxGenJS Presentation</dc:subject>
  <dc:creator>PptxGenJS</dc:creator>
  <cp:lastModifiedBy>PptxGenJS</cp:lastModifiedBy>
  <cp:revision>1</cp:revision>
  <dcterms:created xsi:type="dcterms:W3CDTF">2026-10-20T23:11:31Z</dcterms:created>
  <dcterms:modified xsi:type="dcterms:W3CDTF">2026-10-20T23:11:31Z</dcterms:modified>
</cp:coreProperties>
</file>