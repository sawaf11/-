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65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35685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513" y="1783080"/>
            <a:ext cx="129204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3" y="3515868"/>
            <a:ext cx="111611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8710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654" y="4018788"/>
            <a:ext cx="711906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46613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7384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أُدُبُ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6856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413" y="3835908"/>
            <a:ext cx="72214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بُدُتُ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9" y="3332988"/>
            <a:ext cx="2783251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تُدُثُ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073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A"/>
          </a:solidFill>
          <a:ln w="12700">
            <a:solidFill>
              <a:srgbClr val="ED5E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ثُدُجُ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جُدُحُ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683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319" y="3332988"/>
            <a:ext cx="1513241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خُدُأُ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0214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70" y="3470148"/>
            <a:ext cx="716890" cy="1600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52E0"/>
          </a:solidFill>
          <a:ln w="12700">
            <a:solidFill>
              <a:srgbClr val="6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892" y="3653028"/>
            <a:ext cx="72566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814" y="3515868"/>
            <a:ext cx="149074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2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742846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994" y="1783080"/>
            <a:ext cx="2837566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9"/>
          </a:solidFill>
          <a:ln w="12700">
            <a:solidFill>
              <a:srgbClr val="5EED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ذُأُ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4"/>
          </a:solidFill>
          <a:ln w="12700">
            <a:solidFill>
              <a:srgbClr val="E052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ذُبُ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ذُتُ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ذُثُ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88502" cy="10972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951" y="3790188"/>
            <a:ext cx="715609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307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2110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ذُدُ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9279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بُذُتُ</a:t>
            </a:r>
            <a:endParaRPr lang="ar-SA" sz="7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4537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تُذُثُ</a:t>
            </a:r>
            <a:endParaRPr lang="ar-SA" sz="71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85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جُذُحُ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حُذُخُ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8"/>
          </a:solidFill>
          <a:ln w="12700">
            <a:solidFill>
              <a:srgbClr val="D147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خُذُدُ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576" y="3332988"/>
            <a:ext cx="2063984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دُذُأُ</a:t>
            </a:r>
            <a:endParaRPr lang="ar-SA" sz="5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4149" y="3790188"/>
            <a:ext cx="728411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332" y="3515868"/>
            <a:ext cx="127622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647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8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9399" y="2080260"/>
            <a:ext cx="513161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8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920" y="3515868"/>
            <a:ext cx="164464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17275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99073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8825" y="1783080"/>
            <a:ext cx="893735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8585" y="896112"/>
            <a:ext cx="1700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8585" y="896112"/>
            <a:ext cx="1700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</a:t>
            </a:r>
            <a:endParaRPr lang="ar-SA" sz="5000" dirty="0"/>
          </a:p>
        </p:txBody>
      </p:sp>
      <p:sp>
        <p:nvSpPr>
          <p:cNvPr id="17" name="C2 W2 pill"/>
          <p:cNvSpPr/>
          <p:nvPr/>
        </p:nvSpPr>
        <p:spPr>
          <a:xfrm>
            <a:off x="2415246" y="896112"/>
            <a:ext cx="2293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B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5246" y="896112"/>
            <a:ext cx="2293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وَشُكِرَ</a:t>
            </a:r>
            <a:endParaRPr lang="ar-SA" sz="5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227" y="2834640"/>
            <a:ext cx="36415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227" y="2834640"/>
            <a:ext cx="36415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 وَشُكِرَ</a:t>
            </a:r>
            <a:endParaRPr lang="ar-SA" sz="5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206459" cy="16459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803" y="1783080"/>
            <a:ext cx="1711757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76598" y="896112"/>
            <a:ext cx="22736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76598" y="896112"/>
            <a:ext cx="22736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93729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93729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68772" y="2834640"/>
            <a:ext cx="40064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68772" y="2834640"/>
            <a:ext cx="40064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 عُمَرُ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33272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3241548"/>
            <a:ext cx="1618488" cy="1828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5178" y="896112"/>
            <a:ext cx="19538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5178" y="896112"/>
            <a:ext cx="19538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47497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497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1233" y="2834640"/>
            <a:ext cx="35615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1233" y="2834640"/>
            <a:ext cx="35615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عُمَرُ</a:t>
            </a:r>
            <a:endParaRPr lang="ar-SA" sz="5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72656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661" y="1783080"/>
            <a:ext cx="125089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05-dal-dhal</dc:title>
  <dc:subject>PptxGenJS Presentation</dc:subject>
  <dc:creator>PptxGenJS</dc:creator>
  <cp:lastModifiedBy>PptxGenJS</cp:lastModifiedBy>
  <cp:revision>1</cp:revision>
  <dcterms:created xsi:type="dcterms:W3CDTF">2026-10-20T23:35:53Z</dcterms:created>
  <dcterms:modified xsi:type="dcterms:W3CDTF">2026-10-20T23:35:53Z</dcterms:modified>
</cp:coreProperties>
</file>