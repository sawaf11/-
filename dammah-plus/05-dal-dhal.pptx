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6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165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دُأُ</a:t>
            </a:r>
            <a:endParaRPr lang="ar-SA" sz="59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دُبُ</a:t>
            </a:r>
            <a:endParaRPr lang="ar-SA" sz="95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دُتُ</a:t>
            </a:r>
            <a:endParaRPr lang="ar-SA" sz="101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دُثُ</a:t>
            </a:r>
            <a:endParaRPr lang="ar-SA" sz="8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دُجُ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A52"/>
          </a:solidFill>
          <a:ln w="12700">
            <a:solidFill>
              <a:srgbClr val="E0A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دُحُ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دُخُ</a:t>
            </a:r>
            <a:endParaRPr lang="ar-SA" sz="74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أُدُبُ</a:t>
            </a:r>
            <a:endParaRPr lang="ar-SA" sz="5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بُدُتُ</a:t>
            </a:r>
            <a:endParaRPr lang="ar-SA" sz="87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تُدُثُ</a:t>
            </a:r>
            <a:endParaRPr lang="ar-SA" sz="7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A"/>
          </a:solidFill>
          <a:ln w="12700">
            <a:solidFill>
              <a:srgbClr val="ED5E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ثُدُجُ</a:t>
            </a:r>
            <a:endParaRPr lang="ar-SA" sz="6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جُدُحُ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47D1"/>
          </a:solidFill>
          <a:ln w="12700">
            <a:solidFill>
              <a:srgbClr val="8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حُدُخُ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خُدُأُ</a:t>
            </a:r>
            <a:endParaRPr lang="ar-SA" sz="5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أُدُ</a:t>
            </a:r>
            <a:endParaRPr lang="ar-SA" sz="59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بُدُ</a:t>
            </a:r>
            <a:endParaRPr lang="ar-SA" sz="98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تُدُ</a:t>
            </a:r>
            <a:endParaRPr lang="ar-SA" sz="87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52E0"/>
          </a:solidFill>
          <a:ln w="12700">
            <a:solidFill>
              <a:srgbClr val="6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ثُدُ</a:t>
            </a:r>
            <a:endParaRPr lang="ar-SA" sz="7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E47"/>
          </a:solidFill>
          <a:ln w="12700">
            <a:solidFill>
              <a:srgbClr val="D15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جُدُ</a:t>
            </a:r>
            <a:endParaRPr lang="ar-SA" sz="99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حُدُ</a:t>
            </a:r>
            <a:endParaRPr lang="ar-SA" sz="109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خُدُ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12500" dirty="0"/>
          </a:p>
        </p:txBody>
      </p:sp>
      <p:pic>
        <p:nvPicPr>
          <p:cNvPr id="13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14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1783080"/>
            <a:ext cx="1176741" cy="1554480"/>
          </a:xfrm>
          <a:prstGeom prst="rect">
            <a:avLst/>
          </a:prstGeom>
        </p:spPr>
      </p:pic>
      <p:pic>
        <p:nvPicPr>
          <p:cNvPr id="15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9"/>
          </a:solidFill>
          <a:ln w="12700">
            <a:solidFill>
              <a:srgbClr val="5EED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ذُأُ</a:t>
            </a:r>
            <a:endParaRPr lang="ar-SA" sz="59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4"/>
          </a:solidFill>
          <a:ln w="12700">
            <a:solidFill>
              <a:srgbClr val="E0526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8"/>
          </a:solidFill>
          <a:ln w="12700">
            <a:solidFill>
              <a:srgbClr val="70DB9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ذُبُ</a:t>
            </a:r>
            <a:endParaRPr lang="ar-SA" sz="8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ذُتُ</a:t>
            </a:r>
            <a:endParaRPr lang="ar-SA" sz="81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ذُثُ</a:t>
            </a:r>
            <a:endParaRPr lang="ar-SA" sz="81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ذُجُ</a:t>
            </a:r>
            <a:endParaRPr lang="ar-SA" sz="74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ذُحُ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ذُخُ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ذُدُ</a:t>
            </a:r>
            <a:endParaRPr lang="ar-SA" sz="81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أُذُبُ</a:t>
            </a:r>
            <a:endParaRPr lang="ar-SA" sz="52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بُذُتُ</a:t>
            </a:r>
            <a:endParaRPr lang="ar-SA" sz="71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تُذُثُ</a:t>
            </a:r>
            <a:endParaRPr lang="ar-SA" sz="71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ثُذُجُ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25E"/>
          </a:solidFill>
          <a:ln w="12700">
            <a:solidFill>
              <a:srgbClr val="ED8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جُذُحُ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BE0"/>
          </a:solidFill>
          <a:ln w="12700">
            <a:solidFill>
              <a:srgbClr val="52A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حُذُخُ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8"/>
          </a:solidFill>
          <a:ln w="12700">
            <a:solidFill>
              <a:srgbClr val="D1479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خُذُدُ</a:t>
            </a:r>
            <a:endParaRPr lang="ar-SA" sz="71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دُذُأُ</a:t>
            </a:r>
            <a:endParaRPr lang="ar-SA" sz="5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أُذُ</a:t>
            </a:r>
            <a:endParaRPr lang="ar-SA" sz="59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بُذُ</a:t>
            </a:r>
            <a:endParaRPr lang="ar-SA" sz="81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تُذُ</a:t>
            </a:r>
            <a:endParaRPr lang="ar-SA" sz="8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ثُذُ</a:t>
            </a:r>
            <a:endParaRPr lang="ar-SA" sz="75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جُذُ</a:t>
            </a:r>
            <a:endParaRPr lang="ar-SA" sz="81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حُذُ</a:t>
            </a:r>
            <a:endParaRPr lang="ar-SA" sz="81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خُذُ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دُذُ</a:t>
            </a:r>
            <a:endParaRPr lang="ar-SA" sz="81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2ED"/>
          </a:solidFill>
          <a:ln w="12700">
            <a:solidFill>
              <a:srgbClr val="5E8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0806" y="896112"/>
            <a:ext cx="22452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7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0806" y="896112"/>
            <a:ext cx="22452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30793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7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0793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69276" y="2834640"/>
            <a:ext cx="380544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69276" y="2834640"/>
            <a:ext cx="380544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عُمَرُ</a:t>
            </a:r>
            <a:endParaRPr lang="ar-SA" sz="5700" dirty="0"/>
          </a:p>
        </p:txBody>
      </p:sp>
      <p:pic>
        <p:nvPicPr>
          <p:cNvPr id="25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1783080"/>
            <a:ext cx="1077255" cy="155448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3DB"/>
          </a:solidFill>
          <a:ln w="12700">
            <a:solidFill>
              <a:srgbClr val="70B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8585" y="896112"/>
            <a:ext cx="1700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8585" y="896112"/>
            <a:ext cx="1700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</a:t>
            </a:r>
            <a:endParaRPr lang="ar-SA" sz="5000" dirty="0"/>
          </a:p>
        </p:txBody>
      </p:sp>
      <p:sp>
        <p:nvSpPr>
          <p:cNvPr id="17" name="C2 W2 pill"/>
          <p:cNvSpPr/>
          <p:nvPr/>
        </p:nvSpPr>
        <p:spPr>
          <a:xfrm>
            <a:off x="2415246" y="896112"/>
            <a:ext cx="2293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B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5246" y="896112"/>
            <a:ext cx="2293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وَشُكِرَ</a:t>
            </a:r>
            <a:endParaRPr lang="ar-SA" sz="5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51227" y="2834640"/>
            <a:ext cx="36415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51227" y="2834640"/>
            <a:ext cx="36415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ذُكِرَ وَشُكِرَ</a:t>
            </a:r>
            <a:endParaRPr lang="ar-SA" sz="51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76598" y="896112"/>
            <a:ext cx="22736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76598" y="896112"/>
            <a:ext cx="22736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93729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93729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68772" y="2834640"/>
            <a:ext cx="400645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68772" y="2834640"/>
            <a:ext cx="400645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حَمِدَهُ عُمَرُ</a:t>
            </a:r>
            <a:endParaRPr lang="ar-SA" sz="57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8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1783080"/>
            <a:ext cx="1453439" cy="1554480"/>
          </a:xfrm>
          <a:prstGeom prst="rect">
            <a:avLst/>
          </a:prstGeom>
        </p:spPr>
      </p:pic>
      <p:pic>
        <p:nvPicPr>
          <p:cNvPr id="19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15178" y="896112"/>
            <a:ext cx="19538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15178" y="896112"/>
            <a:ext cx="19538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47497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497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1233" y="2834640"/>
            <a:ext cx="35615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1233" y="2834640"/>
            <a:ext cx="35615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دَخَلَ عُمَرُ</a:t>
            </a:r>
            <a:endParaRPr lang="ar-SA" sz="5400" dirty="0"/>
          </a:p>
        </p:txBody>
      </p:sp>
      <p:pic>
        <p:nvPicPr>
          <p:cNvPr id="18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19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1783080"/>
            <a:ext cx="1397478" cy="1554480"/>
          </a:xfrm>
          <a:prstGeom prst="rect">
            <a:avLst/>
          </a:prstGeom>
        </p:spPr>
      </p:pic>
      <p:pic>
        <p:nvPicPr>
          <p:cNvPr id="20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05-dal-dhal</dc:title>
  <dc:subject>PptxGenJS Presentation</dc:subject>
  <dc:creator>PptxGenJS</dc:creator>
  <cp:lastModifiedBy>PptxGenJS</cp:lastModifiedBy>
  <cp:revision>1</cp:revision>
  <dcterms:created xsi:type="dcterms:W3CDTF">2026-10-20T22:54:26Z</dcterms:created>
  <dcterms:modified xsi:type="dcterms:W3CDTF">2026-10-20T22:54:26Z</dcterms:modified>
</cp:coreProperties>
</file>