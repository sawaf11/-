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</p:sldIdLst>
  <p:notesMasterIdLst>
    <p:notesMasterId r:id="rId16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notesMaster" Target="notesMasters/notesMaster1.xml"/><Relationship Id="rId162" Type="http://schemas.openxmlformats.org/officeDocument/2006/relationships/presProps" Target="presProps.xml"/><Relationship Id="rId163" Type="http://schemas.openxmlformats.org/officeDocument/2006/relationships/viewProps" Target="viewProps.xml"/><Relationship Id="rId164" Type="http://schemas.openxmlformats.org/officeDocument/2006/relationships/theme" Target="theme/theme1.xml"/><Relationship Id="rId16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9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9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9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9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4.xml"/><Relationship Id="rIdTrSnd" Type="http://schemas.openxmlformats.org/officeDocument/2006/relationships/audio" Target="../media/sparkle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5.xml"/><Relationship Id="rIdTrSnd" Type="http://schemas.openxmlformats.org/officeDocument/2006/relationships/audio" Target="../media/marimba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6.xml"/><Relationship Id="rIdTrSnd" Type="http://schemas.openxmlformats.org/officeDocument/2006/relationships/audio" Target="../media/harp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7.xml"/><Relationship Id="rIdTrSnd" Type="http://schemas.openxmlformats.org/officeDocument/2006/relationships/audio" Target="../media/chime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8.xml"/><Relationship Id="rIdTrSnd" Type="http://schemas.openxmlformats.org/officeDocument/2006/relationships/audio" Target="../media/whoosh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9.xml"/><Relationship Id="rIdTrSnd" Type="http://schemas.openxmlformats.org/officeDocument/2006/relationships/audio" Target="../media/bubbles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0.xml"/><Relationship Id="rIdTrSnd" Type="http://schemas.openxmlformats.org/officeDocument/2006/relationships/audio" Target="../media/sparkle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1.xml"/><Relationship Id="rIdTrSnd" Type="http://schemas.openxmlformats.org/officeDocument/2006/relationships/audio" Target="../media/marimba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2.xml"/><Relationship Id="rIdTrSnd" Type="http://schemas.openxmlformats.org/officeDocument/2006/relationships/audio" Target="../media/harp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3.xml"/><Relationship Id="rIdTrSnd" Type="http://schemas.openxmlformats.org/officeDocument/2006/relationships/audio" Target="../media/chime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4.xml"/><Relationship Id="rIdTrSnd" Type="http://schemas.openxmlformats.org/officeDocument/2006/relationships/audio" Target="../media/whoosh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5.xml"/><Relationship Id="rIdTrSnd" Type="http://schemas.openxmlformats.org/officeDocument/2006/relationships/audio" Target="../media/bubbles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6.xml"/><Relationship Id="rIdTrSnd" Type="http://schemas.openxmlformats.org/officeDocument/2006/relationships/audio" Target="../media/sparkle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7.xml"/><Relationship Id="rIdTrSnd" Type="http://schemas.openxmlformats.org/officeDocument/2006/relationships/audio" Target="../media/marimba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8.xml"/><Relationship Id="rIdTrSnd" Type="http://schemas.openxmlformats.org/officeDocument/2006/relationships/audio" Target="../media/harp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9.xml"/><Relationship Id="rIdTrSnd" Type="http://schemas.openxmlformats.org/officeDocument/2006/relationships/audio" Target="../media/chime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0.xml"/><Relationship Id="rIdTrSnd" Type="http://schemas.openxmlformats.org/officeDocument/2006/relationships/audio" Target="../media/whoosh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1.xml"/><Relationship Id="rIdTrSnd" Type="http://schemas.openxmlformats.org/officeDocument/2006/relationships/audio" Target="../media/bubbles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2.xml"/><Relationship Id="rIdTrSnd" Type="http://schemas.openxmlformats.org/officeDocument/2006/relationships/audio" Target="../media/sparkle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3.xml"/><Relationship Id="rIdTrSnd" Type="http://schemas.openxmlformats.org/officeDocument/2006/relationships/audio" Target="../media/marimba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4.xml"/><Relationship Id="rIdTrSnd" Type="http://schemas.openxmlformats.org/officeDocument/2006/relationships/audio" Target="../media/harp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5.xml"/><Relationship Id="rIdTrSnd" Type="http://schemas.openxmlformats.org/officeDocument/2006/relationships/audio" Target="../media/chime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6.xml"/><Relationship Id="rIdTrSnd" Type="http://schemas.openxmlformats.org/officeDocument/2006/relationships/audio" Target="../media/whoosh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7.xml"/><Relationship Id="rIdTrSnd" Type="http://schemas.openxmlformats.org/officeDocument/2006/relationships/audio" Target="../media/bubbles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8.xml"/><Relationship Id="rIdTrSnd" Type="http://schemas.openxmlformats.org/officeDocument/2006/relationships/audio" Target="../media/sparkle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9.xml"/><Relationship Id="rIdTrSnd" Type="http://schemas.openxmlformats.org/officeDocument/2006/relationships/audio" Target="../media/marimba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0.xml"/><Relationship Id="rIdTrSnd" Type="http://schemas.openxmlformats.org/officeDocument/2006/relationships/audio" Target="../media/harp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1.xml"/><Relationship Id="rIdTrSnd" Type="http://schemas.openxmlformats.org/officeDocument/2006/relationships/audio" Target="../media/chime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2.xml"/><Relationship Id="rIdTrSnd" Type="http://schemas.openxmlformats.org/officeDocument/2006/relationships/audio" Target="../media/whoosh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3.xml"/><Relationship Id="rIdTrSnd" Type="http://schemas.openxmlformats.org/officeDocument/2006/relationships/audio" Target="../media/bubbles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4.xml"/><Relationship Id="rIdTrSnd" Type="http://schemas.openxmlformats.org/officeDocument/2006/relationships/audio" Target="../media/sparkle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5.xml"/><Relationship Id="rIdTrSnd" Type="http://schemas.openxmlformats.org/officeDocument/2006/relationships/audio" Target="../media/marimba.wav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6.xml"/><Relationship Id="rIdTrSnd" Type="http://schemas.openxmlformats.org/officeDocument/2006/relationships/audio" Target="../media/harp.wav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7.xml"/><Relationship Id="rIdTrSnd" Type="http://schemas.openxmlformats.org/officeDocument/2006/relationships/audio" Target="../media/chime.wav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8.xml"/><Relationship Id="rIdTrSnd" Type="http://schemas.openxmlformats.org/officeDocument/2006/relationships/audio" Target="../media/whoosh.wav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13500" dirty="0"/>
          </a:p>
        </p:txBody>
      </p:sp>
      <p:sp>
        <p:nvSpPr>
          <p:cNvPr id="12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13500" dirty="0"/>
          </a:p>
        </p:txBody>
      </p:sp>
      <p:pic>
        <p:nvPicPr>
          <p:cNvPr id="13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22862" cy="1554480"/>
          </a:xfrm>
          <a:prstGeom prst="rect">
            <a:avLst/>
          </a:prstGeom>
        </p:spPr>
      </p:pic>
      <p:pic>
        <p:nvPicPr>
          <p:cNvPr id="14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3417" y="1783080"/>
            <a:ext cx="1559143" cy="1554480"/>
          </a:xfrm>
          <a:prstGeom prst="rect">
            <a:avLst/>
          </a:prstGeom>
        </p:spPr>
      </p:pic>
      <p:pic>
        <p:nvPicPr>
          <p:cNvPr id="15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E5EED"/>
          </a:solidFill>
          <a:ln w="12700">
            <a:solidFill>
              <a:srgbClr val="A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نُأُ</a:t>
            </a:r>
            <a:endParaRPr lang="ar-SA" sz="56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FE052"/>
          </a:solidFill>
          <a:ln w="12700">
            <a:solidFill>
              <a:srgbClr val="7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470DB"/>
          </a:solidFill>
          <a:ln w="12700">
            <a:solidFill>
              <a:srgbClr val="8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5"/>
          </a:solidFill>
          <a:ln w="12700">
            <a:solidFill>
              <a:srgbClr val="85476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نُبُ</a:t>
            </a:r>
            <a:endParaRPr lang="ar-SA" sz="87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505420" y="45720"/>
            <a:ext cx="803940" cy="6400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1D8"/>
          </a:solidFill>
          <a:ln w="12700">
            <a:solidFill>
              <a:srgbClr val="647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DD1"/>
          </a:solidFill>
          <a:ln w="12700">
            <a:solidFill>
              <a:srgbClr val="476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نُتُ</a:t>
            </a:r>
            <a:endParaRPr lang="ar-SA" sz="87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9107" y="3520440"/>
            <a:ext cx="1753453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نُثُ</a:t>
            </a:r>
            <a:endParaRPr lang="ar-SA" sz="86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499" y="4160520"/>
            <a:ext cx="715061" cy="914400"/>
          </a:xfrm>
          <a:prstGeom prst="rect">
            <a:avLst/>
          </a:prstGeom>
        </p:spPr>
      </p:pic>
      <p:pic>
        <p:nvPicPr>
          <p:cNvPr id="23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B"/>
          </a:solidFill>
          <a:ln w="12700">
            <a:solidFill>
              <a:srgbClr val="2B644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579"/>
          </a:solidFill>
          <a:ln w="12700">
            <a:solidFill>
              <a:srgbClr val="347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نُجُ</a:t>
            </a:r>
            <a:endParaRPr lang="ar-SA" sz="74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520440"/>
            <a:ext cx="1066373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نُحُ</a:t>
            </a:r>
            <a:endParaRPr lang="ar-SA" sz="74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034" y="3520440"/>
            <a:ext cx="1327526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B5E"/>
          </a:solidFill>
          <a:ln w="12700">
            <a:solidFill>
              <a:srgbClr val="ED8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نُخُ</a:t>
            </a:r>
            <a:endParaRPr lang="ar-SA" sz="74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2E0"/>
          </a:solidFill>
          <a:ln w="12700">
            <a:solidFill>
              <a:srgbClr val="52A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7"/>
          </a:solidFill>
          <a:ln w="12700">
            <a:solidFill>
              <a:srgbClr val="DB707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48547"/>
          </a:solidFill>
          <a:ln w="12700">
            <a:solidFill>
              <a:srgbClr val="7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7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1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7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نُدُ</a:t>
            </a:r>
            <a:endParaRPr lang="ar-SA" sz="87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6408" y="45720"/>
            <a:ext cx="852952" cy="7315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D"/>
          </a:solidFill>
          <a:ln w="12700">
            <a:solidFill>
              <a:srgbClr val="D8648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0"/>
          </a:solidFill>
          <a:ln w="12700">
            <a:solidFill>
              <a:srgbClr val="D1479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نُذُ</a:t>
            </a:r>
            <a:endParaRPr lang="ar-SA" sz="81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7760" y="3520440"/>
            <a:ext cx="1734800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نُرُ</a:t>
            </a:r>
            <a:endParaRPr lang="ar-SA" sz="87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D2B64"/>
          </a:solidFill>
          <a:ln w="12700">
            <a:solidFill>
              <a:srgbClr val="3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C3479"/>
          </a:solidFill>
          <a:ln w="12700">
            <a:solidFill>
              <a:srgbClr val="6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نُزُ</a:t>
            </a:r>
            <a:endParaRPr lang="ar-SA" sz="87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9107" y="3520440"/>
            <a:ext cx="1753453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نُسُ</a:t>
            </a:r>
            <a:endParaRPr lang="ar-SA" sz="87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6957" y="3520440"/>
            <a:ext cx="1215603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475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7"/>
          </a:solidFill>
          <a:ln w="12700">
            <a:solidFill>
              <a:srgbClr val="5EED6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نُشُ</a:t>
            </a:r>
            <a:endParaRPr lang="ar-SA" sz="82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3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6"/>
          </a:solidFill>
          <a:ln w="12700">
            <a:solidFill>
              <a:srgbClr val="E052C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2DB70"/>
          </a:solidFill>
          <a:ln w="12700">
            <a:solidFill>
              <a:srgbClr val="9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385"/>
          </a:solidFill>
          <a:ln w="12700">
            <a:solidFill>
              <a:srgbClr val="478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نُصُ</a:t>
            </a:r>
            <a:endParaRPr lang="ar-SA" sz="87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AD864"/>
          </a:solidFill>
          <a:ln w="12700">
            <a:solidFill>
              <a:srgbClr val="A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2D147"/>
          </a:solidFill>
          <a:ln w="12700">
            <a:solidFill>
              <a:srgbClr val="B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نُضُ</a:t>
            </a:r>
            <a:endParaRPr lang="ar-SA" sz="87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نُطُ</a:t>
            </a:r>
            <a:endParaRPr lang="ar-SA" sz="74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E2B"/>
          </a:solidFill>
          <a:ln w="12700">
            <a:solidFill>
              <a:srgbClr val="642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B34"/>
          </a:solidFill>
          <a:ln w="12700">
            <a:solidFill>
              <a:srgbClr val="795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نُظُ</a:t>
            </a:r>
            <a:endParaRPr lang="ar-SA" sz="74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7760" y="3520440"/>
            <a:ext cx="1734800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نُعُ</a:t>
            </a:r>
            <a:endParaRPr lang="ar-SA" sz="74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7600" y="3520440"/>
            <a:ext cx="1824960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9ED"/>
          </a:solidFill>
          <a:ln w="12700">
            <a:solidFill>
              <a:srgbClr val="5E7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نُغُ</a:t>
            </a:r>
            <a:endParaRPr lang="ar-SA" sz="74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2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752"/>
          </a:solidFill>
          <a:ln w="12700">
            <a:solidFill>
              <a:srgbClr val="E0D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DDB"/>
          </a:solidFill>
          <a:ln w="12700">
            <a:solidFill>
              <a:srgbClr val="70A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64785"/>
          </a:solidFill>
          <a:ln w="12700">
            <a:solidFill>
              <a:srgbClr val="76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نُفُ</a:t>
            </a:r>
            <a:endParaRPr lang="ar-SA" sz="85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511" y="4343400"/>
            <a:ext cx="572049" cy="731520"/>
          </a:xfrm>
          <a:prstGeom prst="rect">
            <a:avLst/>
          </a:prstGeom>
        </p:spPr>
      </p:pic>
      <p:pic>
        <p:nvPicPr>
          <p:cNvPr id="27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7D8"/>
          </a:solidFill>
          <a:ln w="12700">
            <a:solidFill>
              <a:srgbClr val="64C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E"/>
          </a:solidFill>
          <a:ln w="12700">
            <a:solidFill>
              <a:srgbClr val="47D1C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4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نُقُ</a:t>
            </a:r>
            <a:endParaRPr lang="ar-SA" sz="86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520440"/>
            <a:ext cx="1066373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نُكُ</a:t>
            </a:r>
            <a:endParaRPr lang="ar-SA" sz="81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9752" y="4251960"/>
            <a:ext cx="702808" cy="822960"/>
          </a:xfrm>
          <a:prstGeom prst="rect">
            <a:avLst/>
          </a:prstGeom>
        </p:spPr>
      </p:pic>
      <p:pic>
        <p:nvPicPr>
          <p:cNvPr id="23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6642B"/>
          </a:solidFill>
          <a:ln w="12700">
            <a:solidFill>
              <a:srgbClr val="3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A"/>
          </a:solidFill>
          <a:ln w="12700">
            <a:solidFill>
              <a:srgbClr val="34794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نُلُ</a:t>
            </a:r>
            <a:endParaRPr lang="ar-SA" sz="76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نُمُ</a:t>
            </a:r>
            <a:endParaRPr lang="ar-SA" sz="74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3417" y="3520440"/>
            <a:ext cx="1559143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D"/>
          </a:solidFill>
          <a:ln w="12700">
            <a:solidFill>
              <a:srgbClr val="ED5E9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أُنُبُ</a:t>
            </a:r>
            <a:endParaRPr lang="ar-SA" sz="5200" dirty="0"/>
          </a:p>
        </p:txBody>
      </p:sp>
      <p:pic>
        <p:nvPicPr>
          <p:cNvPr id="32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4"/>
          </a:solidFill>
          <a:ln w="12700">
            <a:solidFill>
              <a:srgbClr val="52E0B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7"/>
          </a:solidFill>
          <a:ln w="12700">
            <a:solidFill>
              <a:srgbClr val="DB70C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747"/>
          </a:solidFill>
          <a:ln w="12700">
            <a:solidFill>
              <a:srgbClr val="856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بُنُتُ</a:t>
            </a:r>
            <a:endParaRPr lang="ar-SA" sz="8700" dirty="0"/>
          </a:p>
        </p:txBody>
      </p:sp>
      <p:pic>
        <p:nvPicPr>
          <p:cNvPr id="29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30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C64D8"/>
          </a:solidFill>
          <a:ln w="12700">
            <a:solidFill>
              <a:srgbClr val="C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C47D1"/>
          </a:solidFill>
          <a:ln w="12700">
            <a:solidFill>
              <a:srgbClr val="A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2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تُنُثُ</a:t>
            </a:r>
            <a:endParaRPr lang="ar-SA" sz="7600" dirty="0"/>
          </a:p>
        </p:txBody>
      </p:sp>
      <p:pic>
        <p:nvPicPr>
          <p:cNvPr id="24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5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2818" y="3337560"/>
            <a:ext cx="1959742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ثُنُجُ</a:t>
            </a:r>
            <a:endParaRPr lang="ar-SA" sz="66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499" y="4160520"/>
            <a:ext cx="715061" cy="914400"/>
          </a:xfrm>
          <a:prstGeom prst="rect">
            <a:avLst/>
          </a:prstGeom>
        </p:spPr>
      </p:pic>
      <p:pic>
        <p:nvPicPr>
          <p:cNvPr id="27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4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464"/>
          </a:solidFill>
          <a:ln w="12700">
            <a:solidFill>
              <a:srgbClr val="2B4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83479"/>
          </a:solidFill>
          <a:ln w="12700">
            <a:solidFill>
              <a:srgbClr val="3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جُنُحُ</a:t>
            </a:r>
            <a:endParaRPr lang="ar-SA" sz="6600" dirty="0"/>
          </a:p>
        </p:txBody>
      </p:sp>
      <p:pic>
        <p:nvPicPr>
          <p:cNvPr id="26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0731" y="3337560"/>
            <a:ext cx="1191829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حُنُخُ</a:t>
            </a:r>
            <a:endParaRPr lang="ar-SA" sz="66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74902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8855" y="3337560"/>
            <a:ext cx="1483705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1ED5E"/>
          </a:solidFill>
          <a:ln w="12700">
            <a:solidFill>
              <a:srgbClr val="C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خُنُدُ</a:t>
            </a:r>
            <a:endParaRPr lang="ar-SA" sz="8300" dirty="0"/>
          </a:p>
        </p:txBody>
      </p:sp>
      <p:pic>
        <p:nvPicPr>
          <p:cNvPr id="32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052E0"/>
          </a:solidFill>
          <a:ln w="12700">
            <a:solidFill>
              <a:srgbClr val="9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570"/>
          </a:solidFill>
          <a:ln w="12700">
            <a:solidFill>
              <a:srgbClr val="DBD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8"/>
          </a:solidFill>
          <a:ln w="12700">
            <a:solidFill>
              <a:srgbClr val="47855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دُنُذُ</a:t>
            </a:r>
            <a:endParaRPr lang="ar-SA" sz="7100" dirty="0"/>
          </a:p>
        </p:txBody>
      </p:sp>
      <p:pic>
        <p:nvPicPr>
          <p:cNvPr id="29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30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505420" y="45720"/>
            <a:ext cx="803940" cy="6400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F64"/>
          </a:solidFill>
          <a:ln w="12700">
            <a:solidFill>
              <a:srgbClr val="D8A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947"/>
          </a:solidFill>
          <a:ln w="12700">
            <a:solidFill>
              <a:srgbClr val="D18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ذُنُرُ</a:t>
            </a:r>
            <a:endParaRPr lang="ar-SA" sz="7100" dirty="0"/>
          </a:p>
        </p:txBody>
      </p:sp>
      <p:pic>
        <p:nvPicPr>
          <p:cNvPr id="24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5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3666" y="3337560"/>
            <a:ext cx="1938894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رُنُزُ</a:t>
            </a:r>
            <a:endParaRPr lang="ar-SA" sz="77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2"/>
          </a:solidFill>
          <a:ln w="12700">
            <a:solidFill>
              <a:srgbClr val="642B5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1"/>
          </a:solidFill>
          <a:ln w="12700">
            <a:solidFill>
              <a:srgbClr val="79344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زُنُسُ</a:t>
            </a:r>
            <a:endParaRPr lang="ar-SA" sz="7700" dirty="0"/>
          </a:p>
        </p:txBody>
      </p:sp>
      <p:pic>
        <p:nvPicPr>
          <p:cNvPr id="26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7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2818" y="3337560"/>
            <a:ext cx="1959742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سُنُشُ</a:t>
            </a:r>
            <a:endParaRPr lang="ar-SA" sz="6800" dirty="0"/>
          </a:p>
        </p:txBody>
      </p:sp>
      <p:pic>
        <p:nvPicPr>
          <p:cNvPr id="24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875389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3944" y="3337560"/>
            <a:ext cx="1358616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4ED"/>
          </a:solidFill>
          <a:ln w="12700">
            <a:solidFill>
              <a:srgbClr val="5EE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8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شُنُصُ</a:t>
            </a:r>
            <a:endParaRPr lang="ar-SA" sz="6500" dirty="0"/>
          </a:p>
        </p:txBody>
      </p:sp>
      <p:pic>
        <p:nvPicPr>
          <p:cNvPr id="32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D52"/>
          </a:solidFill>
          <a:ln w="12700">
            <a:solidFill>
              <a:srgbClr val="E06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A"/>
          </a:solidFill>
          <a:ln w="12700">
            <a:solidFill>
              <a:srgbClr val="70DBB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94785"/>
          </a:solidFill>
          <a:ln w="12700">
            <a:solidFill>
              <a:srgbClr val="4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صُنُضُ</a:t>
            </a:r>
            <a:endParaRPr lang="ar-SA" sz="6200" dirty="0"/>
          </a:p>
        </p:txBody>
      </p:sp>
      <p:pic>
        <p:nvPicPr>
          <p:cNvPr id="29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30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6408" y="45720"/>
            <a:ext cx="852952" cy="7315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2"/>
          </a:solidFill>
          <a:ln w="12700">
            <a:solidFill>
              <a:srgbClr val="64D89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7"/>
          </a:solidFill>
          <a:ln w="12700">
            <a:solidFill>
              <a:srgbClr val="47D16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ضُنُطُ</a:t>
            </a:r>
            <a:endParaRPr lang="ar-SA" sz="6600" dirty="0"/>
          </a:p>
        </p:txBody>
      </p:sp>
      <p:pic>
        <p:nvPicPr>
          <p:cNvPr id="24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227" y="3337560"/>
            <a:ext cx="1294333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طُنُظُ</a:t>
            </a:r>
            <a:endParaRPr lang="ar-SA" sz="66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6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0642B"/>
          </a:solidFill>
          <a:ln w="12700">
            <a:solidFill>
              <a:srgbClr val="6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27934"/>
          </a:solidFill>
          <a:ln w="12700">
            <a:solidFill>
              <a:srgbClr val="5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ظُنُعُ</a:t>
            </a:r>
            <a:endParaRPr lang="ar-SA" sz="6600" dirty="0"/>
          </a:p>
        </p:txBody>
      </p:sp>
      <p:pic>
        <p:nvPicPr>
          <p:cNvPr id="26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7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3666" y="3337560"/>
            <a:ext cx="1938894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عُنُغُ</a:t>
            </a:r>
            <a:endParaRPr lang="ar-SA" sz="66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546479" cy="1508760"/>
          </a:xfrm>
          <a:prstGeom prst="rect">
            <a:avLst/>
          </a:prstGeom>
        </p:spPr>
      </p:pic>
      <p:pic>
        <p:nvPicPr>
          <p:cNvPr id="25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2899" y="3337560"/>
            <a:ext cx="2039661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475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35EED"/>
          </a:solidFill>
          <a:ln w="12700">
            <a:solidFill>
              <a:srgbClr val="D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غُنُفُ</a:t>
            </a:r>
            <a:endParaRPr lang="ar-SA" sz="7300" dirty="0"/>
          </a:p>
        </p:txBody>
      </p:sp>
      <p:pic>
        <p:nvPicPr>
          <p:cNvPr id="32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2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AE052"/>
          </a:solidFill>
          <a:ln w="12700">
            <a:solidFill>
              <a:srgbClr val="5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F70DB"/>
          </a:solidFill>
          <a:ln w="12700">
            <a:solidFill>
              <a:srgbClr val="9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5"/>
          </a:solidFill>
          <a:ln w="12700">
            <a:solidFill>
              <a:srgbClr val="85475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فُنُقُ</a:t>
            </a:r>
            <a:endParaRPr lang="ar-SA" sz="6800" dirty="0"/>
          </a:p>
        </p:txBody>
      </p:sp>
      <p:pic>
        <p:nvPicPr>
          <p:cNvPr id="29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3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511" y="4343400"/>
            <a:ext cx="572049" cy="731520"/>
          </a:xfrm>
          <a:prstGeom prst="rect">
            <a:avLst/>
          </a:prstGeom>
        </p:spPr>
      </p:pic>
      <p:pic>
        <p:nvPicPr>
          <p:cNvPr id="31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564D8"/>
          </a:solidFill>
          <a:ln w="12700">
            <a:solidFill>
              <a:srgbClr val="7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AD1"/>
          </a:solidFill>
          <a:ln w="12700">
            <a:solidFill>
              <a:srgbClr val="474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2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2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قُنُكُ</a:t>
            </a:r>
            <a:endParaRPr lang="ar-SA" sz="6800" dirty="0"/>
          </a:p>
        </p:txBody>
      </p:sp>
      <p:pic>
        <p:nvPicPr>
          <p:cNvPr id="24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0731" y="3337560"/>
            <a:ext cx="1191829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كُنُلُ</a:t>
            </a:r>
            <a:endParaRPr lang="ar-SA" sz="67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9752" y="4251960"/>
            <a:ext cx="702808" cy="822960"/>
          </a:xfrm>
          <a:prstGeom prst="rect">
            <a:avLst/>
          </a:prstGeom>
        </p:spPr>
      </p:pic>
      <p:pic>
        <p:nvPicPr>
          <p:cNvPr id="27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9"/>
          </a:solidFill>
          <a:ln w="12700">
            <a:solidFill>
              <a:srgbClr val="2B64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479"/>
          </a:solidFill>
          <a:ln w="12700">
            <a:solidFill>
              <a:srgbClr val="346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لُنُمُ</a:t>
            </a:r>
            <a:endParaRPr lang="ar-SA" sz="6600" dirty="0"/>
          </a:p>
        </p:txBody>
      </p:sp>
      <p:pic>
        <p:nvPicPr>
          <p:cNvPr id="26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227" y="3337560"/>
            <a:ext cx="1294333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مُنُأُ</a:t>
            </a:r>
            <a:endParaRPr lang="ar-SA" sz="5000" dirty="0"/>
          </a:p>
        </p:txBody>
      </p:sp>
      <p:pic>
        <p:nvPicPr>
          <p:cNvPr id="24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83955" cy="1508760"/>
          </a:xfrm>
          <a:prstGeom prst="rect">
            <a:avLst/>
          </a:prstGeom>
        </p:spPr>
      </p:pic>
      <p:pic>
        <p:nvPicPr>
          <p:cNvPr id="25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9988" y="3337560"/>
            <a:ext cx="1742572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F5E"/>
          </a:solidFill>
          <a:ln w="12700">
            <a:solidFill>
              <a:srgbClr val="EDA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أُنُ</a:t>
            </a:r>
            <a:endParaRPr lang="ar-SA" sz="59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EE0"/>
          </a:solidFill>
          <a:ln w="12700">
            <a:solidFill>
              <a:srgbClr val="527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570"/>
          </a:solidFill>
          <a:ln w="12700">
            <a:solidFill>
              <a:srgbClr val="DB8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58547"/>
          </a:solidFill>
          <a:ln w="12700">
            <a:solidFill>
              <a:srgbClr val="6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بُنُ</a:t>
            </a:r>
            <a:endParaRPr lang="ar-SA" sz="90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0"/>
          </a:solidFill>
          <a:ln w="12700">
            <a:solidFill>
              <a:srgbClr val="D8647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C"/>
          </a:solidFill>
          <a:ln w="12700">
            <a:solidFill>
              <a:srgbClr val="D1476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تُنُ</a:t>
            </a:r>
            <a:endParaRPr lang="ar-SA" sz="87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9107" y="3520440"/>
            <a:ext cx="1753453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ثُنُ</a:t>
            </a:r>
            <a:endParaRPr lang="ar-SA" sz="75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499" y="4160520"/>
            <a:ext cx="715061" cy="914400"/>
          </a:xfrm>
          <a:prstGeom prst="rect">
            <a:avLst/>
          </a:prstGeom>
        </p:spPr>
      </p:pic>
      <p:pic>
        <p:nvPicPr>
          <p:cNvPr id="23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B2B64"/>
          </a:solidFill>
          <a:ln w="12700">
            <a:solidFill>
              <a:srgbClr val="4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5"/>
          </a:solidFill>
          <a:ln w="12700">
            <a:solidFill>
              <a:srgbClr val="79347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جُنُ</a:t>
            </a:r>
            <a:endParaRPr lang="ar-SA" sz="90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520440"/>
            <a:ext cx="1066373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حُنُ</a:t>
            </a:r>
            <a:endParaRPr lang="ar-SA" sz="90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034" y="3520440"/>
            <a:ext cx="1327526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B"/>
          </a:solidFill>
          <a:ln w="12700">
            <a:solidFill>
              <a:srgbClr val="5EED8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خُنُ</a:t>
            </a:r>
            <a:endParaRPr lang="ar-SA" sz="90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1"/>
          </a:solidFill>
          <a:ln w="12700">
            <a:solidFill>
              <a:srgbClr val="E052A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7DB70"/>
          </a:solidFill>
          <a:ln w="12700">
            <a:solidFill>
              <a:srgbClr val="7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485"/>
          </a:solidFill>
          <a:ln w="12700">
            <a:solidFill>
              <a:srgbClr val="477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1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7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7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دُنُ</a:t>
            </a:r>
            <a:endParaRPr lang="ar-SA" sz="93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DD864"/>
          </a:solidFill>
          <a:ln w="12700">
            <a:solidFill>
              <a:srgbClr val="8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FD147"/>
          </a:solidFill>
          <a:ln w="12700">
            <a:solidFill>
              <a:srgbClr val="8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ذُنُ</a:t>
            </a:r>
            <a:endParaRPr lang="ar-SA" sz="81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7760" y="3520440"/>
            <a:ext cx="1734800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رُنُ</a:t>
            </a:r>
            <a:endParaRPr lang="ar-SA" sz="90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D2B"/>
          </a:solidFill>
          <a:ln w="12700">
            <a:solidFill>
              <a:srgbClr val="643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D34"/>
          </a:solidFill>
          <a:ln w="12700">
            <a:solidFill>
              <a:srgbClr val="796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زُنُ</a:t>
            </a:r>
            <a:endParaRPr lang="ar-SA" sz="90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9107" y="3520440"/>
            <a:ext cx="1753453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سُنُ</a:t>
            </a:r>
            <a:endParaRPr lang="ar-SA" sz="90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6957" y="3520440"/>
            <a:ext cx="1215603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85EED"/>
          </a:solidFill>
          <a:ln w="12700">
            <a:solidFill>
              <a:srgbClr val="6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شُنُ</a:t>
            </a:r>
            <a:endParaRPr lang="ar-SA" sz="82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5E052"/>
          </a:solidFill>
          <a:ln w="12700">
            <a:solidFill>
              <a:srgbClr val="C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1DB"/>
          </a:solidFill>
          <a:ln w="12700">
            <a:solidFill>
              <a:srgbClr val="709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3"/>
          </a:solidFill>
          <a:ln w="12700">
            <a:solidFill>
              <a:srgbClr val="85478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صُنُ</a:t>
            </a:r>
            <a:endParaRPr lang="ar-SA" sz="90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505420" y="45720"/>
            <a:ext cx="803940" cy="6400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AD8"/>
          </a:solidFill>
          <a:ln w="12700">
            <a:solidFill>
              <a:srgbClr val="64A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1D1"/>
          </a:solidFill>
          <a:ln w="12700">
            <a:solidFill>
              <a:srgbClr val="47B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ضُنُ</a:t>
            </a:r>
            <a:endParaRPr lang="ar-SA" sz="90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طُنُ</a:t>
            </a:r>
            <a:endParaRPr lang="ar-SA" sz="74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F"/>
          </a:solidFill>
          <a:ln w="12700">
            <a:solidFill>
              <a:srgbClr val="2B64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B"/>
          </a:solidFill>
          <a:ln w="12700">
            <a:solidFill>
              <a:srgbClr val="34795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ظُنُ</a:t>
            </a:r>
            <a:endParaRPr lang="ar-SA" sz="74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7760" y="3520440"/>
            <a:ext cx="1734800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عُنُ</a:t>
            </a:r>
            <a:endParaRPr lang="ar-SA" sz="90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7600" y="3520440"/>
            <a:ext cx="1824960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8"/>
          </a:solidFill>
          <a:ln w="12700">
            <a:solidFill>
              <a:srgbClr val="ED5E7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غُنُ</a:t>
            </a:r>
            <a:endParaRPr lang="ar-SA" sz="83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8"/>
          </a:solidFill>
          <a:ln w="12700">
            <a:solidFill>
              <a:srgbClr val="52E0D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C"/>
          </a:solidFill>
          <a:ln w="12700">
            <a:solidFill>
              <a:srgbClr val="DB70A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747"/>
          </a:solidFill>
          <a:ln w="12700">
            <a:solidFill>
              <a:srgbClr val="857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فُنُ</a:t>
            </a:r>
            <a:endParaRPr lang="ar-SA" sz="76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511" y="4343400"/>
            <a:ext cx="572049" cy="731520"/>
          </a:xfrm>
          <a:prstGeom prst="rect">
            <a:avLst/>
          </a:prstGeom>
        </p:spPr>
      </p:pic>
      <p:pic>
        <p:nvPicPr>
          <p:cNvPr id="27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408" y="45720"/>
            <a:ext cx="852952" cy="7315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7"/>
          </a:solidFill>
          <a:ln w="12700">
            <a:solidFill>
              <a:srgbClr val="D864C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F47D1"/>
          </a:solidFill>
          <a:ln w="12700">
            <a:solidFill>
              <a:srgbClr val="C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4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قُنُ</a:t>
            </a:r>
            <a:endParaRPr lang="ar-SA" sz="76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520440"/>
            <a:ext cx="1066373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كُنُ</a:t>
            </a:r>
            <a:endParaRPr lang="ar-SA" sz="79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9752" y="4251960"/>
            <a:ext cx="702808" cy="822960"/>
          </a:xfrm>
          <a:prstGeom prst="rect">
            <a:avLst/>
          </a:prstGeom>
        </p:spPr>
      </p:pic>
      <p:pic>
        <p:nvPicPr>
          <p:cNvPr id="23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564"/>
          </a:solidFill>
          <a:ln w="12700">
            <a:solidFill>
              <a:srgbClr val="2B3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A3479"/>
          </a:solidFill>
          <a:ln w="12700">
            <a:solidFill>
              <a:srgbClr val="4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لُنُ</a:t>
            </a:r>
            <a:endParaRPr lang="ar-SA" sz="74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مُنُ</a:t>
            </a:r>
            <a:endParaRPr lang="ar-SA" sz="90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3417" y="3520440"/>
            <a:ext cx="1559143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475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CED5E"/>
          </a:solidFill>
          <a:ln w="12700">
            <a:solidFill>
              <a:srgbClr val="9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10700" dirty="0"/>
          </a:p>
        </p:txBody>
      </p:sp>
      <p:sp>
        <p:nvSpPr>
          <p:cNvPr id="20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10700" dirty="0"/>
          </a:p>
        </p:txBody>
      </p:sp>
      <p:pic>
        <p:nvPicPr>
          <p:cNvPr id="21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78824" cy="1554480"/>
          </a:xfrm>
          <a:prstGeom prst="rect">
            <a:avLst/>
          </a:prstGeom>
        </p:spPr>
      </p:pic>
      <p:pic>
        <p:nvPicPr>
          <p:cNvPr id="22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7760" y="1783080"/>
            <a:ext cx="1734800" cy="1554480"/>
          </a:xfrm>
          <a:prstGeom prst="rect">
            <a:avLst/>
          </a:prstGeom>
        </p:spPr>
      </p:pic>
      <p:pic>
        <p:nvPicPr>
          <p:cNvPr id="23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552E0"/>
          </a:solidFill>
          <a:ln w="12700">
            <a:solidFill>
              <a:srgbClr val="B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7DB70"/>
          </a:solidFill>
          <a:ln w="12700">
            <a:solidFill>
              <a:srgbClr val="C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8"/>
          </a:solidFill>
          <a:ln w="12700">
            <a:solidFill>
              <a:srgbClr val="47856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يُأُ</a:t>
            </a:r>
            <a:endParaRPr lang="ar-SA" sz="56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D64"/>
          </a:solidFill>
          <a:ln w="12700">
            <a:solidFill>
              <a:srgbClr val="D8C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D47"/>
          </a:solidFill>
          <a:ln w="12700">
            <a:solidFill>
              <a:srgbClr val="D1A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يُبُ</a:t>
            </a:r>
            <a:endParaRPr lang="ar-SA" sz="95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9107" y="3520440"/>
            <a:ext cx="1753453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يُتُ</a:t>
            </a:r>
            <a:endParaRPr lang="ar-SA" sz="98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499" y="4160520"/>
            <a:ext cx="715061" cy="914400"/>
          </a:xfrm>
          <a:prstGeom prst="rect">
            <a:avLst/>
          </a:prstGeom>
        </p:spPr>
      </p:pic>
      <p:pic>
        <p:nvPicPr>
          <p:cNvPr id="23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3"/>
          </a:solidFill>
          <a:ln w="12700">
            <a:solidFill>
              <a:srgbClr val="642B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934"/>
          </a:solidFill>
          <a:ln w="12700">
            <a:solidFill>
              <a:srgbClr val="793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يُثُ</a:t>
            </a:r>
            <a:endParaRPr lang="ar-SA" sz="86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520440"/>
            <a:ext cx="1066373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يُجُ</a:t>
            </a:r>
            <a:endParaRPr lang="ar-SA" sz="74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034" y="3520440"/>
            <a:ext cx="1327526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0ED"/>
          </a:solidFill>
          <a:ln w="12700">
            <a:solidFill>
              <a:srgbClr val="5EC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يُحُ</a:t>
            </a:r>
            <a:endParaRPr lang="ar-SA" sz="74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152"/>
          </a:solidFill>
          <a:ln w="12700">
            <a:solidFill>
              <a:srgbClr val="E09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5"/>
          </a:solidFill>
          <a:ln w="12700">
            <a:solidFill>
              <a:srgbClr val="70DBD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84785"/>
          </a:solidFill>
          <a:ln w="12700">
            <a:solidFill>
              <a:srgbClr val="5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يُخُ</a:t>
            </a:r>
            <a:endParaRPr lang="ar-SA" sz="74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0"/>
          </a:solidFill>
          <a:ln w="12700">
            <a:solidFill>
              <a:srgbClr val="64D8B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A"/>
          </a:solidFill>
          <a:ln w="12700">
            <a:solidFill>
              <a:srgbClr val="47D1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يُدُ</a:t>
            </a:r>
            <a:endParaRPr lang="ar-SA" sz="98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7760" y="3520440"/>
            <a:ext cx="1734800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يُذُ</a:t>
            </a:r>
            <a:endParaRPr lang="ar-SA" sz="81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642B"/>
          </a:solidFill>
          <a:ln w="12700">
            <a:solidFill>
              <a:srgbClr val="5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17934"/>
          </a:solidFill>
          <a:ln w="12700">
            <a:solidFill>
              <a:srgbClr val="4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يُرُ</a:t>
            </a:r>
            <a:endParaRPr lang="ar-SA" sz="90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9107" y="3520440"/>
            <a:ext cx="1753453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يُزُ</a:t>
            </a:r>
            <a:endParaRPr lang="ar-SA" sz="90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6957" y="3520440"/>
            <a:ext cx="1215603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3"/>
          </a:solidFill>
          <a:ln w="12700">
            <a:solidFill>
              <a:srgbClr val="ED5EE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يُسُ</a:t>
            </a:r>
            <a:endParaRPr lang="ar-SA" sz="90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D"/>
          </a:solidFill>
          <a:ln w="12700">
            <a:solidFill>
              <a:srgbClr val="52E06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B70DB"/>
          </a:solidFill>
          <a:ln w="12700">
            <a:solidFill>
              <a:srgbClr val="B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947"/>
          </a:solidFill>
          <a:ln w="12700">
            <a:solidFill>
              <a:srgbClr val="854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يُشُ</a:t>
            </a:r>
            <a:endParaRPr lang="ar-SA" sz="82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364D8"/>
          </a:solidFill>
          <a:ln w="12700">
            <a:solidFill>
              <a:srgbClr val="9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847D1"/>
          </a:solidFill>
          <a:ln w="12700">
            <a:solidFill>
              <a:srgbClr val="6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يُصُ</a:t>
            </a:r>
            <a:endParaRPr lang="ar-SA" sz="90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يُضُ</a:t>
            </a:r>
            <a:endParaRPr lang="ar-SA" sz="90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064"/>
          </a:solidFill>
          <a:ln w="12700">
            <a:solidFill>
              <a:srgbClr val="2B6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279"/>
          </a:solidFill>
          <a:ln w="12700">
            <a:solidFill>
              <a:srgbClr val="345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يُطُ</a:t>
            </a:r>
            <a:endParaRPr lang="ar-SA" sz="74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7760" y="3520440"/>
            <a:ext cx="1734800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يُظُ</a:t>
            </a:r>
            <a:endParaRPr lang="ar-SA" sz="74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7600" y="3520440"/>
            <a:ext cx="1824960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45E"/>
          </a:solidFill>
          <a:ln w="12700">
            <a:solidFill>
              <a:srgbClr val="EDD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يُعُ</a:t>
            </a:r>
            <a:endParaRPr lang="ar-SA" sz="74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9E0"/>
          </a:solidFill>
          <a:ln w="12700">
            <a:solidFill>
              <a:srgbClr val="525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070"/>
          </a:solidFill>
          <a:ln w="12700">
            <a:solidFill>
              <a:srgbClr val="DBA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8547"/>
          </a:solidFill>
          <a:ln w="12700">
            <a:solidFill>
              <a:srgbClr val="5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يُغُ</a:t>
            </a:r>
            <a:endParaRPr lang="ar-SA" sz="74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511" y="4343400"/>
            <a:ext cx="572049" cy="731520"/>
          </a:xfrm>
          <a:prstGeom prst="rect">
            <a:avLst/>
          </a:prstGeom>
        </p:spPr>
      </p:pic>
      <p:pic>
        <p:nvPicPr>
          <p:cNvPr id="27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505420" y="45720"/>
            <a:ext cx="803940" cy="6400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664"/>
          </a:solidFill>
          <a:ln w="12700">
            <a:solidFill>
              <a:srgbClr val="D87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9"/>
          </a:solidFill>
          <a:ln w="12700">
            <a:solidFill>
              <a:srgbClr val="D1474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يُفُ</a:t>
            </a:r>
            <a:endParaRPr lang="ar-SA" sz="85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520440"/>
            <a:ext cx="1066373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يُقُ</a:t>
            </a:r>
            <a:endParaRPr lang="ar-SA" sz="86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9752" y="4251960"/>
            <a:ext cx="702808" cy="822960"/>
          </a:xfrm>
          <a:prstGeom prst="rect">
            <a:avLst/>
          </a:prstGeom>
        </p:spPr>
      </p:pic>
      <p:pic>
        <p:nvPicPr>
          <p:cNvPr id="23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2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A2B64"/>
          </a:solidFill>
          <a:ln w="12700">
            <a:solidFill>
              <a:srgbClr val="5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3"/>
          </a:solidFill>
          <a:ln w="12700">
            <a:solidFill>
              <a:srgbClr val="79346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يُكُ</a:t>
            </a:r>
            <a:endParaRPr lang="ar-SA" sz="81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يُلُ</a:t>
            </a:r>
            <a:endParaRPr lang="ar-SA" sz="76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3417" y="3520440"/>
            <a:ext cx="1559143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0"/>
          </a:solidFill>
          <a:ln w="12700">
            <a:solidFill>
              <a:srgbClr val="5EEDB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يُمُ</a:t>
            </a:r>
            <a:endParaRPr lang="ar-SA" sz="74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43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D"/>
          </a:solidFill>
          <a:ln w="12700">
            <a:solidFill>
              <a:srgbClr val="E0527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5"/>
          </a:solidFill>
          <a:ln w="12700">
            <a:solidFill>
              <a:srgbClr val="70DB8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485"/>
          </a:solidFill>
          <a:ln w="12700">
            <a:solidFill>
              <a:srgbClr val="476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يُنُ</a:t>
            </a:r>
            <a:endParaRPr lang="ar-SA" sz="90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6408" y="45720"/>
            <a:ext cx="852952" cy="7315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FD864"/>
          </a:solidFill>
          <a:ln w="12700">
            <a:solidFill>
              <a:srgbClr val="6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BD147"/>
          </a:solidFill>
          <a:ln w="12700">
            <a:solidFill>
              <a:srgbClr val="6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يُهُ</a:t>
            </a:r>
            <a:endParaRPr lang="ar-SA" sz="97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9107" y="3520440"/>
            <a:ext cx="1753453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يُوُ</a:t>
            </a:r>
            <a:endParaRPr lang="ar-SA" sz="90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499" y="4160520"/>
            <a:ext cx="715061" cy="914400"/>
          </a:xfrm>
          <a:prstGeom prst="rect">
            <a:avLst/>
          </a:prstGeom>
        </p:spPr>
      </p:pic>
      <p:pic>
        <p:nvPicPr>
          <p:cNvPr id="23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C2B"/>
          </a:solidFill>
          <a:ln w="12700">
            <a:solidFill>
              <a:srgbClr val="644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47934"/>
          </a:solidFill>
          <a:ln w="12700">
            <a:solidFill>
              <a:srgbClr val="7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4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أُيُبُ</a:t>
            </a:r>
            <a:endParaRPr lang="ar-SA" sz="5200" dirty="0"/>
          </a:p>
        </p:txBody>
      </p:sp>
      <p:pic>
        <p:nvPicPr>
          <p:cNvPr id="26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0731" y="3337560"/>
            <a:ext cx="1191829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بُيُتُ</a:t>
            </a:r>
            <a:endParaRPr lang="ar-SA" sz="87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74902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8855" y="3337560"/>
            <a:ext cx="1483705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475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C5EED"/>
          </a:solidFill>
          <a:ln w="12700">
            <a:solidFill>
              <a:srgbClr val="8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تُيُثُ</a:t>
            </a:r>
            <a:endParaRPr lang="ar-SA" sz="7600" dirty="0"/>
          </a:p>
        </p:txBody>
      </p:sp>
      <p:pic>
        <p:nvPicPr>
          <p:cNvPr id="32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1E052"/>
          </a:solidFill>
          <a:ln w="12700">
            <a:solidFill>
              <a:srgbClr val="A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6DB"/>
          </a:solidFill>
          <a:ln w="12700">
            <a:solidFill>
              <a:srgbClr val="707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3"/>
          </a:solidFill>
          <a:ln w="12700">
            <a:solidFill>
              <a:srgbClr val="85477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ثُيُجُ</a:t>
            </a:r>
            <a:endParaRPr lang="ar-SA" sz="6600" dirty="0"/>
          </a:p>
        </p:txBody>
      </p:sp>
      <p:pic>
        <p:nvPicPr>
          <p:cNvPr id="29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30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CD8"/>
          </a:solidFill>
          <a:ln w="12700">
            <a:solidFill>
              <a:srgbClr val="648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ED1"/>
          </a:solidFill>
          <a:ln w="12700">
            <a:solidFill>
              <a:srgbClr val="478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جُيُحُ</a:t>
            </a:r>
            <a:endParaRPr lang="ar-SA" sz="6600" dirty="0"/>
          </a:p>
        </p:txBody>
      </p:sp>
      <p:pic>
        <p:nvPicPr>
          <p:cNvPr id="24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5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3666" y="3337560"/>
            <a:ext cx="1938894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حُيُخُ</a:t>
            </a:r>
            <a:endParaRPr lang="ar-SA" sz="66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6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D"/>
          </a:solidFill>
          <a:ln w="12700">
            <a:solidFill>
              <a:srgbClr val="2B643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D"/>
          </a:solidFill>
          <a:ln w="12700">
            <a:solidFill>
              <a:srgbClr val="34796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خُيُدُ</a:t>
            </a:r>
            <a:endParaRPr lang="ar-SA" sz="8300" dirty="0"/>
          </a:p>
        </p:txBody>
      </p:sp>
      <p:pic>
        <p:nvPicPr>
          <p:cNvPr id="26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7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2818" y="3337560"/>
            <a:ext cx="1959742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دُيُذُ</a:t>
            </a:r>
            <a:endParaRPr lang="ar-SA" sz="7100" dirty="0"/>
          </a:p>
        </p:txBody>
      </p:sp>
      <p:pic>
        <p:nvPicPr>
          <p:cNvPr id="24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875389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3944" y="3337560"/>
            <a:ext cx="1358616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95E"/>
          </a:solidFill>
          <a:ln w="12700">
            <a:solidFill>
              <a:srgbClr val="ED6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ذُيُرُ</a:t>
            </a:r>
            <a:endParaRPr lang="ar-SA" sz="7100" dirty="0"/>
          </a:p>
        </p:txBody>
      </p:sp>
      <p:pic>
        <p:nvPicPr>
          <p:cNvPr id="32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4E0"/>
          </a:solidFill>
          <a:ln w="12700">
            <a:solidFill>
              <a:srgbClr val="52C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1"/>
          </a:solidFill>
          <a:ln w="12700">
            <a:solidFill>
              <a:srgbClr val="DB709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38547"/>
          </a:solidFill>
          <a:ln w="12700">
            <a:solidFill>
              <a:srgbClr val="8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رُيُزُ</a:t>
            </a:r>
            <a:endParaRPr lang="ar-SA" sz="8000" dirty="0"/>
          </a:p>
        </p:txBody>
      </p:sp>
      <p:pic>
        <p:nvPicPr>
          <p:cNvPr id="29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30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9"/>
          </a:solidFill>
          <a:ln w="12700">
            <a:solidFill>
              <a:srgbClr val="D864A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0"/>
          </a:solidFill>
          <a:ln w="12700">
            <a:solidFill>
              <a:srgbClr val="D147B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زُيُسُ</a:t>
            </a:r>
            <a:endParaRPr lang="ar-SA" sz="7700" dirty="0"/>
          </a:p>
        </p:txBody>
      </p:sp>
      <p:pic>
        <p:nvPicPr>
          <p:cNvPr id="24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227" y="3337560"/>
            <a:ext cx="1294333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سُيُشُ</a:t>
            </a:r>
            <a:endParaRPr lang="ar-SA" sz="67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F2B64"/>
          </a:solidFill>
          <a:ln w="12700">
            <a:solidFill>
              <a:srgbClr val="2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C3479"/>
          </a:solidFill>
          <a:ln w="12700">
            <a:solidFill>
              <a:srgbClr val="5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8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شُيُصُ</a:t>
            </a:r>
            <a:endParaRPr lang="ar-SA" sz="6400" dirty="0"/>
          </a:p>
        </p:txBody>
      </p:sp>
      <p:pic>
        <p:nvPicPr>
          <p:cNvPr id="26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7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3666" y="3337560"/>
            <a:ext cx="1938894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صُيُضُ</a:t>
            </a:r>
            <a:endParaRPr lang="ar-SA" sz="61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546479" cy="1508760"/>
          </a:xfrm>
          <a:prstGeom prst="rect">
            <a:avLst/>
          </a:prstGeom>
        </p:spPr>
      </p:pic>
      <p:pic>
        <p:nvPicPr>
          <p:cNvPr id="25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2899" y="3337560"/>
            <a:ext cx="2039661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8ED5E"/>
          </a:solidFill>
          <a:ln w="12700">
            <a:solidFill>
              <a:srgbClr val="7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ضُيُطُ</a:t>
            </a:r>
            <a:endParaRPr lang="ar-SA" sz="6600" dirty="0"/>
          </a:p>
        </p:txBody>
      </p:sp>
      <p:pic>
        <p:nvPicPr>
          <p:cNvPr id="32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952E0"/>
          </a:solidFill>
          <a:ln w="12700">
            <a:solidFill>
              <a:srgbClr val="D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BDB70"/>
          </a:solidFill>
          <a:ln w="12700">
            <a:solidFill>
              <a:srgbClr val="A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7"/>
          </a:solidFill>
          <a:ln w="12700">
            <a:solidFill>
              <a:srgbClr val="47857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طُيُظُ</a:t>
            </a:r>
            <a:endParaRPr lang="ar-SA" sz="6600" dirty="0"/>
          </a:p>
        </p:txBody>
      </p:sp>
      <p:pic>
        <p:nvPicPr>
          <p:cNvPr id="29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3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511" y="4343400"/>
            <a:ext cx="572049" cy="731520"/>
          </a:xfrm>
          <a:prstGeom prst="rect">
            <a:avLst/>
          </a:prstGeom>
        </p:spPr>
      </p:pic>
      <p:pic>
        <p:nvPicPr>
          <p:cNvPr id="31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6D864"/>
          </a:solidFill>
          <a:ln w="12700">
            <a:solidFill>
              <a:srgbClr val="C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D047"/>
          </a:solidFill>
          <a:ln w="12700">
            <a:solidFill>
              <a:srgbClr val="D1D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ظُيُعُ</a:t>
            </a:r>
            <a:endParaRPr lang="ar-SA" sz="6600" dirty="0"/>
          </a:p>
        </p:txBody>
      </p:sp>
      <p:pic>
        <p:nvPicPr>
          <p:cNvPr id="24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0731" y="3337560"/>
            <a:ext cx="1191829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عُيُغُ</a:t>
            </a:r>
            <a:endParaRPr lang="ar-SA" sz="66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9752" y="4251960"/>
            <a:ext cx="702808" cy="822960"/>
          </a:xfrm>
          <a:prstGeom prst="rect">
            <a:avLst/>
          </a:prstGeom>
        </p:spPr>
      </p:pic>
      <p:pic>
        <p:nvPicPr>
          <p:cNvPr id="27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5"/>
          </a:solidFill>
          <a:ln w="12700">
            <a:solidFill>
              <a:srgbClr val="642B3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B34"/>
          </a:solidFill>
          <a:ln w="12700">
            <a:solidFill>
              <a:srgbClr val="794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غُيُفُ</a:t>
            </a:r>
            <a:endParaRPr lang="ar-SA" sz="7300" dirty="0"/>
          </a:p>
        </p:txBody>
      </p:sp>
      <p:pic>
        <p:nvPicPr>
          <p:cNvPr id="26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227" y="3337560"/>
            <a:ext cx="1294333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فُيُقُ</a:t>
            </a:r>
            <a:endParaRPr lang="ar-SA" sz="6800" dirty="0"/>
          </a:p>
        </p:txBody>
      </p:sp>
      <p:pic>
        <p:nvPicPr>
          <p:cNvPr id="24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83955" cy="1508760"/>
          </a:xfrm>
          <a:prstGeom prst="rect">
            <a:avLst/>
          </a:prstGeom>
        </p:spPr>
      </p:pic>
      <p:pic>
        <p:nvPicPr>
          <p:cNvPr id="25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9988" y="3337560"/>
            <a:ext cx="1742572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BED"/>
          </a:solidFill>
          <a:ln w="12700">
            <a:solidFill>
              <a:srgbClr val="5E9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قُيُكُ</a:t>
            </a:r>
            <a:endParaRPr lang="ar-SA" sz="6800" dirty="0"/>
          </a:p>
        </p:txBody>
      </p:sp>
      <p:pic>
        <p:nvPicPr>
          <p:cNvPr id="32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652"/>
          </a:solidFill>
          <a:ln w="12700">
            <a:solidFill>
              <a:srgbClr val="E0B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6DB"/>
          </a:solidFill>
          <a:ln w="12700">
            <a:solidFill>
              <a:srgbClr val="70C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4785"/>
          </a:solidFill>
          <a:ln w="12700">
            <a:solidFill>
              <a:srgbClr val="6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كُيُلُ</a:t>
            </a:r>
            <a:endParaRPr lang="ar-SA" sz="6700" dirty="0"/>
          </a:p>
        </p:txBody>
      </p:sp>
      <p:pic>
        <p:nvPicPr>
          <p:cNvPr id="29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30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505420" y="45720"/>
            <a:ext cx="803940" cy="6400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E"/>
          </a:solidFill>
          <a:ln w="12700">
            <a:solidFill>
              <a:srgbClr val="64D8C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D"/>
          </a:solidFill>
          <a:ln w="12700">
            <a:solidFill>
              <a:srgbClr val="47D1A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لُيُمُ</a:t>
            </a:r>
            <a:endParaRPr lang="ar-SA" sz="6600" dirty="0"/>
          </a:p>
        </p:txBody>
      </p:sp>
      <p:pic>
        <p:nvPicPr>
          <p:cNvPr id="24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5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2818" y="3337560"/>
            <a:ext cx="1959742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مُيُنُ</a:t>
            </a:r>
            <a:endParaRPr lang="ar-SA" sz="80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499" y="4160520"/>
            <a:ext cx="715061" cy="914400"/>
          </a:xfrm>
          <a:prstGeom prst="rect">
            <a:avLst/>
          </a:prstGeom>
        </p:spPr>
      </p:pic>
      <p:pic>
        <p:nvPicPr>
          <p:cNvPr id="2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642B"/>
          </a:solidFill>
          <a:ln w="12700">
            <a:solidFill>
              <a:srgbClr val="4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9"/>
          </a:solidFill>
          <a:ln w="12700">
            <a:solidFill>
              <a:srgbClr val="3479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نُيُهُ</a:t>
            </a:r>
            <a:endParaRPr lang="ar-SA" sz="7700" dirty="0"/>
          </a:p>
        </p:txBody>
      </p:sp>
      <p:pic>
        <p:nvPicPr>
          <p:cNvPr id="26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0731" y="3337560"/>
            <a:ext cx="1191829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هُيُوُ</a:t>
            </a:r>
            <a:endParaRPr lang="ar-SA" sz="80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74902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8855" y="3337560"/>
            <a:ext cx="1483705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F"/>
          </a:solidFill>
          <a:ln w="12700">
            <a:solidFill>
              <a:srgbClr val="ED5EB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وُيُأُ</a:t>
            </a:r>
            <a:endParaRPr lang="ar-SA" sz="5000" dirty="0"/>
          </a:p>
        </p:txBody>
      </p:sp>
      <p:pic>
        <p:nvPicPr>
          <p:cNvPr id="32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2"/>
          </a:solidFill>
          <a:ln w="12700">
            <a:solidFill>
              <a:srgbClr val="52E09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670DB"/>
          </a:solidFill>
          <a:ln w="12700">
            <a:solidFill>
              <a:srgbClr val="D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947"/>
          </a:solidFill>
          <a:ln w="12700">
            <a:solidFill>
              <a:srgbClr val="855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أُيُ</a:t>
            </a:r>
            <a:endParaRPr lang="ar-SA" sz="59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6408" y="45720"/>
            <a:ext cx="852952" cy="7315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164D8"/>
          </a:solidFill>
          <a:ln w="12700">
            <a:solidFill>
              <a:srgbClr val="B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B47D1"/>
          </a:solidFill>
          <a:ln w="12700">
            <a:solidFill>
              <a:srgbClr val="8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بُيُ</a:t>
            </a:r>
            <a:endParaRPr lang="ar-SA" sz="72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7760" y="3520440"/>
            <a:ext cx="1734800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تُيُ</a:t>
            </a:r>
            <a:endParaRPr lang="ar-SA" sz="72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164"/>
          </a:solidFill>
          <a:ln w="12700">
            <a:solidFill>
              <a:srgbClr val="2B5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079"/>
          </a:solidFill>
          <a:ln w="12700">
            <a:solidFill>
              <a:srgbClr val="344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ثُيُ</a:t>
            </a:r>
            <a:endParaRPr lang="ar-SA" sz="72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9107" y="3520440"/>
            <a:ext cx="1753453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جُيُ</a:t>
            </a:r>
            <a:endParaRPr lang="ar-SA" sz="72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6957" y="3520440"/>
            <a:ext cx="1215603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475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2ED5E"/>
          </a:solidFill>
          <a:ln w="12700">
            <a:solidFill>
              <a:srgbClr val="E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حُيُ</a:t>
            </a:r>
            <a:endParaRPr lang="ar-SA" sz="72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142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E52E0"/>
          </a:solidFill>
          <a:ln w="12700">
            <a:solidFill>
              <a:srgbClr val="6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B70"/>
          </a:solidFill>
          <a:ln w="12700">
            <a:solidFill>
              <a:srgbClr val="DBB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A"/>
          </a:solidFill>
          <a:ln w="12700">
            <a:solidFill>
              <a:srgbClr val="47854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خُيُ</a:t>
            </a:r>
            <a:endParaRPr lang="ar-SA" sz="72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464"/>
          </a:solidFill>
          <a:ln w="12700">
            <a:solidFill>
              <a:srgbClr val="D89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947"/>
          </a:solidFill>
          <a:ln w="12700">
            <a:solidFill>
              <a:srgbClr val="D16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دُيُ</a:t>
            </a:r>
            <a:endParaRPr lang="ar-SA" sz="72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ذُيُ</a:t>
            </a:r>
            <a:endParaRPr lang="ar-SA" sz="72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0"/>
          </a:solidFill>
          <a:ln w="12700">
            <a:solidFill>
              <a:srgbClr val="642B6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1"/>
          </a:solidFill>
          <a:ln w="12700">
            <a:solidFill>
              <a:srgbClr val="79345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رُيُ</a:t>
            </a:r>
            <a:endParaRPr lang="ar-SA" sz="72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7760" y="3520440"/>
            <a:ext cx="1734800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زُيُ</a:t>
            </a:r>
            <a:endParaRPr lang="ar-SA" sz="72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7600" y="3520440"/>
            <a:ext cx="1824960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4"/>
          </a:solidFill>
          <a:ln w="12700">
            <a:solidFill>
              <a:srgbClr val="5EEDD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سُيُ</a:t>
            </a:r>
            <a:endParaRPr lang="ar-SA" sz="72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8"/>
          </a:solidFill>
          <a:ln w="12700">
            <a:solidFill>
              <a:srgbClr val="E0525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1"/>
          </a:solidFill>
          <a:ln w="12700">
            <a:solidFill>
              <a:srgbClr val="70DBA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585"/>
          </a:solidFill>
          <a:ln w="12700">
            <a:solidFill>
              <a:srgbClr val="475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شُيُ</a:t>
            </a:r>
            <a:endParaRPr lang="ar-SA" sz="72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511" y="4343400"/>
            <a:ext cx="572049" cy="731520"/>
          </a:xfrm>
          <a:prstGeom prst="rect">
            <a:avLst/>
          </a:prstGeom>
        </p:spPr>
      </p:pic>
      <p:pic>
        <p:nvPicPr>
          <p:cNvPr id="27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7"/>
          </a:solidFill>
          <a:ln w="12700">
            <a:solidFill>
              <a:srgbClr val="64D87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8D147"/>
          </a:solidFill>
          <a:ln w="12700">
            <a:solidFill>
              <a:srgbClr val="4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صُيُ</a:t>
            </a:r>
            <a:endParaRPr lang="ar-SA" sz="72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520440"/>
            <a:ext cx="1066373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ضُيُ</a:t>
            </a:r>
            <a:endParaRPr lang="ar-SA" sz="72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9752" y="4251960"/>
            <a:ext cx="702808" cy="822960"/>
          </a:xfrm>
          <a:prstGeom prst="rect">
            <a:avLst/>
          </a:prstGeom>
        </p:spPr>
      </p:pic>
      <p:pic>
        <p:nvPicPr>
          <p:cNvPr id="23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A2B"/>
          </a:solidFill>
          <a:ln w="12700">
            <a:solidFill>
              <a:srgbClr val="645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37934"/>
          </a:solidFill>
          <a:ln w="12700">
            <a:solidFill>
              <a:srgbClr val="6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طُيُ</a:t>
            </a:r>
            <a:endParaRPr lang="ar-SA" sz="72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ظُيُ</a:t>
            </a:r>
            <a:endParaRPr lang="ar-SA" sz="72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3417" y="3520440"/>
            <a:ext cx="1559143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15EED"/>
          </a:solidFill>
          <a:ln w="12700">
            <a:solidFill>
              <a:srgbClr val="B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عُيُ</a:t>
            </a:r>
            <a:endParaRPr lang="ar-SA" sz="72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3B4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CE052"/>
          </a:solidFill>
          <a:ln w="12700">
            <a:solidFill>
              <a:srgbClr val="7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670DB"/>
          </a:solidFill>
          <a:ln w="12700">
            <a:solidFill>
              <a:srgbClr val="8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4"/>
          </a:solidFill>
          <a:ln w="12700">
            <a:solidFill>
              <a:srgbClr val="85476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غُيُ</a:t>
            </a:r>
            <a:endParaRPr lang="ar-SA" sz="72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ED8"/>
          </a:solidFill>
          <a:ln w="12700">
            <a:solidFill>
              <a:srgbClr val="646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BD1"/>
          </a:solidFill>
          <a:ln w="12700">
            <a:solidFill>
              <a:srgbClr val="476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فُيُ</a:t>
            </a:r>
            <a:endParaRPr lang="ar-SA" sz="72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9107" y="3520440"/>
            <a:ext cx="1753453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قُيُ</a:t>
            </a:r>
            <a:endParaRPr lang="ar-SA" sz="72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499" y="4160520"/>
            <a:ext cx="715061" cy="914400"/>
          </a:xfrm>
          <a:prstGeom prst="rect">
            <a:avLst/>
          </a:prstGeom>
        </p:spPr>
      </p:pic>
      <p:pic>
        <p:nvPicPr>
          <p:cNvPr id="23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144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C"/>
          </a:solidFill>
          <a:ln w="12700">
            <a:solidFill>
              <a:srgbClr val="2B644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479"/>
          </a:solidFill>
          <a:ln w="12700">
            <a:solidFill>
              <a:srgbClr val="347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كُيُ</a:t>
            </a:r>
            <a:endParaRPr lang="ar-SA" sz="72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520440"/>
            <a:ext cx="1066373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لُيُ</a:t>
            </a:r>
            <a:endParaRPr lang="ar-SA" sz="72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034" y="3520440"/>
            <a:ext cx="1327526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D5E"/>
          </a:solidFill>
          <a:ln w="12700">
            <a:solidFill>
              <a:srgbClr val="ED8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مُيُ</a:t>
            </a:r>
            <a:endParaRPr lang="ar-SA" sz="72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0E0"/>
          </a:solidFill>
          <a:ln w="12700">
            <a:solidFill>
              <a:srgbClr val="52A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5"/>
          </a:solidFill>
          <a:ln w="12700">
            <a:solidFill>
              <a:srgbClr val="DB707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38547"/>
          </a:solidFill>
          <a:ln w="12700">
            <a:solidFill>
              <a:srgbClr val="7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نُيُ</a:t>
            </a:r>
            <a:endParaRPr lang="ar-SA" sz="72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505420" y="45720"/>
            <a:ext cx="803940" cy="6400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F6C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B"/>
          </a:solidFill>
          <a:ln w="12700">
            <a:solidFill>
              <a:srgbClr val="D8648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D"/>
          </a:solidFill>
          <a:ln w="12700">
            <a:solidFill>
              <a:srgbClr val="D1478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هُيُ</a:t>
            </a:r>
            <a:endParaRPr lang="ar-SA" sz="72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7760" y="3520440"/>
            <a:ext cx="1734800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وُيُ</a:t>
            </a:r>
            <a:endParaRPr lang="ar-SA" sz="72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2B64"/>
          </a:solidFill>
          <a:ln w="12700">
            <a:solidFill>
              <a:srgbClr val="3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3479"/>
          </a:solidFill>
          <a:ln w="12700">
            <a:solidFill>
              <a:srgbClr val="6E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5086417" y="896112"/>
            <a:ext cx="155176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C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086417" y="896112"/>
            <a:ext cx="155176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بُنِيَ</a:t>
            </a:r>
            <a:endParaRPr lang="ar-SA" sz="4500" dirty="0"/>
          </a:p>
        </p:txBody>
      </p:sp>
      <p:sp>
        <p:nvSpPr>
          <p:cNvPr id="14" name="C2 W2 pill"/>
          <p:cNvSpPr/>
          <p:nvPr/>
        </p:nvSpPr>
        <p:spPr>
          <a:xfrm>
            <a:off x="2505818" y="896112"/>
            <a:ext cx="226055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C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505818" y="896112"/>
            <a:ext cx="226055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وَحَسُنَ</a:t>
            </a:r>
            <a:endParaRPr lang="ar-SA" sz="45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847923" y="2834640"/>
            <a:ext cx="344815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847923" y="2834640"/>
            <a:ext cx="344815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بُنِيَ وَحَسُنَ</a:t>
            </a:r>
            <a:endParaRPr lang="ar-SA" sz="4500" dirty="0"/>
          </a:p>
        </p:txBody>
      </p:sp>
      <p:pic>
        <p:nvPicPr>
          <p:cNvPr id="19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162751" cy="1554480"/>
          </a:xfrm>
          <a:prstGeom prst="rect">
            <a:avLst/>
          </a:prstGeom>
        </p:spPr>
      </p:pic>
      <p:pic>
        <p:nvPicPr>
          <p:cNvPr id="20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9107" y="1783080"/>
            <a:ext cx="1753453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25005" y="896112"/>
            <a:ext cx="217685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BE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25005" y="896112"/>
            <a:ext cx="217685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نَسِيَهُ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342136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E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42136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4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23418" y="2834640"/>
            <a:ext cx="389716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23418" y="2834640"/>
            <a:ext cx="389716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نَسِيَهُ عُمَرُ</a:t>
            </a:r>
            <a:endParaRPr lang="ar-SA" sz="5700" dirty="0"/>
          </a:p>
        </p:txBody>
      </p:sp>
      <p:pic>
        <p:nvPicPr>
          <p:cNvPr id="17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932219" cy="1554480"/>
          </a:xfrm>
          <a:prstGeom prst="rect">
            <a:avLst/>
          </a:prstGeom>
        </p:spPr>
      </p:pic>
      <p:pic>
        <p:nvPicPr>
          <p:cNvPr id="1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6957" y="1783080"/>
            <a:ext cx="1215603" cy="1554480"/>
          </a:xfrm>
          <a:prstGeom prst="rect">
            <a:avLst/>
          </a:prstGeom>
        </p:spPr>
      </p:pic>
      <p:pic>
        <p:nvPicPr>
          <p:cNvPr id="19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A"/>
          </a:solidFill>
          <a:ln w="12700">
            <a:solidFill>
              <a:srgbClr val="5EED6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83449" y="896112"/>
            <a:ext cx="19908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D5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83449" y="896112"/>
            <a:ext cx="19908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نَظُفَ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269684" y="896112"/>
            <a:ext cx="229372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D5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269684" y="896112"/>
            <a:ext cx="229372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وَحَسُنَ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576669" y="2834640"/>
            <a:ext cx="399066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576669" y="2834640"/>
            <a:ext cx="399066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نَظُفَ وَحَسُنَ</a:t>
            </a:r>
            <a:endParaRPr lang="ar-SA" sz="4700" dirty="0"/>
          </a:p>
        </p:txBody>
      </p:sp>
      <p:pic>
        <p:nvPicPr>
          <p:cNvPr id="25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713037" cy="155448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1783080"/>
            <a:ext cx="1066373" cy="1554480"/>
          </a:xfrm>
          <a:prstGeom prst="rect">
            <a:avLst/>
          </a:prstGeom>
        </p:spPr>
      </p:pic>
      <p:pic>
        <p:nvPicPr>
          <p:cNvPr id="27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3"/>
          </a:solidFill>
          <a:ln w="12700">
            <a:solidFill>
              <a:srgbClr val="E052C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0DB70"/>
          </a:solidFill>
          <a:ln w="12700">
            <a:solidFill>
              <a:srgbClr val="9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285"/>
          </a:solidFill>
          <a:ln w="12700">
            <a:solidFill>
              <a:srgbClr val="4782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702853" y="896112"/>
            <a:ext cx="197849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A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702853" y="896112"/>
            <a:ext cx="197849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نُصِرَ</a:t>
            </a:r>
            <a:endParaRPr lang="ar-SA" sz="5400" dirty="0"/>
          </a:p>
        </p:txBody>
      </p:sp>
      <p:sp>
        <p:nvSpPr>
          <p:cNvPr id="17" name="C2 W2 pill"/>
          <p:cNvSpPr/>
          <p:nvPr/>
        </p:nvSpPr>
        <p:spPr>
          <a:xfrm>
            <a:off x="2462654" y="896112"/>
            <a:ext cx="19201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2E2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62654" y="896112"/>
            <a:ext cx="19201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08565" y="2834640"/>
            <a:ext cx="352686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08565" y="2834640"/>
            <a:ext cx="352686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نُصِرَ عُمَرُ</a:t>
            </a:r>
            <a:endParaRPr lang="ar-SA" sz="5400" dirty="0"/>
          </a:p>
        </p:txBody>
      </p:sp>
      <p:pic>
        <p:nvPicPr>
          <p:cNvPr id="22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13536" cy="155448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034" y="1783080"/>
            <a:ext cx="1327526" cy="1554480"/>
          </a:xfrm>
          <a:prstGeom prst="rect">
            <a:avLst/>
          </a:prstGeom>
        </p:spPr>
      </p:pic>
      <p:pic>
        <p:nvPicPr>
          <p:cNvPr id="24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408" y="45720"/>
            <a:ext cx="852952" cy="7315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159</Slides>
  <Notes>159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159</vt:i4>
      </vt:variant>
    </vt:vector>
  </HeadingPairs>
  <TitlesOfParts>
    <vt:vector size="16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03-noon-ya</dc:title>
  <dc:subject>PptxGenJS Presentation</dc:subject>
  <dc:creator>PptxGenJS</dc:creator>
  <cp:lastModifiedBy>PptxGenJS</cp:lastModifiedBy>
  <cp:revision>1</cp:revision>
  <dcterms:created xsi:type="dcterms:W3CDTF">2026-10-20T22:54:25Z</dcterms:created>
  <dcterms:modified xsi:type="dcterms:W3CDTF">2026-10-20T22:54:25Z</dcterms:modified>
</cp:coreProperties>
</file>