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1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948050" cy="10972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1943100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نُدُ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نُرُ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نُزُ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نُسُ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نُصُ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نُضُ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555" y="3515868"/>
            <a:ext cx="95600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نُفُ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أُنُبُ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ثُنُجُ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خُنُدُ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رُنُزُ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زُنُسُ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سُنُشُ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شُنُصُ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صُنُضُ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طُنُظُ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110228"/>
            <a:ext cx="702808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ظُنُعُ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عُنُغُ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غُنُفُ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فُنُقُ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قُنُكُ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47" y="3424428"/>
            <a:ext cx="1043513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كُنُلُ</a:t>
            </a:r>
            <a:endParaRPr lang="ar-SA" sz="6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لُنُمُ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780" y="3515868"/>
            <a:ext cx="11207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787" y="4155948"/>
            <a:ext cx="696773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942" y="3515868"/>
            <a:ext cx="87361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</a:t>
            </a:r>
            <a:endParaRPr lang="ar-SA" sz="7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0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73275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2034540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8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يُدُ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يُذُ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يُضُ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يُغُ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يُهُ</a:t>
            </a:r>
            <a:endParaRPr lang="ar-SA" sz="9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تُيُثُ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ثُيُجُ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حُيُخُ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خُيُدُ</a:t>
            </a:r>
            <a:endParaRPr lang="ar-SA" sz="8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دُيُذُ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ذُيُرُ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رُيُزُ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زُيُسُ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2" y="3332988"/>
            <a:ext cx="114665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سُيُشُ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شُيُصُ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صُيُضُ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ضُيُطُ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طُيُظُ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ظُيُعُ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عُيُغُ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غُيُفُ</a:t>
            </a:r>
            <a:endParaRPr lang="ar-SA" sz="7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فُيُقُ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قُيُكُ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كُيُلُ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لُيُمُ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مُيُنُ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نُيُهُ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هُيُوُ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وُيُأُ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B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6C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86417" y="896112"/>
            <a:ext cx="15517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86417" y="896112"/>
            <a:ext cx="15517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505818" y="896112"/>
            <a:ext cx="22605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05818" y="896112"/>
            <a:ext cx="22605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7923" y="2834640"/>
            <a:ext cx="34481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7923" y="2834640"/>
            <a:ext cx="34481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 وَحَسُنَ</a:t>
            </a:r>
            <a:endParaRPr lang="ar-SA" sz="45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11601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5005" y="896112"/>
            <a:ext cx="21768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5005" y="896112"/>
            <a:ext cx="21768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213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213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3418" y="2834640"/>
            <a:ext cx="38971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3418" y="2834640"/>
            <a:ext cx="38971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 عُمَرُ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426098" cy="12801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2011680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3449" y="896112"/>
            <a:ext cx="1990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3449" y="896112"/>
            <a:ext cx="1990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269684" y="896112"/>
            <a:ext cx="22937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9684" y="896112"/>
            <a:ext cx="22937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6669" y="2834640"/>
            <a:ext cx="39906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6669" y="2834640"/>
            <a:ext cx="39906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 وَحَسُنَ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58769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1988820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853" y="896112"/>
            <a:ext cx="19784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853" y="896112"/>
            <a:ext cx="19784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6265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65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8565" y="2834640"/>
            <a:ext cx="35268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8565" y="2834640"/>
            <a:ext cx="35268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381110" cy="14630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1874520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03-noon-ya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