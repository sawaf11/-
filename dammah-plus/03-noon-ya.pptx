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9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9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image" Target="../media/image-10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image" Target="../media/image-10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0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0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image" Target="../media/image-10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4-1.png"/><Relationship Id="rId2" Type="http://schemas.openxmlformats.org/officeDocument/2006/relationships/image" Target="../media/image-1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0-1.png"/><Relationship Id="rId2" Type="http://schemas.openxmlformats.org/officeDocument/2006/relationships/image" Target="../media/image-1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1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1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1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9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1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1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1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1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1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5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135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948050" cy="109728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1943100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5EED"/>
          </a:solidFill>
          <a:ln w="12700">
            <a:solidFill>
              <a:srgbClr val="A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نُأُ</a:t>
            </a:r>
            <a:endParaRPr lang="ar-SA" sz="5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0543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FE052"/>
          </a:solidFill>
          <a:ln w="12700">
            <a:solidFill>
              <a:srgbClr val="7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70DB"/>
          </a:solidFill>
          <a:ln w="12700">
            <a:solidFill>
              <a:srgbClr val="8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نُبُ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1D8"/>
          </a:solidFill>
          <a:ln w="12700">
            <a:solidFill>
              <a:srgbClr val="647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DD1"/>
          </a:solidFill>
          <a:ln w="12700">
            <a:solidFill>
              <a:srgbClr val="476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نُتُ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8845" y="3515868"/>
            <a:ext cx="73371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نُثُ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نُجُ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نُحُ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B5E"/>
          </a:solidFill>
          <a:ln w="12700">
            <a:solidFill>
              <a:srgbClr val="ED8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نُخُ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2E0"/>
          </a:solidFill>
          <a:ln w="12700">
            <a:solidFill>
              <a:srgbClr val="52A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7"/>
          </a:solidFill>
          <a:ln w="12700">
            <a:solidFill>
              <a:srgbClr val="DB70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نُدُ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D"/>
          </a:solidFill>
          <a:ln w="12700">
            <a:solidFill>
              <a:srgbClr val="D864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0"/>
          </a:solidFill>
          <a:ln w="12700">
            <a:solidFill>
              <a:srgbClr val="D147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نُذُ</a:t>
            </a:r>
            <a:endParaRPr lang="ar-SA" sz="8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9456" y="3515868"/>
            <a:ext cx="97310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نُرُ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2B64"/>
          </a:solidFill>
          <a:ln w="12700">
            <a:solidFill>
              <a:srgbClr val="3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3479"/>
          </a:solidFill>
          <a:ln w="12700">
            <a:solidFill>
              <a:srgbClr val="6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نُزُ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نُسُ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7"/>
          </a:solidFill>
          <a:ln w="12700">
            <a:solidFill>
              <a:srgbClr val="5EED6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نُشُ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6"/>
          </a:solidFill>
          <a:ln w="12700">
            <a:solidFill>
              <a:srgbClr val="E052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DB70"/>
          </a:solidFill>
          <a:ln w="12700">
            <a:solidFill>
              <a:srgbClr val="9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385"/>
          </a:solidFill>
          <a:ln w="12700">
            <a:solidFill>
              <a:srgbClr val="478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نُصُ</a:t>
            </a:r>
            <a:endParaRPr lang="ar-SA" sz="8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17326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D864"/>
          </a:solidFill>
          <a:ln w="12700">
            <a:solidFill>
              <a:srgbClr val="A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D147"/>
          </a:solidFill>
          <a:ln w="12700">
            <a:solidFill>
              <a:srgbClr val="B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نُضُ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555" y="3515868"/>
            <a:ext cx="95600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نُطُ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E2B"/>
          </a:solidFill>
          <a:ln w="12700">
            <a:solidFill>
              <a:srgbClr val="642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نُظُ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نُعُ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9ED"/>
          </a:solidFill>
          <a:ln w="12700">
            <a:solidFill>
              <a:srgbClr val="5E7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نُغُ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752"/>
          </a:solidFill>
          <a:ln w="12700">
            <a:solidFill>
              <a:srgbClr val="E0D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DDB"/>
          </a:solidFill>
          <a:ln w="12700">
            <a:solidFill>
              <a:srgbClr val="70A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نُفُ</a:t>
            </a:r>
            <a:endParaRPr lang="ar-SA" sz="8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7D8"/>
          </a:solidFill>
          <a:ln w="12700">
            <a:solidFill>
              <a:srgbClr val="64C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E"/>
          </a:solidFill>
          <a:ln w="12700">
            <a:solidFill>
              <a:srgbClr val="47D1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نُقُ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251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2981" y="3515868"/>
            <a:ext cx="929579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نُكُ</a:t>
            </a:r>
            <a:endParaRPr lang="ar-SA" sz="8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91245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A"/>
          </a:solidFill>
          <a:ln w="12700">
            <a:solidFill>
              <a:srgbClr val="3479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نُلُ</a:t>
            </a:r>
            <a:endParaRPr lang="ar-SA" sz="7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نُمُ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D"/>
          </a:solidFill>
          <a:ln w="12700">
            <a:solidFill>
              <a:srgbClr val="ED5E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أُنُبُ</a:t>
            </a:r>
            <a:endParaRPr lang="ar-SA" sz="5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4"/>
          </a:solidFill>
          <a:ln w="12700">
            <a:solidFill>
              <a:srgbClr val="52E0B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7"/>
          </a:solidFill>
          <a:ln w="12700">
            <a:solidFill>
              <a:srgbClr val="DB70C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بُنُتُ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64D8"/>
          </a:solidFill>
          <a:ln w="12700">
            <a:solidFill>
              <a:srgbClr val="C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C47D1"/>
          </a:solidFill>
          <a:ln w="12700">
            <a:solidFill>
              <a:srgbClr val="A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تُنُثُ</a:t>
            </a:r>
            <a:endParaRPr lang="ar-SA" sz="7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432" y="3607308"/>
            <a:ext cx="1024128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ثُنُجُ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جُنُحُ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حُنُخُ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222096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ED5E"/>
          </a:solidFill>
          <a:ln w="12700">
            <a:solidFill>
              <a:srgbClr val="C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خُنُدُ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052E0"/>
          </a:solidFill>
          <a:ln w="12700">
            <a:solidFill>
              <a:srgbClr val="9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570"/>
          </a:solidFill>
          <a:ln w="12700">
            <a:solidFill>
              <a:srgbClr val="DBD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دُنُذُ</a:t>
            </a:r>
            <a:endParaRPr lang="ar-SA" sz="71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4138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F64"/>
          </a:solidFill>
          <a:ln w="12700">
            <a:solidFill>
              <a:srgbClr val="D8A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947"/>
          </a:solidFill>
          <a:ln w="12700">
            <a:solidFill>
              <a:srgbClr val="D18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ذُنُرُ</a:t>
            </a:r>
            <a:endParaRPr lang="ar-SA" sz="7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3257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5193" y="3332988"/>
            <a:ext cx="877367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رُنُزُ</a:t>
            </a:r>
            <a:endParaRPr lang="ar-SA" sz="7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100389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زُنُسُ</a:t>
            </a:r>
            <a:endParaRPr lang="ar-SA" sz="7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53293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3515868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سُنُشُ</a:t>
            </a:r>
            <a:endParaRPr lang="ar-SA" sz="6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4ED"/>
          </a:solidFill>
          <a:ln w="12700">
            <a:solidFill>
              <a:srgbClr val="5EE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شُنُصُ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D52"/>
          </a:solidFill>
          <a:ln w="12700">
            <a:solidFill>
              <a:srgbClr val="E06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A"/>
          </a:solidFill>
          <a:ln w="12700">
            <a:solidFill>
              <a:srgbClr val="70DB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صُنُضُ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2"/>
          </a:solidFill>
          <a:ln w="12700">
            <a:solidFill>
              <a:srgbClr val="64D8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7"/>
          </a:solidFill>
          <a:ln w="12700">
            <a:solidFill>
              <a:srgbClr val="47D1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ضُنُطُ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1223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714" y="3378708"/>
            <a:ext cx="779846" cy="1691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طُنُظُ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3257" cy="12801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110228"/>
            <a:ext cx="702808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ظُنُعُ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192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عُنُغُ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35EED"/>
          </a:solidFill>
          <a:ln w="12700">
            <a:solidFill>
              <a:srgbClr val="D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غُنُفُ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AE052"/>
          </a:solidFill>
          <a:ln w="12700">
            <a:solidFill>
              <a:srgbClr val="5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فُنُقُ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64D8"/>
          </a:solidFill>
          <a:ln w="12700">
            <a:solidFill>
              <a:srgbClr val="7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AD1"/>
          </a:solidFill>
          <a:ln w="12700">
            <a:solidFill>
              <a:srgbClr val="474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قُنُكُ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1116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047" y="3424428"/>
            <a:ext cx="1043513" cy="16459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كُنُلُ</a:t>
            </a:r>
            <a:endParaRPr lang="ar-SA" sz="6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69574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لُنُمُ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2063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400" y="3332988"/>
            <a:ext cx="1421160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مُنُأُ</a:t>
            </a:r>
            <a:endParaRPr lang="ar-SA" sz="5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381110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F5E"/>
          </a:solidFill>
          <a:ln w="12700">
            <a:solidFill>
              <a:srgbClr val="EDA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أُنُ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EE0"/>
          </a:solidFill>
          <a:ln w="12700">
            <a:solidFill>
              <a:srgbClr val="527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570"/>
          </a:solidFill>
          <a:ln w="12700">
            <a:solidFill>
              <a:srgbClr val="DB8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0"/>
          </a:solidFill>
          <a:ln w="12700">
            <a:solidFill>
              <a:srgbClr val="D864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C"/>
          </a:solidFill>
          <a:ln w="12700">
            <a:solidFill>
              <a:srgbClr val="D1476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تُنُ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465" y="3515868"/>
            <a:ext cx="98709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ثُنُ</a:t>
            </a:r>
            <a:endParaRPr lang="ar-SA" sz="7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2B64"/>
          </a:solidFill>
          <a:ln w="12700">
            <a:solidFill>
              <a:srgbClr val="4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5"/>
          </a:solidFill>
          <a:ln w="12700">
            <a:solidFill>
              <a:srgbClr val="7934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جُنُ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3653028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حُنُ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B"/>
          </a:solidFill>
          <a:ln w="12700">
            <a:solidFill>
              <a:srgbClr val="5EED8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خُنُ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1"/>
          </a:solidFill>
          <a:ln w="12700">
            <a:solidFill>
              <a:srgbClr val="E052A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7DB70"/>
          </a:solidFill>
          <a:ln w="12700">
            <a:solidFill>
              <a:srgbClr val="7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دُنُ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9632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ذُنُ</a:t>
            </a:r>
            <a:endParaRPr lang="ar-SA" sz="8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9204" y="3744468"/>
            <a:ext cx="1063356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رُنُ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97280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زُنُ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4110228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سُنُ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5EED"/>
          </a:solidFill>
          <a:ln w="12700">
            <a:solidFill>
              <a:srgbClr val="6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شُنُ</a:t>
            </a:r>
            <a:endParaRPr lang="ar-SA" sz="8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20065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1DB"/>
          </a:solidFill>
          <a:ln w="12700">
            <a:solidFill>
              <a:srgbClr val="709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صُنُ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ضُنُ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780" y="3515868"/>
            <a:ext cx="112078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طُنُ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6424" cy="9144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787" y="4155948"/>
            <a:ext cx="696773" cy="9144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ظُنُ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575" y="3973068"/>
            <a:ext cx="1296985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عُنُ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8"/>
          </a:solidFill>
          <a:ln w="12700">
            <a:solidFill>
              <a:srgbClr val="ED5E7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غُنُ</a:t>
            </a:r>
            <a:endParaRPr lang="ar-SA" sz="8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3103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فُنُ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32688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قُنُ</a:t>
            </a:r>
            <a:endParaRPr lang="ar-SA" sz="7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8942" y="3515868"/>
            <a:ext cx="87361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كُنُ</a:t>
            </a:r>
            <a:endParaRPr lang="ar-SA" sz="7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لُنُ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مُنُ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618351" cy="123444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07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10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732754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2034540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52E0"/>
          </a:solidFill>
          <a:ln w="12700">
            <a:solidFill>
              <a:srgbClr val="B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يُأُ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D64"/>
          </a:solidFill>
          <a:ln w="12700">
            <a:solidFill>
              <a:srgbClr val="D8C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D47"/>
          </a:solidFill>
          <a:ln w="12700">
            <a:solidFill>
              <a:srgbClr val="D1A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يُبُ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6456" y="3607308"/>
            <a:ext cx="926104" cy="14630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يُتُ</a:t>
            </a:r>
            <a:endParaRPr lang="ar-SA" sz="98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03589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يُثُ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894" y="3607308"/>
            <a:ext cx="1398666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يُجُ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0ED"/>
          </a:solidFill>
          <a:ln w="12700">
            <a:solidFill>
              <a:srgbClr val="5EC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يُحُ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7903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يُخُ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يُدُ</a:t>
            </a:r>
            <a:endParaRPr lang="ar-SA" sz="98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2" y="3515868"/>
            <a:ext cx="76946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يُذُ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يُرُ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يُزُ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3"/>
          </a:solidFill>
          <a:ln w="12700">
            <a:solidFill>
              <a:srgbClr val="ED5E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يُسُ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20065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D"/>
          </a:solidFill>
          <a:ln w="12700">
            <a:solidFill>
              <a:srgbClr val="52E0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70DB"/>
          </a:solidFill>
          <a:ln w="12700">
            <a:solidFill>
              <a:srgbClr val="B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يُشُ</a:t>
            </a:r>
            <a:endParaRPr lang="ar-SA" sz="8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898672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يُصُ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722" y="3515868"/>
            <a:ext cx="103683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يُضُ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يُطُ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يُظُ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45E"/>
          </a:solidFill>
          <a:ln w="12700">
            <a:solidFill>
              <a:srgbClr val="EDD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يُعُ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6819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9E0"/>
          </a:solidFill>
          <a:ln w="12700">
            <a:solidFill>
              <a:srgbClr val="525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يُغُ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664"/>
          </a:solidFill>
          <a:ln w="12700">
            <a:solidFill>
              <a:srgbClr val="D87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9"/>
          </a:solidFill>
          <a:ln w="12700">
            <a:solidFill>
              <a:srgbClr val="D147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يُفُ</a:t>
            </a:r>
            <a:endParaRPr lang="ar-SA" sz="8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1170" y="3515868"/>
            <a:ext cx="88139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يُقُ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1852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3"/>
          </a:solidFill>
          <a:ln w="12700">
            <a:solidFill>
              <a:srgbClr val="7934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يُكُ</a:t>
            </a:r>
            <a:endParaRPr lang="ar-SA" sz="8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يُلُ</a:t>
            </a:r>
            <a:endParaRPr lang="ar-SA" sz="7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023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0"/>
          </a:solidFill>
          <a:ln w="12700">
            <a:solidFill>
              <a:srgbClr val="5EED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يُمُ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5264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D"/>
          </a:solidFill>
          <a:ln w="12700">
            <a:solidFill>
              <a:srgbClr val="E052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5"/>
          </a:solidFill>
          <a:ln w="12700">
            <a:solidFill>
              <a:srgbClr val="70DB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يُنُ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8116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D864"/>
          </a:solidFill>
          <a:ln w="12700">
            <a:solidFill>
              <a:srgbClr val="6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D147"/>
          </a:solidFill>
          <a:ln w="12700">
            <a:solidFill>
              <a:srgbClr val="6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يُهُ</a:t>
            </a:r>
            <a:endParaRPr lang="ar-SA" sz="9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952" y="3515868"/>
            <a:ext cx="88760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82055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أُيُبُ</a:t>
            </a:r>
            <a:endParaRPr lang="ar-SA" sz="5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بُيُتُ</a:t>
            </a:r>
            <a:endParaRPr lang="ar-SA" sz="8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5EED"/>
          </a:solidFill>
          <a:ln w="12700">
            <a:solidFill>
              <a:srgbClr val="8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تُيُثُ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1E052"/>
          </a:solidFill>
          <a:ln w="12700">
            <a:solidFill>
              <a:srgbClr val="A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ثُيُجُ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22812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ED1"/>
          </a:solidFill>
          <a:ln w="12700">
            <a:solidFill>
              <a:srgbClr val="478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جُيُحُ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893" y="3698748"/>
            <a:ext cx="991667" cy="13716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حُيُخُ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خُيُدُ</a:t>
            </a:r>
            <a:endParaRPr lang="ar-SA" sz="83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دُيُذُ</a:t>
            </a:r>
            <a:endParaRPr lang="ar-SA" sz="7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ذُيُرُ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1"/>
          </a:solidFill>
          <a:ln w="12700">
            <a:solidFill>
              <a:srgbClr val="DB70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رُيُزُ</a:t>
            </a:r>
            <a:endParaRPr lang="ar-SA" sz="8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8548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زُيُسُ</a:t>
            </a:r>
            <a:endParaRPr lang="ar-SA" sz="77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89081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902" y="3332988"/>
            <a:ext cx="1146658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سُيُشُ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شُيُصُ</a:t>
            </a:r>
            <a:endParaRPr lang="ar-SA" sz="6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58063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صُيُضُ</a:t>
            </a:r>
            <a:endParaRPr lang="ar-SA" sz="6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8ED5E"/>
          </a:solidFill>
          <a:ln w="12700">
            <a:solidFill>
              <a:srgbClr val="7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ضُيُطُ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52E0"/>
          </a:solidFill>
          <a:ln w="12700">
            <a:solidFill>
              <a:srgbClr val="D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طُيُظُ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ظُيُعُ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68202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714" y="3378708"/>
            <a:ext cx="779846" cy="1691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عُيُغُ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غُيُفُ</a:t>
            </a:r>
            <a:endParaRPr lang="ar-SA" sz="73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3392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3744468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فُيُقُ</a:t>
            </a:r>
            <a:endParaRPr lang="ar-SA" sz="6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135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قُيُكُ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652"/>
          </a:solidFill>
          <a:ln w="12700">
            <a:solidFill>
              <a:srgbClr val="E0B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كُيُلُ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E"/>
          </a:solidFill>
          <a:ln w="12700">
            <a:solidFill>
              <a:srgbClr val="64D8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D"/>
          </a:solidFill>
          <a:ln w="12700">
            <a:solidFill>
              <a:srgbClr val="47D1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لُيُمُ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0801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34" y="3424428"/>
            <a:ext cx="1119226" cy="1645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مُيُنُ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84113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نُيُهُ</a:t>
            </a:r>
            <a:endParaRPr lang="ar-SA" sz="7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687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هُيُوُ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997793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F"/>
          </a:solidFill>
          <a:ln w="12700">
            <a:solidFill>
              <a:srgbClr val="ED5EB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وُيُأُ</a:t>
            </a:r>
            <a:endParaRPr lang="ar-SA" sz="5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2"/>
          </a:solidFill>
          <a:ln w="12700">
            <a:solidFill>
              <a:srgbClr val="52E0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70DB"/>
          </a:solidFill>
          <a:ln w="12700">
            <a:solidFill>
              <a:srgbClr val="D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أُيُ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64D8"/>
          </a:solidFill>
          <a:ln w="12700">
            <a:solidFill>
              <a:srgbClr val="B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47D1"/>
          </a:solidFill>
          <a:ln w="12700">
            <a:solidFill>
              <a:srgbClr val="8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بُيُ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836" y="3515868"/>
            <a:ext cx="71972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تُيُ</a:t>
            </a:r>
            <a:endParaRPr lang="ar-SA" sz="7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079"/>
          </a:solidFill>
          <a:ln w="12700">
            <a:solidFill>
              <a:srgbClr val="344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ثُيُ</a:t>
            </a:r>
            <a:endParaRPr lang="ar-SA" sz="7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جُيُ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ED5E"/>
          </a:solidFill>
          <a:ln w="12700">
            <a:solidFill>
              <a:srgbClr val="E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حُيُ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1058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52E0"/>
          </a:solidFill>
          <a:ln w="12700">
            <a:solidFill>
              <a:srgbClr val="6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B70"/>
          </a:solidFill>
          <a:ln w="12700">
            <a:solidFill>
              <a:srgbClr val="DBB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خُيُ</a:t>
            </a:r>
            <a:endParaRPr lang="ar-SA" sz="7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06399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464"/>
          </a:solidFill>
          <a:ln w="12700">
            <a:solidFill>
              <a:srgbClr val="D89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947"/>
          </a:solidFill>
          <a:ln w="12700">
            <a:solidFill>
              <a:srgbClr val="D16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دُيُ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5417" y="3515868"/>
            <a:ext cx="917143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ذُيُ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رُيُ</a:t>
            </a:r>
            <a:endParaRPr lang="ar-SA" sz="7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زُيُ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4"/>
          </a:solidFill>
          <a:ln w="12700">
            <a:solidFill>
              <a:srgbClr val="5EED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سُيُ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5206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8"/>
          </a:solidFill>
          <a:ln w="12700">
            <a:solidFill>
              <a:srgbClr val="E052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شُيُ</a:t>
            </a:r>
            <a:endParaRPr lang="ar-SA" sz="7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5830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D147"/>
          </a:solidFill>
          <a:ln w="12700">
            <a:solidFill>
              <a:srgbClr val="4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صُيُ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2356" y="3515868"/>
            <a:ext cx="99020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ضُيُ</a:t>
            </a:r>
            <a:endParaRPr lang="ar-SA" sz="7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طُيُ</a:t>
            </a:r>
            <a:endParaRPr lang="ar-SA" sz="7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ظُيُ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5EED"/>
          </a:solidFill>
          <a:ln w="12700">
            <a:solidFill>
              <a:srgbClr val="B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عُيُ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3B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E052"/>
          </a:solidFill>
          <a:ln w="12700">
            <a:solidFill>
              <a:srgbClr val="7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70DB"/>
          </a:solidFill>
          <a:ln w="12700">
            <a:solidFill>
              <a:srgbClr val="8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غُيُ</a:t>
            </a:r>
            <a:endParaRPr lang="ar-SA" sz="7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ED8"/>
          </a:solidFill>
          <a:ln w="12700">
            <a:solidFill>
              <a:srgbClr val="646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BD1"/>
          </a:solidFill>
          <a:ln w="12700">
            <a:solidFill>
              <a:srgbClr val="476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فُيُ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952" y="3515868"/>
            <a:ext cx="88760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قُيُ</a:t>
            </a:r>
            <a:endParaRPr lang="ar-SA" sz="7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97280" cy="9144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C"/>
          </a:solidFill>
          <a:ln w="12700">
            <a:solidFill>
              <a:srgbClr val="2B64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479"/>
          </a:solidFill>
          <a:ln w="12700">
            <a:solidFill>
              <a:srgbClr val="347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كُيُ</a:t>
            </a:r>
            <a:endParaRPr lang="ar-SA" sz="7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لُيُ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1039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D5E"/>
          </a:solidFill>
          <a:ln w="12700">
            <a:solidFill>
              <a:srgbClr val="ED8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مُيُ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0E0"/>
          </a:solidFill>
          <a:ln w="12700">
            <a:solidFill>
              <a:srgbClr val="52A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5"/>
          </a:solidFill>
          <a:ln w="12700">
            <a:solidFill>
              <a:srgbClr val="DB707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8547"/>
          </a:solidFill>
          <a:ln w="12700">
            <a:solidFill>
              <a:srgbClr val="7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نُيُ</a:t>
            </a:r>
            <a:endParaRPr lang="ar-SA" sz="7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6C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B"/>
          </a:solidFill>
          <a:ln w="12700">
            <a:solidFill>
              <a:srgbClr val="D864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D"/>
          </a:solidFill>
          <a:ln w="12700">
            <a:solidFill>
              <a:srgbClr val="D147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هُيُ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216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وُيُ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3479"/>
          </a:solidFill>
          <a:ln w="12700">
            <a:solidFill>
              <a:srgbClr val="6E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86417" y="896112"/>
            <a:ext cx="15517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86417" y="896112"/>
            <a:ext cx="15517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بُنِيَ</a:t>
            </a:r>
            <a:endParaRPr lang="ar-SA" sz="4500" dirty="0"/>
          </a:p>
        </p:txBody>
      </p:sp>
      <p:sp>
        <p:nvSpPr>
          <p:cNvPr id="14" name="C2 W2 pill"/>
          <p:cNvSpPr/>
          <p:nvPr/>
        </p:nvSpPr>
        <p:spPr>
          <a:xfrm>
            <a:off x="2505818" y="896112"/>
            <a:ext cx="22605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C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05818" y="896112"/>
            <a:ext cx="22605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وَحَسُنَ</a:t>
            </a:r>
            <a:endParaRPr lang="ar-SA" sz="45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47923" y="2834640"/>
            <a:ext cx="344815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47923" y="2834640"/>
            <a:ext cx="344815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بُنِيَ وَحَسُنَ</a:t>
            </a:r>
            <a:endParaRPr lang="ar-SA" sz="45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1011601" cy="169164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1828800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25005" y="896112"/>
            <a:ext cx="21768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E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25005" y="896112"/>
            <a:ext cx="21768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نَسِيَهُ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342136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E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42136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23418" y="2834640"/>
            <a:ext cx="389716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23418" y="2834640"/>
            <a:ext cx="389716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نَسِيَهُ عُمَرُ</a:t>
            </a:r>
            <a:endParaRPr lang="ar-SA" sz="5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65960"/>
            <a:ext cx="1426098" cy="128016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2011680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A"/>
          </a:solidFill>
          <a:ln w="12700">
            <a:solidFill>
              <a:srgbClr val="5EED6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83449" y="896112"/>
            <a:ext cx="1990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5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83449" y="896112"/>
            <a:ext cx="1990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نَظُفَ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269684" y="896112"/>
            <a:ext cx="22937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5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69684" y="896112"/>
            <a:ext cx="22937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وَحَسُنَ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76669" y="2834640"/>
            <a:ext cx="399066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76669" y="2834640"/>
            <a:ext cx="399066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نَظُفَ وَحَسُنَ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58769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1988820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3"/>
          </a:solidFill>
          <a:ln w="12700">
            <a:solidFill>
              <a:srgbClr val="E052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DB70"/>
          </a:solidFill>
          <a:ln w="12700">
            <a:solidFill>
              <a:srgbClr val="9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02853" y="896112"/>
            <a:ext cx="19784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02853" y="896112"/>
            <a:ext cx="19784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نُصِرَ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462654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2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62654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08565" y="2834640"/>
            <a:ext cx="35268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08565" y="2834640"/>
            <a:ext cx="35268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نُصِرَ عُمَرُ</a:t>
            </a:r>
            <a:endParaRPr lang="ar-SA" sz="5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74520"/>
            <a:ext cx="1381110" cy="146304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1874520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03-noon-ya</dc:title>
  <dc:subject>PptxGenJS Presentation</dc:subject>
  <dc:creator>PptxGenJS</dc:creator>
  <cp:lastModifiedBy>PptxGenJS</cp:lastModifiedBy>
  <cp:revision>1</cp:revision>
  <dcterms:created xsi:type="dcterms:W3CDTF">2026-10-21T00:09:53Z</dcterms:created>
  <dcterms:modified xsi:type="dcterms:W3CDTF">2026-10-21T00:09:53Z</dcterms:modified>
</cp:coreProperties>
</file>