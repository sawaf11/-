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0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5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0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1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6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7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1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2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3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1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8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9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1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4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1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0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1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1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5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6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7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1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135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698955" cy="18288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6947" y="1874520"/>
            <a:ext cx="2845613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5EED"/>
          </a:solidFill>
          <a:ln w="12700">
            <a:solidFill>
              <a:srgbClr val="A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نُأُ</a:t>
            </a:r>
            <a:endParaRPr lang="ar-SA" sz="5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E052"/>
          </a:solidFill>
          <a:ln w="12700">
            <a:solidFill>
              <a:srgbClr val="7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70DB"/>
          </a:solidFill>
          <a:ln w="12700">
            <a:solidFill>
              <a:srgbClr val="8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نُبُ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22218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DD1"/>
          </a:solidFill>
          <a:ln w="12700">
            <a:solidFill>
              <a:srgbClr val="476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نُتُ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0629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نُثُ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65276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نُجُ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518" y="3515868"/>
            <a:ext cx="202704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2267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B5E"/>
          </a:solidFill>
          <a:ln w="12700">
            <a:solidFill>
              <a:srgbClr val="ED8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4749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2E0"/>
          </a:solidFill>
          <a:ln w="12700">
            <a:solidFill>
              <a:srgbClr val="52A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7"/>
          </a:solidFill>
          <a:ln w="12700">
            <a:solidFill>
              <a:srgbClr val="DB70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نُدُ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نُذُ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5882" y="3515868"/>
            <a:ext cx="94667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نُرُ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15568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نُزُ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048" y="3515868"/>
            <a:ext cx="166951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نُسُ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606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7"/>
          </a:solidFill>
          <a:ln w="12700">
            <a:solidFill>
              <a:srgbClr val="5EED6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نُشُ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6"/>
          </a:solidFill>
          <a:ln w="12700">
            <a:solidFill>
              <a:srgbClr val="E052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نُصُ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D864"/>
          </a:solidFill>
          <a:ln w="12700">
            <a:solidFill>
              <a:srgbClr val="A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نُضُ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0786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2" y="3515868"/>
            <a:ext cx="93268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نُطُ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4138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نُظُ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952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039" y="3515868"/>
            <a:ext cx="1655521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نُعُ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9ED"/>
          </a:solidFill>
          <a:ln w="12700">
            <a:solidFill>
              <a:srgbClr val="5E7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نُغُ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752"/>
          </a:solidFill>
          <a:ln w="12700">
            <a:solidFill>
              <a:srgbClr val="E0D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نُفُ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8332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7D8"/>
          </a:solidFill>
          <a:ln w="12700">
            <a:solidFill>
              <a:srgbClr val="64C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E"/>
          </a:solidFill>
          <a:ln w="12700">
            <a:solidFill>
              <a:srgbClr val="47D1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نُقُ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7716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337" y="3515868"/>
            <a:ext cx="96222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نُكُ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نُلُ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443" y="3515868"/>
            <a:ext cx="1116117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نُمُ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047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أُنُبُ</a:t>
            </a:r>
            <a:endParaRPr lang="ar-SA" sz="5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4"/>
          </a:solidFill>
          <a:ln w="12700">
            <a:solidFill>
              <a:srgbClr val="52E0B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7"/>
          </a:solidFill>
          <a:ln w="12700">
            <a:solidFill>
              <a:srgbClr val="DB70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بُنُتُ</a:t>
            </a:r>
            <a:endParaRPr lang="ar-SA" sz="87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9945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C47D1"/>
          </a:solidFill>
          <a:ln w="12700">
            <a:solidFill>
              <a:srgbClr val="A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تُنُثُ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8488" y="3332988"/>
            <a:ext cx="1124072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ثُنُجُ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13465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جُنُحُ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836" y="3332988"/>
            <a:ext cx="1721724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حُنُخُ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7321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خُنُدُ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570"/>
          </a:solidFill>
          <a:ln w="12700">
            <a:solidFill>
              <a:srgbClr val="DBD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دُنُذُ</a:t>
            </a:r>
            <a:endParaRPr lang="ar-SA" sz="7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275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ذُنُرُ</a:t>
            </a:r>
            <a:endParaRPr lang="ar-SA" sz="7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678" y="3332988"/>
            <a:ext cx="840882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رُنُزُ</a:t>
            </a:r>
            <a:endParaRPr lang="ar-SA" sz="7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13465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زُنُسُ</a:t>
            </a:r>
            <a:endParaRPr lang="ar-SA" sz="7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666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319" y="3332988"/>
            <a:ext cx="1513241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سُنُشُ</a:t>
            </a:r>
            <a:endParaRPr lang="ar-SA" sz="6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1992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4ED"/>
          </a:solidFill>
          <a:ln w="12700">
            <a:solidFill>
              <a:srgbClr val="5EE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شُنُصُ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D52"/>
          </a:solidFill>
          <a:ln w="12700">
            <a:solidFill>
              <a:srgbClr val="E06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صُنُضُ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ضُنُطُ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9889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950" y="3332988"/>
            <a:ext cx="809610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طُنُظُ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1806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ظُنُعُ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0266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4572" y="3332988"/>
            <a:ext cx="1547988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عُنُغُ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4949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332988"/>
            <a:ext cx="2432304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35EED"/>
          </a:solidFill>
          <a:ln w="12700">
            <a:solidFill>
              <a:srgbClr val="D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غُنُفُ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AE052"/>
          </a:solidFill>
          <a:ln w="12700">
            <a:solidFill>
              <a:srgbClr val="5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فُنُقُ</a:t>
            </a:r>
            <a:endParaRPr lang="ar-SA" sz="68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9945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قُنُكُ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8484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659" y="3332988"/>
            <a:ext cx="1078901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كُنُلُ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لُنُمُ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973" y="3332988"/>
            <a:ext cx="108758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مُنُأُ</a:t>
            </a:r>
            <a:endParaRPr lang="ar-SA" sz="5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2133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F5E"/>
          </a:solidFill>
          <a:ln w="12700">
            <a:solidFill>
              <a:srgbClr val="EDA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أُنُ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EE0"/>
          </a:solidFill>
          <a:ln w="12700">
            <a:solidFill>
              <a:srgbClr val="527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570"/>
          </a:solidFill>
          <a:ln w="12700">
            <a:solidFill>
              <a:srgbClr val="DB8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C"/>
          </a:solidFill>
          <a:ln w="12700">
            <a:solidFill>
              <a:srgbClr val="D1476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708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2981" y="3515868"/>
            <a:ext cx="929579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</a:t>
            </a:r>
            <a:endParaRPr lang="ar-SA" sz="7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80272" cy="100584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756" y="4155948"/>
            <a:ext cx="717804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286" y="3515868"/>
            <a:ext cx="169127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37117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B"/>
          </a:solidFill>
          <a:ln w="12700">
            <a:solidFill>
              <a:srgbClr val="5EED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1"/>
          </a:solidFill>
          <a:ln w="12700">
            <a:solidFill>
              <a:srgbClr val="E052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DB70"/>
          </a:solidFill>
          <a:ln w="12700">
            <a:solidFill>
              <a:srgbClr val="7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دُنُ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ذُنُ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57" y="3515868"/>
            <a:ext cx="1232703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رُنُ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9053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زُنُ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519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838" y="3515868"/>
            <a:ext cx="184672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سُنُ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7795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5EED"/>
          </a:solidFill>
          <a:ln w="12700">
            <a:solidFill>
              <a:srgbClr val="6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شُنُ</a:t>
            </a:r>
            <a:endParaRPr lang="ar-SA" sz="8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02554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1DB"/>
          </a:solidFill>
          <a:ln w="12700">
            <a:solidFill>
              <a:srgbClr val="709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صُنُ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31316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ضُنُ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طُنُ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ظُنُ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عُنُ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676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8"/>
          </a:solidFill>
          <a:ln w="12700">
            <a:solidFill>
              <a:srgbClr val="ED5E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غُنُ</a:t>
            </a:r>
            <a:endParaRPr lang="ar-SA" sz="8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05663" cy="9144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فُنُ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قُنُ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6298" y="3515868"/>
            <a:ext cx="90626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كُنُ</a:t>
            </a:r>
            <a:endParaRPr lang="ar-SA" sz="7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6140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08" y="4064508"/>
            <a:ext cx="715152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لُنُ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6251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845" y="3515868"/>
            <a:ext cx="137571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مُنُ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9669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07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10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47649" cy="16459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4676" y="1783080"/>
            <a:ext cx="1357884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يُأُ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يُبُ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7436" y="3515868"/>
            <a:ext cx="94512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يُتُ</a:t>
            </a:r>
            <a:endParaRPr lang="ar-SA" sz="98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5281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يُثُ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637" y="3515868"/>
            <a:ext cx="1395923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يُجُ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يُحُ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20522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يُخُ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يُدُ</a:t>
            </a:r>
            <a:endParaRPr lang="ar-SA" sz="98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163" y="3515868"/>
            <a:ext cx="710397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يُذُ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89279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155948"/>
            <a:ext cx="707746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يُرُ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يُزُ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9228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يُسُ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1332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يُشُ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07085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يُصُ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551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11" y="3515868"/>
            <a:ext cx="988649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يُضُ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86307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يُطُ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57" y="3515868"/>
            <a:ext cx="123270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يُظُ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8125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45E"/>
          </a:solidFill>
          <a:ln w="12700">
            <a:solidFill>
              <a:srgbClr val="EDD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يُغُ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9084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يُفُ</a:t>
            </a:r>
            <a:endParaRPr lang="ar-SA" sz="8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0240" y="3515868"/>
            <a:ext cx="82232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يُقُ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86261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يُكُ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023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533" y="3515868"/>
            <a:ext cx="1727027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يُلُ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يُمُ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يُنُ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D147"/>
          </a:solidFill>
          <a:ln w="12700">
            <a:solidFill>
              <a:srgbClr val="6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يُهُ</a:t>
            </a:r>
            <a:endParaRPr lang="ar-SA" sz="9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378" y="3515868"/>
            <a:ext cx="86118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10447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أُيُبُ</a:t>
            </a:r>
            <a:endParaRPr lang="ar-SA" sz="5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289" y="3332988"/>
            <a:ext cx="1440271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بُيُتُ</a:t>
            </a:r>
            <a:endParaRPr lang="ar-SA" sz="8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8293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تُيُثُ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E052"/>
          </a:solidFill>
          <a:ln w="12700">
            <a:solidFill>
              <a:srgbClr val="A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ثُيُجُ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جُيُحُ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661" y="3332988"/>
            <a:ext cx="1250899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حُيُخُ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خُيُدُ</a:t>
            </a:r>
            <a:endParaRPr lang="ar-SA" sz="83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4205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2988"/>
            <a:ext cx="156188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دُيُذُ</a:t>
            </a:r>
            <a:endParaRPr lang="ar-SA" sz="7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0592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ذُيُرُ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1"/>
          </a:solidFill>
          <a:ln w="12700">
            <a:solidFill>
              <a:srgbClr val="DB70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رُيُزُ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زُيُسُ</a:t>
            </a:r>
            <a:endParaRPr lang="ar-SA" sz="7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0590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1033" y="3332988"/>
            <a:ext cx="1061527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سُيُشُ</a:t>
            </a:r>
            <a:endParaRPr lang="ar-SA" sz="6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110264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شُيُصُ</a:t>
            </a:r>
            <a:endParaRPr lang="ar-SA" sz="6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1581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043" y="3332988"/>
            <a:ext cx="2265517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صُيُضُ</a:t>
            </a:r>
            <a:endParaRPr lang="ar-SA" sz="6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82590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332988"/>
            <a:ext cx="2432304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ED5E"/>
          </a:solidFill>
          <a:ln w="12700">
            <a:solidFill>
              <a:srgbClr val="7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ضُيُطُ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طُيُظُ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13806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ظُيُعُ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2143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647" y="3332988"/>
            <a:ext cx="767913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عُيُغُ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14699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غُيُفُ</a:t>
            </a:r>
            <a:endParaRPr lang="ar-SA" sz="73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0555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6635" y="3332988"/>
            <a:ext cx="1865925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فُيُقُ</a:t>
            </a:r>
            <a:endParaRPr lang="ar-SA" sz="6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6911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قُيُكُ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كُيُلُ</a:t>
            </a:r>
            <a:endParaRPr lang="ar-SA" sz="67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889711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D"/>
          </a:solidFill>
          <a:ln w="12700">
            <a:solidFill>
              <a:srgbClr val="47D1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لُيُمُ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599" y="3332988"/>
            <a:ext cx="1104961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مُيُنُ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14836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نُيُهُ</a:t>
            </a:r>
            <a:endParaRPr lang="ar-SA" sz="7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290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272" y="3332988"/>
            <a:ext cx="1850288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هُيُوُ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7212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F"/>
          </a:solidFill>
          <a:ln w="12700">
            <a:solidFill>
              <a:srgbClr val="ED5E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وُيُأُ</a:t>
            </a:r>
            <a:endParaRPr lang="ar-SA" sz="5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أُيُ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3635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47D1"/>
          </a:solidFill>
          <a:ln w="12700">
            <a:solidFill>
              <a:srgbClr val="8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628" y="3515868"/>
            <a:ext cx="73993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566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443" y="3515868"/>
            <a:ext cx="1116117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3558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7916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52E0"/>
          </a:solidFill>
          <a:ln w="12700">
            <a:solidFill>
              <a:srgbClr val="6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3872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دُيُ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1843" y="3515868"/>
            <a:ext cx="890717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ذُيُ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93348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رُيُ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2070" y="3515868"/>
            <a:ext cx="154049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زُيُ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4"/>
          </a:solidFill>
          <a:ln w="12700">
            <a:solidFill>
              <a:srgbClr val="5EED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سُيُ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7492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8"/>
          </a:solidFill>
          <a:ln w="12700">
            <a:solidFill>
              <a:srgbClr val="E052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شُيُ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صُيُ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5401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4327" y="3515868"/>
            <a:ext cx="94823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ضُيُ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2434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طُيُ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608" y="3515868"/>
            <a:ext cx="135395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ظُيُ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927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عُيُ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20294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3B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غُيُ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896112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ED8"/>
          </a:solidFill>
          <a:ln w="12700">
            <a:solidFill>
              <a:srgbClr val="646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BD1"/>
          </a:solidFill>
          <a:ln w="12700">
            <a:solidFill>
              <a:srgbClr val="476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فُيُ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1843" y="3515868"/>
            <a:ext cx="890717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قُيُ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كُيُ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518" y="3515868"/>
            <a:ext cx="138504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لُيُ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464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D5E"/>
          </a:solidFill>
          <a:ln w="12700">
            <a:solidFill>
              <a:srgbClr val="ED8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مُيُ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0E0"/>
          </a:solidFill>
          <a:ln w="12700">
            <a:solidFill>
              <a:srgbClr val="52A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5"/>
          </a:solidFill>
          <a:ln w="12700">
            <a:solidFill>
              <a:srgbClr val="DB70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نُيُ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9396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6C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D"/>
          </a:solidFill>
          <a:ln w="12700">
            <a:solidFill>
              <a:srgbClr val="D147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هُيُ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3126" y="3515868"/>
            <a:ext cx="113943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وُيُ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68202" cy="100584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756" y="4155948"/>
            <a:ext cx="717804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86417" y="896112"/>
            <a:ext cx="15517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86417" y="896112"/>
            <a:ext cx="15517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بُنِيَ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505818" y="896112"/>
            <a:ext cx="22605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C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05818" y="896112"/>
            <a:ext cx="22605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47923" y="2834640"/>
            <a:ext cx="344815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47923" y="2834640"/>
            <a:ext cx="344815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بُنِيَ وَحَسُنَ</a:t>
            </a:r>
            <a:endParaRPr lang="ar-SA" sz="45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69848" cy="182880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7731" y="3241548"/>
            <a:ext cx="1144829" cy="1828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25005" y="896112"/>
            <a:ext cx="21768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25005" y="896112"/>
            <a:ext cx="21768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نَسِيَهُ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342136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E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2136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23418" y="2834640"/>
            <a:ext cx="389716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23418" y="2834640"/>
            <a:ext cx="389716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نَسِيَهُ عُمَرُ</a:t>
            </a:r>
            <a:endParaRPr lang="ar-SA" sz="5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2403820" cy="169164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3241548"/>
            <a:ext cx="2357323" cy="18288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A"/>
          </a:solidFill>
          <a:ln w="12700">
            <a:solidFill>
              <a:srgbClr val="5EED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83449" y="896112"/>
            <a:ext cx="1990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5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83449" y="896112"/>
            <a:ext cx="1990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نَظُفَ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269684" y="896112"/>
            <a:ext cx="22937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5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69684" y="896112"/>
            <a:ext cx="22937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76669" y="2834640"/>
            <a:ext cx="399066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76669" y="2834640"/>
            <a:ext cx="399066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نَظُفَ وَحَسُنَ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7248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9558" y="1783080"/>
            <a:ext cx="1613002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DB70"/>
          </a:solidFill>
          <a:ln w="12700">
            <a:solidFill>
              <a:srgbClr val="9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02853" y="896112"/>
            <a:ext cx="19784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02853" y="896112"/>
            <a:ext cx="19784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نُصِرَ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62654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2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62654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08565" y="2834640"/>
            <a:ext cx="35268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08565" y="2834640"/>
            <a:ext cx="35268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نُصِرَ عُمَرُ</a:t>
            </a:r>
            <a:endParaRPr lang="ar-SA" sz="5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29060" cy="16459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7511" y="1783080"/>
            <a:ext cx="1715049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03-noon-ya</dc:title>
  <dc:subject>PptxGenJS Presentation</dc:subject>
  <dc:creator>PptxGenJS</dc:creator>
  <cp:lastModifiedBy>PptxGenJS</cp:lastModifiedBy>
  <cp:revision>1</cp:revision>
  <dcterms:created xsi:type="dcterms:W3CDTF">2026-10-20T23:35:53Z</dcterms:created>
  <dcterms:modified xsi:type="dcterms:W3CDTF">2026-10-20T23:35:53Z</dcterms:modified>
</cp:coreProperties>
</file>