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125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11326" cy="182880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8741" y="3241548"/>
            <a:ext cx="1753819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3842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3"/>
          </a:solidFill>
          <a:ln w="12700">
            <a:solidFill>
              <a:srgbClr val="ED5E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2744" y="3607308"/>
            <a:ext cx="719816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515868"/>
            <a:ext cx="152339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957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أُبُتُ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52E0"/>
          </a:solidFill>
          <a:ln w="12700">
            <a:solidFill>
              <a:srgbClr val="C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تُبُثُ</a:t>
            </a:r>
            <a:endParaRPr lang="ar-SA" sz="7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20435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ثُبُجُ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957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12" y="3332988"/>
            <a:ext cx="1890248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جُبُحُ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4104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951" y="3790188"/>
            <a:ext cx="715609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حُبُخُ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683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خُبُدُ</a:t>
            </a:r>
            <a:endParaRPr lang="ar-SA" sz="8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6349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دُبُأُ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F"/>
          </a:solidFill>
          <a:ln w="12700">
            <a:solidFill>
              <a:srgbClr val="47D1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838" y="3515868"/>
            <a:ext cx="184672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7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6000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332" y="3515868"/>
            <a:ext cx="127622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0440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5023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130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8680" cy="182880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4267" y="3241548"/>
            <a:ext cx="1428293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5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10447" cy="10515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744" y="3607308"/>
            <a:ext cx="719816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920" y="3515868"/>
            <a:ext cx="164464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802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4657" y="2125980"/>
            <a:ext cx="507903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8436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845" y="3515868"/>
            <a:ext cx="137571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608" y="3515868"/>
            <a:ext cx="71195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أُتُبُ</a:t>
            </a:r>
            <a:endParaRPr lang="ar-SA" sz="5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238" y="3332988"/>
            <a:ext cx="1433322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بُتُثُ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5124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ثُتُجُ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جُتُحُ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14994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411" y="3332988"/>
            <a:ext cx="1560149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خُتُدُ</a:t>
            </a:r>
            <a:endParaRPr lang="ar-SA" sz="8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1794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469" y="3470148"/>
            <a:ext cx="728091" cy="16002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دُتُأُ</a:t>
            </a:r>
            <a:endParaRPr lang="ar-SA" sz="5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196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059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5EED"/>
          </a:solidFill>
          <a:ln w="12700">
            <a:solidFill>
              <a:srgbClr val="A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E052"/>
          </a:solidFill>
          <a:ln w="12700">
            <a:solidFill>
              <a:srgbClr val="8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9D1"/>
          </a:solidFill>
          <a:ln w="12700">
            <a:solidFill>
              <a:srgbClr val="477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10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74603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561" y="3653028"/>
            <a:ext cx="719999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6540" y="3515868"/>
            <a:ext cx="125602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10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180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7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11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62462" cy="16459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903" y="1783080"/>
            <a:ext cx="1005657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B"/>
          </a:solidFill>
          <a:ln w="12700">
            <a:solidFill>
              <a:srgbClr val="D147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7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561588"/>
            <a:ext cx="724205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01" y="3515868"/>
            <a:ext cx="1182959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33774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ED5E"/>
          </a:solidFill>
          <a:ln w="12700">
            <a:solidFill>
              <a:srgbClr val="6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7354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2"/>
          </a:solidFill>
          <a:ln w="12700">
            <a:solidFill>
              <a:srgbClr val="E052D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DB70"/>
          </a:solidFill>
          <a:ln w="12700">
            <a:solidFill>
              <a:srgbClr val="9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055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2353" y="3332988"/>
            <a:ext cx="193020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بُثُتُ</a:t>
            </a:r>
            <a:endParaRPr lang="ar-SA" sz="7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1007" y="3881628"/>
            <a:ext cx="721553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تُثُجُ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4665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3332988"/>
            <a:ext cx="1389888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جُثُحُ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0405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حُثُخُ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B52"/>
          </a:solidFill>
          <a:ln w="12700">
            <a:solidFill>
              <a:srgbClr val="E0C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خُثُدُ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دُثُأُ</a:t>
            </a:r>
            <a:endParaRPr lang="ar-SA" sz="5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2907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289" y="3332988"/>
            <a:ext cx="1440271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8896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927348"/>
            <a:ext cx="731520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487" y="3515868"/>
            <a:ext cx="150007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9"/>
          </a:solidFill>
          <a:ln w="12700">
            <a:solidFill>
              <a:srgbClr val="ED5E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2017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6752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47D1"/>
          </a:solidFill>
          <a:ln w="12700">
            <a:solidFill>
              <a:srgbClr val="A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15868"/>
            <a:ext cx="139747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86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5899" y="3561588"/>
            <a:ext cx="716661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59716" y="896112"/>
            <a:ext cx="1907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59716" y="896112"/>
            <a:ext cx="1907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47684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7684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70488" y="2834640"/>
            <a:ext cx="3603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70488" y="2834640"/>
            <a:ext cx="3603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3194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6563" y="3241548"/>
            <a:ext cx="1345997" cy="18288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8628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8628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كُتِبَ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67160" y="896112"/>
            <a:ext cx="20314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67160" y="896112"/>
            <a:ext cx="20314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وَقُرِئَ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6400" y="2834640"/>
            <a:ext cx="34912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6400" y="2834640"/>
            <a:ext cx="34912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كُتِبَ وَقُرِئَ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589227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252" y="3287268"/>
            <a:ext cx="2644308" cy="17830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003548" y="896112"/>
            <a:ext cx="18995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003548" y="896112"/>
            <a:ext cx="18995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3784683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84683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22" name="C3 W3 pill"/>
          <p:cNvSpPr/>
          <p:nvPr/>
        </p:nvSpPr>
        <p:spPr>
          <a:xfrm>
            <a:off x="1240876" y="896112"/>
            <a:ext cx="22237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240876" y="896112"/>
            <a:ext cx="22237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53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1996522" y="2834640"/>
            <a:ext cx="51509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1996522" y="2834640"/>
            <a:ext cx="51509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 عُمَرُ وَصَبَرَ</a:t>
            </a:r>
            <a:endParaRPr lang="ar-SA" sz="5400" dirty="0"/>
          </a:p>
        </p:txBody>
      </p:sp>
      <p:pic>
        <p:nvPicPr>
          <p:cNvPr id="2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81812" cy="1645920"/>
          </a:xfrm>
          <a:prstGeom prst="rect">
            <a:avLst/>
          </a:prstGeom>
        </p:spPr>
      </p:pic>
      <p:pic>
        <p:nvPicPr>
          <p:cNvPr id="2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448" y="1783080"/>
            <a:ext cx="943112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22095" y="896112"/>
            <a:ext cx="1969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22095" y="896112"/>
            <a:ext cx="1969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5257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5257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55149" y="2834640"/>
            <a:ext cx="34337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55149" y="2834640"/>
            <a:ext cx="34337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 عُمَرُ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86266" cy="16459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99" y="1783080"/>
            <a:ext cx="1790761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02-ba-ta-tha</dc:title>
  <dc:subject>PptxGenJS Presentation</dc:subject>
  <dc:creator>PptxGenJS</dc:creator>
  <cp:lastModifiedBy>PptxGenJS</cp:lastModifiedBy>
  <cp:revision>1</cp:revision>
  <dcterms:created xsi:type="dcterms:W3CDTF">2026-10-20T23:35:53Z</dcterms:created>
  <dcterms:modified xsi:type="dcterms:W3CDTF">2026-10-20T23:35:53Z</dcterms:modified>
</cp:coreProperties>
</file>