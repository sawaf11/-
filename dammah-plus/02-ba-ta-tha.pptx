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2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12500" dirty="0"/>
          </a:p>
        </p:txBody>
      </p:sp>
      <p:pic>
        <p:nvPicPr>
          <p:cNvPr id="1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694761" cy="1325880"/>
          </a:xfrm>
          <a:prstGeom prst="rect">
            <a:avLst/>
          </a:prstGeom>
        </p:spPr>
      </p:pic>
      <p:pic>
        <p:nvPicPr>
          <p:cNvPr id="1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628" y="2080260"/>
            <a:ext cx="1099932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</a:t>
            </a:r>
            <a:endParaRPr lang="ar-SA" sz="5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645188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3"/>
          </a:solidFill>
          <a:ln w="12700">
            <a:solidFill>
              <a:srgbClr val="ED5E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</a:t>
            </a:r>
            <a:endParaRPr lang="ar-SA" sz="98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8667" y="2148840"/>
            <a:ext cx="513893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3E0"/>
          </a:solidFill>
          <a:ln w="12700">
            <a:solidFill>
              <a:srgbClr val="52D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</a:t>
            </a:r>
            <a:endParaRPr lang="ar-SA" sz="8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8548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5"/>
          </a:solidFill>
          <a:ln w="12700">
            <a:solidFill>
              <a:srgbClr val="D864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F"/>
          </a:solidFill>
          <a:ln w="12700">
            <a:solidFill>
              <a:srgbClr val="D147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3744468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</a:t>
            </a:r>
            <a:endParaRPr lang="ar-SA" sz="74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881" y="3561588"/>
            <a:ext cx="719679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226" y="3927348"/>
            <a:ext cx="1529334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</a:t>
            </a:r>
            <a:endParaRPr lang="ar-SA" sz="98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ED5E"/>
          </a:solidFill>
          <a:ln w="12700">
            <a:solidFill>
              <a:srgbClr val="8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أُبُتُ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52E0"/>
          </a:solidFill>
          <a:ln w="12700">
            <a:solidFill>
              <a:srgbClr val="C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تُبُثُ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D864"/>
          </a:solidFill>
          <a:ln w="12700">
            <a:solidFill>
              <a:srgbClr val="D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147"/>
          </a:solidFill>
          <a:ln w="12700">
            <a:solidFill>
              <a:srgbClr val="D1C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ثُبُجُ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94" y="3607308"/>
            <a:ext cx="1398666" cy="14630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جُبُحُ</a:t>
            </a:r>
            <a:endParaRPr lang="ar-SA" sz="6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054" y="3835908"/>
            <a:ext cx="713506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حُبُخُ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13" y="3927348"/>
            <a:ext cx="1633347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خُبُدُ</a:t>
            </a:r>
            <a:endParaRPr lang="ar-SA" sz="8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135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AED"/>
          </a:solidFill>
          <a:ln w="12700">
            <a:solidFill>
              <a:srgbClr val="5EA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دُبُأُ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652"/>
          </a:solidFill>
          <a:ln w="12700">
            <a:solidFill>
              <a:srgbClr val="E0A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1DB"/>
          </a:solidFill>
          <a:ln w="12700">
            <a:solidFill>
              <a:srgbClr val="70D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F"/>
          </a:solidFill>
          <a:ln w="12700">
            <a:solidFill>
              <a:srgbClr val="47D1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</a:t>
            </a:r>
            <a:endParaRPr lang="ar-SA" sz="8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2" y="3790188"/>
            <a:ext cx="1345448" cy="12801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</a:t>
            </a:r>
            <a:endParaRPr lang="ar-SA" sz="7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84113" cy="11887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272" y="3515868"/>
            <a:ext cx="70728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</a:t>
            </a:r>
            <a:endParaRPr lang="ar-SA" sz="9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6661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504063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3"/>
          </a:solidFill>
          <a:ln w="12700">
            <a:solidFill>
              <a:srgbClr val="52E0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70DB"/>
          </a:solidFill>
          <a:ln w="12700">
            <a:solidFill>
              <a:srgbClr val="C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</a:t>
            </a:r>
            <a:endParaRPr lang="ar-SA" sz="9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1060" y="3927348"/>
            <a:ext cx="571500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47D1"/>
          </a:solidFill>
          <a:ln w="12700">
            <a:solidFill>
              <a:srgbClr val="7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0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130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847649" cy="164592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1920240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</a:t>
            </a:r>
            <a:endParaRPr lang="ar-SA" sz="5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207" y="3607308"/>
            <a:ext cx="718353" cy="14630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</a:t>
            </a:r>
            <a:endParaRPr lang="ar-SA" sz="8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15" y="3698748"/>
            <a:ext cx="1272845" cy="13716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110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95E"/>
          </a:solidFill>
          <a:ln w="12700">
            <a:solidFill>
              <a:srgbClr val="EDE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5800" cy="105156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095" y="2148840"/>
            <a:ext cx="518465" cy="914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06399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740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</a:t>
            </a:r>
            <a:endParaRPr lang="ar-SA" sz="87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5272" y="3515868"/>
            <a:ext cx="70728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أُتُبُ</a:t>
            </a:r>
            <a:endParaRPr lang="ar-SA" sz="5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929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بُتُثُ</a:t>
            </a:r>
            <a:endParaRPr lang="ar-SA" sz="7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71569" cy="9601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ثُتُجُ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جُتُحُ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25830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حُتُخُ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خُتُدُ</a:t>
            </a:r>
            <a:endParaRPr lang="ar-SA" sz="8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19739" cy="14630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70" y="3470148"/>
            <a:ext cx="716890" cy="16002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دُتُأُ</a:t>
            </a:r>
            <a:endParaRPr lang="ar-SA" sz="5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</a:t>
            </a:r>
            <a:endParaRPr lang="ar-SA" sz="5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25EED"/>
          </a:solidFill>
          <a:ln w="12700">
            <a:solidFill>
              <a:srgbClr val="A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</a:t>
            </a:r>
            <a:endParaRPr lang="ar-SA" sz="98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5800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E052"/>
          </a:solidFill>
          <a:ln w="12700">
            <a:solidFill>
              <a:srgbClr val="8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70DB"/>
          </a:solidFill>
          <a:ln w="12700">
            <a:solidFill>
              <a:srgbClr val="7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9D1"/>
          </a:solidFill>
          <a:ln w="12700">
            <a:solidFill>
              <a:srgbClr val="477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</a:t>
            </a:r>
            <a:endParaRPr lang="ar-SA" sz="9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</a:t>
            </a:r>
            <a:endParaRPr lang="ar-SA" sz="10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97280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</a:t>
            </a:r>
            <a:endParaRPr lang="ar-SA" sz="10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1039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17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117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860816" cy="16459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1783080"/>
            <a:ext cx="1086307" cy="1645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</a:t>
            </a:r>
            <a:endParaRPr lang="ar-SA" sz="5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6229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B"/>
          </a:solidFill>
          <a:ln w="12700">
            <a:solidFill>
              <a:srgbClr val="D147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</a:t>
            </a:r>
            <a:endParaRPr lang="ar-SA" sz="7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</a:t>
            </a:r>
            <a:endParaRPr lang="ar-SA" sz="7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7994" y="3653028"/>
            <a:ext cx="684566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196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ED5E"/>
          </a:solidFill>
          <a:ln w="12700">
            <a:solidFill>
              <a:srgbClr val="6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714" y="2057400"/>
            <a:ext cx="505846" cy="10972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2"/>
          </a:solidFill>
          <a:ln w="12700">
            <a:solidFill>
              <a:srgbClr val="E052D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DB70"/>
          </a:solidFill>
          <a:ln w="12700">
            <a:solidFill>
              <a:srgbClr val="9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06353" cy="9601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D147"/>
          </a:solidFill>
          <a:ln w="12700">
            <a:solidFill>
              <a:srgbClr val="B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أُثُبُ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3392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3744468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بُثُتُ</a:t>
            </a:r>
            <a:endParaRPr lang="ar-SA" sz="78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77163" cy="9144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55" y="3927348"/>
            <a:ext cx="725805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تُثُجُ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94938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جُثُحُ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47537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حُثُخُ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B52"/>
          </a:solidFill>
          <a:ln w="12700">
            <a:solidFill>
              <a:srgbClr val="E0C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خُثُدُ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دُثُأُ</a:t>
            </a:r>
            <a:endParaRPr lang="ar-SA" sz="5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6687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13831" cy="11887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99" y="3927348"/>
            <a:ext cx="716661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3385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9"/>
          </a:solidFill>
          <a:ln w="12700">
            <a:solidFill>
              <a:srgbClr val="ED5EA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</a:t>
            </a:r>
            <a:endParaRPr lang="ar-SA" sz="8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19" y="2057400"/>
            <a:ext cx="508041" cy="10972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47D1"/>
          </a:solidFill>
          <a:ln w="12700">
            <a:solidFill>
              <a:srgbClr val="A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</a:t>
            </a:r>
            <a:endParaRPr lang="ar-SA" sz="8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44468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</a:t>
            </a:r>
            <a:endParaRPr lang="ar-SA" sz="86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640" y="3653028"/>
            <a:ext cx="729920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59716" y="896112"/>
            <a:ext cx="19074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59716" y="896112"/>
            <a:ext cx="19074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47684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7684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70488" y="2834640"/>
            <a:ext cx="3603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70488" y="2834640"/>
            <a:ext cx="3603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 عُمَرُ</a:t>
            </a:r>
            <a:endParaRPr lang="ar-SA" sz="5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866577" cy="178308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1920240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8628" y="896112"/>
            <a:ext cx="1858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8628" y="896112"/>
            <a:ext cx="1858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كُتِبَ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67160" y="896112"/>
            <a:ext cx="20314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67160" y="896112"/>
            <a:ext cx="20314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وَقُرِئَ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26400" y="2834640"/>
            <a:ext cx="34912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26400" y="2834640"/>
            <a:ext cx="34912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كُتِبَ وَقُرِئَ</a:t>
            </a:r>
            <a:endParaRPr lang="ar-SA" sz="47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1217066" cy="100584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1988820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003548" y="896112"/>
            <a:ext cx="18995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003548" y="896112"/>
            <a:ext cx="18995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ثَبَتَ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3784683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84683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22" name="C3 W3 pill"/>
          <p:cNvSpPr/>
          <p:nvPr/>
        </p:nvSpPr>
        <p:spPr>
          <a:xfrm>
            <a:off x="1240876" y="896112"/>
            <a:ext cx="22237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240876" y="896112"/>
            <a:ext cx="22237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وَصَبَرَ</a:t>
            </a:r>
            <a:endParaRPr lang="ar-SA" sz="53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1996522" y="2834640"/>
            <a:ext cx="51509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1996522" y="2834640"/>
            <a:ext cx="51509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ثَبَتَ عُمَرُ وَصَبَرَ</a:t>
            </a:r>
            <a:endParaRPr lang="ar-SA" sz="5400" dirty="0"/>
          </a:p>
        </p:txBody>
      </p:sp>
      <p:pic>
        <p:nvPicPr>
          <p:cNvPr id="2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12683" cy="1645920"/>
          </a:xfrm>
          <a:prstGeom prst="rect">
            <a:avLst/>
          </a:prstGeom>
        </p:spPr>
      </p:pic>
      <p:pic>
        <p:nvPicPr>
          <p:cNvPr id="2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467" y="1783080"/>
            <a:ext cx="971093" cy="1645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52E0"/>
          </a:solidFill>
          <a:ln w="12700">
            <a:solidFill>
              <a:srgbClr val="8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22095" y="896112"/>
            <a:ext cx="19693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F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22095" y="896112"/>
            <a:ext cx="19693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52571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F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52571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55149" y="2834640"/>
            <a:ext cx="34337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55149" y="2834640"/>
            <a:ext cx="34337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 عُمَرُ</a:t>
            </a:r>
            <a:endParaRPr lang="ar-SA" sz="4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339962" cy="15544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759" y="1988820"/>
            <a:ext cx="967801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02-ba-ta-tha</dc:title>
  <dc:subject>PptxGenJS Presentation</dc:subject>
  <dc:creator>PptxGenJS</dc:creator>
  <cp:lastModifiedBy>PptxGenJS</cp:lastModifiedBy>
  <cp:revision>1</cp:revision>
  <dcterms:created xsi:type="dcterms:W3CDTF">2026-10-21T00:09:53Z</dcterms:created>
  <dcterms:modified xsi:type="dcterms:W3CDTF">2026-10-21T00:09:53Z</dcterms:modified>
</cp:coreProperties>
</file>