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0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1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4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25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0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24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1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4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25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2.png"/><Relationship Id="rId2" Type="http://schemas.openxmlformats.org/officeDocument/2006/relationships/image" Target="../media/image-12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12500" dirty="0"/>
          </a:p>
        </p:txBody>
      </p:sp>
      <p:pic>
        <p:nvPicPr>
          <p:cNvPr id="1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1064" cy="1463040"/>
          </a:xfrm>
          <a:prstGeom prst="rect">
            <a:avLst/>
          </a:prstGeom>
        </p:spPr>
      </p:pic>
      <p:pic>
        <p:nvPicPr>
          <p:cNvPr id="1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56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3"/>
          </a:solidFill>
          <a:ln w="12700">
            <a:solidFill>
              <a:srgbClr val="ED5E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8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86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7400" dirty="0"/>
          </a:p>
        </p:txBody>
      </p:sp>
      <p:pic>
        <p:nvPicPr>
          <p:cNvPr id="20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74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74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8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أُبُتُ</a:t>
            </a:r>
            <a:endParaRPr lang="ar-SA" sz="52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52E0"/>
          </a:solidFill>
          <a:ln w="12700">
            <a:solidFill>
              <a:srgbClr val="C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تُبُثُ</a:t>
            </a:r>
            <a:endParaRPr lang="ar-SA" sz="7600" dirty="0"/>
          </a:p>
        </p:txBody>
      </p:sp>
      <p:pic>
        <p:nvPicPr>
          <p:cNvPr id="29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ثُبُجُ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جُبُحُ</a:t>
            </a:r>
            <a:endParaRPr lang="ar-SA" sz="66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حُبُخُ</a:t>
            </a:r>
            <a:endParaRPr lang="ar-SA" sz="6600" dirty="0"/>
          </a:p>
        </p:txBody>
      </p:sp>
      <p:pic>
        <p:nvPicPr>
          <p:cNvPr id="26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خُبُدُ</a:t>
            </a:r>
            <a:endParaRPr lang="ar-SA" sz="83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دُبُأُ</a:t>
            </a:r>
            <a:endParaRPr lang="ar-SA" sz="50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59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F"/>
          </a:solidFill>
          <a:ln w="12700">
            <a:solidFill>
              <a:srgbClr val="47D1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87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75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5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5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3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5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13000" dirty="0"/>
          </a:p>
        </p:txBody>
      </p:sp>
      <p:pic>
        <p:nvPicPr>
          <p:cNvPr id="13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89375" cy="1463040"/>
          </a:xfrm>
          <a:prstGeom prst="rect">
            <a:avLst/>
          </a:prstGeom>
        </p:spPr>
      </p:pic>
      <p:pic>
        <p:nvPicPr>
          <p:cNvPr id="14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5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56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87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86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74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87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أُتُبُ</a:t>
            </a:r>
            <a:endParaRPr lang="ar-SA" sz="5200" dirty="0"/>
          </a:p>
        </p:txBody>
      </p:sp>
      <p:pic>
        <p:nvPicPr>
          <p:cNvPr id="26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بُتُثُ</a:t>
            </a:r>
            <a:endParaRPr lang="ar-SA" sz="7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ثُتُجُ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جُتُحُ</a:t>
            </a:r>
            <a:endParaRPr lang="ar-SA" sz="6600" dirty="0"/>
          </a:p>
        </p:txBody>
      </p:sp>
      <p:pic>
        <p:nvPicPr>
          <p:cNvPr id="29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حُتُخُ</a:t>
            </a:r>
            <a:endParaRPr lang="ar-SA" sz="6600" dirty="0"/>
          </a:p>
        </p:txBody>
      </p:sp>
      <p:pic>
        <p:nvPicPr>
          <p:cNvPr id="24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خُتُدُ</a:t>
            </a:r>
            <a:endParaRPr lang="ar-SA" sz="83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دُتُأُ</a:t>
            </a:r>
            <a:endParaRPr lang="ar-SA" sz="5000" dirty="0"/>
          </a:p>
        </p:txBody>
      </p:sp>
      <p:pic>
        <p:nvPicPr>
          <p:cNvPr id="26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7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59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5EED"/>
          </a:solidFill>
          <a:ln w="12700">
            <a:solidFill>
              <a:srgbClr val="A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8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E052"/>
          </a:solidFill>
          <a:ln w="12700">
            <a:solidFill>
              <a:srgbClr val="8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75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9D1"/>
          </a:solidFill>
          <a:ln w="12700">
            <a:solidFill>
              <a:srgbClr val="477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9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101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3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101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7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11700" dirty="0"/>
          </a:p>
        </p:txBody>
      </p:sp>
      <p:pic>
        <p:nvPicPr>
          <p:cNvPr id="21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22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5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B"/>
          </a:solidFill>
          <a:ln w="12700">
            <a:solidFill>
              <a:srgbClr val="D147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75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75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74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7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ED5E"/>
          </a:solidFill>
          <a:ln w="12700">
            <a:solidFill>
              <a:srgbClr val="6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2"/>
          </a:solidFill>
          <a:ln w="12700">
            <a:solidFill>
              <a:srgbClr val="E052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DB70"/>
          </a:solidFill>
          <a:ln w="12700">
            <a:solidFill>
              <a:srgbClr val="9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75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أُثُبُ</a:t>
            </a:r>
            <a:endParaRPr lang="ar-SA" sz="5200" dirty="0"/>
          </a:p>
        </p:txBody>
      </p:sp>
      <p:pic>
        <p:nvPicPr>
          <p:cNvPr id="24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بُثُتُ</a:t>
            </a:r>
            <a:endParaRPr lang="ar-SA" sz="78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تُثُجُ</a:t>
            </a:r>
            <a:endParaRPr lang="ar-SA" sz="6600" dirty="0"/>
          </a:p>
        </p:txBody>
      </p:sp>
      <p:pic>
        <p:nvPicPr>
          <p:cNvPr id="26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7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جُثُحُ</a:t>
            </a:r>
            <a:endParaRPr lang="ar-SA" sz="66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حُثُخُ</a:t>
            </a:r>
            <a:endParaRPr lang="ar-SA" sz="66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خُثُدُ</a:t>
            </a:r>
            <a:endParaRPr lang="ar-SA" sz="7800" dirty="0"/>
          </a:p>
        </p:txBody>
      </p:sp>
      <p:pic>
        <p:nvPicPr>
          <p:cNvPr id="29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دُثُأُ</a:t>
            </a:r>
            <a:endParaRPr lang="ar-SA" sz="50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5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59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86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86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86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86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8600" dirty="0"/>
          </a:p>
        </p:txBody>
      </p:sp>
      <p:pic>
        <p:nvPicPr>
          <p:cNvPr id="20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86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59716" y="896112"/>
            <a:ext cx="1907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59716" y="896112"/>
            <a:ext cx="1907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47684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7684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0488" y="2834640"/>
            <a:ext cx="3603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0488" y="2834640"/>
            <a:ext cx="3603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 عُمَرُ</a:t>
            </a:r>
            <a:endParaRPr lang="ar-SA" sz="5700" dirty="0"/>
          </a:p>
        </p:txBody>
      </p:sp>
      <p:pic>
        <p:nvPicPr>
          <p:cNvPr id="19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46433" cy="1463040"/>
          </a:xfrm>
          <a:prstGeom prst="rect">
            <a:avLst/>
          </a:prstGeom>
        </p:spPr>
      </p:pic>
      <p:pic>
        <p:nvPicPr>
          <p:cNvPr id="20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1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8628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8628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كُتِبَ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67160" y="896112"/>
            <a:ext cx="20314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67160" y="896112"/>
            <a:ext cx="20314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وَقُرِئَ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6400" y="2834640"/>
            <a:ext cx="34912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6400" y="2834640"/>
            <a:ext cx="34912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كُتِبَ وَقُرِئَ</a:t>
            </a:r>
            <a:endParaRPr lang="ar-SA" sz="4700" dirty="0"/>
          </a:p>
        </p:txBody>
      </p:sp>
      <p:pic>
        <p:nvPicPr>
          <p:cNvPr id="17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18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1828800"/>
            <a:ext cx="1638605" cy="1463040"/>
          </a:xfrm>
          <a:prstGeom prst="rect">
            <a:avLst/>
          </a:prstGeom>
        </p:spPr>
      </p:pic>
      <p:pic>
        <p:nvPicPr>
          <p:cNvPr id="19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003548" y="896112"/>
            <a:ext cx="18995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003548" y="896112"/>
            <a:ext cx="18995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3784683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84683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22" name="C3 W3 pill"/>
          <p:cNvSpPr/>
          <p:nvPr/>
        </p:nvSpPr>
        <p:spPr>
          <a:xfrm>
            <a:off x="1240876" y="896112"/>
            <a:ext cx="22237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240876" y="896112"/>
            <a:ext cx="22237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53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1996522" y="2834640"/>
            <a:ext cx="51509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1996522" y="2834640"/>
            <a:ext cx="51509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 عُمَرُ وَصَبَرَ</a:t>
            </a:r>
            <a:endParaRPr lang="ar-SA" sz="5400" dirty="0"/>
          </a:p>
        </p:txBody>
      </p:sp>
      <p:pic>
        <p:nvPicPr>
          <p:cNvPr id="27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988820"/>
            <a:ext cx="1066419" cy="1143000"/>
          </a:xfrm>
          <a:prstGeom prst="rect">
            <a:avLst/>
          </a:prstGeom>
        </p:spPr>
      </p:pic>
      <p:pic>
        <p:nvPicPr>
          <p:cNvPr id="28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34540"/>
            <a:ext cx="1051560" cy="1051560"/>
          </a:xfrm>
          <a:prstGeom prst="rect">
            <a:avLst/>
          </a:prstGeom>
        </p:spPr>
      </p:pic>
      <p:pic>
        <p:nvPicPr>
          <p:cNvPr id="2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22095" y="896112"/>
            <a:ext cx="1969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22095" y="896112"/>
            <a:ext cx="1969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5257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257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55149" y="2834640"/>
            <a:ext cx="34337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55149" y="2834640"/>
            <a:ext cx="34337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 عُمَرُ</a:t>
            </a:r>
            <a:endParaRPr lang="ar-SA" sz="4700" dirty="0"/>
          </a:p>
        </p:txBody>
      </p:sp>
      <p:pic>
        <p:nvPicPr>
          <p:cNvPr id="22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10371" cy="146304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140" y="1828800"/>
            <a:ext cx="2358420" cy="146304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02-ba-ta-tha</dc:title>
  <dc:subject>PptxGenJS Presentation</dc:subject>
  <dc:creator>PptxGenJS</dc:creator>
  <cp:lastModifiedBy>PptxGenJS</cp:lastModifiedBy>
  <cp:revision>1</cp:revision>
  <dcterms:created xsi:type="dcterms:W3CDTF">2026-10-20T23:11:29Z</dcterms:created>
  <dcterms:modified xsi:type="dcterms:W3CDTF">2026-10-20T23:11:29Z</dcterms:modified>
</cp:coreProperties>
</file>