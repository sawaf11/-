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4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25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94761" cy="132588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8667" y="2148840"/>
            <a:ext cx="513893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2881" y="3561588"/>
            <a:ext cx="719679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أُبُتُ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تُبُثُ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جُبُحُ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054" y="3835908"/>
            <a:ext cx="713506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خُبُدُ</a:t>
            </a:r>
            <a:endParaRPr lang="ar-SA" sz="8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دُبُأُ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1060" y="3927348"/>
            <a:ext cx="571500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0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47649" cy="164592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1920240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207" y="3607308"/>
            <a:ext cx="718353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095" y="2148840"/>
            <a:ext cx="518465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أُتُبُ</a:t>
            </a:r>
            <a:endParaRPr lang="ar-SA" sz="5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بُتُثُ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ثُتُجُ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جُتُحُ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خُتُدُ</a:t>
            </a:r>
            <a:endParaRPr lang="ar-SA" sz="8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70" y="3470148"/>
            <a:ext cx="716890" cy="16002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دُتُأُ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5EED"/>
          </a:solidFill>
          <a:ln w="12700">
            <a:solidFill>
              <a:srgbClr val="A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1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60816" cy="16459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1783080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B"/>
          </a:solidFill>
          <a:ln w="12700">
            <a:solidFill>
              <a:srgbClr val="D147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ED5E"/>
          </a:solidFill>
          <a:ln w="12700">
            <a:solidFill>
              <a:srgbClr val="6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2"/>
          </a:solidFill>
          <a:ln w="12700">
            <a:solidFill>
              <a:srgbClr val="E052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DB70"/>
          </a:solidFill>
          <a:ln w="12700">
            <a:solidFill>
              <a:srgbClr val="9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بُثُتُ</a:t>
            </a:r>
            <a:endParaRPr lang="ar-SA" sz="7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55" y="3927348"/>
            <a:ext cx="725805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تُثُجُ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جُثُحُ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47537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حُثُخُ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خُثُدُ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دُثُأُ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3831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927348"/>
            <a:ext cx="71666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519" y="2057400"/>
            <a:ext cx="508041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66577" cy="178308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1920240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8628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8628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7160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7160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6400" y="2834640"/>
            <a:ext cx="34912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6400" y="2834640"/>
            <a:ext cx="34912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 وَقُرِئَ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1217066" cy="10058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1988820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003548" y="896112"/>
            <a:ext cx="18995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003548" y="896112"/>
            <a:ext cx="18995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3784683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83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22" name="C3 W3 pill"/>
          <p:cNvSpPr/>
          <p:nvPr/>
        </p:nvSpPr>
        <p:spPr>
          <a:xfrm>
            <a:off x="1240876" y="896112"/>
            <a:ext cx="22237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240876" y="896112"/>
            <a:ext cx="22237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53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1996522" y="2834640"/>
            <a:ext cx="51509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1996522" y="2834640"/>
            <a:ext cx="51509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 عُمَرُ وَصَبَرَ</a:t>
            </a:r>
            <a:endParaRPr lang="ar-SA" sz="5400" dirty="0"/>
          </a:p>
        </p:txBody>
      </p:sp>
      <p:pic>
        <p:nvPicPr>
          <p:cNvPr id="2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12683" cy="1645920"/>
          </a:xfrm>
          <a:prstGeom prst="rect">
            <a:avLst/>
          </a:prstGeom>
        </p:spPr>
      </p:pic>
      <p:pic>
        <p:nvPicPr>
          <p:cNvPr id="2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467" y="1783080"/>
            <a:ext cx="971093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4759" y="1988820"/>
            <a:ext cx="967801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02-ba-ta-tha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