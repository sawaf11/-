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2500" dirty="0"/>
          </a:p>
        </p:txBody>
      </p:sp>
      <p:pic>
        <p:nvPicPr>
          <p:cNvPr id="1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1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52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83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5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000" dirty="0"/>
          </a:p>
        </p:txBody>
      </p:sp>
      <p:pic>
        <p:nvPicPr>
          <p:cNvPr id="13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4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1783080"/>
            <a:ext cx="1882475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52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8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5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17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2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2"/>
          </a:solidFill>
          <a:ln w="12700">
            <a:solidFill>
              <a:srgbClr val="E052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52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8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6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8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5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2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8628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8628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7160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7160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6400" y="2834640"/>
            <a:ext cx="34912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6400" y="2834640"/>
            <a:ext cx="34912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 وَقُرِئَ</a:t>
            </a:r>
            <a:endParaRPr lang="ar-SA" sz="47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003548" y="896112"/>
            <a:ext cx="1899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003548" y="896112"/>
            <a:ext cx="1899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3784683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83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1240876" y="896112"/>
            <a:ext cx="22237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40876" y="896112"/>
            <a:ext cx="22237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53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996522" y="2834640"/>
            <a:ext cx="51509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996522" y="2834640"/>
            <a:ext cx="51509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 عُمَرُ وَصَبَرَ</a:t>
            </a:r>
            <a:endParaRPr lang="ar-SA" sz="5400" dirty="0"/>
          </a:p>
        </p:txBody>
      </p:sp>
      <p:pic>
        <p:nvPicPr>
          <p:cNvPr id="2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036930" cy="1097280"/>
          </a:xfrm>
          <a:prstGeom prst="rect">
            <a:avLst/>
          </a:prstGeom>
        </p:spPr>
      </p:pic>
      <p:pic>
        <p:nvPicPr>
          <p:cNvPr id="2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416" y="2057400"/>
            <a:ext cx="1058144" cy="1005840"/>
          </a:xfrm>
          <a:prstGeom prst="rect">
            <a:avLst/>
          </a:prstGeom>
        </p:spPr>
      </p:pic>
      <p:pic>
        <p:nvPicPr>
          <p:cNvPr id="2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02-ba-ta-tha</dc:title>
  <dc:subject>PptxGenJS Presentation</dc:subject>
  <dc:creator>PptxGenJS</dc:creator>
  <cp:lastModifiedBy>PptxGenJS</cp:lastModifiedBy>
  <cp:revision>1</cp:revision>
  <dcterms:created xsi:type="dcterms:W3CDTF">2026-10-20T22:54:24Z</dcterms:created>
  <dcterms:modified xsi:type="dcterms:W3CDTF">2026-10-20T22:54:24Z</dcterms:modified>
</cp:coreProperties>
</file>