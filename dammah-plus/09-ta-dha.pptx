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0800" dirty="0"/>
          </a:p>
        </p:txBody>
      </p:sp>
      <p:pic>
        <p:nvPicPr>
          <p:cNvPr id="13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4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15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5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طُدُ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طُذُ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طُرُ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طُزُ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طُسُ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طُشُ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طُصُ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طُضُ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أُطُبُ</a:t>
            </a:r>
            <a:endParaRPr lang="ar-SA" sz="5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تُطُثُ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ثُطُجُ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جُطُحُ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حُطُخُ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خُطُدُ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دُطُذُ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ذُطُرُ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رُطُزُ</a:t>
            </a:r>
            <a:endParaRPr lang="ar-SA" sz="66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زُطُسُ</a:t>
            </a:r>
            <a:endParaRPr lang="ar-SA" sz="61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سُطُشُ</a:t>
            </a:r>
            <a:endParaRPr lang="ar-SA" sz="5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شُطُصُ</a:t>
            </a:r>
            <a:endParaRPr lang="ar-SA" sz="5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صُطُضُ</a:t>
            </a:r>
            <a:endParaRPr lang="ar-SA" sz="54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ضُطُأُ</a:t>
            </a:r>
            <a:endParaRPr lang="ar-SA" sz="5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59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2"/>
          </a:solidFill>
          <a:ln w="12700">
            <a:solidFill>
              <a:srgbClr val="5EED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B"/>
          </a:solidFill>
          <a:ln w="12700">
            <a:solidFill>
              <a:srgbClr val="E052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DB70"/>
          </a:solidFill>
          <a:ln w="12700">
            <a:solidFill>
              <a:srgbClr val="7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D147"/>
          </a:solidFill>
          <a:ln w="12700">
            <a:solidFill>
              <a:srgbClr val="8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5EED"/>
          </a:solidFill>
          <a:ln w="12700">
            <a:solidFill>
              <a:srgbClr val="6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E052"/>
          </a:solidFill>
          <a:ln w="12700">
            <a:solidFill>
              <a:srgbClr val="B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AD1"/>
          </a:solidFill>
          <a:ln w="12700">
            <a:solidFill>
              <a:srgbClr val="47A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0800" dirty="0"/>
          </a:p>
        </p:txBody>
      </p:sp>
      <p:pic>
        <p:nvPicPr>
          <p:cNvPr id="1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1783080"/>
            <a:ext cx="1397478" cy="1554480"/>
          </a:xfrm>
          <a:prstGeom prst="rect">
            <a:avLst/>
          </a:prstGeom>
        </p:spPr>
      </p:pic>
      <p:pic>
        <p:nvPicPr>
          <p:cNvPr id="1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5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F"/>
          </a:solidFill>
          <a:ln w="12700">
            <a:solidFill>
              <a:srgbClr val="52E0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1"/>
          </a:solidFill>
          <a:ln w="12700">
            <a:solidFill>
              <a:srgbClr val="D864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D"/>
          </a:solidFill>
          <a:ln w="12700">
            <a:solidFill>
              <a:srgbClr val="D147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ظُدُ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ظُذُ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ظُرُ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ظُزُ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ظُسُ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ظُشُ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ظُصُ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ظُضُ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ظُطُ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أُظُبُ</a:t>
            </a:r>
            <a:endParaRPr lang="ar-SA" sz="5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تُظُثُ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ثُظُجُ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جُظُحُ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حُظُخُ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خُظُدُ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دُظُذُ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ذُظُرُ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رُظُزُ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زُظُسُ</a:t>
            </a:r>
            <a:endParaRPr lang="ar-SA" sz="61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سُظُشُ</a:t>
            </a:r>
            <a:endParaRPr lang="ar-SA" sz="5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شُظُصُ</a:t>
            </a:r>
            <a:endParaRPr lang="ar-SA" sz="57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صُظُضُ</a:t>
            </a:r>
            <a:endParaRPr lang="ar-SA" sz="5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ضُظُطُ</a:t>
            </a:r>
            <a:endParaRPr lang="ar-SA" sz="64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طُظُأُ</a:t>
            </a:r>
            <a:endParaRPr lang="ar-SA" sz="5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59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67194" y="896112"/>
            <a:ext cx="22924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67194" y="896112"/>
            <a:ext cx="22924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8432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32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55580" y="2834640"/>
            <a:ext cx="40328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55580" y="2834640"/>
            <a:ext cx="40328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 عُمَرُ</a:t>
            </a:r>
            <a:endParaRPr lang="ar-SA" sz="57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78308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96463" y="896112"/>
            <a:ext cx="24339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96463" y="896112"/>
            <a:ext cx="24339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213594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3594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83586" y="2834640"/>
            <a:ext cx="4176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83586" y="2834640"/>
            <a:ext cx="4176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 عُمَرُ</a:t>
            </a:r>
            <a:endParaRPr lang="ar-SA" sz="57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1853" y="896112"/>
            <a:ext cx="19991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1853" y="896112"/>
            <a:ext cx="19991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46298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6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98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45470" y="2834640"/>
            <a:ext cx="36530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45470" y="2834640"/>
            <a:ext cx="36530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 عُمَرُ</a:t>
            </a:r>
            <a:endParaRPr lang="ar-SA" sz="54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09-ta-dha</dc:title>
  <dc:subject>PptxGenJS Presentation</dc:subject>
  <dc:creator>PptxGenJS</dc:creator>
  <cp:lastModifiedBy>PptxGenJS</cp:lastModifiedBy>
  <cp:revision>1</cp:revision>
  <dcterms:created xsi:type="dcterms:W3CDTF">2026-10-20T22:54:27Z</dcterms:created>
  <dcterms:modified xsi:type="dcterms:W3CDTF">2026-10-20T22:54:27Z</dcterms:modified>
</cp:coreProperties>
</file>