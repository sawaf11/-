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2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08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108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037283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3241548"/>
            <a:ext cx="2357323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طُأُ</a:t>
            </a:r>
            <a:endParaRPr lang="ar-SA" sz="5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طُبُ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0626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طُتُ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15868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طُثُ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طُجُ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طُحُ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842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طُخُ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طُدُ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64D8"/>
          </a:solidFill>
          <a:ln w="12700">
            <a:solidFill>
              <a:srgbClr val="D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طُذُ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974" y="3515868"/>
            <a:ext cx="75858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طُرُ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طُزُ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طُسُ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842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طُشُ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طُصُ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27202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564"/>
          </a:solidFill>
          <a:ln w="12700">
            <a:solidFill>
              <a:srgbClr val="D8B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طُضُ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7" y="3515868"/>
            <a:ext cx="84408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أُطُبُ</a:t>
            </a:r>
            <a:endParaRPr lang="ar-SA" sz="52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بُطُتُ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244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تُطُثُ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537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DED"/>
          </a:solidFill>
          <a:ln w="12700">
            <a:solidFill>
              <a:srgbClr val="5ED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ثُطُجُ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جُطُحُ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8"/>
          </a:solidFill>
          <a:ln w="12700">
            <a:solidFill>
              <a:srgbClr val="64D8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E"/>
          </a:solidFill>
          <a:ln w="12700">
            <a:solidFill>
              <a:srgbClr val="47D1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حُطُخُ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0555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8831" y="3332988"/>
            <a:ext cx="103372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خُطُدُ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دُطُذُ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4665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834" y="3332988"/>
            <a:ext cx="1377726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ذُطُرُ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11226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رُطُزُ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E052"/>
          </a:solidFill>
          <a:ln w="12700">
            <a:solidFill>
              <a:srgbClr val="5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زُطُسُ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64D8"/>
          </a:solidFill>
          <a:ln w="12700">
            <a:solidFill>
              <a:srgbClr val="7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سُطُشُ</a:t>
            </a:r>
            <a:endParaRPr lang="ar-SA" sz="5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290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053" y="3332988"/>
            <a:ext cx="99550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شُطُصُ</a:t>
            </a:r>
            <a:endParaRPr lang="ar-SA" sz="5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109899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صُطُضُ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353" y="3332988"/>
            <a:ext cx="193020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2040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أُطُ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A70"/>
          </a:solidFill>
          <a:ln w="12700">
            <a:solidFill>
              <a:srgbClr val="DB8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ثُطُ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896" y="3515868"/>
            <a:ext cx="128866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2"/>
          </a:solidFill>
          <a:ln w="12700">
            <a:solidFill>
              <a:srgbClr val="5EED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خُطُ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B"/>
          </a:solidFill>
          <a:ln w="12700">
            <a:solidFill>
              <a:srgbClr val="E052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DB70"/>
          </a:solidFill>
          <a:ln w="12700">
            <a:solidFill>
              <a:srgbClr val="7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دُطُ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1485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D864"/>
          </a:solidFill>
          <a:ln w="12700">
            <a:solidFill>
              <a:srgbClr val="8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D147"/>
          </a:solidFill>
          <a:ln w="12700">
            <a:solidFill>
              <a:srgbClr val="8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رُطُ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8710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034"/>
          </a:solidFill>
          <a:ln w="12700">
            <a:solidFill>
              <a:srgbClr val="797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سُطُ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46613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5EED"/>
          </a:solidFill>
          <a:ln w="12700">
            <a:solidFill>
              <a:srgbClr val="6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شُطُ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0784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E052"/>
          </a:solidFill>
          <a:ln w="12700">
            <a:solidFill>
              <a:srgbClr val="B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CDB"/>
          </a:solidFill>
          <a:ln w="12700">
            <a:solidFill>
              <a:srgbClr val="708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صُطُ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7384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4D8"/>
          </a:solidFill>
          <a:ln w="12700">
            <a:solidFill>
              <a:srgbClr val="64A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AD1"/>
          </a:solidFill>
          <a:ln w="12700">
            <a:solidFill>
              <a:srgbClr val="47A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08" y="3515868"/>
            <a:ext cx="7119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08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108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863181" cy="1645920"/>
          </a:xfrm>
          <a:prstGeom prst="rect">
            <a:avLst/>
          </a:prstGeom>
        </p:spPr>
      </p:pic>
      <p:pic>
        <p:nvPicPr>
          <p:cNvPr id="1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803" y="1783080"/>
            <a:ext cx="1711757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ظُأُ</a:t>
            </a:r>
            <a:endParaRPr lang="ar-SA" sz="5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ظُبُ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2"/>
          </a:solidFill>
          <a:ln w="12700">
            <a:solidFill>
              <a:srgbClr val="ED5E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ظُتُ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F"/>
          </a:solidFill>
          <a:ln w="12700">
            <a:solidFill>
              <a:srgbClr val="52E0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ظُثُ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1"/>
          </a:solidFill>
          <a:ln w="12700">
            <a:solidFill>
              <a:srgbClr val="D864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D"/>
          </a:solidFill>
          <a:ln w="12700">
            <a:solidFill>
              <a:srgbClr val="D147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761" y="3515868"/>
            <a:ext cx="109279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0214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ظُدُ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ظُذُ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52E0"/>
          </a:solidFill>
          <a:ln w="12700">
            <a:solidFill>
              <a:srgbClr val="B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ظُرُ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ظُزُ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688" y="3515868"/>
            <a:ext cx="66687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ظُسُ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ظُشُ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ظُصُ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507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ظُضُ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7583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ظُطُ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780" y="3332988"/>
            <a:ext cx="1026780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بُظُتُ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8850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تُظُثُ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136" y="3332988"/>
            <a:ext cx="124742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2946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جُظُحُ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حُظُخُ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9279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خُظُدُ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2988"/>
            <a:ext cx="124568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دُظُذُ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4537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ذُظُرُ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836" y="3332988"/>
            <a:ext cx="172172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رُظُزُ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85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زُظُسُ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سُظُشُ</a:t>
            </a:r>
            <a:endParaRPr lang="ar-SA" sz="5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شُظُصُ</a:t>
            </a:r>
            <a:endParaRPr lang="ar-SA" sz="5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9255" y="3332988"/>
            <a:ext cx="102330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صُظُضُ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ضُظُطُ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319" y="3332988"/>
            <a:ext cx="1513241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طُظُأُ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6567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أُظُ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بُظُ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899" y="3515868"/>
            <a:ext cx="1131661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ثُظُ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17275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دُظُ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4845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9359" y="3515868"/>
            <a:ext cx="833201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3290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زُظُ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2377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شُظُ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صُظُ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A"/>
          </a:solidFill>
          <a:ln w="12700">
            <a:solidFill>
              <a:srgbClr val="D147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1698" y="3515868"/>
            <a:ext cx="68086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طُظُ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2459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67194" y="896112"/>
            <a:ext cx="22924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67194" y="896112"/>
            <a:ext cx="22924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28432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32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55580" y="2834640"/>
            <a:ext cx="40328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55580" y="2834640"/>
            <a:ext cx="40328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طَبَخَهُ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19302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26" y="3241548"/>
            <a:ext cx="1989734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3888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3888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723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723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6777" y="2834640"/>
            <a:ext cx="36704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6777" y="2834640"/>
            <a:ext cx="36704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طَهُرَ وَنَظُفَ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651406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649" y="3790188"/>
            <a:ext cx="2489911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96463" y="896112"/>
            <a:ext cx="24339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96463" y="896112"/>
            <a:ext cx="24339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213594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C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13594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483586" y="2834640"/>
            <a:ext cx="41768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483586" y="2834640"/>
            <a:ext cx="41768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حَفِظَهُ عُمَرُ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01563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3080"/>
            <a:ext cx="1645920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1853" y="896112"/>
            <a:ext cx="19991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1853" y="896112"/>
            <a:ext cx="19991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46298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6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298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45470" y="2834640"/>
            <a:ext cx="36530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45470" y="2834640"/>
            <a:ext cx="36530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طَلَبَهُ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1757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033" y="1783080"/>
            <a:ext cx="1703527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09-ta-dha</dc:title>
  <dc:subject>PptxGenJS Presentation</dc:subject>
  <dc:creator>PptxGenJS</dc:creator>
  <cp:lastModifiedBy>PptxGenJS</cp:lastModifiedBy>
  <cp:revision>1</cp:revision>
  <dcterms:created xsi:type="dcterms:W3CDTF">2026-10-20T23:35:54Z</dcterms:created>
  <dcterms:modified xsi:type="dcterms:W3CDTF">2026-10-20T23:35:54Z</dcterms:modified>
</cp:coreProperties>
</file>