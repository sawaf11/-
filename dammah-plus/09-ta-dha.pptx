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08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329903" cy="109728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2011680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طُبُ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طُتُ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3653028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طُثُ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طُدُ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64D8"/>
          </a:solidFill>
          <a:ln w="12700">
            <a:solidFill>
              <a:srgbClr val="D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طُذُ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طُرُ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طُزُ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طُسُ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طُشُ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214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طُصُ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564"/>
          </a:solidFill>
          <a:ln w="12700">
            <a:solidFill>
              <a:srgbClr val="D8B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طُضُ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3141" y="3515868"/>
            <a:ext cx="83941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أُطُبُ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بُطُتُ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تُطُثُ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DED"/>
          </a:solidFill>
          <a:ln w="12700">
            <a:solidFill>
              <a:srgbClr val="5ED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ثُطُجُ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جُطُحُ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8"/>
          </a:solidFill>
          <a:ln w="12700">
            <a:solidFill>
              <a:srgbClr val="64D8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E"/>
          </a:solidFill>
          <a:ln w="12700">
            <a:solidFill>
              <a:srgbClr val="47D1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424" y="3424428"/>
            <a:ext cx="994136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خُطُدُ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دُطُذُ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ذُطُرُ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رُطُزُ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E052"/>
          </a:solidFill>
          <a:ln w="12700">
            <a:solidFill>
              <a:srgbClr val="5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زُطُسُ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64D8"/>
          </a:solidFill>
          <a:ln w="12700">
            <a:solidFill>
              <a:srgbClr val="7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سُطُشُ</a:t>
            </a:r>
            <a:endParaRPr lang="ar-SA" sz="5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4343" y="3378708"/>
            <a:ext cx="1008217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شُطُصُ</a:t>
            </a:r>
            <a:endParaRPr lang="ar-SA" sz="5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صُطُضُ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A70"/>
          </a:solidFill>
          <a:ln w="12700">
            <a:solidFill>
              <a:srgbClr val="DB8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2"/>
          </a:solidFill>
          <a:ln w="12700">
            <a:solidFill>
              <a:srgbClr val="5EED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B"/>
          </a:solidFill>
          <a:ln w="12700">
            <a:solidFill>
              <a:srgbClr val="E052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DB70"/>
          </a:solidFill>
          <a:ln w="12700">
            <a:solidFill>
              <a:srgbClr val="7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D864"/>
          </a:solidFill>
          <a:ln w="12700">
            <a:solidFill>
              <a:srgbClr val="8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D147"/>
          </a:solidFill>
          <a:ln w="12700">
            <a:solidFill>
              <a:srgbClr val="8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034"/>
          </a:solidFill>
          <a:ln w="12700">
            <a:solidFill>
              <a:srgbClr val="797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5EED"/>
          </a:solidFill>
          <a:ln w="12700">
            <a:solidFill>
              <a:srgbClr val="6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7949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E052"/>
          </a:solidFill>
          <a:ln w="12700">
            <a:solidFill>
              <a:srgbClr val="B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CDB"/>
          </a:solidFill>
          <a:ln w="12700">
            <a:solidFill>
              <a:srgbClr val="708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0"/>
          </a:solidFill>
          <a:ln w="12700">
            <a:solidFill>
              <a:srgbClr val="8547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4D8"/>
          </a:solidFill>
          <a:ln w="12700">
            <a:solidFill>
              <a:srgbClr val="64A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AD1"/>
          </a:solidFill>
          <a:ln w="12700">
            <a:solidFill>
              <a:srgbClr val="47A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08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1217066" cy="100584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2034540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ظُأُ</a:t>
            </a:r>
            <a:endParaRPr lang="ar-SA" sz="5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ظُبُ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2"/>
          </a:solidFill>
          <a:ln w="12700">
            <a:solidFill>
              <a:srgbClr val="ED5E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ظُتُ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F"/>
          </a:solidFill>
          <a:ln w="12700">
            <a:solidFill>
              <a:srgbClr val="52E0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ظُثُ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1"/>
          </a:solidFill>
          <a:ln w="12700">
            <a:solidFill>
              <a:srgbClr val="D864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D"/>
          </a:solidFill>
          <a:ln w="12700">
            <a:solidFill>
              <a:srgbClr val="D147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019" y="3653028"/>
            <a:ext cx="99354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4155948"/>
            <a:ext cx="729691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ظُدُ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ظُذُ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52E0"/>
          </a:solidFill>
          <a:ln w="12700">
            <a:solidFill>
              <a:srgbClr val="B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ظُرُ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ظُزُ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6361" y="3515868"/>
            <a:ext cx="67619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ظُسُ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ظُشُ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ظُصُ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ظُضُ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051" y="3424428"/>
            <a:ext cx="964509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بُظُتُ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تُظُثُ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جُظُحُ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حُظُخُ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خُظُدُ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989" y="3378708"/>
            <a:ext cx="1280571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دُظُذُ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ذُظُرُ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رُظُزُ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زُظُسُ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3E0"/>
          </a:solidFill>
          <a:ln w="12700">
            <a:solidFill>
              <a:srgbClr val="525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سُظُشُ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B64"/>
          </a:solidFill>
          <a:ln w="12700">
            <a:solidFill>
              <a:srgbClr val="D87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شُظُصُ</a:t>
            </a:r>
            <a:endParaRPr lang="ar-SA" sz="5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578" y="3332988"/>
            <a:ext cx="998982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صُظُضُ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ضُظُطُ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960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724" y="3515868"/>
            <a:ext cx="87983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70" y="4155948"/>
            <a:ext cx="71689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A"/>
          </a:solidFill>
          <a:ln w="12700">
            <a:solidFill>
              <a:srgbClr val="D147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67194" y="896112"/>
            <a:ext cx="22924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67194" y="896112"/>
            <a:ext cx="22924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28432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8432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55580" y="2834640"/>
            <a:ext cx="40328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55580" y="2834640"/>
            <a:ext cx="40328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1897380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08344" cy="14173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1988820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96463" y="896112"/>
            <a:ext cx="24339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96463" y="896112"/>
            <a:ext cx="24339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213594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C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13594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483586" y="2834640"/>
            <a:ext cx="41768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483586" y="2834640"/>
            <a:ext cx="41768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 عُمَرُ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98271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1965960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1853" y="896112"/>
            <a:ext cx="19991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1853" y="896112"/>
            <a:ext cx="19991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46298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6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98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45470" y="2834640"/>
            <a:ext cx="36530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45470" y="2834640"/>
            <a:ext cx="36530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 عُمَرُ</a:t>
            </a:r>
            <a:endParaRPr lang="ar-SA" sz="5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301100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392" y="1943100"/>
            <a:ext cx="1571168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09-ta-dha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