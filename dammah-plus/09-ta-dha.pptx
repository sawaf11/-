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</p:sldIdLst>
  <p:notesMasterIdLst>
    <p:notesMasterId r:id="rId10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notesMaster" Target="notesMasters/notesMaster1.xml"/><Relationship Id="rId102" Type="http://schemas.openxmlformats.org/officeDocument/2006/relationships/presProps" Target="presProps.xml"/><Relationship Id="rId103" Type="http://schemas.openxmlformats.org/officeDocument/2006/relationships/viewProps" Target="viewProps.xml"/><Relationship Id="rId104" Type="http://schemas.openxmlformats.org/officeDocument/2006/relationships/theme" Target="theme/theme1.xml"/><Relationship Id="rId10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4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1.png"/><Relationship Id="rId3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9-1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5-1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2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3-1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25-2.png"/><Relationship Id="rId3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2.png"/><Relationship Id="rId2" Type="http://schemas.openxmlformats.org/officeDocument/2006/relationships/image" Target="../media/image-24-1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4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15-1.png"/><Relationship Id="rId3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4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1.png"/><Relationship Id="rId3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9-1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5-1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2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3-1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25-2.png"/><Relationship Id="rId3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2.png"/><Relationship Id="rId2" Type="http://schemas.openxmlformats.org/officeDocument/2006/relationships/image" Target="../media/image-24-1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4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15-1.png"/><Relationship Id="rId3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4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1.png"/><Relationship Id="rId3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9-1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5-1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2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3-1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25-2.png"/><Relationship Id="rId3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2.png"/><Relationship Id="rId2" Type="http://schemas.openxmlformats.org/officeDocument/2006/relationships/image" Target="../media/image-24-1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4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15-1.png"/><Relationship Id="rId3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11-1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18-1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10800" dirty="0"/>
          </a:p>
        </p:txBody>
      </p:sp>
      <p:sp>
        <p:nvSpPr>
          <p:cNvPr id="12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10800" dirty="0"/>
          </a:p>
        </p:txBody>
      </p:sp>
      <p:pic>
        <p:nvPicPr>
          <p:cNvPr id="13" name="Image 0" descr="sw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1828800"/>
            <a:ext cx="1575694" cy="1463040"/>
          </a:xfrm>
          <a:prstGeom prst="rect">
            <a:avLst/>
          </a:prstGeom>
        </p:spPr>
      </p:pic>
      <p:pic>
        <p:nvPicPr>
          <p:cNvPr id="14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140" y="1828800"/>
            <a:ext cx="2358420" cy="1463040"/>
          </a:xfrm>
          <a:prstGeom prst="rect">
            <a:avLst/>
          </a:prstGeom>
        </p:spPr>
      </p:pic>
      <p:pic>
        <p:nvPicPr>
          <p:cNvPr id="15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3ED"/>
          </a:solidFill>
          <a:ln w="12700">
            <a:solidFill>
              <a:srgbClr val="5E73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9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طُأُ</a:t>
            </a:r>
            <a:endParaRPr lang="ar-SA" sz="5600" dirty="0"/>
          </a:p>
        </p:txBody>
      </p:sp>
      <p:pic>
        <p:nvPicPr>
          <p:cNvPr id="28" name="Image 0" descr="honeyb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2411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32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E52"/>
          </a:solidFill>
          <a:ln w="12700">
            <a:solidFill>
              <a:srgbClr val="E0DE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1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8DB"/>
          </a:solidFill>
          <a:ln w="12700">
            <a:solidFill>
              <a:srgbClr val="70A8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94785"/>
          </a:solidFill>
          <a:ln w="12700">
            <a:solidFill>
              <a:srgbClr val="79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طُبُ</a:t>
            </a:r>
            <a:endParaRPr lang="ar-SA" sz="7400" dirty="0"/>
          </a:p>
        </p:txBody>
      </p:sp>
      <p:pic>
        <p:nvPicPr>
          <p:cNvPr id="25" name="Image 0" descr="pengu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924458" cy="914400"/>
          </a:xfrm>
          <a:prstGeom prst="rect">
            <a:avLst/>
          </a:prstGeom>
        </p:spPr>
      </p:pic>
      <p:pic>
        <p:nvPicPr>
          <p:cNvPr id="26" name="Image 1" descr="lady_bee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2D8"/>
          </a:solidFill>
          <a:ln w="12700">
            <a:solidFill>
              <a:srgbClr val="64C2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ED1"/>
          </a:solidFill>
          <a:ln w="12700">
            <a:solidFill>
              <a:srgbClr val="47CE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طُتُ</a:t>
            </a:r>
            <a:endParaRPr lang="ar-SA" sz="7400" dirty="0"/>
          </a:p>
        </p:txBody>
      </p:sp>
      <p:pic>
        <p:nvPicPr>
          <p:cNvPr id="20" name="Image 0" descr="baby_chi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526454" cy="1417320"/>
          </a:xfrm>
          <a:prstGeom prst="rect">
            <a:avLst/>
          </a:prstGeom>
        </p:spPr>
      </p:pic>
      <p:pic>
        <p:nvPicPr>
          <p:cNvPr id="21" name="Image 1" descr="chipmun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0564" y="3515868"/>
            <a:ext cx="1611996" cy="1554480"/>
          </a:xfrm>
          <a:prstGeom prst="rect">
            <a:avLst/>
          </a:prstGeom>
        </p:spPr>
      </p:pic>
      <p:pic>
        <p:nvPicPr>
          <p:cNvPr id="22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409" y="45720"/>
            <a:ext cx="523951" cy="5486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C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طُثُ</a:t>
            </a:r>
            <a:endParaRPr lang="ar-SA" sz="7400" dirty="0"/>
          </a:p>
        </p:txBody>
      </p:sp>
      <p:pic>
        <p:nvPicPr>
          <p:cNvPr id="21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973068"/>
            <a:ext cx="1097280" cy="1097280"/>
          </a:xfrm>
          <a:prstGeom prst="rect">
            <a:avLst/>
          </a:prstGeom>
        </p:spPr>
      </p:pic>
      <p:pic>
        <p:nvPicPr>
          <p:cNvPr id="22" name="Image 1" descr="butterf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3642B"/>
          </a:solidFill>
          <a:ln w="12700">
            <a:solidFill>
              <a:srgbClr val="33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D"/>
          </a:solidFill>
          <a:ln w="12700">
            <a:solidFill>
              <a:srgbClr val="34794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طُجُ</a:t>
            </a:r>
            <a:endParaRPr lang="ar-SA" sz="7400" dirty="0"/>
          </a:p>
        </p:txBody>
      </p:sp>
      <p:pic>
        <p:nvPicPr>
          <p:cNvPr id="22" name="Image 0" descr="hedgeh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845351" cy="1417320"/>
          </a:xfrm>
          <a:prstGeom prst="rect">
            <a:avLst/>
          </a:prstGeom>
        </p:spPr>
      </p:pic>
      <p:pic>
        <p:nvPicPr>
          <p:cNvPr id="23" name="Image 1" descr="giraff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4458" y="3515868"/>
            <a:ext cx="1458102" cy="1554480"/>
          </a:xfrm>
          <a:prstGeom prst="rect">
            <a:avLst/>
          </a:prstGeom>
        </p:spPr>
      </p:pic>
      <p:pic>
        <p:nvPicPr>
          <p:cNvPr id="24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709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D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طُحُ</a:t>
            </a:r>
            <a:endParaRPr lang="ar-SA" sz="7400" dirty="0"/>
          </a:p>
        </p:txBody>
      </p:sp>
      <p:pic>
        <p:nvPicPr>
          <p:cNvPr id="20" name="Image 0" descr="dolph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114014" cy="1417320"/>
          </a:xfrm>
          <a:prstGeom prst="rect">
            <a:avLst/>
          </a:prstGeom>
        </p:spPr>
      </p:pic>
      <p:pic>
        <p:nvPicPr>
          <p:cNvPr id="21" name="Image 1" descr="cra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1542" y="3515868"/>
            <a:ext cx="1741018" cy="1554480"/>
          </a:xfrm>
          <a:prstGeom prst="rect">
            <a:avLst/>
          </a:prstGeom>
        </p:spPr>
      </p:pic>
      <p:pic>
        <p:nvPicPr>
          <p:cNvPr id="22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C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6"/>
          </a:solidFill>
          <a:ln w="12700">
            <a:solidFill>
              <a:srgbClr val="ED5E9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طُخُ</a:t>
            </a:r>
            <a:endParaRPr lang="ar-SA" sz="7400" dirty="0"/>
          </a:p>
        </p:txBody>
      </p:sp>
      <p:pic>
        <p:nvPicPr>
          <p:cNvPr id="28" name="Image 0" descr="lady_bee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749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4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A"/>
          </a:solidFill>
          <a:ln w="12700">
            <a:solidFill>
              <a:srgbClr val="52E0B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A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2"/>
          </a:solidFill>
          <a:ln w="12700">
            <a:solidFill>
              <a:srgbClr val="DB70C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A47"/>
          </a:solidFill>
          <a:ln w="12700">
            <a:solidFill>
              <a:srgbClr val="856A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طُدُ</a:t>
            </a:r>
            <a:endParaRPr lang="ar-SA" sz="7400" dirty="0"/>
          </a:p>
        </p:txBody>
      </p:sp>
      <p:pic>
        <p:nvPicPr>
          <p:cNvPr id="25" name="Image 0" descr="de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155948"/>
            <a:ext cx="914400" cy="91440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8346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264D8"/>
          </a:solidFill>
          <a:ln w="12700">
            <a:solidFill>
              <a:srgbClr val="D2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247D1"/>
          </a:solidFill>
          <a:ln w="12700">
            <a:solidFill>
              <a:srgbClr val="B2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طُذُ</a:t>
            </a:r>
            <a:endParaRPr lang="ar-SA" sz="7400" dirty="0"/>
          </a:p>
        </p:txBody>
      </p:sp>
      <p:pic>
        <p:nvPicPr>
          <p:cNvPr id="20" name="Image 0" descr="go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517950" cy="1417320"/>
          </a:xfrm>
          <a:prstGeom prst="rect">
            <a:avLst/>
          </a:prstGeom>
        </p:spPr>
      </p:pic>
      <p:pic>
        <p:nvPicPr>
          <p:cNvPr id="21" name="Image 1" descr="swa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385" y="3515868"/>
            <a:ext cx="1674175" cy="1554480"/>
          </a:xfrm>
          <a:prstGeom prst="rect">
            <a:avLst/>
          </a:prstGeom>
        </p:spPr>
      </p:pic>
      <p:pic>
        <p:nvPicPr>
          <p:cNvPr id="22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45720"/>
            <a:ext cx="548640" cy="5486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E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طُرُ</a:t>
            </a:r>
            <a:endParaRPr lang="ar-SA" sz="7400" dirty="0"/>
          </a:p>
        </p:txBody>
      </p:sp>
      <p:pic>
        <p:nvPicPr>
          <p:cNvPr id="21" name="Image 0" descr="monk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1092617" cy="960120"/>
          </a:xfrm>
          <a:prstGeom prst="rect">
            <a:avLst/>
          </a:prstGeom>
        </p:spPr>
      </p:pic>
      <p:pic>
        <p:nvPicPr>
          <p:cNvPr id="22" name="Image 1" descr="hor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4338828"/>
            <a:ext cx="731520" cy="731520"/>
          </a:xfrm>
          <a:prstGeom prst="rect">
            <a:avLst/>
          </a:prstGeom>
        </p:spPr>
      </p:pic>
      <p:pic>
        <p:nvPicPr>
          <p:cNvPr id="23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3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164"/>
          </a:solidFill>
          <a:ln w="12700">
            <a:solidFill>
              <a:srgbClr val="2B41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C3479"/>
          </a:solidFill>
          <a:ln w="12700">
            <a:solidFill>
              <a:srgbClr val="3C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طُزُ</a:t>
            </a:r>
            <a:endParaRPr lang="ar-SA" sz="7400" dirty="0"/>
          </a:p>
        </p:txBody>
      </p:sp>
      <p:pic>
        <p:nvPicPr>
          <p:cNvPr id="22" name="Image 0" descr="sn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442832" cy="1417320"/>
          </a:xfrm>
          <a:prstGeom prst="rect">
            <a:avLst/>
          </a:prstGeom>
        </p:spPr>
      </p:pic>
      <p:pic>
        <p:nvPicPr>
          <p:cNvPr id="23" name="Image 1" descr="de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4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411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C5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طُسُ</a:t>
            </a:r>
            <a:endParaRPr lang="ar-SA" sz="7400" dirty="0"/>
          </a:p>
        </p:txBody>
      </p:sp>
      <p:pic>
        <p:nvPicPr>
          <p:cNvPr id="20" name="Image 0" descr="se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870862" cy="1417320"/>
          </a:xfrm>
          <a:prstGeom prst="rect">
            <a:avLst/>
          </a:prstGeom>
        </p:spPr>
      </p:pic>
      <p:pic>
        <p:nvPicPr>
          <p:cNvPr id="21" name="Image 1" descr="spouting_wha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467" y="3515868"/>
            <a:ext cx="1472093" cy="1554480"/>
          </a:xfrm>
          <a:prstGeom prst="rect">
            <a:avLst/>
          </a:prstGeom>
        </p:spPr>
      </p:pic>
      <p:pic>
        <p:nvPicPr>
          <p:cNvPr id="22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AED5E"/>
          </a:solidFill>
          <a:ln w="12700">
            <a:solidFill>
              <a:srgbClr val="BA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5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طُشُ</a:t>
            </a:r>
            <a:endParaRPr lang="ar-SA" sz="7400" dirty="0"/>
          </a:p>
        </p:txBody>
      </p:sp>
      <p:pic>
        <p:nvPicPr>
          <p:cNvPr id="28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5576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752E0"/>
          </a:solidFill>
          <a:ln w="12700">
            <a:solidFill>
              <a:srgbClr val="97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1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A70"/>
          </a:solidFill>
          <a:ln w="12700">
            <a:solidFill>
              <a:srgbClr val="DBDA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B"/>
          </a:solidFill>
          <a:ln w="12700">
            <a:solidFill>
              <a:srgbClr val="47855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طُصُ</a:t>
            </a:r>
            <a:endParaRPr lang="ar-SA" sz="7400" dirty="0"/>
          </a:p>
        </p:txBody>
      </p:sp>
      <p:pic>
        <p:nvPicPr>
          <p:cNvPr id="25" name="Image 0" descr="kangaro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201668"/>
            <a:ext cx="931225" cy="868680"/>
          </a:xfrm>
          <a:prstGeom prst="rect">
            <a:avLst/>
          </a:prstGeom>
        </p:spPr>
      </p:pic>
      <p:pic>
        <p:nvPicPr>
          <p:cNvPr id="26" name="Image 1" descr="butterf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D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564"/>
          </a:solidFill>
          <a:ln w="12700">
            <a:solidFill>
              <a:srgbClr val="D8B5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047"/>
          </a:solidFill>
          <a:ln w="12700">
            <a:solidFill>
              <a:srgbClr val="D190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طُضُ</a:t>
            </a:r>
            <a:endParaRPr lang="ar-SA" sz="7400" dirty="0"/>
          </a:p>
        </p:txBody>
      </p:sp>
      <p:pic>
        <p:nvPicPr>
          <p:cNvPr id="20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422989" cy="1417320"/>
          </a:xfrm>
          <a:prstGeom prst="rect">
            <a:avLst/>
          </a:prstGeom>
        </p:spPr>
      </p:pic>
      <p:pic>
        <p:nvPicPr>
          <p:cNvPr id="21" name="Image 1" descr="parr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2598" y="3515868"/>
            <a:ext cx="1339962" cy="1554480"/>
          </a:xfrm>
          <a:prstGeom prst="rect">
            <a:avLst/>
          </a:prstGeom>
        </p:spPr>
      </p:pic>
      <p:pic>
        <p:nvPicPr>
          <p:cNvPr id="22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915" y="45720"/>
            <a:ext cx="546445" cy="5486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5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4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أُطُبُ</a:t>
            </a:r>
            <a:endParaRPr lang="ar-SA" sz="5200" dirty="0"/>
          </a:p>
        </p:txBody>
      </p:sp>
      <p:pic>
        <p:nvPicPr>
          <p:cNvPr id="25" name="Image 0" descr="cam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018788"/>
            <a:ext cx="1090468" cy="1051560"/>
          </a:xfrm>
          <a:prstGeom prst="rect">
            <a:avLst/>
          </a:prstGeom>
        </p:spPr>
      </p:pic>
      <p:pic>
        <p:nvPicPr>
          <p:cNvPr id="26" name="Image 1" descr="flamin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8414" y="4155948"/>
            <a:ext cx="714146" cy="914400"/>
          </a:xfrm>
          <a:prstGeom prst="rect">
            <a:avLst/>
          </a:prstGeom>
        </p:spPr>
      </p:pic>
      <p:pic>
        <p:nvPicPr>
          <p:cNvPr id="27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3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F"/>
          </a:solidFill>
          <a:ln w="12700">
            <a:solidFill>
              <a:srgbClr val="642B4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E"/>
          </a:solidFill>
          <a:ln w="12700">
            <a:solidFill>
              <a:srgbClr val="79343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9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بُطُتُ</a:t>
            </a:r>
            <a:endParaRPr lang="ar-SA" sz="6600" dirty="0"/>
          </a:p>
        </p:txBody>
      </p:sp>
      <p:pic>
        <p:nvPicPr>
          <p:cNvPr id="26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827108" cy="1508760"/>
          </a:xfrm>
          <a:prstGeom prst="rect">
            <a:avLst/>
          </a:prstGeom>
        </p:spPr>
      </p:pic>
      <p:pic>
        <p:nvPicPr>
          <p:cNvPr id="27" name="Image 1" descr="zeb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315200" y="3332988"/>
            <a:ext cx="1737360" cy="1737360"/>
          </a:xfrm>
          <a:prstGeom prst="rect">
            <a:avLst/>
          </a:prstGeom>
        </p:spPr>
      </p:pic>
      <p:pic>
        <p:nvPicPr>
          <p:cNvPr id="28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749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تُطُثُ</a:t>
            </a:r>
            <a:endParaRPr lang="ar-SA" sz="6600" dirty="0"/>
          </a:p>
        </p:txBody>
      </p:sp>
      <p:pic>
        <p:nvPicPr>
          <p:cNvPr id="24" name="Image 0" descr="tropical_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836161" cy="1508760"/>
          </a:xfrm>
          <a:prstGeom prst="rect">
            <a:avLst/>
          </a:prstGeom>
        </p:spPr>
      </p:pic>
      <p:pic>
        <p:nvPicPr>
          <p:cNvPr id="25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332988"/>
            <a:ext cx="1737360" cy="1737360"/>
          </a:xfrm>
          <a:prstGeom prst="rect">
            <a:avLst/>
          </a:prstGeom>
        </p:spPr>
      </p:pic>
      <p:pic>
        <p:nvPicPr>
          <p:cNvPr id="26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E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DED"/>
          </a:solidFill>
          <a:ln w="12700">
            <a:solidFill>
              <a:srgbClr val="5EDD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ثُطُجُ</a:t>
            </a:r>
            <a:endParaRPr lang="ar-SA" sz="6600" dirty="0"/>
          </a:p>
        </p:txBody>
      </p:sp>
      <p:pic>
        <p:nvPicPr>
          <p:cNvPr id="32" name="Image 0" descr="butterfl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43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352"/>
          </a:solidFill>
          <a:ln w="12700">
            <a:solidFill>
              <a:srgbClr val="E073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7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F"/>
          </a:solidFill>
          <a:ln w="12700">
            <a:solidFill>
              <a:srgbClr val="70DBB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C4785"/>
          </a:solidFill>
          <a:ln w="12700">
            <a:solidFill>
              <a:srgbClr val="4C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جُطُحُ</a:t>
            </a:r>
            <a:endParaRPr lang="ar-SA" sz="6600" dirty="0"/>
          </a:p>
        </p:txBody>
      </p:sp>
      <p:pic>
        <p:nvPicPr>
          <p:cNvPr id="29" name="Image 0" descr="zeb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914400" cy="914400"/>
          </a:xfrm>
          <a:prstGeom prst="rect">
            <a:avLst/>
          </a:prstGeom>
        </p:spPr>
      </p:pic>
      <p:pic>
        <p:nvPicPr>
          <p:cNvPr id="30" name="Image 1" descr="dov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8346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F7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8"/>
          </a:solidFill>
          <a:ln w="12700">
            <a:solidFill>
              <a:srgbClr val="64D89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E"/>
          </a:solidFill>
          <a:ln w="12700">
            <a:solidFill>
              <a:srgbClr val="47D16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حُطُخُ</a:t>
            </a:r>
            <a:endParaRPr lang="ar-SA" sz="6600" dirty="0"/>
          </a:p>
        </p:txBody>
      </p:sp>
      <p:pic>
        <p:nvPicPr>
          <p:cNvPr id="24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689811" cy="1508760"/>
          </a:xfrm>
          <a:prstGeom prst="rect">
            <a:avLst/>
          </a:prstGeom>
        </p:spPr>
      </p:pic>
      <p:pic>
        <p:nvPicPr>
          <p:cNvPr id="25" name="Image 1" descr="hippopotam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228" y="3332988"/>
            <a:ext cx="2703332" cy="1737360"/>
          </a:xfrm>
          <a:prstGeom prst="rect">
            <a:avLst/>
          </a:prstGeom>
        </p:spPr>
      </p:pic>
      <p:pic>
        <p:nvPicPr>
          <p:cNvPr id="26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259" y="45720"/>
            <a:ext cx="534101" cy="50292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D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خُطُدُ</a:t>
            </a:r>
            <a:endParaRPr lang="ar-SA" sz="6600" dirty="0"/>
          </a:p>
        </p:txBody>
      </p:sp>
      <p:pic>
        <p:nvPicPr>
          <p:cNvPr id="25" name="Image 0" descr="hatching_chi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1097280" cy="1097280"/>
          </a:xfrm>
          <a:prstGeom prst="rect">
            <a:avLst/>
          </a:prstGeom>
        </p:spPr>
      </p:pic>
      <p:pic>
        <p:nvPicPr>
          <p:cNvPr id="26" name="Image 1" descr="co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7669" y="4384548"/>
            <a:ext cx="724891" cy="685800"/>
          </a:xfrm>
          <a:prstGeom prst="rect">
            <a:avLst/>
          </a:prstGeom>
        </p:spPr>
      </p:pic>
      <p:pic>
        <p:nvPicPr>
          <p:cNvPr id="27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433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E642B"/>
          </a:solidFill>
          <a:ln w="12700">
            <a:solidFill>
              <a:srgbClr val="5E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F7934"/>
          </a:solidFill>
          <a:ln w="12700">
            <a:solidFill>
              <a:srgbClr val="4F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دُطُذُ</a:t>
            </a:r>
            <a:endParaRPr lang="ar-SA" sz="6600" dirty="0"/>
          </a:p>
        </p:txBody>
      </p:sp>
      <p:pic>
        <p:nvPicPr>
          <p:cNvPr id="26" name="Image 0" descr="ow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185885" cy="1508760"/>
          </a:xfrm>
          <a:prstGeom prst="rect">
            <a:avLst/>
          </a:prstGeom>
        </p:spPr>
      </p:pic>
      <p:pic>
        <p:nvPicPr>
          <p:cNvPr id="27" name="Image 1" descr="pengu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6089" y="3332988"/>
            <a:ext cx="1756471" cy="1737360"/>
          </a:xfrm>
          <a:prstGeom prst="rect">
            <a:avLst/>
          </a:prstGeom>
        </p:spPr>
      </p:pic>
      <p:pic>
        <p:nvPicPr>
          <p:cNvPr id="28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576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ذُطُرُ</a:t>
            </a:r>
            <a:endParaRPr lang="ar-SA" sz="6600" dirty="0"/>
          </a:p>
        </p:txBody>
      </p:sp>
      <p:pic>
        <p:nvPicPr>
          <p:cNvPr id="24" name="Image 0" descr="pengu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525356" cy="1508760"/>
          </a:xfrm>
          <a:prstGeom prst="rect">
            <a:avLst/>
          </a:prstGeom>
        </p:spPr>
      </p:pic>
      <p:pic>
        <p:nvPicPr>
          <p:cNvPr id="25" name="Image 1" descr="octop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9604" y="3332988"/>
            <a:ext cx="1792956" cy="1737360"/>
          </a:xfrm>
          <a:prstGeom prst="rect">
            <a:avLst/>
          </a:prstGeom>
        </p:spPr>
      </p:pic>
      <p:pic>
        <p:nvPicPr>
          <p:cNvPr id="26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C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95EED"/>
          </a:solidFill>
          <a:ln w="12700">
            <a:solidFill>
              <a:srgbClr val="D9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رُطُزُ</a:t>
            </a:r>
            <a:endParaRPr lang="ar-SA" sz="6600" dirty="0"/>
          </a:p>
        </p:txBody>
      </p:sp>
      <p:pic>
        <p:nvPicPr>
          <p:cNvPr id="32" name="Image 0" descr="do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3709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3E052"/>
          </a:solidFill>
          <a:ln w="12700">
            <a:solidFill>
              <a:srgbClr val="53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470DB"/>
          </a:solidFill>
          <a:ln w="12700">
            <a:solidFill>
              <a:srgbClr val="A4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2"/>
          </a:solidFill>
          <a:ln w="12700">
            <a:solidFill>
              <a:srgbClr val="85475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9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زُطُسُ</a:t>
            </a:r>
            <a:endParaRPr lang="ar-SA" sz="6100" dirty="0"/>
          </a:p>
        </p:txBody>
      </p:sp>
      <p:pic>
        <p:nvPicPr>
          <p:cNvPr id="29" name="Image 0" descr="giraff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110228"/>
            <a:ext cx="900593" cy="960120"/>
          </a:xfrm>
          <a:prstGeom prst="rect">
            <a:avLst/>
          </a:prstGeom>
        </p:spPr>
      </p:pic>
      <p:pic>
        <p:nvPicPr>
          <p:cNvPr id="30" name="Image 1" descr="ow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585" y="4338828"/>
            <a:ext cx="574975" cy="731520"/>
          </a:xfrm>
          <a:prstGeom prst="rect">
            <a:avLst/>
          </a:prstGeom>
        </p:spPr>
      </p:pic>
      <p:pic>
        <p:nvPicPr>
          <p:cNvPr id="31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8346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D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B64D8"/>
          </a:solidFill>
          <a:ln w="12700">
            <a:solidFill>
              <a:srgbClr val="7B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B47D1"/>
          </a:solidFill>
          <a:ln w="12700">
            <a:solidFill>
              <a:srgbClr val="4B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سُطُشُ</a:t>
            </a:r>
            <a:endParaRPr lang="ar-SA" sz="5600" dirty="0"/>
          </a:p>
        </p:txBody>
      </p:sp>
      <p:pic>
        <p:nvPicPr>
          <p:cNvPr id="24" name="Image 0" descr="llam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407673" cy="1508760"/>
          </a:xfrm>
          <a:prstGeom prst="rect">
            <a:avLst/>
          </a:prstGeom>
        </p:spPr>
      </p:pic>
      <p:pic>
        <p:nvPicPr>
          <p:cNvPr id="25" name="Image 1" descr="ew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332988"/>
            <a:ext cx="1737360" cy="1737360"/>
          </a:xfrm>
          <a:prstGeom prst="rect">
            <a:avLst/>
          </a:prstGeom>
        </p:spPr>
      </p:pic>
      <p:pic>
        <p:nvPicPr>
          <p:cNvPr id="26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8525" y="45720"/>
            <a:ext cx="550835" cy="5486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C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8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شُطُصُ</a:t>
            </a:r>
            <a:endParaRPr lang="ar-SA" sz="5700" dirty="0"/>
          </a:p>
        </p:txBody>
      </p:sp>
      <p:pic>
        <p:nvPicPr>
          <p:cNvPr id="25" name="Image 0" descr="roos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927348"/>
            <a:ext cx="1101852" cy="114300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9202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4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C"/>
          </a:solidFill>
          <a:ln w="12700">
            <a:solidFill>
              <a:srgbClr val="2B645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079"/>
          </a:solidFill>
          <a:ln w="12700">
            <a:solidFill>
              <a:srgbClr val="3460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صُطُضُ</a:t>
            </a:r>
            <a:endParaRPr lang="ar-SA" sz="5400" dirty="0"/>
          </a:p>
        </p:txBody>
      </p:sp>
      <p:pic>
        <p:nvPicPr>
          <p:cNvPr id="26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564584" cy="1508760"/>
          </a:xfrm>
          <a:prstGeom prst="rect">
            <a:avLst/>
          </a:prstGeom>
        </p:spPr>
      </p:pic>
      <p:pic>
        <p:nvPicPr>
          <p:cNvPr id="27" name="Image 1" descr="kangaro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190110" y="3332988"/>
            <a:ext cx="1862450" cy="1737360"/>
          </a:xfrm>
          <a:prstGeom prst="rect">
            <a:avLst/>
          </a:prstGeom>
        </p:spPr>
      </p:pic>
      <p:pic>
        <p:nvPicPr>
          <p:cNvPr id="28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4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4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ضُطُأُ</a:t>
            </a:r>
            <a:endParaRPr lang="ar-SA" sz="5000" dirty="0"/>
          </a:p>
        </p:txBody>
      </p:sp>
      <p:pic>
        <p:nvPicPr>
          <p:cNvPr id="24" name="Image 0" descr="sw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624935" cy="1508760"/>
          </a:xfrm>
          <a:prstGeom prst="rect">
            <a:avLst/>
          </a:prstGeom>
        </p:spPr>
      </p:pic>
      <p:pic>
        <p:nvPicPr>
          <p:cNvPr id="25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936" y="3332988"/>
            <a:ext cx="2800624" cy="1737360"/>
          </a:xfrm>
          <a:prstGeom prst="rect">
            <a:avLst/>
          </a:prstGeom>
        </p:spPr>
      </p:pic>
      <p:pic>
        <p:nvPicPr>
          <p:cNvPr id="26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65E"/>
          </a:solidFill>
          <a:ln w="12700">
            <a:solidFill>
              <a:srgbClr val="EDB6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9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أُطُ</a:t>
            </a:r>
            <a:endParaRPr lang="ar-SA" sz="5900" dirty="0"/>
          </a:p>
        </p:txBody>
      </p:sp>
      <p:pic>
        <p:nvPicPr>
          <p:cNvPr id="28" name="Image 0" descr="honeyb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2411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3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7E0"/>
          </a:solidFill>
          <a:ln w="12700">
            <a:solidFill>
              <a:srgbClr val="5277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4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A70"/>
          </a:solidFill>
          <a:ln w="12700">
            <a:solidFill>
              <a:srgbClr val="DB8A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28547"/>
          </a:solidFill>
          <a:ln w="12700">
            <a:solidFill>
              <a:srgbClr val="62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بُطُ</a:t>
            </a:r>
            <a:endParaRPr lang="ar-SA" sz="7400" dirty="0"/>
          </a:p>
        </p:txBody>
      </p:sp>
      <p:pic>
        <p:nvPicPr>
          <p:cNvPr id="25" name="Image 0" descr="pengu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924458" cy="914400"/>
          </a:xfrm>
          <a:prstGeom prst="rect">
            <a:avLst/>
          </a:prstGeom>
        </p:spPr>
      </p:pic>
      <p:pic>
        <p:nvPicPr>
          <p:cNvPr id="26" name="Image 1" descr="lady_bee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C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A"/>
          </a:solidFill>
          <a:ln w="12700">
            <a:solidFill>
              <a:srgbClr val="D8646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6"/>
          </a:solidFill>
          <a:ln w="12700">
            <a:solidFill>
              <a:srgbClr val="D147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تُطُ</a:t>
            </a:r>
            <a:endParaRPr lang="ar-SA" sz="7400" dirty="0"/>
          </a:p>
        </p:txBody>
      </p:sp>
      <p:pic>
        <p:nvPicPr>
          <p:cNvPr id="20" name="Image 0" descr="baby_chi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526454" cy="1417320"/>
          </a:xfrm>
          <a:prstGeom prst="rect">
            <a:avLst/>
          </a:prstGeom>
        </p:spPr>
      </p:pic>
      <p:pic>
        <p:nvPicPr>
          <p:cNvPr id="21" name="Image 1" descr="chipmun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0564" y="3515868"/>
            <a:ext cx="1611996" cy="1554480"/>
          </a:xfrm>
          <a:prstGeom prst="rect">
            <a:avLst/>
          </a:prstGeom>
        </p:spPr>
      </p:pic>
      <p:pic>
        <p:nvPicPr>
          <p:cNvPr id="22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409" y="45720"/>
            <a:ext cx="523951" cy="5486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ثُطُ</a:t>
            </a:r>
            <a:endParaRPr lang="ar-SA" sz="7400" dirty="0"/>
          </a:p>
        </p:txBody>
      </p:sp>
      <p:pic>
        <p:nvPicPr>
          <p:cNvPr id="21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973068"/>
            <a:ext cx="1097280" cy="1097280"/>
          </a:xfrm>
          <a:prstGeom prst="rect">
            <a:avLst/>
          </a:prstGeom>
        </p:spPr>
      </p:pic>
      <p:pic>
        <p:nvPicPr>
          <p:cNvPr id="22" name="Image 1" descr="butterf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E2B64"/>
          </a:solidFill>
          <a:ln w="12700">
            <a:solidFill>
              <a:srgbClr val="4E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2"/>
          </a:solidFill>
          <a:ln w="12700">
            <a:solidFill>
              <a:srgbClr val="79347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جُطُ</a:t>
            </a:r>
            <a:endParaRPr lang="ar-SA" sz="7400" dirty="0"/>
          </a:p>
        </p:txBody>
      </p:sp>
      <p:pic>
        <p:nvPicPr>
          <p:cNvPr id="22" name="Image 0" descr="hedgeh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845351" cy="1417320"/>
          </a:xfrm>
          <a:prstGeom prst="rect">
            <a:avLst/>
          </a:prstGeom>
        </p:spPr>
      </p:pic>
      <p:pic>
        <p:nvPicPr>
          <p:cNvPr id="23" name="Image 1" descr="giraff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4458" y="3515868"/>
            <a:ext cx="1458102" cy="1554480"/>
          </a:xfrm>
          <a:prstGeom prst="rect">
            <a:avLst/>
          </a:prstGeom>
        </p:spPr>
      </p:pic>
      <p:pic>
        <p:nvPicPr>
          <p:cNvPr id="24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709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حُطُ</a:t>
            </a:r>
            <a:endParaRPr lang="ar-SA" sz="7400" dirty="0"/>
          </a:p>
        </p:txBody>
      </p:sp>
      <p:pic>
        <p:nvPicPr>
          <p:cNvPr id="20" name="Image 0" descr="dolph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114014" cy="1417320"/>
          </a:xfrm>
          <a:prstGeom prst="rect">
            <a:avLst/>
          </a:prstGeom>
        </p:spPr>
      </p:pic>
      <p:pic>
        <p:nvPicPr>
          <p:cNvPr id="21" name="Image 1" descr="cra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1542" y="3515868"/>
            <a:ext cx="1741018" cy="1554480"/>
          </a:xfrm>
          <a:prstGeom prst="rect">
            <a:avLst/>
          </a:prstGeom>
        </p:spPr>
      </p:pic>
      <p:pic>
        <p:nvPicPr>
          <p:cNvPr id="22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5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2"/>
          </a:solidFill>
          <a:ln w="12700">
            <a:solidFill>
              <a:srgbClr val="5EED9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خُطُ</a:t>
            </a:r>
            <a:endParaRPr lang="ar-SA" sz="7400" dirty="0"/>
          </a:p>
        </p:txBody>
      </p:sp>
      <p:pic>
        <p:nvPicPr>
          <p:cNvPr id="28" name="Image 0" descr="lady_bee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749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4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B"/>
          </a:solidFill>
          <a:ln w="12700">
            <a:solidFill>
              <a:srgbClr val="E0529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8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1DB70"/>
          </a:solidFill>
          <a:ln w="12700">
            <a:solidFill>
              <a:srgbClr val="71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185"/>
          </a:solidFill>
          <a:ln w="12700">
            <a:solidFill>
              <a:srgbClr val="4771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دُطُ</a:t>
            </a:r>
            <a:endParaRPr lang="ar-SA" sz="7400" dirty="0"/>
          </a:p>
        </p:txBody>
      </p:sp>
      <p:pic>
        <p:nvPicPr>
          <p:cNvPr id="25" name="Image 0" descr="de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155948"/>
            <a:ext cx="914400" cy="91440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8346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7D864"/>
          </a:solidFill>
          <a:ln w="12700">
            <a:solidFill>
              <a:srgbClr val="87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8D147"/>
          </a:solidFill>
          <a:ln w="12700">
            <a:solidFill>
              <a:srgbClr val="88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ذُطُ</a:t>
            </a:r>
            <a:endParaRPr lang="ar-SA" sz="7400" dirty="0"/>
          </a:p>
        </p:txBody>
      </p:sp>
      <p:pic>
        <p:nvPicPr>
          <p:cNvPr id="20" name="Image 0" descr="go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517950" cy="1417320"/>
          </a:xfrm>
          <a:prstGeom prst="rect">
            <a:avLst/>
          </a:prstGeom>
        </p:spPr>
      </p:pic>
      <p:pic>
        <p:nvPicPr>
          <p:cNvPr id="21" name="Image 1" descr="swa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385" y="3515868"/>
            <a:ext cx="1674175" cy="1554480"/>
          </a:xfrm>
          <a:prstGeom prst="rect">
            <a:avLst/>
          </a:prstGeom>
        </p:spPr>
      </p:pic>
      <p:pic>
        <p:nvPicPr>
          <p:cNvPr id="22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45720"/>
            <a:ext cx="548640" cy="5486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D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رُطُ</a:t>
            </a:r>
            <a:endParaRPr lang="ar-SA" sz="7400" dirty="0"/>
          </a:p>
        </p:txBody>
      </p:sp>
      <p:pic>
        <p:nvPicPr>
          <p:cNvPr id="21" name="Image 0" descr="monk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1092617" cy="960120"/>
          </a:xfrm>
          <a:prstGeom prst="rect">
            <a:avLst/>
          </a:prstGeom>
        </p:spPr>
      </p:pic>
      <p:pic>
        <p:nvPicPr>
          <p:cNvPr id="22" name="Image 1" descr="hor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4338828"/>
            <a:ext cx="731520" cy="731520"/>
          </a:xfrm>
          <a:prstGeom prst="rect">
            <a:avLst/>
          </a:prstGeom>
        </p:spPr>
      </p:pic>
      <p:pic>
        <p:nvPicPr>
          <p:cNvPr id="23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4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02B"/>
          </a:solidFill>
          <a:ln w="12700">
            <a:solidFill>
              <a:srgbClr val="6440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034"/>
          </a:solidFill>
          <a:ln w="12700">
            <a:solidFill>
              <a:srgbClr val="7970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زُطُ</a:t>
            </a:r>
            <a:endParaRPr lang="ar-SA" sz="7400" dirty="0"/>
          </a:p>
        </p:txBody>
      </p:sp>
      <p:pic>
        <p:nvPicPr>
          <p:cNvPr id="22" name="Image 0" descr="sn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442832" cy="1417320"/>
          </a:xfrm>
          <a:prstGeom prst="rect">
            <a:avLst/>
          </a:prstGeom>
        </p:spPr>
      </p:pic>
      <p:pic>
        <p:nvPicPr>
          <p:cNvPr id="23" name="Image 1" descr="de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4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411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F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سُطُ</a:t>
            </a:r>
            <a:endParaRPr lang="ar-SA" sz="7400" dirty="0"/>
          </a:p>
        </p:txBody>
      </p:sp>
      <p:pic>
        <p:nvPicPr>
          <p:cNvPr id="20" name="Image 0" descr="se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870862" cy="1417320"/>
          </a:xfrm>
          <a:prstGeom prst="rect">
            <a:avLst/>
          </a:prstGeom>
        </p:spPr>
      </p:pic>
      <p:pic>
        <p:nvPicPr>
          <p:cNvPr id="21" name="Image 1" descr="spouting_wha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467" y="3515868"/>
            <a:ext cx="1472093" cy="1554480"/>
          </a:xfrm>
          <a:prstGeom prst="rect">
            <a:avLst/>
          </a:prstGeom>
        </p:spPr>
      </p:pic>
      <p:pic>
        <p:nvPicPr>
          <p:cNvPr id="22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D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F5EED"/>
          </a:solidFill>
          <a:ln w="12700">
            <a:solidFill>
              <a:srgbClr val="6F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5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شُطُ</a:t>
            </a:r>
            <a:endParaRPr lang="ar-SA" sz="7400" dirty="0"/>
          </a:p>
        </p:txBody>
      </p:sp>
      <p:pic>
        <p:nvPicPr>
          <p:cNvPr id="28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5576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433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EE052"/>
          </a:solidFill>
          <a:ln w="12700">
            <a:solidFill>
              <a:srgbClr val="BE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7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CDB"/>
          </a:solidFill>
          <a:ln w="12700">
            <a:solidFill>
              <a:srgbClr val="708C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0"/>
          </a:solidFill>
          <a:ln w="12700">
            <a:solidFill>
              <a:srgbClr val="85478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صُطُ</a:t>
            </a:r>
            <a:endParaRPr lang="ar-SA" sz="7400" dirty="0"/>
          </a:p>
        </p:txBody>
      </p:sp>
      <p:pic>
        <p:nvPicPr>
          <p:cNvPr id="25" name="Image 0" descr="kangaro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201668"/>
            <a:ext cx="931225" cy="868680"/>
          </a:xfrm>
          <a:prstGeom prst="rect">
            <a:avLst/>
          </a:prstGeom>
        </p:spPr>
      </p:pic>
      <p:pic>
        <p:nvPicPr>
          <p:cNvPr id="26" name="Image 1" descr="butterf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4D8"/>
          </a:solidFill>
          <a:ln w="12700">
            <a:solidFill>
              <a:srgbClr val="64A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AD1"/>
          </a:solidFill>
          <a:ln w="12700">
            <a:solidFill>
              <a:srgbClr val="47AA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ضُطُ</a:t>
            </a:r>
            <a:endParaRPr lang="ar-SA" sz="7400" dirty="0"/>
          </a:p>
        </p:txBody>
      </p:sp>
      <p:pic>
        <p:nvPicPr>
          <p:cNvPr id="20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422989" cy="1417320"/>
          </a:xfrm>
          <a:prstGeom prst="rect">
            <a:avLst/>
          </a:prstGeom>
        </p:spPr>
      </p:pic>
      <p:pic>
        <p:nvPicPr>
          <p:cNvPr id="21" name="Image 1" descr="parr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2598" y="3515868"/>
            <a:ext cx="1339962" cy="1554480"/>
          </a:xfrm>
          <a:prstGeom prst="rect">
            <a:avLst/>
          </a:prstGeom>
        </p:spPr>
      </p:pic>
      <p:pic>
        <p:nvPicPr>
          <p:cNvPr id="22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915" y="45720"/>
            <a:ext cx="546445" cy="5486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C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2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10800" dirty="0"/>
          </a:p>
        </p:txBody>
      </p:sp>
      <p:sp>
        <p:nvSpPr>
          <p:cNvPr id="13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10800" dirty="0"/>
          </a:p>
        </p:txBody>
      </p:sp>
      <p:pic>
        <p:nvPicPr>
          <p:cNvPr id="14" name="Image 0" descr="cam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1828800"/>
            <a:ext cx="1517172" cy="1463040"/>
          </a:xfrm>
          <a:prstGeom prst="rect">
            <a:avLst/>
          </a:prstGeom>
        </p:spPr>
      </p:pic>
      <p:pic>
        <p:nvPicPr>
          <p:cNvPr id="15" name="Image 1" descr="flamin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926" y="1828800"/>
            <a:ext cx="1142634" cy="1463040"/>
          </a:xfrm>
          <a:prstGeom prst="rect">
            <a:avLst/>
          </a:prstGeom>
        </p:spPr>
      </p:pic>
      <p:pic>
        <p:nvPicPr>
          <p:cNvPr id="16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2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1"/>
          </a:solidFill>
          <a:ln w="12700">
            <a:solidFill>
              <a:srgbClr val="2B643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F"/>
          </a:solidFill>
          <a:ln w="12700">
            <a:solidFill>
              <a:srgbClr val="34795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ظُأُ</a:t>
            </a:r>
            <a:endParaRPr lang="ar-SA" sz="5600" dirty="0"/>
          </a:p>
        </p:txBody>
      </p:sp>
      <p:pic>
        <p:nvPicPr>
          <p:cNvPr id="22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716375" cy="1417320"/>
          </a:xfrm>
          <a:prstGeom prst="rect">
            <a:avLst/>
          </a:prstGeom>
        </p:spPr>
      </p:pic>
      <p:pic>
        <p:nvPicPr>
          <p:cNvPr id="23" name="Image 1" descr="zeb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4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749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5C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ظُبُ</a:t>
            </a:r>
            <a:endParaRPr lang="ar-SA" sz="7400" dirty="0"/>
          </a:p>
        </p:txBody>
      </p:sp>
      <p:pic>
        <p:nvPicPr>
          <p:cNvPr id="20" name="Image 0" descr="tropical_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724878" cy="1417320"/>
          </a:xfrm>
          <a:prstGeom prst="rect">
            <a:avLst/>
          </a:prstGeom>
        </p:spPr>
      </p:pic>
      <p:pic>
        <p:nvPicPr>
          <p:cNvPr id="21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2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C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2"/>
          </a:solidFill>
          <a:ln w="12700">
            <a:solidFill>
              <a:srgbClr val="ED5E7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ظُتُ</a:t>
            </a:r>
            <a:endParaRPr lang="ar-SA" sz="7400" dirty="0"/>
          </a:p>
        </p:txBody>
      </p:sp>
      <p:pic>
        <p:nvPicPr>
          <p:cNvPr id="28" name="Image 0" descr="butterfl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44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F"/>
          </a:solidFill>
          <a:ln w="12700">
            <a:solidFill>
              <a:srgbClr val="52E0D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0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7"/>
          </a:solidFill>
          <a:ln w="12700">
            <a:solidFill>
              <a:srgbClr val="DB70A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A47"/>
          </a:solidFill>
          <a:ln w="12700">
            <a:solidFill>
              <a:srgbClr val="857A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ظُثُ</a:t>
            </a:r>
            <a:endParaRPr lang="ar-SA" sz="7400" dirty="0"/>
          </a:p>
        </p:txBody>
      </p:sp>
      <p:pic>
        <p:nvPicPr>
          <p:cNvPr id="25" name="Image 0" descr="zeb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914400" cy="914400"/>
          </a:xfrm>
          <a:prstGeom prst="rect">
            <a:avLst/>
          </a:prstGeom>
        </p:spPr>
      </p:pic>
      <p:pic>
        <p:nvPicPr>
          <p:cNvPr id="26" name="Image 1" descr="dov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8346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1"/>
          </a:solidFill>
          <a:ln w="12700">
            <a:solidFill>
              <a:srgbClr val="D864C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D"/>
          </a:solidFill>
          <a:ln w="12700">
            <a:solidFill>
              <a:srgbClr val="D147C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ظُجُ</a:t>
            </a:r>
            <a:endParaRPr lang="ar-SA" sz="7400" dirty="0"/>
          </a:p>
        </p:txBody>
      </p:sp>
      <p:pic>
        <p:nvPicPr>
          <p:cNvPr id="20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587398" cy="1417320"/>
          </a:xfrm>
          <a:prstGeom prst="rect">
            <a:avLst/>
          </a:prstGeom>
        </p:spPr>
      </p:pic>
      <p:pic>
        <p:nvPicPr>
          <p:cNvPr id="21" name="Image 1" descr="hippopotam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789" y="3515868"/>
            <a:ext cx="2418771" cy="1554480"/>
          </a:xfrm>
          <a:prstGeom prst="rect">
            <a:avLst/>
          </a:prstGeom>
        </p:spPr>
      </p:pic>
      <p:pic>
        <p:nvPicPr>
          <p:cNvPr id="22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259" y="45720"/>
            <a:ext cx="534101" cy="50292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ظُحُ</a:t>
            </a:r>
            <a:endParaRPr lang="ar-SA" sz="7400" dirty="0"/>
          </a:p>
        </p:txBody>
      </p:sp>
      <p:pic>
        <p:nvPicPr>
          <p:cNvPr id="21" name="Image 0" descr="hatching_chi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1097280" cy="1097280"/>
          </a:xfrm>
          <a:prstGeom prst="rect">
            <a:avLst/>
          </a:prstGeom>
        </p:spPr>
      </p:pic>
      <p:pic>
        <p:nvPicPr>
          <p:cNvPr id="22" name="Image 1" descr="co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7669" y="4384548"/>
            <a:ext cx="724891" cy="685800"/>
          </a:xfrm>
          <a:prstGeom prst="rect">
            <a:avLst/>
          </a:prstGeom>
        </p:spPr>
      </p:pic>
      <p:pic>
        <p:nvPicPr>
          <p:cNvPr id="23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43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364"/>
          </a:solidFill>
          <a:ln w="12700">
            <a:solidFill>
              <a:srgbClr val="2B33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D3479"/>
          </a:solidFill>
          <a:ln w="12700">
            <a:solidFill>
              <a:srgbClr val="4D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ظُخُ</a:t>
            </a:r>
            <a:endParaRPr lang="ar-SA" sz="7400" dirty="0"/>
          </a:p>
        </p:txBody>
      </p:sp>
      <p:pic>
        <p:nvPicPr>
          <p:cNvPr id="22" name="Image 0" descr="ow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14014" cy="1417320"/>
          </a:xfrm>
          <a:prstGeom prst="rect">
            <a:avLst/>
          </a:prstGeom>
        </p:spPr>
      </p:pic>
      <p:pic>
        <p:nvPicPr>
          <p:cNvPr id="23" name="Image 1" descr="pengu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0981" y="3515868"/>
            <a:ext cx="1571579" cy="1554480"/>
          </a:xfrm>
          <a:prstGeom prst="rect">
            <a:avLst/>
          </a:prstGeom>
        </p:spPr>
      </p:pic>
      <p:pic>
        <p:nvPicPr>
          <p:cNvPr id="24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576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C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ظُدُ</a:t>
            </a:r>
            <a:endParaRPr lang="ar-SA" sz="7400" dirty="0"/>
          </a:p>
        </p:txBody>
      </p:sp>
      <p:pic>
        <p:nvPicPr>
          <p:cNvPr id="20" name="Image 0" descr="pengu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432911" cy="1417320"/>
          </a:xfrm>
          <a:prstGeom prst="rect">
            <a:avLst/>
          </a:prstGeom>
        </p:spPr>
      </p:pic>
      <p:pic>
        <p:nvPicPr>
          <p:cNvPr id="21" name="Image 1" descr="octop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8337" y="3515868"/>
            <a:ext cx="1604223" cy="1554480"/>
          </a:xfrm>
          <a:prstGeom prst="rect">
            <a:avLst/>
          </a:prstGeom>
        </p:spPr>
      </p:pic>
      <p:pic>
        <p:nvPicPr>
          <p:cNvPr id="22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C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5ED5E"/>
          </a:solidFill>
          <a:ln w="12700">
            <a:solidFill>
              <a:srgbClr val="95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ظُذُ</a:t>
            </a:r>
            <a:endParaRPr lang="ar-SA" sz="7400" dirty="0"/>
          </a:p>
        </p:txBody>
      </p:sp>
      <p:pic>
        <p:nvPicPr>
          <p:cNvPr id="28" name="Image 0" descr="do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3709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B52E0"/>
          </a:solidFill>
          <a:ln w="12700">
            <a:solidFill>
              <a:srgbClr val="BB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2DB70"/>
          </a:solidFill>
          <a:ln w="12700">
            <a:solidFill>
              <a:srgbClr val="C2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B"/>
          </a:solidFill>
          <a:ln w="12700">
            <a:solidFill>
              <a:srgbClr val="47856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ظُرُ</a:t>
            </a:r>
            <a:endParaRPr lang="ar-SA" sz="7400" dirty="0"/>
          </a:p>
        </p:txBody>
      </p:sp>
      <p:pic>
        <p:nvPicPr>
          <p:cNvPr id="25" name="Image 0" descr="giraff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110228"/>
            <a:ext cx="900593" cy="960120"/>
          </a:xfrm>
          <a:prstGeom prst="rect">
            <a:avLst/>
          </a:prstGeom>
        </p:spPr>
      </p:pic>
      <p:pic>
        <p:nvPicPr>
          <p:cNvPr id="26" name="Image 1" descr="ow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585" y="4338828"/>
            <a:ext cx="574975" cy="731520"/>
          </a:xfrm>
          <a:prstGeom prst="rect">
            <a:avLst/>
          </a:prstGeom>
        </p:spPr>
      </p:pic>
      <p:pic>
        <p:nvPicPr>
          <p:cNvPr id="27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8346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D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D264"/>
          </a:solidFill>
          <a:ln w="12700">
            <a:solidFill>
              <a:srgbClr val="D8D2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347"/>
          </a:solidFill>
          <a:ln w="12700">
            <a:solidFill>
              <a:srgbClr val="D1B3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ظُزُ</a:t>
            </a:r>
            <a:endParaRPr lang="ar-SA" sz="7400" dirty="0"/>
          </a:p>
        </p:txBody>
      </p:sp>
      <p:pic>
        <p:nvPicPr>
          <p:cNvPr id="20" name="Image 0" descr="llam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322360" cy="1417320"/>
          </a:xfrm>
          <a:prstGeom prst="rect">
            <a:avLst/>
          </a:prstGeom>
        </p:spPr>
      </p:pic>
      <p:pic>
        <p:nvPicPr>
          <p:cNvPr id="21" name="Image 1" descr="ew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2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8525" y="45720"/>
            <a:ext cx="550835" cy="5486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5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ظُسُ</a:t>
            </a:r>
            <a:endParaRPr lang="ar-SA" sz="7400" dirty="0"/>
          </a:p>
        </p:txBody>
      </p:sp>
      <p:pic>
        <p:nvPicPr>
          <p:cNvPr id="21" name="Image 0" descr="roos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927348"/>
            <a:ext cx="1101852" cy="1143000"/>
          </a:xfrm>
          <a:prstGeom prst="rect">
            <a:avLst/>
          </a:prstGeom>
        </p:spPr>
      </p:pic>
      <p:pic>
        <p:nvPicPr>
          <p:cNvPr id="22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9202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431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1"/>
          </a:solidFill>
          <a:ln w="12700">
            <a:solidFill>
              <a:srgbClr val="642B4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C34"/>
          </a:solidFill>
          <a:ln w="12700">
            <a:solidFill>
              <a:srgbClr val="793C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5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ظُشُ</a:t>
            </a:r>
            <a:endParaRPr lang="ar-SA" sz="7400" dirty="0"/>
          </a:p>
        </p:txBody>
      </p:sp>
      <p:pic>
        <p:nvPicPr>
          <p:cNvPr id="22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469761" cy="1417320"/>
          </a:xfrm>
          <a:prstGeom prst="rect">
            <a:avLst/>
          </a:prstGeom>
        </p:spPr>
      </p:pic>
      <p:pic>
        <p:nvPicPr>
          <p:cNvPr id="23" name="Image 1" descr="kangaro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386157" y="3515868"/>
            <a:ext cx="1666403" cy="1554480"/>
          </a:xfrm>
          <a:prstGeom prst="rect">
            <a:avLst/>
          </a:prstGeom>
        </p:spPr>
      </p:pic>
      <p:pic>
        <p:nvPicPr>
          <p:cNvPr id="24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E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ظُصُ</a:t>
            </a:r>
            <a:endParaRPr lang="ar-SA" sz="7400" dirty="0"/>
          </a:p>
        </p:txBody>
      </p:sp>
      <p:pic>
        <p:nvPicPr>
          <p:cNvPr id="20" name="Image 0" descr="sw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526454" cy="1417320"/>
          </a:xfrm>
          <a:prstGeom prst="rect">
            <a:avLst/>
          </a:prstGeom>
        </p:spPr>
      </p:pic>
      <p:pic>
        <p:nvPicPr>
          <p:cNvPr id="21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738" y="3515868"/>
            <a:ext cx="2505822" cy="1554480"/>
          </a:xfrm>
          <a:prstGeom prst="rect">
            <a:avLst/>
          </a:prstGeom>
        </p:spPr>
      </p:pic>
      <p:pic>
        <p:nvPicPr>
          <p:cNvPr id="22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D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9ED"/>
          </a:solidFill>
          <a:ln w="12700">
            <a:solidFill>
              <a:srgbClr val="5EB9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ظُضُ</a:t>
            </a:r>
            <a:endParaRPr lang="ar-SA" sz="7400" dirty="0"/>
          </a:p>
        </p:txBody>
      </p:sp>
      <p:pic>
        <p:nvPicPr>
          <p:cNvPr id="28" name="Image 0" descr="honeyb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2411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43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852"/>
          </a:solidFill>
          <a:ln w="12700">
            <a:solidFill>
              <a:srgbClr val="E098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F1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A"/>
          </a:solidFill>
          <a:ln w="12700">
            <a:solidFill>
              <a:srgbClr val="70DBD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B4785"/>
          </a:solidFill>
          <a:ln w="12700">
            <a:solidFill>
              <a:srgbClr val="5B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ظُطُ</a:t>
            </a:r>
            <a:endParaRPr lang="ar-SA" sz="7400" dirty="0"/>
          </a:p>
        </p:txBody>
      </p:sp>
      <p:pic>
        <p:nvPicPr>
          <p:cNvPr id="25" name="Image 0" descr="pengu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924458" cy="914400"/>
          </a:xfrm>
          <a:prstGeom prst="rect">
            <a:avLst/>
          </a:prstGeom>
        </p:spPr>
      </p:pic>
      <p:pic>
        <p:nvPicPr>
          <p:cNvPr id="26" name="Image 1" descr="lady_bee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5F7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5"/>
          </a:solidFill>
          <a:ln w="12700">
            <a:solidFill>
              <a:srgbClr val="64D8B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1"/>
          </a:solidFill>
          <a:ln w="12700">
            <a:solidFill>
              <a:srgbClr val="47D19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4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أُظُبُ</a:t>
            </a:r>
            <a:endParaRPr lang="ar-SA" sz="5200" dirty="0"/>
          </a:p>
        </p:txBody>
      </p:sp>
      <p:pic>
        <p:nvPicPr>
          <p:cNvPr id="24" name="Image 0" descr="baby_chi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624935" cy="1508760"/>
          </a:xfrm>
          <a:prstGeom prst="rect">
            <a:avLst/>
          </a:prstGeom>
        </p:spPr>
      </p:pic>
      <p:pic>
        <p:nvPicPr>
          <p:cNvPr id="25" name="Image 1" descr="chipmun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918" y="3332988"/>
            <a:ext cx="1801642" cy="1737360"/>
          </a:xfrm>
          <a:prstGeom prst="rect">
            <a:avLst/>
          </a:prstGeom>
        </p:spPr>
      </p:pic>
      <p:pic>
        <p:nvPicPr>
          <p:cNvPr id="26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409" y="45720"/>
            <a:ext cx="523951" cy="5486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E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بُظُتُ</a:t>
            </a:r>
            <a:endParaRPr lang="ar-SA" sz="6600" dirty="0"/>
          </a:p>
        </p:txBody>
      </p:sp>
      <p:pic>
        <p:nvPicPr>
          <p:cNvPr id="25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973068"/>
            <a:ext cx="1097280" cy="1097280"/>
          </a:xfrm>
          <a:prstGeom prst="rect">
            <a:avLst/>
          </a:prstGeom>
        </p:spPr>
      </p:pic>
      <p:pic>
        <p:nvPicPr>
          <p:cNvPr id="26" name="Image 1" descr="butterf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433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F642B"/>
          </a:solidFill>
          <a:ln w="12700">
            <a:solidFill>
              <a:srgbClr val="4F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D7934"/>
          </a:solidFill>
          <a:ln w="12700">
            <a:solidFill>
              <a:srgbClr val="3D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تُظُثُ</a:t>
            </a:r>
            <a:endParaRPr lang="ar-SA" sz="6600" dirty="0"/>
          </a:p>
        </p:txBody>
      </p:sp>
      <p:pic>
        <p:nvPicPr>
          <p:cNvPr id="26" name="Image 0" descr="hedgeh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964406" cy="1508760"/>
          </a:xfrm>
          <a:prstGeom prst="rect">
            <a:avLst/>
          </a:prstGeom>
        </p:spPr>
      </p:pic>
      <p:pic>
        <p:nvPicPr>
          <p:cNvPr id="27" name="Image 1" descr="giraff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2916" y="3332988"/>
            <a:ext cx="1629644" cy="1737360"/>
          </a:xfrm>
          <a:prstGeom prst="rect">
            <a:avLst/>
          </a:prstGeom>
        </p:spPr>
      </p:pic>
      <p:pic>
        <p:nvPicPr>
          <p:cNvPr id="28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709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5E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ثُظُجُ</a:t>
            </a:r>
            <a:endParaRPr lang="ar-SA" sz="6600" dirty="0"/>
          </a:p>
        </p:txBody>
      </p:sp>
      <p:pic>
        <p:nvPicPr>
          <p:cNvPr id="24" name="Image 0" descr="dolph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185885" cy="1508760"/>
          </a:xfrm>
          <a:prstGeom prst="rect">
            <a:avLst/>
          </a:prstGeom>
        </p:spPr>
      </p:pic>
      <p:pic>
        <p:nvPicPr>
          <p:cNvPr id="25" name="Image 1" descr="cra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6717" y="3332988"/>
            <a:ext cx="1945843" cy="1737360"/>
          </a:xfrm>
          <a:prstGeom prst="rect">
            <a:avLst/>
          </a:prstGeom>
        </p:spPr>
      </p:pic>
      <p:pic>
        <p:nvPicPr>
          <p:cNvPr id="26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C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C"/>
          </a:solidFill>
          <a:ln w="12700">
            <a:solidFill>
              <a:srgbClr val="ED5ED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جُظُحُ</a:t>
            </a:r>
            <a:endParaRPr lang="ar-SA" sz="6600" dirty="0"/>
          </a:p>
        </p:txBody>
      </p:sp>
      <p:pic>
        <p:nvPicPr>
          <p:cNvPr id="32" name="Image 0" descr="lady_bee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749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2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4"/>
          </a:solidFill>
          <a:ln w="12700">
            <a:solidFill>
              <a:srgbClr val="52E07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070DB"/>
          </a:solidFill>
          <a:ln w="12700">
            <a:solidFill>
              <a:srgbClr val="C0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C47"/>
          </a:solidFill>
          <a:ln w="12700">
            <a:solidFill>
              <a:srgbClr val="854C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حُظُخُ</a:t>
            </a:r>
            <a:endParaRPr lang="ar-SA" sz="6600" dirty="0"/>
          </a:p>
        </p:txBody>
      </p:sp>
      <p:pic>
        <p:nvPicPr>
          <p:cNvPr id="29" name="Image 0" descr="de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155948"/>
            <a:ext cx="914400" cy="914400"/>
          </a:xfrm>
          <a:prstGeom prst="rect">
            <a:avLst/>
          </a:prstGeom>
        </p:spPr>
      </p:pic>
      <p:pic>
        <p:nvPicPr>
          <p:cNvPr id="30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8346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864D8"/>
          </a:solidFill>
          <a:ln w="12700">
            <a:solidFill>
              <a:srgbClr val="98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F47D1"/>
          </a:solidFill>
          <a:ln w="12700">
            <a:solidFill>
              <a:srgbClr val="6F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خُظُدُ</a:t>
            </a:r>
            <a:endParaRPr lang="ar-SA" sz="6600" dirty="0"/>
          </a:p>
        </p:txBody>
      </p:sp>
      <p:pic>
        <p:nvPicPr>
          <p:cNvPr id="24" name="Image 0" descr="go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615882" cy="1508760"/>
          </a:xfrm>
          <a:prstGeom prst="rect">
            <a:avLst/>
          </a:prstGeom>
        </p:spPr>
      </p:pic>
      <p:pic>
        <p:nvPicPr>
          <p:cNvPr id="25" name="Image 1" descr="swa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423" y="3332988"/>
            <a:ext cx="1871137" cy="1737360"/>
          </a:xfrm>
          <a:prstGeom prst="rect">
            <a:avLst/>
          </a:prstGeom>
        </p:spPr>
      </p:pic>
      <p:pic>
        <p:nvPicPr>
          <p:cNvPr id="26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45720"/>
            <a:ext cx="548640" cy="5486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D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2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دُظُذُ</a:t>
            </a:r>
            <a:endParaRPr lang="ar-SA" sz="6600" dirty="0"/>
          </a:p>
        </p:txBody>
      </p:sp>
      <p:pic>
        <p:nvPicPr>
          <p:cNvPr id="25" name="Image 0" descr="monk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1092617" cy="960120"/>
          </a:xfrm>
          <a:prstGeom prst="rect">
            <a:avLst/>
          </a:prstGeom>
        </p:spPr>
      </p:pic>
      <p:pic>
        <p:nvPicPr>
          <p:cNvPr id="26" name="Image 1" descr="hor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4338828"/>
            <a:ext cx="731520" cy="731520"/>
          </a:xfrm>
          <a:prstGeom prst="rect">
            <a:avLst/>
          </a:prstGeom>
        </p:spPr>
      </p:pic>
      <p:pic>
        <p:nvPicPr>
          <p:cNvPr id="27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443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D64"/>
          </a:solidFill>
          <a:ln w="12700">
            <a:solidFill>
              <a:srgbClr val="2B5D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F79"/>
          </a:solidFill>
          <a:ln w="12700">
            <a:solidFill>
              <a:srgbClr val="344F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ذُظُرُ</a:t>
            </a:r>
            <a:endParaRPr lang="ar-SA" sz="6600" dirty="0"/>
          </a:p>
        </p:txBody>
      </p:sp>
      <p:pic>
        <p:nvPicPr>
          <p:cNvPr id="26" name="Image 0" descr="sn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535918" cy="1508760"/>
          </a:xfrm>
          <a:prstGeom prst="rect">
            <a:avLst/>
          </a:prstGeom>
        </p:spPr>
      </p:pic>
      <p:pic>
        <p:nvPicPr>
          <p:cNvPr id="27" name="Image 1" descr="de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332988"/>
            <a:ext cx="1737360" cy="1737360"/>
          </a:xfrm>
          <a:prstGeom prst="rect">
            <a:avLst/>
          </a:prstGeom>
        </p:spPr>
      </p:pic>
      <p:pic>
        <p:nvPicPr>
          <p:cNvPr id="28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411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رُظُزُ</a:t>
            </a:r>
            <a:endParaRPr lang="ar-SA" sz="6600" dirty="0"/>
          </a:p>
        </p:txBody>
      </p:sp>
      <p:pic>
        <p:nvPicPr>
          <p:cNvPr id="24" name="Image 0" descr="se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991563" cy="1508760"/>
          </a:xfrm>
          <a:prstGeom prst="rect">
            <a:avLst/>
          </a:prstGeom>
        </p:spPr>
      </p:pic>
      <p:pic>
        <p:nvPicPr>
          <p:cNvPr id="25" name="Image 1" descr="spouting_wha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7280" y="3332988"/>
            <a:ext cx="1645280" cy="1737360"/>
          </a:xfrm>
          <a:prstGeom prst="rect">
            <a:avLst/>
          </a:prstGeom>
        </p:spPr>
      </p:pic>
      <p:pic>
        <p:nvPicPr>
          <p:cNvPr id="26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E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A5E"/>
          </a:solidFill>
          <a:ln w="12700">
            <a:solidFill>
              <a:srgbClr val="EDDA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9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زُظُسُ</a:t>
            </a:r>
            <a:endParaRPr lang="ar-SA" sz="6100" dirty="0"/>
          </a:p>
        </p:txBody>
      </p:sp>
      <p:pic>
        <p:nvPicPr>
          <p:cNvPr id="32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5576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42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3E0"/>
          </a:solidFill>
          <a:ln w="12700">
            <a:solidFill>
              <a:srgbClr val="5253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F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570"/>
          </a:solidFill>
          <a:ln w="12700">
            <a:solidFill>
              <a:srgbClr val="DBA5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28547"/>
          </a:solidFill>
          <a:ln w="12700">
            <a:solidFill>
              <a:srgbClr val="52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8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8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سُظُشُ</a:t>
            </a:r>
            <a:endParaRPr lang="ar-SA" sz="5600" dirty="0"/>
          </a:p>
        </p:txBody>
      </p:sp>
      <p:pic>
        <p:nvPicPr>
          <p:cNvPr id="29" name="Image 0" descr="kangaro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201668"/>
            <a:ext cx="931225" cy="868680"/>
          </a:xfrm>
          <a:prstGeom prst="rect">
            <a:avLst/>
          </a:prstGeom>
        </p:spPr>
      </p:pic>
      <p:pic>
        <p:nvPicPr>
          <p:cNvPr id="30" name="Image 1" descr="butterf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7C5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B64"/>
          </a:solidFill>
          <a:ln w="12700">
            <a:solidFill>
              <a:srgbClr val="D87B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C47"/>
          </a:solidFill>
          <a:ln w="12700">
            <a:solidFill>
              <a:srgbClr val="D14C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8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شُظُصُ</a:t>
            </a:r>
            <a:endParaRPr lang="ar-SA" sz="5700" dirty="0"/>
          </a:p>
        </p:txBody>
      </p:sp>
      <p:pic>
        <p:nvPicPr>
          <p:cNvPr id="24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514795" cy="1508760"/>
          </a:xfrm>
          <a:prstGeom prst="rect">
            <a:avLst/>
          </a:prstGeom>
        </p:spPr>
      </p:pic>
      <p:pic>
        <p:nvPicPr>
          <p:cNvPr id="25" name="Image 1" descr="parr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4956" y="3332988"/>
            <a:ext cx="1497604" cy="1737360"/>
          </a:xfrm>
          <a:prstGeom prst="rect">
            <a:avLst/>
          </a:prstGeom>
        </p:spPr>
      </p:pic>
      <p:pic>
        <p:nvPicPr>
          <p:cNvPr id="26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915" y="45720"/>
            <a:ext cx="546445" cy="5486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C5F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صُظُضُ</a:t>
            </a:r>
            <a:endParaRPr lang="ar-SA" sz="5400" dirty="0"/>
          </a:p>
        </p:txBody>
      </p:sp>
      <p:pic>
        <p:nvPicPr>
          <p:cNvPr id="25" name="Image 0" descr="cam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018788"/>
            <a:ext cx="1090468" cy="1051560"/>
          </a:xfrm>
          <a:prstGeom prst="rect">
            <a:avLst/>
          </a:prstGeom>
        </p:spPr>
      </p:pic>
      <p:pic>
        <p:nvPicPr>
          <p:cNvPr id="26" name="Image 1" descr="flamin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8414" y="4155948"/>
            <a:ext cx="714146" cy="914400"/>
          </a:xfrm>
          <a:prstGeom prst="rect">
            <a:avLst/>
          </a:prstGeom>
        </p:spPr>
      </p:pic>
      <p:pic>
        <p:nvPicPr>
          <p:cNvPr id="27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2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C2B64"/>
          </a:solidFill>
          <a:ln w="12700">
            <a:solidFill>
              <a:srgbClr val="5C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0"/>
          </a:solidFill>
          <a:ln w="12700">
            <a:solidFill>
              <a:srgbClr val="79346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ضُظُطُ</a:t>
            </a:r>
            <a:endParaRPr lang="ar-SA" sz="6400" dirty="0"/>
          </a:p>
        </p:txBody>
      </p:sp>
      <p:pic>
        <p:nvPicPr>
          <p:cNvPr id="26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827108" cy="1508760"/>
          </a:xfrm>
          <a:prstGeom prst="rect">
            <a:avLst/>
          </a:prstGeom>
        </p:spPr>
      </p:pic>
      <p:pic>
        <p:nvPicPr>
          <p:cNvPr id="27" name="Image 1" descr="zeb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315200" y="3332988"/>
            <a:ext cx="1737360" cy="1737360"/>
          </a:xfrm>
          <a:prstGeom prst="rect">
            <a:avLst/>
          </a:prstGeom>
        </p:spPr>
      </p:pic>
      <p:pic>
        <p:nvPicPr>
          <p:cNvPr id="28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749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E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4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4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طُظُأُ</a:t>
            </a:r>
            <a:endParaRPr lang="ar-SA" sz="5000" dirty="0"/>
          </a:p>
        </p:txBody>
      </p:sp>
      <p:pic>
        <p:nvPicPr>
          <p:cNvPr id="24" name="Image 0" descr="tropical_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836161" cy="1508760"/>
          </a:xfrm>
          <a:prstGeom prst="rect">
            <a:avLst/>
          </a:prstGeom>
        </p:spPr>
      </p:pic>
      <p:pic>
        <p:nvPicPr>
          <p:cNvPr id="25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332988"/>
            <a:ext cx="1737360" cy="1737360"/>
          </a:xfrm>
          <a:prstGeom prst="rect">
            <a:avLst/>
          </a:prstGeom>
        </p:spPr>
      </p:pic>
      <p:pic>
        <p:nvPicPr>
          <p:cNvPr id="26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C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7"/>
          </a:solidFill>
          <a:ln w="12700">
            <a:solidFill>
              <a:srgbClr val="5EEDB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9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أُظُ</a:t>
            </a:r>
            <a:endParaRPr lang="ar-SA" sz="5900" dirty="0"/>
          </a:p>
        </p:txBody>
      </p:sp>
      <p:pic>
        <p:nvPicPr>
          <p:cNvPr id="28" name="Image 0" descr="butterfl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431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6"/>
          </a:solidFill>
          <a:ln w="12700">
            <a:solidFill>
              <a:srgbClr val="E0527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5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A"/>
          </a:solidFill>
          <a:ln w="12700">
            <a:solidFill>
              <a:srgbClr val="70DB8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185"/>
          </a:solidFill>
          <a:ln w="12700">
            <a:solidFill>
              <a:srgbClr val="4761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بُظُ</a:t>
            </a:r>
            <a:endParaRPr lang="ar-SA" sz="7400" dirty="0"/>
          </a:p>
        </p:txBody>
      </p:sp>
      <p:pic>
        <p:nvPicPr>
          <p:cNvPr id="25" name="Image 0" descr="zeb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914400" cy="914400"/>
          </a:xfrm>
          <a:prstGeom prst="rect">
            <a:avLst/>
          </a:prstGeom>
        </p:spPr>
      </p:pic>
      <p:pic>
        <p:nvPicPr>
          <p:cNvPr id="26" name="Image 1" descr="dov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8346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D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9D864"/>
          </a:solidFill>
          <a:ln w="12700">
            <a:solidFill>
              <a:srgbClr val="69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5D147"/>
          </a:solidFill>
          <a:ln w="12700">
            <a:solidFill>
              <a:srgbClr val="65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تُظُ</a:t>
            </a:r>
            <a:endParaRPr lang="ar-SA" sz="7400" dirty="0"/>
          </a:p>
        </p:txBody>
      </p:sp>
      <p:pic>
        <p:nvPicPr>
          <p:cNvPr id="20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587398" cy="1417320"/>
          </a:xfrm>
          <a:prstGeom prst="rect">
            <a:avLst/>
          </a:prstGeom>
        </p:spPr>
      </p:pic>
      <p:pic>
        <p:nvPicPr>
          <p:cNvPr id="21" name="Image 1" descr="hippopotam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789" y="3515868"/>
            <a:ext cx="2418771" cy="1554480"/>
          </a:xfrm>
          <a:prstGeom prst="rect">
            <a:avLst/>
          </a:prstGeom>
        </p:spPr>
      </p:pic>
      <p:pic>
        <p:nvPicPr>
          <p:cNvPr id="22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259" y="45720"/>
            <a:ext cx="534101" cy="50292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C5C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ثُظُ</a:t>
            </a:r>
            <a:endParaRPr lang="ar-SA" sz="7400" dirty="0"/>
          </a:p>
        </p:txBody>
      </p:sp>
      <p:pic>
        <p:nvPicPr>
          <p:cNvPr id="21" name="Image 0" descr="hatching_chi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1097280" cy="1097280"/>
          </a:xfrm>
          <a:prstGeom prst="rect">
            <a:avLst/>
          </a:prstGeom>
        </p:spPr>
      </p:pic>
      <p:pic>
        <p:nvPicPr>
          <p:cNvPr id="22" name="Image 1" descr="co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7669" y="4384548"/>
            <a:ext cx="724891" cy="685800"/>
          </a:xfrm>
          <a:prstGeom prst="rect">
            <a:avLst/>
          </a:prstGeom>
        </p:spPr>
      </p:pic>
      <p:pic>
        <p:nvPicPr>
          <p:cNvPr id="23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431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E2B"/>
          </a:solidFill>
          <a:ln w="12700">
            <a:solidFill>
              <a:srgbClr val="644E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17934"/>
          </a:solidFill>
          <a:ln w="12700">
            <a:solidFill>
              <a:srgbClr val="71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جُظُ</a:t>
            </a:r>
            <a:endParaRPr lang="ar-SA" sz="7400" dirty="0"/>
          </a:p>
        </p:txBody>
      </p:sp>
      <p:pic>
        <p:nvPicPr>
          <p:cNvPr id="22" name="Image 0" descr="ow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14014" cy="1417320"/>
          </a:xfrm>
          <a:prstGeom prst="rect">
            <a:avLst/>
          </a:prstGeom>
        </p:spPr>
      </p:pic>
      <p:pic>
        <p:nvPicPr>
          <p:cNvPr id="23" name="Image 1" descr="pengu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0981" y="3515868"/>
            <a:ext cx="1571579" cy="1554480"/>
          </a:xfrm>
          <a:prstGeom prst="rect">
            <a:avLst/>
          </a:prstGeom>
        </p:spPr>
      </p:pic>
      <p:pic>
        <p:nvPicPr>
          <p:cNvPr id="24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576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C5F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حُظُ</a:t>
            </a:r>
            <a:endParaRPr lang="ar-SA" sz="7400" dirty="0"/>
          </a:p>
        </p:txBody>
      </p:sp>
      <p:pic>
        <p:nvPicPr>
          <p:cNvPr id="20" name="Image 0" descr="pengu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432911" cy="1417320"/>
          </a:xfrm>
          <a:prstGeom prst="rect">
            <a:avLst/>
          </a:prstGeom>
        </p:spPr>
      </p:pic>
      <p:pic>
        <p:nvPicPr>
          <p:cNvPr id="21" name="Image 1" descr="octop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8337" y="3515868"/>
            <a:ext cx="1604223" cy="1554480"/>
          </a:xfrm>
          <a:prstGeom prst="rect">
            <a:avLst/>
          </a:prstGeom>
        </p:spPr>
      </p:pic>
      <p:pic>
        <p:nvPicPr>
          <p:cNvPr id="22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E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35EED"/>
          </a:solidFill>
          <a:ln w="12700">
            <a:solidFill>
              <a:srgbClr val="93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خُظُ</a:t>
            </a:r>
            <a:endParaRPr lang="ar-SA" sz="7400" dirty="0"/>
          </a:p>
        </p:txBody>
      </p:sp>
      <p:pic>
        <p:nvPicPr>
          <p:cNvPr id="28" name="Image 0" descr="do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3709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4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AE052"/>
          </a:solidFill>
          <a:ln w="12700">
            <a:solidFill>
              <a:srgbClr val="9A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D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1DB"/>
          </a:solidFill>
          <a:ln w="12700">
            <a:solidFill>
              <a:srgbClr val="7071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1"/>
          </a:solidFill>
          <a:ln w="12700">
            <a:solidFill>
              <a:srgbClr val="85477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دُظُ</a:t>
            </a:r>
            <a:endParaRPr lang="ar-SA" sz="7400" dirty="0"/>
          </a:p>
        </p:txBody>
      </p:sp>
      <p:pic>
        <p:nvPicPr>
          <p:cNvPr id="25" name="Image 0" descr="giraff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110228"/>
            <a:ext cx="900593" cy="960120"/>
          </a:xfrm>
          <a:prstGeom prst="rect">
            <a:avLst/>
          </a:prstGeom>
        </p:spPr>
      </p:pic>
      <p:pic>
        <p:nvPicPr>
          <p:cNvPr id="26" name="Image 1" descr="ow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585" y="4338828"/>
            <a:ext cx="574975" cy="731520"/>
          </a:xfrm>
          <a:prstGeom prst="rect">
            <a:avLst/>
          </a:prstGeom>
        </p:spPr>
      </p:pic>
      <p:pic>
        <p:nvPicPr>
          <p:cNvPr id="27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8346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C5E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6D8"/>
          </a:solidFill>
          <a:ln w="12700">
            <a:solidFill>
              <a:srgbClr val="6486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7D1"/>
          </a:solidFill>
          <a:ln w="12700">
            <a:solidFill>
              <a:srgbClr val="478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ذُظُ</a:t>
            </a:r>
            <a:endParaRPr lang="ar-SA" sz="7400" dirty="0"/>
          </a:p>
        </p:txBody>
      </p:sp>
      <p:pic>
        <p:nvPicPr>
          <p:cNvPr id="20" name="Image 0" descr="llam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322360" cy="1417320"/>
          </a:xfrm>
          <a:prstGeom prst="rect">
            <a:avLst/>
          </a:prstGeom>
        </p:spPr>
      </p:pic>
      <p:pic>
        <p:nvPicPr>
          <p:cNvPr id="21" name="Image 1" descr="ew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2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8525" y="45720"/>
            <a:ext cx="550835" cy="5486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7C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رُظُ</a:t>
            </a:r>
            <a:endParaRPr lang="ar-SA" sz="7400" dirty="0"/>
          </a:p>
        </p:txBody>
      </p:sp>
      <p:pic>
        <p:nvPicPr>
          <p:cNvPr id="21" name="Image 0" descr="roos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927348"/>
            <a:ext cx="1101852" cy="1143000"/>
          </a:xfrm>
          <a:prstGeom prst="rect">
            <a:avLst/>
          </a:prstGeom>
        </p:spPr>
      </p:pic>
      <p:pic>
        <p:nvPicPr>
          <p:cNvPr id="22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9202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1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0"/>
          </a:solidFill>
          <a:ln w="12700">
            <a:solidFill>
              <a:srgbClr val="2B644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0"/>
          </a:solidFill>
          <a:ln w="12700">
            <a:solidFill>
              <a:srgbClr val="34797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زُظُ</a:t>
            </a:r>
            <a:endParaRPr lang="ar-SA" sz="7400" dirty="0"/>
          </a:p>
        </p:txBody>
      </p:sp>
      <p:pic>
        <p:nvPicPr>
          <p:cNvPr id="22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469761" cy="1417320"/>
          </a:xfrm>
          <a:prstGeom prst="rect">
            <a:avLst/>
          </a:prstGeom>
        </p:spPr>
      </p:pic>
      <p:pic>
        <p:nvPicPr>
          <p:cNvPr id="23" name="Image 1" descr="kangaro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386157" y="3515868"/>
            <a:ext cx="1666403" cy="1554480"/>
          </a:xfrm>
          <a:prstGeom prst="rect">
            <a:avLst/>
          </a:prstGeom>
        </p:spPr>
      </p:pic>
      <p:pic>
        <p:nvPicPr>
          <p:cNvPr id="24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C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سُظُ</a:t>
            </a:r>
            <a:endParaRPr lang="ar-SA" sz="7400" dirty="0"/>
          </a:p>
        </p:txBody>
      </p:sp>
      <p:pic>
        <p:nvPicPr>
          <p:cNvPr id="20" name="Image 0" descr="sw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526454" cy="1417320"/>
          </a:xfrm>
          <a:prstGeom prst="rect">
            <a:avLst/>
          </a:prstGeom>
        </p:spPr>
      </p:pic>
      <p:pic>
        <p:nvPicPr>
          <p:cNvPr id="21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738" y="3515868"/>
            <a:ext cx="2505822" cy="1554480"/>
          </a:xfrm>
          <a:prstGeom prst="rect">
            <a:avLst/>
          </a:prstGeom>
        </p:spPr>
      </p:pic>
      <p:pic>
        <p:nvPicPr>
          <p:cNvPr id="22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7D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05E"/>
          </a:solidFill>
          <a:ln w="12700">
            <a:solidFill>
              <a:srgbClr val="ED70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5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شُظُ</a:t>
            </a:r>
            <a:endParaRPr lang="ar-SA" sz="7400" dirty="0"/>
          </a:p>
        </p:txBody>
      </p:sp>
      <p:pic>
        <p:nvPicPr>
          <p:cNvPr id="28" name="Image 0" descr="honeyb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2411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144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DE0"/>
          </a:solidFill>
          <a:ln w="12700">
            <a:solidFill>
              <a:srgbClr val="52BD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6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B"/>
          </a:solidFill>
          <a:ln w="12700">
            <a:solidFill>
              <a:srgbClr val="DB708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08547"/>
          </a:solidFill>
          <a:ln w="12700">
            <a:solidFill>
              <a:srgbClr val="80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صُظُ</a:t>
            </a:r>
            <a:endParaRPr lang="ar-SA" sz="7400" dirty="0"/>
          </a:p>
        </p:txBody>
      </p:sp>
      <p:pic>
        <p:nvPicPr>
          <p:cNvPr id="25" name="Image 0" descr="pengu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924458" cy="914400"/>
          </a:xfrm>
          <a:prstGeom prst="rect">
            <a:avLst/>
          </a:prstGeom>
        </p:spPr>
      </p:pic>
      <p:pic>
        <p:nvPicPr>
          <p:cNvPr id="26" name="Image 1" descr="lady_bee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7C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3"/>
          </a:solidFill>
          <a:ln w="12700">
            <a:solidFill>
              <a:srgbClr val="D864A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A"/>
          </a:solidFill>
          <a:ln w="12700">
            <a:solidFill>
              <a:srgbClr val="D147A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ضُظُ</a:t>
            </a:r>
            <a:endParaRPr lang="ar-SA" sz="7400" dirty="0"/>
          </a:p>
        </p:txBody>
      </p:sp>
      <p:pic>
        <p:nvPicPr>
          <p:cNvPr id="20" name="Image 0" descr="baby_chi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526454" cy="1417320"/>
          </a:xfrm>
          <a:prstGeom prst="rect">
            <a:avLst/>
          </a:prstGeom>
        </p:spPr>
      </p:pic>
      <p:pic>
        <p:nvPicPr>
          <p:cNvPr id="21" name="Image 1" descr="chipmun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0564" y="3515868"/>
            <a:ext cx="1611996" cy="1554480"/>
          </a:xfrm>
          <a:prstGeom prst="rect">
            <a:avLst/>
          </a:prstGeom>
        </p:spPr>
      </p:pic>
      <p:pic>
        <p:nvPicPr>
          <p:cNvPr id="22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409" y="45720"/>
            <a:ext cx="523951" cy="5486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طُظُ</a:t>
            </a:r>
            <a:endParaRPr lang="ar-SA" sz="7400" dirty="0"/>
          </a:p>
        </p:txBody>
      </p:sp>
      <p:pic>
        <p:nvPicPr>
          <p:cNvPr id="21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973068"/>
            <a:ext cx="1097280" cy="1097280"/>
          </a:xfrm>
          <a:prstGeom prst="rect">
            <a:avLst/>
          </a:prstGeom>
        </p:spPr>
      </p:pic>
      <p:pic>
        <p:nvPicPr>
          <p:cNvPr id="22" name="Image 1" descr="butterf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142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22B64"/>
          </a:solidFill>
          <a:ln w="12700">
            <a:solidFill>
              <a:srgbClr val="32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F3479"/>
          </a:solidFill>
          <a:ln w="12700">
            <a:solidFill>
              <a:srgbClr val="5F34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567194" y="896112"/>
            <a:ext cx="22924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836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567194" y="896112"/>
            <a:ext cx="22924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طَبَخَهُ</a:t>
            </a:r>
            <a:endParaRPr lang="ar-SA" sz="5600" dirty="0"/>
          </a:p>
        </p:txBody>
      </p:sp>
      <p:sp>
        <p:nvSpPr>
          <p:cNvPr id="14" name="C2 W2 pill"/>
          <p:cNvSpPr/>
          <p:nvPr/>
        </p:nvSpPr>
        <p:spPr>
          <a:xfrm>
            <a:off x="2284325" y="896112"/>
            <a:ext cx="196282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6836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284325" y="896112"/>
            <a:ext cx="19628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6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9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555580" y="2834640"/>
            <a:ext cx="403284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555580" y="2834640"/>
            <a:ext cx="403284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طَبَخَهُ عُمَرُ</a:t>
            </a:r>
            <a:endParaRPr lang="ar-SA" sz="5700" dirty="0"/>
          </a:p>
        </p:txBody>
      </p:sp>
      <p:pic>
        <p:nvPicPr>
          <p:cNvPr id="19" name="Image 0" descr="hedgeh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1828800"/>
            <a:ext cx="1904878" cy="1463040"/>
          </a:xfrm>
          <a:prstGeom prst="rect">
            <a:avLst/>
          </a:prstGeom>
        </p:spPr>
      </p:pic>
      <p:pic>
        <p:nvPicPr>
          <p:cNvPr id="20" name="Image 1" descr="giraff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228" y="1828800"/>
            <a:ext cx="1372332" cy="1463040"/>
          </a:xfrm>
          <a:prstGeom prst="rect">
            <a:avLst/>
          </a:prstGeom>
        </p:spPr>
      </p:pic>
      <p:pic>
        <p:nvPicPr>
          <p:cNvPr id="21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709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7C5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933888" y="896112"/>
            <a:ext cx="181538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9A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933888" y="896112"/>
            <a:ext cx="181538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طَهُرَ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394723" y="896112"/>
            <a:ext cx="221912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9A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394723" y="896112"/>
            <a:ext cx="221912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وَنَظُفَ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6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736777" y="2834640"/>
            <a:ext cx="367044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736777" y="2834640"/>
            <a:ext cx="367044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طَهُرَ وَنَظُفَ</a:t>
            </a:r>
            <a:endParaRPr lang="ar-SA" sz="4700" dirty="0"/>
          </a:p>
        </p:txBody>
      </p:sp>
      <p:pic>
        <p:nvPicPr>
          <p:cNvPr id="17" name="Image 0" descr="dolph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1828800"/>
            <a:ext cx="1149949" cy="1463040"/>
          </a:xfrm>
          <a:prstGeom prst="rect">
            <a:avLst/>
          </a:prstGeom>
        </p:spPr>
      </p:pic>
      <p:pic>
        <p:nvPicPr>
          <p:cNvPr id="18" name="Image 1" descr="cra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3955" y="1828800"/>
            <a:ext cx="1638605" cy="1463040"/>
          </a:xfrm>
          <a:prstGeom prst="rect">
            <a:avLst/>
          </a:prstGeom>
        </p:spPr>
      </p:pic>
      <p:pic>
        <p:nvPicPr>
          <p:cNvPr id="19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C5F7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1ED5E"/>
          </a:solidFill>
          <a:ln w="12700">
            <a:solidFill>
              <a:srgbClr val="71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496463" y="896112"/>
            <a:ext cx="243394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CC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496463" y="896112"/>
            <a:ext cx="243394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حَفِظَهُ</a:t>
            </a:r>
            <a:endParaRPr lang="ar-SA" sz="5600" dirty="0"/>
          </a:p>
        </p:txBody>
      </p:sp>
      <p:sp>
        <p:nvSpPr>
          <p:cNvPr id="20" name="C2 W2 pill"/>
          <p:cNvSpPr/>
          <p:nvPr/>
        </p:nvSpPr>
        <p:spPr>
          <a:xfrm>
            <a:off x="2213594" y="896112"/>
            <a:ext cx="196282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CC36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213594" y="896112"/>
            <a:ext cx="19628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6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483586" y="2834640"/>
            <a:ext cx="417682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483586" y="2834640"/>
            <a:ext cx="417682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حَفِظَهُ عُمَرُ</a:t>
            </a:r>
            <a:endParaRPr lang="ar-SA" sz="5700" dirty="0"/>
          </a:p>
        </p:txBody>
      </p:sp>
      <p:pic>
        <p:nvPicPr>
          <p:cNvPr id="25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1943100"/>
            <a:ext cx="1989917" cy="1234440"/>
          </a:xfrm>
          <a:prstGeom prst="rect">
            <a:avLst/>
          </a:prstGeom>
        </p:spPr>
      </p:pic>
      <p:pic>
        <p:nvPicPr>
          <p:cNvPr id="26" name="Image 1" descr="monke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7620" y="1828800"/>
            <a:ext cx="1664940" cy="1463040"/>
          </a:xfrm>
          <a:prstGeom prst="rect">
            <a:avLst/>
          </a:prstGeom>
        </p:spPr>
      </p:pic>
      <p:pic>
        <p:nvPicPr>
          <p:cNvPr id="27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749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2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E0"/>
          </a:solidFill>
          <a:ln w="12700">
            <a:solidFill>
              <a:srgbClr val="E0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6DB70"/>
          </a:solidFill>
          <a:ln w="12700">
            <a:solidFill>
              <a:srgbClr val="A6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A"/>
          </a:solidFill>
          <a:ln w="12700">
            <a:solidFill>
              <a:srgbClr val="47857A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681853" y="896112"/>
            <a:ext cx="199915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C6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681853" y="896112"/>
            <a:ext cx="199915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طَلَبَهُ</a:t>
            </a:r>
            <a:endParaRPr lang="ar-SA" sz="5300" dirty="0"/>
          </a:p>
        </p:txBody>
      </p:sp>
      <p:sp>
        <p:nvSpPr>
          <p:cNvPr id="17" name="C2 W2 pill"/>
          <p:cNvSpPr/>
          <p:nvPr/>
        </p:nvSpPr>
        <p:spPr>
          <a:xfrm>
            <a:off x="2462988" y="896112"/>
            <a:ext cx="189882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C6E23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462988" y="896112"/>
            <a:ext cx="189882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3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745470" y="2834640"/>
            <a:ext cx="365305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745470" y="2834640"/>
            <a:ext cx="365305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طَلَبَهُ عُمَرُ</a:t>
            </a:r>
            <a:endParaRPr lang="ar-SA" sz="5400" dirty="0"/>
          </a:p>
        </p:txBody>
      </p:sp>
      <p:pic>
        <p:nvPicPr>
          <p:cNvPr id="22" name="Image 0" descr="de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1828800"/>
            <a:ext cx="1463040" cy="1463040"/>
          </a:xfrm>
          <a:prstGeom prst="rect">
            <a:avLst/>
          </a:prstGeom>
        </p:spPr>
      </p:pic>
      <p:pic>
        <p:nvPicPr>
          <p:cNvPr id="23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0819" y="1828800"/>
            <a:ext cx="1771741" cy="1463040"/>
          </a:xfrm>
          <a:prstGeom prst="rect">
            <a:avLst/>
          </a:prstGeom>
        </p:spPr>
      </p:pic>
      <p:pic>
        <p:nvPicPr>
          <p:cNvPr id="24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8346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99</Slides>
  <Notes>99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99</vt:i4>
      </vt:variant>
    </vt:vector>
  </HeadingPairs>
  <TitlesOfParts>
    <vt:vector size="10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Dammah reading 09-ta-dha</dc:title>
  <dc:subject>PptxGenJS Presentation</dc:subject>
  <dc:creator>PptxGenJS</dc:creator>
  <cp:lastModifiedBy>PptxGenJS</cp:lastModifiedBy>
  <cp:revision>1</cp:revision>
  <dcterms:created xsi:type="dcterms:W3CDTF">2026-10-20T23:11:32Z</dcterms:created>
  <dcterms:modified xsi:type="dcterms:W3CDTF">2026-10-20T23:11:32Z</dcterms:modified>
</cp:coreProperties>
</file>