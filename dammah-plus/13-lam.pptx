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2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1300" dirty="0"/>
          </a:p>
        </p:txBody>
      </p:sp>
      <p:sp>
        <p:nvSpPr>
          <p:cNvPr id="13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113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333195" cy="164592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838" y="1897380"/>
            <a:ext cx="138472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لُأُ</a:t>
            </a:r>
            <a:endParaRPr lang="ar-SA" sz="61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لُبُ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لُتُ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لُثُ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E"/>
          </a:solidFill>
          <a:ln w="12700">
            <a:solidFill>
              <a:srgbClr val="D147B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لُجُ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لُحُ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لُخُ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لُدُ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لُذُ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6DB70"/>
          </a:solidFill>
          <a:ln w="12700">
            <a:solidFill>
              <a:srgbClr val="B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لُرُ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266" y="3973068"/>
            <a:ext cx="567294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247"/>
          </a:solidFill>
          <a:ln w="12700">
            <a:solidFill>
              <a:srgbClr val="D1C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لُزُ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لُسُ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لُشُ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لُصُ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لُضُ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لُطُ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683" y="3973068"/>
            <a:ext cx="573877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لُظُ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لُعُ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67934"/>
          </a:solidFill>
          <a:ln w="12700">
            <a:solidFill>
              <a:srgbClr val="3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لُغُ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لُفُ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D"/>
          </a:solidFill>
          <a:ln w="12700">
            <a:solidFill>
              <a:srgbClr val="ED5EC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لُقُ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لُكُ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118" y="4155948"/>
            <a:ext cx="561442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أُلُبُ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بُلُتُ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تُلُثُ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808" y="3332988"/>
            <a:ext cx="755752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ثُلُجُ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جُلُحُ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52E0"/>
          </a:solidFill>
          <a:ln w="12700">
            <a:solidFill>
              <a:srgbClr val="6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حُلُخُ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3973068"/>
            <a:ext cx="576072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B47"/>
          </a:solidFill>
          <a:ln w="12700">
            <a:solidFill>
              <a:srgbClr val="D15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خُلُدُ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دُلُذُ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ذُلُرُ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3424428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1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رُلُزُ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زُلُسُ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B85"/>
          </a:solidFill>
          <a:ln w="12700">
            <a:solidFill>
              <a:srgbClr val="475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سُلُشُ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790188"/>
            <a:ext cx="565831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6D147"/>
          </a:solidFill>
          <a:ln w="12700">
            <a:solidFill>
              <a:srgbClr val="5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شُلُصُ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صُلُضُ</a:t>
            </a:r>
            <a:endParaRPr lang="ar-SA" sz="6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ضُلُطُ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989" y="3378708"/>
            <a:ext cx="1280571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طُلُظُ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ظُلُعُ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70DB"/>
          </a:solidFill>
          <a:ln w="12700">
            <a:solidFill>
              <a:srgbClr val="7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عُلُغُ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63" y="4018788"/>
            <a:ext cx="57099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AD8"/>
          </a:solidFill>
          <a:ln w="12700">
            <a:solidFill>
              <a:srgbClr val="647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غُلُفُ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فُلُقُ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قُلُكُ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3578" y="3332988"/>
            <a:ext cx="998982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كُلُأُ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F5E"/>
          </a:solidFill>
          <a:ln w="12700">
            <a:solidFill>
              <a:srgbClr val="ED7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9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أُلُ</a:t>
            </a:r>
            <a:endParaRPr lang="ar-SA" sz="5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EE0"/>
          </a:solidFill>
          <a:ln w="12700">
            <a:solidFill>
              <a:srgbClr val="52A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0"/>
          </a:solidFill>
          <a:ln w="12700">
            <a:solidFill>
              <a:srgbClr val="DB70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بُلُ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7"/>
          </a:solidFill>
          <a:ln w="12700">
            <a:solidFill>
              <a:srgbClr val="D8649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تُلُ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ثُلُ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جُلُ</a:t>
            </a:r>
            <a:endParaRPr lang="ar-SA" sz="7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خُلُ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9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دُلُ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630" y="3698748"/>
            <a:ext cx="582930" cy="13716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4D864"/>
          </a:solidFill>
          <a:ln w="12700">
            <a:solidFill>
              <a:srgbClr val="B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DD147"/>
          </a:solidFill>
          <a:ln w="12700">
            <a:solidFill>
              <a:srgbClr val="B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ذُلُ</a:t>
            </a:r>
            <a:endParaRPr lang="ar-SA" sz="7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3790188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رُلُ</a:t>
            </a:r>
            <a:endParaRPr lang="ar-SA" sz="7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534"/>
          </a:solidFill>
          <a:ln w="12700">
            <a:solidFill>
              <a:srgbClr val="795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5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زُلُ</a:t>
            </a:r>
            <a:endParaRPr lang="ar-SA" sz="7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724" y="3515868"/>
            <a:ext cx="879836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5ED"/>
          </a:solidFill>
          <a:ln w="12700">
            <a:solidFill>
              <a:srgbClr val="5E8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5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شُلُ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صُلُ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ضُلُ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073" y="3744468"/>
            <a:ext cx="175148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طُلُ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ظُلُ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3252" y="3515868"/>
            <a:ext cx="67930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عُلُ</a:t>
            </a:r>
            <a:endParaRPr lang="ar-SA" sz="7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8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غُلُ</a:t>
            </a:r>
            <a:endParaRPr lang="ar-SA" sz="7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8"/>
          </a:solidFill>
          <a:ln w="12700">
            <a:solidFill>
              <a:srgbClr val="52E0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فُلُ</a:t>
            </a:r>
            <a:endParaRPr lang="ar-SA" sz="7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970" y="4110228"/>
            <a:ext cx="56359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9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5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قُلُ</a:t>
            </a:r>
            <a:endParaRPr lang="ar-SA" sz="7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لُ</a:t>
            </a:r>
            <a:endParaRPr lang="ar-SA" sz="5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كُلُ</a:t>
            </a:r>
            <a:endParaRPr lang="ar-SA" sz="7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49421" y="896112"/>
            <a:ext cx="20640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2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49421" y="896112"/>
            <a:ext cx="20640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430556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30556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12426" y="2834640"/>
            <a:ext cx="3719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12426" y="2834640"/>
            <a:ext cx="3719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حَمَلَهُ عُمَرُ</a:t>
            </a:r>
            <a:endParaRPr lang="ar-SA" sz="5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1783080"/>
            <a:ext cx="1086307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41914" y="896112"/>
            <a:ext cx="19723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0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41914" y="896112"/>
            <a:ext cx="19723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</a:t>
            </a:r>
            <a:endParaRPr lang="ar-SA" sz="4800" dirty="0"/>
          </a:p>
        </p:txBody>
      </p:sp>
      <p:sp>
        <p:nvSpPr>
          <p:cNvPr id="12" name="C2 W2 pill"/>
          <p:cNvSpPr/>
          <p:nvPr/>
        </p:nvSpPr>
        <p:spPr>
          <a:xfrm>
            <a:off x="2529721" y="896112"/>
            <a:ext cx="17921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0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9721" y="896112"/>
            <a:ext cx="17921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4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52946" y="2834640"/>
            <a:ext cx="34381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52946" y="2834640"/>
            <a:ext cx="34381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لَبِسَهُ عُمَرُ</a:t>
            </a:r>
            <a:endParaRPr lang="ar-SA" sz="48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076615" cy="13258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1943100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CED5E"/>
          </a:solidFill>
          <a:ln w="12700">
            <a:solidFill>
              <a:srgbClr val="C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54303" y="896112"/>
            <a:ext cx="210334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E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54303" y="896112"/>
            <a:ext cx="210334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186349" y="896112"/>
            <a:ext cx="234791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E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186349" y="896112"/>
            <a:ext cx="234791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وَجَمُلَ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512546" y="2834640"/>
            <a:ext cx="41189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512546" y="2834640"/>
            <a:ext cx="41189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سَهُلَ وَجَمُلَ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1943100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591990" y="896112"/>
            <a:ext cx="217888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1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591990" y="896112"/>
            <a:ext cx="21788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</a:t>
            </a:r>
            <a:endParaRPr lang="ar-SA" sz="5300" dirty="0"/>
          </a:p>
        </p:txBody>
      </p:sp>
      <p:sp>
        <p:nvSpPr>
          <p:cNvPr id="17" name="C2 W2 pill"/>
          <p:cNvSpPr/>
          <p:nvPr/>
        </p:nvSpPr>
        <p:spPr>
          <a:xfrm>
            <a:off x="2373125" y="896112"/>
            <a:ext cx="18988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1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3125" y="896112"/>
            <a:ext cx="18988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3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7341" y="2834640"/>
            <a:ext cx="38293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7341" y="2834640"/>
            <a:ext cx="38293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جَلَسَ عُمَرُ</a:t>
            </a:r>
            <a:endParaRPr lang="ar-SA" sz="5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1185108" cy="10515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3791" y="1783080"/>
            <a:ext cx="75876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13-lam</dc:title>
  <dc:subject>PptxGenJS Presentation</dc:subject>
  <dc:creator>PptxGenJS</dc:creator>
  <cp:lastModifiedBy>PptxGenJS</cp:lastModifiedBy>
  <cp:revision>1</cp:revision>
  <dcterms:created xsi:type="dcterms:W3CDTF">2026-10-21T00:09:54Z</dcterms:created>
  <dcterms:modified xsi:type="dcterms:W3CDTF">2026-10-21T00:09:54Z</dcterms:modified>
</cp:coreProperties>
</file>