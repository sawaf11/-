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13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33195" cy="16459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38" y="1897380"/>
            <a:ext cx="138472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6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683" y="3973068"/>
            <a:ext cx="573877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118" y="4155948"/>
            <a:ext cx="561442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808" y="3332988"/>
            <a:ext cx="75575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973068"/>
            <a:ext cx="5760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D147"/>
          </a:solidFill>
          <a:ln w="12700">
            <a:solidFill>
              <a:srgbClr val="5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578" y="3332988"/>
            <a:ext cx="99898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F5E"/>
          </a:solidFill>
          <a:ln w="12700">
            <a:solidFill>
              <a:srgbClr val="ED7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D864"/>
          </a:solidFill>
          <a:ln w="12700">
            <a:solidFill>
              <a:srgbClr val="B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D147"/>
          </a:solidFill>
          <a:ln w="12700">
            <a:solidFill>
              <a:srgbClr val="B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5ED"/>
          </a:solidFill>
          <a:ln w="12700">
            <a:solidFill>
              <a:srgbClr val="5E8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8"/>
          </a:solidFill>
          <a:ln w="12700">
            <a:solidFill>
              <a:srgbClr val="52E0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49421" y="896112"/>
            <a:ext cx="20640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49421" y="896112"/>
            <a:ext cx="20640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430556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0556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2426" y="2834640"/>
            <a:ext cx="3719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2426" y="2834640"/>
            <a:ext cx="3719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 عُمَرُ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41914" y="896112"/>
            <a:ext cx="19723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41914" y="896112"/>
            <a:ext cx="19723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29721" y="896112"/>
            <a:ext cx="17921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9721" y="896112"/>
            <a:ext cx="17921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2946" y="2834640"/>
            <a:ext cx="34381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2946" y="2834640"/>
            <a:ext cx="34381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 عُمَرُ</a:t>
            </a:r>
            <a:endParaRPr lang="ar-SA" sz="48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1943100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4303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4303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86349" y="896112"/>
            <a:ext cx="23479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6349" y="896112"/>
            <a:ext cx="23479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وَجَمُلَ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546" y="2834640"/>
            <a:ext cx="4118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546" y="2834640"/>
            <a:ext cx="4118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وَجَمُلَ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9199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9199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373125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3125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7341" y="2834640"/>
            <a:ext cx="38293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7341" y="2834640"/>
            <a:ext cx="38293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13-lam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