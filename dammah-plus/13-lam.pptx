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7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1300" dirty="0"/>
          </a:p>
        </p:txBody>
      </p:sp>
      <p:sp>
        <p:nvSpPr>
          <p:cNvPr id="13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11300" dirty="0"/>
          </a:p>
        </p:txBody>
      </p:sp>
      <p:pic>
        <p:nvPicPr>
          <p:cNvPr id="1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593342" cy="1554480"/>
          </a:xfrm>
          <a:prstGeom prst="rect">
            <a:avLst/>
          </a:prstGeom>
        </p:spPr>
      </p:pic>
      <p:pic>
        <p:nvPicPr>
          <p:cNvPr id="1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1783080"/>
            <a:ext cx="1380378" cy="1554480"/>
          </a:xfrm>
          <a:prstGeom prst="rect">
            <a:avLst/>
          </a:prstGeom>
        </p:spPr>
      </p:pic>
      <p:pic>
        <p:nvPicPr>
          <p:cNvPr id="1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8"/>
          </a:solidFill>
          <a:ln w="12700">
            <a:solidFill>
              <a:srgbClr val="2B64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6"/>
          </a:solidFill>
          <a:ln w="12700">
            <a:solidFill>
              <a:srgbClr val="3479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لُأُ</a:t>
            </a:r>
            <a:endParaRPr lang="ar-SA" sz="61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لُبُ</a:t>
            </a:r>
            <a:endParaRPr lang="ar-SA" sz="74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3520440"/>
            <a:ext cx="1397478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2"/>
          </a:solidFill>
          <a:ln w="12700">
            <a:solidFill>
              <a:srgbClr val="ED5E6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لُتُ</a:t>
            </a:r>
            <a:endParaRPr lang="ar-SA" sz="74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2E0"/>
          </a:solidFill>
          <a:ln w="12700">
            <a:solidFill>
              <a:srgbClr val="52D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B"/>
          </a:solidFill>
          <a:ln w="12700">
            <a:solidFill>
              <a:srgbClr val="DB709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147"/>
          </a:solidFill>
          <a:ln w="12700">
            <a:solidFill>
              <a:srgbClr val="858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لُثُ</a:t>
            </a:r>
            <a:endParaRPr lang="ar-SA" sz="74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706" y="4343400"/>
            <a:ext cx="569854" cy="73152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4"/>
          </a:solidFill>
          <a:ln w="12700">
            <a:solidFill>
              <a:srgbClr val="D864B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E"/>
          </a:solidFill>
          <a:ln w="12700">
            <a:solidFill>
              <a:srgbClr val="D147B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لُجُ</a:t>
            </a:r>
            <a:endParaRPr lang="ar-SA" sz="74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لُحُ</a:t>
            </a:r>
            <a:endParaRPr lang="ar-SA" sz="74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749" y="4114800"/>
            <a:ext cx="726811" cy="96012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C64"/>
          </a:solidFill>
          <a:ln w="12700">
            <a:solidFill>
              <a:srgbClr val="2B2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3479"/>
          </a:solidFill>
          <a:ln w="12700">
            <a:solidFill>
              <a:srgbClr val="5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لُخُ</a:t>
            </a:r>
            <a:endParaRPr lang="ar-SA" sz="74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لُدُ</a:t>
            </a:r>
            <a:endParaRPr lang="ar-SA" sz="74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3520440"/>
            <a:ext cx="1380378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5ED5E"/>
          </a:solidFill>
          <a:ln w="12700">
            <a:solidFill>
              <a:srgbClr val="8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لُذُ</a:t>
            </a:r>
            <a:endParaRPr lang="ar-SA" sz="74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B52E0"/>
          </a:solidFill>
          <a:ln w="12700">
            <a:solidFill>
              <a:srgbClr val="C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6DB70"/>
          </a:solidFill>
          <a:ln w="12700">
            <a:solidFill>
              <a:srgbClr val="B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لُرُ</a:t>
            </a:r>
            <a:endParaRPr lang="ar-SA" sz="74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1D864"/>
          </a:solidFill>
          <a:ln w="12700">
            <a:solidFill>
              <a:srgbClr val="D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247"/>
          </a:solidFill>
          <a:ln w="12700">
            <a:solidFill>
              <a:srgbClr val="D1C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لُزُ</a:t>
            </a:r>
            <a:endParaRPr lang="ar-SA" sz="74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لُسُ</a:t>
            </a:r>
            <a:endParaRPr lang="ar-SA" sz="74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242" y="4160520"/>
            <a:ext cx="712318" cy="91440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A"/>
          </a:solidFill>
          <a:ln w="12700">
            <a:solidFill>
              <a:srgbClr val="642B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434"/>
          </a:solidFill>
          <a:ln w="12700">
            <a:solidFill>
              <a:srgbClr val="794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لُشُ</a:t>
            </a:r>
            <a:endParaRPr lang="ar-SA" sz="74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لُصُ</a:t>
            </a:r>
            <a:endParaRPr lang="ar-SA" sz="74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19" y="3520440"/>
            <a:ext cx="1176741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9ED"/>
          </a:solidFill>
          <a:ln w="12700">
            <a:solidFill>
              <a:srgbClr val="5EA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لُضُ</a:t>
            </a:r>
            <a:endParaRPr lang="ar-SA" sz="74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852"/>
          </a:solidFill>
          <a:ln w="12700">
            <a:solidFill>
              <a:srgbClr val="E0A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0DB"/>
          </a:solidFill>
          <a:ln w="12700">
            <a:solidFill>
              <a:srgbClr val="70D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4785"/>
          </a:solidFill>
          <a:ln w="12700">
            <a:solidFill>
              <a:srgbClr val="6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لُطُ</a:t>
            </a:r>
            <a:endParaRPr lang="ar-SA" sz="74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2"/>
          </a:solidFill>
          <a:ln w="12700">
            <a:solidFill>
              <a:srgbClr val="64D8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0"/>
          </a:solidFill>
          <a:ln w="12700">
            <a:solidFill>
              <a:srgbClr val="47D1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لُظُ</a:t>
            </a:r>
            <a:endParaRPr lang="ar-SA" sz="74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لُعُ</a:t>
            </a:r>
            <a:endParaRPr lang="ar-SA" sz="74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3821" y="4297680"/>
            <a:ext cx="698739" cy="77724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7934"/>
          </a:solidFill>
          <a:ln w="12700">
            <a:solidFill>
              <a:srgbClr val="3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لُغُ</a:t>
            </a:r>
            <a:endParaRPr lang="ar-SA" sz="74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لُفُ</a:t>
            </a:r>
            <a:endParaRPr lang="ar-SA" sz="74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620" y="3520440"/>
            <a:ext cx="1210940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D"/>
          </a:solidFill>
          <a:ln w="12700">
            <a:solidFill>
              <a:srgbClr val="ED5EC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لُقُ</a:t>
            </a:r>
            <a:endParaRPr lang="ar-SA" sz="74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4"/>
          </a:solidFill>
          <a:ln w="12700">
            <a:solidFill>
              <a:srgbClr val="52E08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C70DB"/>
          </a:solidFill>
          <a:ln w="12700">
            <a:solidFill>
              <a:srgbClr val="C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347"/>
          </a:solidFill>
          <a:ln w="12700">
            <a:solidFill>
              <a:srgbClr val="855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لُكُ</a:t>
            </a:r>
            <a:endParaRPr lang="ar-SA" sz="74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799" y="4343400"/>
            <a:ext cx="553761" cy="73152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564D8"/>
          </a:solidFill>
          <a:ln w="12700">
            <a:solidFill>
              <a:srgbClr val="A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E47D1"/>
          </a:solidFill>
          <a:ln w="12700">
            <a:solidFill>
              <a:srgbClr val="7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أُلُبُ</a:t>
            </a:r>
            <a:endParaRPr lang="ar-SA" sz="52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8570" y="3337560"/>
            <a:ext cx="1203990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1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بُلُتُ</a:t>
            </a:r>
            <a:endParaRPr lang="ar-SA" sz="66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772" y="4251960"/>
            <a:ext cx="730788" cy="82296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764"/>
          </a:solidFill>
          <a:ln w="12700">
            <a:solidFill>
              <a:srgbClr val="2B5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779"/>
          </a:solidFill>
          <a:ln w="12700">
            <a:solidFill>
              <a:srgbClr val="344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تُلُثُ</a:t>
            </a:r>
            <a:endParaRPr lang="ar-SA" sz="66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8128" y="3337560"/>
            <a:ext cx="1624432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ثُلُجُ</a:t>
            </a:r>
            <a:endParaRPr lang="ar-SA" sz="66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673" y="3337560"/>
            <a:ext cx="1561887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A5E"/>
          </a:solidFill>
          <a:ln w="12700">
            <a:solidFill>
              <a:srgbClr val="EDE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جُلُحُ</a:t>
            </a:r>
            <a:endParaRPr lang="ar-SA" sz="6600" dirty="0"/>
          </a:p>
        </p:txBody>
      </p:sp>
      <p:pic>
        <p:nvPicPr>
          <p:cNvPr id="32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052E0"/>
          </a:solidFill>
          <a:ln w="12700">
            <a:solidFill>
              <a:srgbClr val="6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170"/>
          </a:solidFill>
          <a:ln w="12700">
            <a:solidFill>
              <a:srgbClr val="DBB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8547"/>
          </a:solidFill>
          <a:ln w="12700">
            <a:solidFill>
              <a:srgbClr val="4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حُلُخُ</a:t>
            </a:r>
            <a:endParaRPr lang="ar-SA" sz="66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30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706" y="4343400"/>
            <a:ext cx="569854" cy="731520"/>
          </a:xfrm>
          <a:prstGeom prst="rect">
            <a:avLst/>
          </a:prstGeom>
        </p:spPr>
      </p:pic>
      <p:pic>
        <p:nvPicPr>
          <p:cNvPr id="31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864"/>
          </a:solidFill>
          <a:ln w="12700">
            <a:solidFill>
              <a:srgbClr val="D88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B47"/>
          </a:solidFill>
          <a:ln w="12700">
            <a:solidFill>
              <a:srgbClr val="D15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خُلُدُ</a:t>
            </a:r>
            <a:endParaRPr lang="ar-SA" sz="66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1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دُلُذُ</a:t>
            </a:r>
            <a:endParaRPr lang="ar-SA" sz="66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749" y="4114800"/>
            <a:ext cx="726811" cy="96012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2B64"/>
          </a:solidFill>
          <a:ln w="12700">
            <a:solidFill>
              <a:srgbClr val="6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8"/>
          </a:solidFill>
          <a:ln w="12700">
            <a:solidFill>
              <a:srgbClr val="7934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ذُلُرُ</a:t>
            </a:r>
            <a:endParaRPr lang="ar-SA" sz="6600" dirty="0"/>
          </a:p>
        </p:txBody>
      </p:sp>
      <p:pic>
        <p:nvPicPr>
          <p:cNvPr id="26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7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8570" y="3337560"/>
            <a:ext cx="1203990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رُلُزُ</a:t>
            </a:r>
            <a:endParaRPr lang="ar-SA" sz="66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9784" y="3337560"/>
            <a:ext cx="1542776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7"/>
          </a:solidFill>
          <a:ln w="12700">
            <a:solidFill>
              <a:srgbClr val="5EEDC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زُلُسُ</a:t>
            </a:r>
            <a:endParaRPr lang="ar-SA" sz="6600" dirty="0"/>
          </a:p>
        </p:txBody>
      </p:sp>
      <p:pic>
        <p:nvPicPr>
          <p:cNvPr id="32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6"/>
          </a:solidFill>
          <a:ln w="12700">
            <a:solidFill>
              <a:srgbClr val="E0526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6"/>
          </a:solidFill>
          <a:ln w="12700">
            <a:solidFill>
              <a:srgbClr val="70DB9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B85"/>
          </a:solidFill>
          <a:ln w="12700">
            <a:solidFill>
              <a:srgbClr val="475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8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سُلُشُ</a:t>
            </a:r>
            <a:endParaRPr lang="ar-SA" sz="6600" dirty="0"/>
          </a:p>
        </p:txBody>
      </p:sp>
      <p:pic>
        <p:nvPicPr>
          <p:cNvPr id="29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30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B"/>
          </a:solidFill>
          <a:ln w="12700">
            <a:solidFill>
              <a:srgbClr val="64D86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6D147"/>
          </a:solidFill>
          <a:ln w="12700">
            <a:solidFill>
              <a:srgbClr val="5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شُلُصُ</a:t>
            </a:r>
            <a:endParaRPr lang="ar-SA" sz="66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0755" y="3337560"/>
            <a:ext cx="1641805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صُلُضُ</a:t>
            </a:r>
            <a:endParaRPr lang="ar-SA" sz="63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242" y="4160520"/>
            <a:ext cx="712318" cy="91440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ضُلُطُ</a:t>
            </a:r>
            <a:endParaRPr lang="ar-SA" sz="66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7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طُلُظُ</a:t>
            </a:r>
            <a:endParaRPr lang="ar-SA" sz="66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378" y="3337560"/>
            <a:ext cx="1315182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35EED"/>
          </a:solidFill>
          <a:ln w="12700">
            <a:solidFill>
              <a:srgbClr val="A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ظُلُعُ</a:t>
            </a:r>
            <a:endParaRPr lang="ar-SA" sz="66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AE052"/>
          </a:solidFill>
          <a:ln w="12700">
            <a:solidFill>
              <a:srgbClr val="8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B70DB"/>
          </a:solidFill>
          <a:ln w="12700">
            <a:solidFill>
              <a:srgbClr val="7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عُلُغُ</a:t>
            </a:r>
            <a:endParaRPr lang="ar-SA" sz="6600" dirty="0"/>
          </a:p>
        </p:txBody>
      </p:sp>
      <p:pic>
        <p:nvPicPr>
          <p:cNvPr id="2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30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AD8"/>
          </a:solidFill>
          <a:ln w="12700">
            <a:solidFill>
              <a:srgbClr val="647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8D1"/>
          </a:solidFill>
          <a:ln w="12700">
            <a:solidFill>
              <a:srgbClr val="477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غُلُفُ</a:t>
            </a:r>
            <a:endParaRPr lang="ar-SA" sz="66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8128" y="3337560"/>
            <a:ext cx="1624432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فُلُقُ</a:t>
            </a:r>
            <a:endParaRPr lang="ar-SA" sz="66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3821" y="4297680"/>
            <a:ext cx="698739" cy="77724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6"/>
          </a:solidFill>
          <a:ln w="12700">
            <a:solidFill>
              <a:srgbClr val="2B64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8"/>
          </a:solidFill>
          <a:ln w="12700">
            <a:solidFill>
              <a:srgbClr val="3479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قُلُكُ</a:t>
            </a:r>
            <a:endParaRPr lang="ar-SA" sz="66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0755" y="3337560"/>
            <a:ext cx="1641805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كُلُأُ</a:t>
            </a:r>
            <a:endParaRPr lang="ar-SA" sz="54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9157" y="3337560"/>
            <a:ext cx="1353403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F5E"/>
          </a:solidFill>
          <a:ln w="12700">
            <a:solidFill>
              <a:srgbClr val="ED7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أُلُ</a:t>
            </a:r>
            <a:endParaRPr lang="ar-SA" sz="59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EE0"/>
          </a:solidFill>
          <a:ln w="12700">
            <a:solidFill>
              <a:srgbClr val="52A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0"/>
          </a:solidFill>
          <a:ln w="12700">
            <a:solidFill>
              <a:srgbClr val="DB708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8547"/>
          </a:solidFill>
          <a:ln w="12700">
            <a:solidFill>
              <a:srgbClr val="7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بُلُ</a:t>
            </a:r>
            <a:endParaRPr lang="ar-SA" sz="76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799" y="4343400"/>
            <a:ext cx="553761" cy="73152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7"/>
          </a:solidFill>
          <a:ln w="12700">
            <a:solidFill>
              <a:srgbClr val="D8649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A"/>
          </a:solidFill>
          <a:ln w="12700">
            <a:solidFill>
              <a:srgbClr val="D1479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تُلُ</a:t>
            </a:r>
            <a:endParaRPr lang="ar-SA" sz="76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ثُلُ</a:t>
            </a:r>
            <a:endParaRPr lang="ar-SA" sz="75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772" y="4251960"/>
            <a:ext cx="730788" cy="82296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2B64"/>
          </a:solidFill>
          <a:ln w="12700">
            <a:solidFill>
              <a:srgbClr val="3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3479"/>
          </a:solidFill>
          <a:ln w="12700">
            <a:solidFill>
              <a:srgbClr val="6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جُلُ</a:t>
            </a:r>
            <a:endParaRPr lang="ar-SA" sz="76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حُلُ</a:t>
            </a:r>
            <a:endParaRPr lang="ar-SA" sz="76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3520440"/>
            <a:ext cx="1397478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1ED5E"/>
          </a:solidFill>
          <a:ln w="12700">
            <a:solidFill>
              <a:srgbClr val="6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خُلُ</a:t>
            </a:r>
            <a:endParaRPr lang="ar-SA" sz="76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1"/>
          </a:solidFill>
          <a:ln w="12700">
            <a:solidFill>
              <a:srgbClr val="E052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ADB70"/>
          </a:solidFill>
          <a:ln w="12700">
            <a:solidFill>
              <a:srgbClr val="9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1"/>
          </a:solidFill>
          <a:ln w="12700">
            <a:solidFill>
              <a:srgbClr val="4785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دُلُ</a:t>
            </a:r>
            <a:endParaRPr lang="ar-SA" sz="75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706" y="4343400"/>
            <a:ext cx="569854" cy="73152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4D864"/>
          </a:solidFill>
          <a:ln w="12700">
            <a:solidFill>
              <a:srgbClr val="B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DD147"/>
          </a:solidFill>
          <a:ln w="12700">
            <a:solidFill>
              <a:srgbClr val="B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ذُلُ</a:t>
            </a:r>
            <a:endParaRPr lang="ar-SA" sz="75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رُلُ</a:t>
            </a:r>
            <a:endParaRPr lang="ar-SA" sz="75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749" y="4114800"/>
            <a:ext cx="726811" cy="96012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534"/>
          </a:solidFill>
          <a:ln w="12700">
            <a:solidFill>
              <a:srgbClr val="795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زُلُ</a:t>
            </a:r>
            <a:endParaRPr lang="ar-SA" sz="75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سُلُ</a:t>
            </a:r>
            <a:endParaRPr lang="ar-SA" sz="76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3520440"/>
            <a:ext cx="1380378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5ED"/>
          </a:solidFill>
          <a:ln w="12700">
            <a:solidFill>
              <a:srgbClr val="5E8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شُلُ</a:t>
            </a:r>
            <a:endParaRPr lang="ar-SA" sz="76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C52"/>
          </a:solidFill>
          <a:ln w="12700">
            <a:solidFill>
              <a:srgbClr val="E0C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5DB"/>
          </a:solidFill>
          <a:ln w="12700">
            <a:solidFill>
              <a:srgbClr val="70B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صُلُ</a:t>
            </a:r>
            <a:endParaRPr lang="ar-SA" sz="76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1D8"/>
          </a:solidFill>
          <a:ln w="12700">
            <a:solidFill>
              <a:srgbClr val="64D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3"/>
          </a:solidFill>
          <a:ln w="12700">
            <a:solidFill>
              <a:srgbClr val="47D1C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ضُلُ</a:t>
            </a:r>
            <a:endParaRPr lang="ar-SA" sz="76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طُلُ</a:t>
            </a:r>
            <a:endParaRPr lang="ar-SA" sz="74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242" y="4160520"/>
            <a:ext cx="712318" cy="91440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642B"/>
          </a:solidFill>
          <a:ln w="12700">
            <a:solidFill>
              <a:srgbClr val="3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ظُلُ</a:t>
            </a:r>
            <a:endParaRPr lang="ar-SA" sz="74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عُلُ</a:t>
            </a:r>
            <a:endParaRPr lang="ar-SA" sz="76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19" y="3520440"/>
            <a:ext cx="1176741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8"/>
          </a:solidFill>
          <a:ln w="12700">
            <a:solidFill>
              <a:srgbClr val="ED5EA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غُلُ</a:t>
            </a:r>
            <a:endParaRPr lang="ar-SA" sz="76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8"/>
          </a:solidFill>
          <a:ln w="12700">
            <a:solidFill>
              <a:srgbClr val="52E0A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0"/>
          </a:solidFill>
          <a:ln w="12700">
            <a:solidFill>
              <a:srgbClr val="DB70D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247"/>
          </a:solidFill>
          <a:ln w="12700">
            <a:solidFill>
              <a:srgbClr val="856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فُلُ</a:t>
            </a:r>
            <a:endParaRPr lang="ar-SA" sz="76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64D8"/>
          </a:solidFill>
          <a:ln w="12700">
            <a:solidFill>
              <a:srgbClr val="C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147D1"/>
          </a:solidFill>
          <a:ln w="12700">
            <a:solidFill>
              <a:srgbClr val="A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قُلُ</a:t>
            </a:r>
            <a:endParaRPr lang="ar-SA" sz="76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كُلُ</a:t>
            </a:r>
            <a:endParaRPr lang="ar-SA" sz="76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3821" y="4297680"/>
            <a:ext cx="698739" cy="77724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579"/>
          </a:solidFill>
          <a:ln w="12700">
            <a:solidFill>
              <a:srgbClr val="3435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49421" y="896112"/>
            <a:ext cx="20640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2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49421" y="896112"/>
            <a:ext cx="20640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حَمَلَهُ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2430556" y="896112"/>
            <a:ext cx="18988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30556" y="896112"/>
            <a:ext cx="18988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12426" y="2834640"/>
            <a:ext cx="371914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12426" y="2834640"/>
            <a:ext cx="371914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حَمَلَهُ عُمَرُ</a:t>
            </a:r>
            <a:endParaRPr lang="ar-SA" sz="5400" dirty="0"/>
          </a:p>
        </p:txBody>
      </p:sp>
      <p:pic>
        <p:nvPicPr>
          <p:cNvPr id="19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3037" cy="1554480"/>
          </a:xfrm>
          <a:prstGeom prst="rect">
            <a:avLst/>
          </a:prstGeom>
        </p:spPr>
      </p:pic>
      <p:pic>
        <p:nvPicPr>
          <p:cNvPr id="20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1783080"/>
            <a:ext cx="1468984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41914" y="896112"/>
            <a:ext cx="19723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0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41914" y="896112"/>
            <a:ext cx="19723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لَبِسَهُ</a:t>
            </a:r>
            <a:endParaRPr lang="ar-SA" sz="4800" dirty="0"/>
          </a:p>
        </p:txBody>
      </p:sp>
      <p:sp>
        <p:nvSpPr>
          <p:cNvPr id="12" name="C2 W2 pill"/>
          <p:cNvSpPr/>
          <p:nvPr/>
        </p:nvSpPr>
        <p:spPr>
          <a:xfrm>
            <a:off x="2529721" y="896112"/>
            <a:ext cx="179215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0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29721" y="896112"/>
            <a:ext cx="179215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52946" y="2834640"/>
            <a:ext cx="343810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52946" y="2834640"/>
            <a:ext cx="343810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لَبِسَهُ عُمَرُ</a:t>
            </a:r>
            <a:endParaRPr lang="ar-SA" sz="4800" dirty="0"/>
          </a:p>
        </p:txBody>
      </p:sp>
      <p:pic>
        <p:nvPicPr>
          <p:cNvPr id="17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13536" cy="1554480"/>
          </a:xfrm>
          <a:prstGeom prst="rect">
            <a:avLst/>
          </a:prstGeom>
        </p:spPr>
      </p:pic>
      <p:pic>
        <p:nvPicPr>
          <p:cNvPr id="18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620" y="1783080"/>
            <a:ext cx="1210940" cy="1554480"/>
          </a:xfrm>
          <a:prstGeom prst="rect">
            <a:avLst/>
          </a:prstGeom>
        </p:spPr>
      </p:pic>
      <p:pic>
        <p:nvPicPr>
          <p:cNvPr id="19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CED5E"/>
          </a:solidFill>
          <a:ln w="12700">
            <a:solidFill>
              <a:srgbClr val="C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54303" y="896112"/>
            <a:ext cx="21033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E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54303" y="896112"/>
            <a:ext cx="21033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سَهُلَ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186349" y="896112"/>
            <a:ext cx="234791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E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186349" y="896112"/>
            <a:ext cx="234791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وَجَمُلَ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512546" y="2834640"/>
            <a:ext cx="411890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512546" y="2834640"/>
            <a:ext cx="411890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سَهُلَ وَجَمُلَ</a:t>
            </a:r>
            <a:endParaRPr lang="ar-SA" sz="54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68984" cy="155448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1783080"/>
            <a:ext cx="1158088" cy="155448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52E0"/>
          </a:solidFill>
          <a:ln w="12700">
            <a:solidFill>
              <a:srgbClr val="8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C70"/>
          </a:solidFill>
          <a:ln w="12700">
            <a:solidFill>
              <a:srgbClr val="DBC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591990" y="896112"/>
            <a:ext cx="21788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1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591990" y="896112"/>
            <a:ext cx="21788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5300" dirty="0"/>
          </a:p>
        </p:txBody>
      </p:sp>
      <p:sp>
        <p:nvSpPr>
          <p:cNvPr id="17" name="C2 W2 pill"/>
          <p:cNvSpPr/>
          <p:nvPr/>
        </p:nvSpPr>
        <p:spPr>
          <a:xfrm>
            <a:off x="2373125" y="896112"/>
            <a:ext cx="18988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1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373125" y="896112"/>
            <a:ext cx="18988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3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657341" y="2834640"/>
            <a:ext cx="382931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657341" y="2834640"/>
            <a:ext cx="382931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 عُمَرُ</a:t>
            </a:r>
            <a:endParaRPr lang="ar-SA" sz="54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22862" cy="155448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19" y="1783080"/>
            <a:ext cx="1176741" cy="1554480"/>
          </a:xfrm>
          <a:prstGeom prst="rect">
            <a:avLst/>
          </a:prstGeom>
        </p:spPr>
      </p:pic>
      <p:pic>
        <p:nvPicPr>
          <p:cNvPr id="24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13-lam</dc:title>
  <dc:subject>PptxGenJS Presentation</dc:subject>
  <dc:creator>PptxGenJS</dc:creator>
  <cp:lastModifiedBy>PptxGenJS</cp:lastModifiedBy>
  <cp:revision>1</cp:revision>
  <dcterms:created xsi:type="dcterms:W3CDTF">2026-10-20T22:54:28Z</dcterms:created>
  <dcterms:modified xsi:type="dcterms:W3CDTF">2026-10-20T22:54:28Z</dcterms:modified>
</cp:coreProperties>
</file>