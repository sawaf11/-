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6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5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6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5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6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7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4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1300" dirty="0"/>
          </a:p>
        </p:txBody>
      </p:sp>
      <p:pic>
        <p:nvPicPr>
          <p:cNvPr id="1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5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1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61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74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74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74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52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66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66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66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66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66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66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6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66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66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D147"/>
          </a:solidFill>
          <a:ln w="12700">
            <a:solidFill>
              <a:srgbClr val="5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63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66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66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66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66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54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F5E"/>
          </a:solidFill>
          <a:ln w="12700">
            <a:solidFill>
              <a:srgbClr val="ED7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59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7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76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75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7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7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7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75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D864"/>
          </a:solidFill>
          <a:ln w="12700">
            <a:solidFill>
              <a:srgbClr val="B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D147"/>
          </a:solidFill>
          <a:ln w="12700">
            <a:solidFill>
              <a:srgbClr val="B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75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75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75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7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5ED"/>
          </a:solidFill>
          <a:ln w="12700">
            <a:solidFill>
              <a:srgbClr val="5E8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76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76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7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76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7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8"/>
          </a:solidFill>
          <a:ln w="12700">
            <a:solidFill>
              <a:srgbClr val="52E0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7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7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76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49421" y="896112"/>
            <a:ext cx="20640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49421" y="896112"/>
            <a:ext cx="20640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430556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0556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2426" y="2834640"/>
            <a:ext cx="3719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2426" y="2834640"/>
            <a:ext cx="3719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 عُمَرُ</a:t>
            </a:r>
            <a:endParaRPr lang="ar-SA" sz="5400" dirty="0"/>
          </a:p>
        </p:txBody>
      </p:sp>
      <p:pic>
        <p:nvPicPr>
          <p:cNvPr id="19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6916" cy="1463040"/>
          </a:xfrm>
          <a:prstGeom prst="rect">
            <a:avLst/>
          </a:prstGeom>
        </p:spPr>
      </p:pic>
      <p:pic>
        <p:nvPicPr>
          <p:cNvPr id="20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21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41914" y="896112"/>
            <a:ext cx="19723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41914" y="896112"/>
            <a:ext cx="19723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29721" y="896112"/>
            <a:ext cx="17921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9721" y="896112"/>
            <a:ext cx="17921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2946" y="2834640"/>
            <a:ext cx="34381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2946" y="2834640"/>
            <a:ext cx="34381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 عُمَرُ</a:t>
            </a:r>
            <a:endParaRPr lang="ar-SA" sz="48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4303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4303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86349" y="896112"/>
            <a:ext cx="23479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6349" y="896112"/>
            <a:ext cx="23479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وَجَمُلَ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546" y="2834640"/>
            <a:ext cx="4118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546" y="2834640"/>
            <a:ext cx="4118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وَجَمُلَ</a:t>
            </a:r>
            <a:endParaRPr lang="ar-SA" sz="54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9199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9199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373125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3125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7341" y="2834640"/>
            <a:ext cx="38293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7341" y="2834640"/>
            <a:ext cx="38293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عُمَرُ</a:t>
            </a:r>
            <a:endParaRPr lang="ar-SA" sz="54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13-lam</dc:title>
  <dc:subject>PptxGenJS Presentation</dc:subject>
  <dc:creator>PptxGenJS</dc:creator>
  <cp:lastModifiedBy>PptxGenJS</cp:lastModifiedBy>
  <cp:revision>1</cp:revision>
  <dcterms:created xsi:type="dcterms:W3CDTF">2026-10-20T23:11:34Z</dcterms:created>
  <dcterms:modified xsi:type="dcterms:W3CDTF">2026-10-20T23:11:34Z</dcterms:modified>
</cp:coreProperties>
</file>