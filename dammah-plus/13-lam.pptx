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2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2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1300" dirty="0"/>
          </a:p>
        </p:txBody>
      </p:sp>
      <p:sp>
        <p:nvSpPr>
          <p:cNvPr id="13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11300" dirty="0"/>
          </a:p>
        </p:txBody>
      </p:sp>
      <p:pic>
        <p:nvPicPr>
          <p:cNvPr id="1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512600" cy="1645920"/>
          </a:xfrm>
          <a:prstGeom prst="rect">
            <a:avLst/>
          </a:prstGeom>
        </p:spPr>
      </p:pic>
      <p:pic>
        <p:nvPicPr>
          <p:cNvPr id="15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511" y="1783080"/>
            <a:ext cx="1715049" cy="16459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8"/>
          </a:solidFill>
          <a:ln w="12700">
            <a:solidFill>
              <a:srgbClr val="2B64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لُأُ</a:t>
            </a:r>
            <a:endParaRPr lang="ar-SA" sz="6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5668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لُبُ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9275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2"/>
          </a:solidFill>
          <a:ln w="12700">
            <a:solidFill>
              <a:srgbClr val="ED5E6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لُتُ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7916" cy="10972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2E0"/>
          </a:solidFill>
          <a:ln w="12700">
            <a:solidFill>
              <a:srgbClr val="52D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B"/>
          </a:solidFill>
          <a:ln w="12700">
            <a:solidFill>
              <a:srgbClr val="DB70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147"/>
          </a:solidFill>
          <a:ln w="12700">
            <a:solidFill>
              <a:srgbClr val="858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لُثُ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896112" cy="91440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918" y="3881628"/>
            <a:ext cx="564642" cy="11887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4"/>
          </a:solidFill>
          <a:ln w="12700">
            <a:solidFill>
              <a:srgbClr val="D864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E"/>
          </a:solidFill>
          <a:ln w="12700">
            <a:solidFill>
              <a:srgbClr val="D147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لُجُ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325" y="3515868"/>
            <a:ext cx="1105235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3479"/>
          </a:solidFill>
          <a:ln w="12700">
            <a:solidFill>
              <a:srgbClr val="5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لُخُ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9999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327" y="3515868"/>
            <a:ext cx="948233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لُدُ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4645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5ED5E"/>
          </a:solidFill>
          <a:ln w="12700">
            <a:solidFill>
              <a:srgbClr val="8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لُذُ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07492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52E0"/>
          </a:solidFill>
          <a:ln w="12700">
            <a:solidFill>
              <a:srgbClr val="C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6DB70"/>
          </a:solidFill>
          <a:ln w="12700">
            <a:solidFill>
              <a:srgbClr val="B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لُرُ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29396" cy="109728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461" y="3973068"/>
            <a:ext cx="565099" cy="10972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1D864"/>
          </a:solidFill>
          <a:ln w="12700">
            <a:solidFill>
              <a:srgbClr val="D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247"/>
          </a:solidFill>
          <a:ln w="12700">
            <a:solidFill>
              <a:srgbClr val="D1C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لُزُ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5401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799" y="3515868"/>
            <a:ext cx="1148761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لُسُ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68202" cy="10058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434"/>
          </a:solidFill>
          <a:ln w="12700">
            <a:solidFill>
              <a:srgbClr val="794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لُشُ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92282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608" y="3515868"/>
            <a:ext cx="711952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لُصُ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201401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9ED"/>
          </a:solidFill>
          <a:ln w="12700">
            <a:solidFill>
              <a:srgbClr val="5EA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لُضُ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48840"/>
            <a:ext cx="520294" cy="9144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852"/>
          </a:solidFill>
          <a:ln w="12700">
            <a:solidFill>
              <a:srgbClr val="E0A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0DB"/>
          </a:solidFill>
          <a:ln w="12700">
            <a:solidFill>
              <a:srgbClr val="70D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4785"/>
          </a:solidFill>
          <a:ln w="12700">
            <a:solidFill>
              <a:srgbClr val="6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لُطُ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891951" cy="9601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585" y="3973068"/>
            <a:ext cx="574975" cy="10972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2"/>
          </a:solidFill>
          <a:ln w="12700">
            <a:solidFill>
              <a:srgbClr val="64D8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0"/>
          </a:solidFill>
          <a:ln w="12700">
            <a:solidFill>
              <a:srgbClr val="47D1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لُظُ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92282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637" y="3515868"/>
            <a:ext cx="1395923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لُعُ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1082604" cy="12344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7934"/>
          </a:solidFill>
          <a:ln w="12700">
            <a:solidFill>
              <a:srgbClr val="3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لُغُ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29132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761" y="3515868"/>
            <a:ext cx="1092799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لُفُ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65117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D"/>
          </a:solidFill>
          <a:ln w="12700">
            <a:solidFill>
              <a:srgbClr val="ED5EC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لُقُ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4"/>
          </a:solidFill>
          <a:ln w="12700">
            <a:solidFill>
              <a:srgbClr val="52E08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C70DB"/>
          </a:solidFill>
          <a:ln w="12700">
            <a:solidFill>
              <a:srgbClr val="C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347"/>
          </a:solidFill>
          <a:ln w="12700">
            <a:solidFill>
              <a:srgbClr val="855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لُكُ</a:t>
            </a:r>
            <a:endParaRPr lang="ar-SA" sz="7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0890" y="4110228"/>
            <a:ext cx="561670" cy="9601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564D8"/>
          </a:solidFill>
          <a:ln w="12700">
            <a:solidFill>
              <a:srgbClr val="A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E47D1"/>
          </a:solidFill>
          <a:ln w="12700">
            <a:solidFill>
              <a:srgbClr val="7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أُلُبُ</a:t>
            </a:r>
            <a:endParaRPr lang="ar-SA" sz="5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4977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444" y="3332988"/>
            <a:ext cx="1977116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بُلُتُ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68202" cy="10058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764"/>
          </a:solidFill>
          <a:ln w="12700">
            <a:solidFill>
              <a:srgbClr val="2B5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779"/>
          </a:solidFill>
          <a:ln w="12700">
            <a:solidFill>
              <a:srgbClr val="344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تُلُثُ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2625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233" y="3332988"/>
            <a:ext cx="745327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ثُلُجُ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472550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870" y="3332988"/>
            <a:ext cx="901690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A5E"/>
          </a:solidFill>
          <a:ln w="12700">
            <a:solidFill>
              <a:srgbClr val="EDE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جُلُحُ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052E0"/>
          </a:solidFill>
          <a:ln w="12700">
            <a:solidFill>
              <a:srgbClr val="6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170"/>
          </a:solidFill>
          <a:ln w="12700">
            <a:solidFill>
              <a:srgbClr val="DBB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8547"/>
          </a:solidFill>
          <a:ln w="12700">
            <a:solidFill>
              <a:srgbClr val="4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حُلُخُ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902376" cy="123444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391" y="3973068"/>
            <a:ext cx="577169" cy="10972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864"/>
          </a:solidFill>
          <a:ln w="12700">
            <a:solidFill>
              <a:srgbClr val="D88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B47"/>
          </a:solidFill>
          <a:ln w="12700">
            <a:solidFill>
              <a:srgbClr val="D15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خُلُدُ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44241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309" y="3332988"/>
            <a:ext cx="2783251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دُلُذُ</a:t>
            </a:r>
            <a:endParaRPr lang="ar-SA" sz="66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756" y="4155948"/>
            <a:ext cx="717804" cy="9144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8"/>
          </a:solidFill>
          <a:ln w="12700">
            <a:solidFill>
              <a:srgbClr val="7934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ذُلُرُ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91012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780" y="3332988"/>
            <a:ext cx="1026780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رُلُزُ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457462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94" y="3332988"/>
            <a:ext cx="2588666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7"/>
          </a:solidFill>
          <a:ln w="12700">
            <a:solidFill>
              <a:srgbClr val="5EED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زُلُسُ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6"/>
          </a:solidFill>
          <a:ln w="12700">
            <a:solidFill>
              <a:srgbClr val="E0526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6"/>
          </a:solidFill>
          <a:ln w="12700">
            <a:solidFill>
              <a:srgbClr val="70DB9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8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سُلُشُ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30859" cy="91440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609" y="3790188"/>
            <a:ext cx="570951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B"/>
          </a:solidFill>
          <a:ln w="12700">
            <a:solidFill>
              <a:srgbClr val="64D86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6D147"/>
          </a:solidFill>
          <a:ln w="12700">
            <a:solidFill>
              <a:srgbClr val="5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شُلُصُ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26800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835" y="3332988"/>
            <a:ext cx="1549725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صُلُضُ</a:t>
            </a:r>
            <a:endParaRPr lang="ar-SA" sz="63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085301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ضُلُطُ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34344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873" y="3332988"/>
            <a:ext cx="1245687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طُلُظُ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80759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677" y="3332988"/>
            <a:ext cx="2077883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35EED"/>
          </a:solidFill>
          <a:ln w="12700">
            <a:solidFill>
              <a:srgbClr val="A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ظُلُعُ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AE052"/>
          </a:solidFill>
          <a:ln w="12700">
            <a:solidFill>
              <a:srgbClr val="8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70DB"/>
          </a:solidFill>
          <a:ln w="12700">
            <a:solidFill>
              <a:srgbClr val="7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عُلُغُ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890626" cy="91440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305" y="4018788"/>
            <a:ext cx="576255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AD8"/>
          </a:solidFill>
          <a:ln w="12700">
            <a:solidFill>
              <a:srgbClr val="647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8D1"/>
          </a:solidFill>
          <a:ln w="12700">
            <a:solidFill>
              <a:srgbClr val="477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غُلُفُ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11713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432" y="3332988"/>
            <a:ext cx="1666128" cy="17373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فُلُقُ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069437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8"/>
          </a:solidFill>
          <a:ln w="12700">
            <a:solidFill>
              <a:srgbClr val="3479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قُلُكُ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77011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255" y="3332988"/>
            <a:ext cx="1023305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كُلُأُ</a:t>
            </a:r>
            <a:endParaRPr lang="ar-SA" sz="5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360902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870" y="3332988"/>
            <a:ext cx="901690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F5E"/>
          </a:solidFill>
          <a:ln w="12700">
            <a:solidFill>
              <a:srgbClr val="ED7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أُلُ</a:t>
            </a:r>
            <a:endParaRPr lang="ar-SA" sz="59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4749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EE0"/>
          </a:solidFill>
          <a:ln w="12700">
            <a:solidFill>
              <a:srgbClr val="52A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0"/>
          </a:solidFill>
          <a:ln w="12700">
            <a:solidFill>
              <a:srgbClr val="DB708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8547"/>
          </a:solidFill>
          <a:ln w="12700">
            <a:solidFill>
              <a:srgbClr val="7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بُلُ</a:t>
            </a:r>
            <a:endParaRPr lang="ar-SA" sz="76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710" y="3881628"/>
            <a:ext cx="584850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7"/>
          </a:solidFill>
          <a:ln w="12700">
            <a:solidFill>
              <a:srgbClr val="D8649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A"/>
          </a:solidFill>
          <a:ln w="12700">
            <a:solidFill>
              <a:srgbClr val="D147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تُلُ</a:t>
            </a:r>
            <a:endParaRPr lang="ar-SA" sz="7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01416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70" y="3515868"/>
            <a:ext cx="1523390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ثُلُ</a:t>
            </a:r>
            <a:endParaRPr lang="ar-SA" sz="7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12754" cy="14173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408" y="4064508"/>
            <a:ext cx="715152" cy="10058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3479"/>
          </a:solidFill>
          <a:ln w="12700">
            <a:solidFill>
              <a:srgbClr val="6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جُلُ</a:t>
            </a:r>
            <a:endParaRPr lang="ar-SA" sz="7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1573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899" y="3515868"/>
            <a:ext cx="1131661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حُلُ</a:t>
            </a:r>
            <a:endParaRPr lang="ar-SA" sz="7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78423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1ED5E"/>
          </a:solidFill>
          <a:ln w="12700">
            <a:solidFill>
              <a:srgbClr val="6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خُلُ</a:t>
            </a:r>
            <a:endParaRPr lang="ar-SA" sz="7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18008" cy="10058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1"/>
          </a:solidFill>
          <a:ln w="12700">
            <a:solidFill>
              <a:srgbClr val="E052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DB70"/>
          </a:solidFill>
          <a:ln w="12700">
            <a:solidFill>
              <a:srgbClr val="9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1"/>
          </a:solidFill>
          <a:ln w="12700">
            <a:solidFill>
              <a:srgbClr val="4785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دُلُ</a:t>
            </a:r>
            <a:endParaRPr lang="ar-SA" sz="7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927202" cy="137160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169" y="3790188"/>
            <a:ext cx="568391" cy="12801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4D864"/>
          </a:solidFill>
          <a:ln w="12700">
            <a:solidFill>
              <a:srgbClr val="B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DD147"/>
          </a:solidFill>
          <a:ln w="12700">
            <a:solidFill>
              <a:srgbClr val="B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ذُلُ</a:t>
            </a:r>
            <a:endParaRPr lang="ar-SA" sz="7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15868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رُلُ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534"/>
          </a:solidFill>
          <a:ln w="12700">
            <a:solidFill>
              <a:srgbClr val="795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زُلُ</a:t>
            </a:r>
            <a:endParaRPr lang="ar-SA" sz="75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0471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359" y="3515868"/>
            <a:ext cx="833201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سُلُ</a:t>
            </a:r>
            <a:endParaRPr lang="ar-SA" sz="7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77793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5ED"/>
          </a:solidFill>
          <a:ln w="12700">
            <a:solidFill>
              <a:srgbClr val="5E8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شُلُ</a:t>
            </a:r>
            <a:endParaRPr lang="ar-SA" sz="7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505023" cy="9601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C52"/>
          </a:solidFill>
          <a:ln w="12700">
            <a:solidFill>
              <a:srgbClr val="E0C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5DB"/>
          </a:solidFill>
          <a:ln w="12700">
            <a:solidFill>
              <a:srgbClr val="70B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صُلُ</a:t>
            </a:r>
            <a:endParaRPr lang="ar-SA" sz="76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1002" y="4155948"/>
            <a:ext cx="581558" cy="9144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1D8"/>
          </a:solidFill>
          <a:ln w="12700">
            <a:solidFill>
              <a:srgbClr val="64D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3"/>
          </a:solidFill>
          <a:ln w="12700">
            <a:solidFill>
              <a:srgbClr val="47D1C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ضُلُ</a:t>
            </a:r>
            <a:endParaRPr lang="ar-SA" sz="7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332" y="3515868"/>
            <a:ext cx="1276228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طُلُ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069437" cy="105156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155948"/>
            <a:ext cx="707746" cy="9144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ظُلُ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698" y="3515868"/>
            <a:ext cx="680862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عُلُ</a:t>
            </a:r>
            <a:endParaRPr lang="ar-SA" sz="7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98424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8"/>
          </a:solidFill>
          <a:ln w="12700">
            <a:solidFill>
              <a:srgbClr val="ED5EA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غُلُ</a:t>
            </a:r>
            <a:endParaRPr lang="ar-SA" sz="7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12064" cy="1143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8"/>
          </a:solidFill>
          <a:ln w="12700">
            <a:solidFill>
              <a:srgbClr val="52E0A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0"/>
          </a:solidFill>
          <a:ln w="12700">
            <a:solidFill>
              <a:srgbClr val="DB70D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247"/>
          </a:solidFill>
          <a:ln w="12700">
            <a:solidFill>
              <a:srgbClr val="856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فُلُ</a:t>
            </a:r>
            <a:endParaRPr lang="ar-SA" sz="76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4260" y="4064508"/>
            <a:ext cx="568300" cy="10058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64D8"/>
          </a:solidFill>
          <a:ln w="12700">
            <a:solidFill>
              <a:srgbClr val="C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147D1"/>
          </a:solidFill>
          <a:ln w="12700">
            <a:solidFill>
              <a:srgbClr val="A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قُلُ</a:t>
            </a:r>
            <a:endParaRPr lang="ar-SA" sz="7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023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920" y="3515868"/>
            <a:ext cx="1644640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كُلُ</a:t>
            </a:r>
            <a:endParaRPr lang="ar-SA" sz="7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109899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49421" y="896112"/>
            <a:ext cx="20640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2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49421" y="896112"/>
            <a:ext cx="20640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حَمَلَهُ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430556" y="896112"/>
            <a:ext cx="18988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30556" y="896112"/>
            <a:ext cx="18988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12426" y="2834640"/>
            <a:ext cx="37191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12426" y="2834640"/>
            <a:ext cx="37191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حَمَلَهُ عُمَرُ</a:t>
            </a:r>
            <a:endParaRPr lang="ar-SA" sz="54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854050" cy="1828800"/>
          </a:xfrm>
          <a:prstGeom prst="rect">
            <a:avLst/>
          </a:prstGeom>
        </p:spPr>
      </p:pic>
      <p:pic>
        <p:nvPicPr>
          <p:cNvPr id="2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334" y="3241548"/>
            <a:ext cx="1119226" cy="1828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41914" y="896112"/>
            <a:ext cx="19723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0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41914" y="896112"/>
            <a:ext cx="19723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لَبِسَهُ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2529721" y="896112"/>
            <a:ext cx="179215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0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29721" y="896112"/>
            <a:ext cx="179215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52946" y="2834640"/>
            <a:ext cx="34381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52946" y="2834640"/>
            <a:ext cx="34381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لَبِسَهُ عُمَرُ</a:t>
            </a:r>
            <a:endParaRPr lang="ar-SA" sz="48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1964131" cy="182880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771" y="3287268"/>
            <a:ext cx="2656789" cy="17830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CED5E"/>
          </a:solidFill>
          <a:ln w="12700">
            <a:solidFill>
              <a:srgbClr val="C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54303" y="896112"/>
            <a:ext cx="21033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E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54303" y="896112"/>
            <a:ext cx="21033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186349" y="896112"/>
            <a:ext cx="234791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E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186349" y="896112"/>
            <a:ext cx="234791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وَجَمُلَ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12546" y="2834640"/>
            <a:ext cx="41189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12546" y="2834640"/>
            <a:ext cx="41189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 وَجَمُلَ</a:t>
            </a:r>
            <a:endParaRPr lang="ar-SA" sz="5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48894" cy="16459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921" y="1783080"/>
            <a:ext cx="1456639" cy="1645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52E0"/>
          </a:solidFill>
          <a:ln w="12700">
            <a:solidFill>
              <a:srgbClr val="8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C70"/>
          </a:solidFill>
          <a:ln w="12700">
            <a:solidFill>
              <a:srgbClr val="DBC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591990" y="896112"/>
            <a:ext cx="21788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1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591990" y="896112"/>
            <a:ext cx="21788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5300" dirty="0"/>
          </a:p>
        </p:txBody>
      </p:sp>
      <p:sp>
        <p:nvSpPr>
          <p:cNvPr id="17" name="C2 W2 pill"/>
          <p:cNvSpPr/>
          <p:nvPr/>
        </p:nvSpPr>
        <p:spPr>
          <a:xfrm>
            <a:off x="2373125" y="896112"/>
            <a:ext cx="18988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1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73125" y="896112"/>
            <a:ext cx="18988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3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57341" y="2834640"/>
            <a:ext cx="382931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57341" y="2834640"/>
            <a:ext cx="382931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 عُمَرُ</a:t>
            </a:r>
            <a:endParaRPr lang="ar-SA" sz="54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65960"/>
            <a:ext cx="2141708" cy="128016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312" y="1783080"/>
            <a:ext cx="747248" cy="16459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13-lam</dc:title>
  <dc:subject>PptxGenJS Presentation</dc:subject>
  <dc:creator>PptxGenJS</dc:creator>
  <cp:lastModifiedBy>PptxGenJS</cp:lastModifiedBy>
  <cp:revision>1</cp:revision>
  <dcterms:created xsi:type="dcterms:W3CDTF">2026-10-20T23:35:55Z</dcterms:created>
  <dcterms:modified xsi:type="dcterms:W3CDTF">2026-10-20T23:35:55Z</dcterms:modified>
</cp:coreProperties>
</file>