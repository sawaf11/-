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5200" dirty="0"/>
          </a:p>
        </p:txBody>
      </p:sp>
      <p:pic>
        <p:nvPicPr>
          <p:cNvPr id="13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5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56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10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8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10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8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82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8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8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8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7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52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8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80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1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8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69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63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61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58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3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68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68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67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6"/>
          </a:solidFill>
          <a:ln w="12700">
            <a:solidFill>
              <a:srgbClr val="ED5E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8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5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59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87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7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7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7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10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8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7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1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83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7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7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79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87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1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0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178308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7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6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15-ha</dc:title>
  <dc:subject>PptxGenJS Presentation</dc:subject>
  <dc:creator>PptxGenJS</dc:creator>
  <cp:lastModifiedBy>PptxGenJS</cp:lastModifiedBy>
  <cp:revision>1</cp:revision>
  <dcterms:created xsi:type="dcterms:W3CDTF">2026-10-20T22:54:29Z</dcterms:created>
  <dcterms:modified xsi:type="dcterms:W3CDTF">2026-10-20T22:54:29Z</dcterms:modified>
</cp:coreProperties>
</file>