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6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9-1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13-1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1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6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9-1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13-1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1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6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7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9-1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2.png"/><Relationship Id="rId2" Type="http://schemas.openxmlformats.org/officeDocument/2006/relationships/image" Target="../media/image-23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52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15200" dirty="0"/>
          </a:p>
        </p:txBody>
      </p:sp>
      <p:pic>
        <p:nvPicPr>
          <p:cNvPr id="13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780520" cy="1463040"/>
          </a:xfrm>
          <a:prstGeom prst="rect">
            <a:avLst/>
          </a:prstGeom>
        </p:spPr>
      </p:pic>
      <p:pic>
        <p:nvPicPr>
          <p:cNvPr id="14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15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7ED"/>
          </a:solidFill>
          <a:ln w="12700">
            <a:solidFill>
              <a:srgbClr val="5ED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هُأُ</a:t>
            </a:r>
            <a:endParaRPr lang="ar-SA" sz="56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A52"/>
          </a:solidFill>
          <a:ln w="12700">
            <a:solidFill>
              <a:srgbClr val="E07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4"/>
          </a:solidFill>
          <a:ln w="12700">
            <a:solidFill>
              <a:srgbClr val="70DBC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هُبُ</a:t>
            </a:r>
            <a:endParaRPr lang="ar-SA" sz="9500" dirty="0"/>
          </a:p>
        </p:txBody>
      </p:sp>
      <p:pic>
        <p:nvPicPr>
          <p:cNvPr id="25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D"/>
          </a:solidFill>
          <a:ln w="12700">
            <a:solidFill>
              <a:srgbClr val="64D8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4"/>
          </a:solidFill>
          <a:ln w="12700">
            <a:solidFill>
              <a:srgbClr val="47D17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هُتُ</a:t>
            </a:r>
            <a:endParaRPr lang="ar-SA" sz="101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هُثُ</a:t>
            </a:r>
            <a:endParaRPr lang="ar-SA" sz="8600" dirty="0"/>
          </a:p>
        </p:txBody>
      </p:sp>
      <p:pic>
        <p:nvPicPr>
          <p:cNvPr id="21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669" y="4384548"/>
            <a:ext cx="724891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هُجُ</a:t>
            </a:r>
            <a:endParaRPr lang="ar-SA" sz="7400" dirty="0"/>
          </a:p>
        </p:txBody>
      </p:sp>
      <p:pic>
        <p:nvPicPr>
          <p:cNvPr id="22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3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هُحُ</a:t>
            </a:r>
            <a:endParaRPr lang="ar-SA" sz="74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05EED"/>
          </a:solidFill>
          <a:ln w="12700">
            <a:solidFill>
              <a:srgbClr val="E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هُخُ</a:t>
            </a:r>
            <a:endParaRPr lang="ar-SA" sz="74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7"/>
          </a:solidFill>
          <a:ln w="12700">
            <a:solidFill>
              <a:srgbClr val="52E05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70DB"/>
          </a:solidFill>
          <a:ln w="12700">
            <a:solidFill>
              <a:srgbClr val="A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F"/>
          </a:solidFill>
          <a:ln w="12700">
            <a:solidFill>
              <a:srgbClr val="8547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8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8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هُدُ</a:t>
            </a:r>
            <a:endParaRPr lang="ar-SA" sz="10900" dirty="0"/>
          </a:p>
        </p:txBody>
      </p:sp>
      <p:pic>
        <p:nvPicPr>
          <p:cNvPr id="2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00593" cy="960120"/>
          </a:xfrm>
          <a:prstGeom prst="rect">
            <a:avLst/>
          </a:prstGeom>
        </p:spPr>
      </p:pic>
      <p:pic>
        <p:nvPicPr>
          <p:cNvPr id="2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585" y="4338828"/>
            <a:ext cx="574975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64D8"/>
          </a:solidFill>
          <a:ln w="12700">
            <a:solidFill>
              <a:srgbClr val="8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247D1"/>
          </a:solidFill>
          <a:ln w="12700">
            <a:solidFill>
              <a:srgbClr val="5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هُذُ</a:t>
            </a:r>
            <a:endParaRPr lang="ar-SA" sz="8100" dirty="0"/>
          </a:p>
        </p:txBody>
      </p:sp>
      <p:pic>
        <p:nvPicPr>
          <p:cNvPr id="20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1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هُرُ</a:t>
            </a:r>
            <a:endParaRPr lang="ar-SA" sz="9000" dirty="0"/>
          </a:p>
        </p:txBody>
      </p:sp>
      <p:pic>
        <p:nvPicPr>
          <p:cNvPr id="21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F"/>
          </a:solidFill>
          <a:ln w="12700">
            <a:solidFill>
              <a:srgbClr val="2B64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D79"/>
          </a:solidFill>
          <a:ln w="12700">
            <a:solidFill>
              <a:srgbClr val="345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هُزُ</a:t>
            </a:r>
            <a:endParaRPr lang="ar-SA" sz="90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هُسُ</a:t>
            </a:r>
            <a:endParaRPr lang="ar-SA" sz="90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D5E"/>
          </a:solidFill>
          <a:ln w="12700">
            <a:solidFill>
              <a:srgbClr val="EDB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هُشُ</a:t>
            </a:r>
            <a:endParaRPr lang="ar-SA" sz="82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0E0"/>
          </a:solidFill>
          <a:ln w="12700">
            <a:solidFill>
              <a:srgbClr val="527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F70"/>
          </a:solidFill>
          <a:ln w="12700">
            <a:solidFill>
              <a:srgbClr val="DB8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هُصُ</a:t>
            </a:r>
            <a:endParaRPr lang="ar-SA" sz="9000" dirty="0"/>
          </a:p>
        </p:txBody>
      </p:sp>
      <p:pic>
        <p:nvPicPr>
          <p:cNvPr id="25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4458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5"/>
          </a:solidFill>
          <a:ln w="12700">
            <a:solidFill>
              <a:srgbClr val="D8646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F"/>
          </a:solidFill>
          <a:ln w="12700">
            <a:solidFill>
              <a:srgbClr val="D147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هُضُ</a:t>
            </a:r>
            <a:endParaRPr lang="ar-SA" sz="9000" dirty="0"/>
          </a:p>
        </p:txBody>
      </p:sp>
      <p:pic>
        <p:nvPicPr>
          <p:cNvPr id="20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هُطُ</a:t>
            </a:r>
            <a:endParaRPr lang="ar-SA" sz="74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E"/>
          </a:solidFill>
          <a:ln w="12700">
            <a:solidFill>
              <a:srgbClr val="7934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هُظُ</a:t>
            </a:r>
            <a:endParaRPr lang="ar-SA" sz="7400" dirty="0"/>
          </a:p>
        </p:txBody>
      </p:sp>
      <p:pic>
        <p:nvPicPr>
          <p:cNvPr id="22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3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هُعُ</a:t>
            </a:r>
            <a:endParaRPr lang="ar-SA" sz="74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9"/>
          </a:solidFill>
          <a:ln w="12700">
            <a:solidFill>
              <a:srgbClr val="5EED9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هُغُ</a:t>
            </a:r>
            <a:endParaRPr lang="ar-SA" sz="74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4"/>
          </a:solidFill>
          <a:ln w="12700">
            <a:solidFill>
              <a:srgbClr val="E052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4"/>
          </a:solidFill>
          <a:ln w="12700">
            <a:solidFill>
              <a:srgbClr val="70DB7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E85"/>
          </a:solidFill>
          <a:ln w="12700">
            <a:solidFill>
              <a:srgbClr val="476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هُفُ</a:t>
            </a:r>
            <a:endParaRPr lang="ar-SA" sz="8500" dirty="0"/>
          </a:p>
        </p:txBody>
      </p:sp>
      <p:pic>
        <p:nvPicPr>
          <p:cNvPr id="25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D864"/>
          </a:solidFill>
          <a:ln w="12700">
            <a:solidFill>
              <a:srgbClr val="8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2D147"/>
          </a:solidFill>
          <a:ln w="12700">
            <a:solidFill>
              <a:srgbClr val="8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هُقُ</a:t>
            </a:r>
            <a:endParaRPr lang="ar-SA" sz="8600" dirty="0"/>
          </a:p>
        </p:txBody>
      </p:sp>
      <p:pic>
        <p:nvPicPr>
          <p:cNvPr id="20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هُكُ</a:t>
            </a:r>
            <a:endParaRPr lang="ar-SA" sz="8100" dirty="0"/>
          </a:p>
        </p:txBody>
      </p:sp>
      <p:pic>
        <p:nvPicPr>
          <p:cNvPr id="21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92617" cy="960120"/>
          </a:xfrm>
          <a:prstGeom prst="rect">
            <a:avLst/>
          </a:prstGeom>
        </p:spPr>
      </p:pic>
      <p:pic>
        <p:nvPicPr>
          <p:cNvPr id="22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334"/>
          </a:solidFill>
          <a:ln w="12700">
            <a:solidFill>
              <a:srgbClr val="797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هُلُ</a:t>
            </a:r>
            <a:endParaRPr lang="ar-SA" sz="7600" dirty="0"/>
          </a:p>
        </p:txBody>
      </p:sp>
      <p:pic>
        <p:nvPicPr>
          <p:cNvPr id="22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3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هُمُ</a:t>
            </a:r>
            <a:endParaRPr lang="ar-SA" sz="74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5EED"/>
          </a:solidFill>
          <a:ln w="12700">
            <a:solidFill>
              <a:srgbClr val="7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هُنُ</a:t>
            </a:r>
            <a:endParaRPr lang="ar-SA" sz="90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7E052"/>
          </a:solidFill>
          <a:ln w="12700">
            <a:solidFill>
              <a:srgbClr val="B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7DB"/>
          </a:solidFill>
          <a:ln w="12700">
            <a:solidFill>
              <a:srgbClr val="708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D"/>
          </a:solidFill>
          <a:ln w="12700">
            <a:solidFill>
              <a:srgbClr val="8547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أُهُبُ</a:t>
            </a:r>
            <a:endParaRPr lang="ar-SA" sz="5200" dirty="0"/>
          </a:p>
        </p:txBody>
      </p:sp>
      <p:pic>
        <p:nvPicPr>
          <p:cNvPr id="29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1225" cy="86868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FD8"/>
          </a:solidFill>
          <a:ln w="12700">
            <a:solidFill>
              <a:srgbClr val="649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4D1"/>
          </a:solidFill>
          <a:ln w="12700">
            <a:solidFill>
              <a:srgbClr val="47A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بُهُتُ</a:t>
            </a:r>
            <a:endParaRPr lang="ar-SA" sz="80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14795" cy="1508760"/>
          </a:xfrm>
          <a:prstGeom prst="rect">
            <a:avLst/>
          </a:prstGeom>
        </p:spPr>
      </p:pic>
      <p:pic>
        <p:nvPicPr>
          <p:cNvPr id="25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956" y="3332988"/>
            <a:ext cx="149760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تُهُثُ</a:t>
            </a:r>
            <a:endParaRPr lang="ar-SA" sz="7600" dirty="0"/>
          </a:p>
        </p:txBody>
      </p:sp>
      <p:pic>
        <p:nvPicPr>
          <p:cNvPr id="25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6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414" y="4155948"/>
            <a:ext cx="714146" cy="91440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4"/>
          </a:solidFill>
          <a:ln w="12700">
            <a:solidFill>
              <a:srgbClr val="2B64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2"/>
          </a:solidFill>
          <a:ln w="12700">
            <a:solidFill>
              <a:srgbClr val="3479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ثُهُجُ</a:t>
            </a:r>
            <a:endParaRPr lang="ar-SA" sz="66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27108" cy="1508760"/>
          </a:xfrm>
          <a:prstGeom prst="rect">
            <a:avLst/>
          </a:prstGeom>
        </p:spPr>
      </p:pic>
      <p:pic>
        <p:nvPicPr>
          <p:cNvPr id="27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جُهُحُ</a:t>
            </a:r>
            <a:endParaRPr lang="ar-SA" sz="6600" dirty="0"/>
          </a:p>
        </p:txBody>
      </p:sp>
      <p:pic>
        <p:nvPicPr>
          <p:cNvPr id="24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36161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B"/>
          </a:solidFill>
          <a:ln w="12700">
            <a:solidFill>
              <a:srgbClr val="ED5E6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حُهُخُ</a:t>
            </a:r>
            <a:endParaRPr lang="ar-SA" sz="66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BE0"/>
          </a:solidFill>
          <a:ln w="12700">
            <a:solidFill>
              <a:srgbClr val="52D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2"/>
          </a:solidFill>
          <a:ln w="12700">
            <a:solidFill>
              <a:srgbClr val="DB70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D47"/>
          </a:solidFill>
          <a:ln w="12700">
            <a:solidFill>
              <a:srgbClr val="857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خُهُدُ</a:t>
            </a:r>
            <a:endParaRPr lang="ar-SA" sz="8000" dirty="0"/>
          </a:p>
        </p:txBody>
      </p:sp>
      <p:pic>
        <p:nvPicPr>
          <p:cNvPr id="29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C"/>
          </a:solidFill>
          <a:ln w="12700">
            <a:solidFill>
              <a:srgbClr val="D864B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6"/>
          </a:solidFill>
          <a:ln w="12700">
            <a:solidFill>
              <a:srgbClr val="D147C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دُهُذُ</a:t>
            </a:r>
            <a:endParaRPr lang="ar-SA" sz="71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5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228" y="3332988"/>
            <a:ext cx="2703332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ذُهُرُ</a:t>
            </a:r>
            <a:endParaRPr lang="ar-SA" sz="7100" dirty="0"/>
          </a:p>
        </p:txBody>
      </p:sp>
      <p:pic>
        <p:nvPicPr>
          <p:cNvPr id="25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669" y="4384548"/>
            <a:ext cx="724891" cy="68580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رُهُزُ</a:t>
            </a:r>
            <a:endParaRPr lang="ar-SA" sz="8000" dirty="0"/>
          </a:p>
        </p:txBody>
      </p:sp>
      <p:pic>
        <p:nvPicPr>
          <p:cNvPr id="26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7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8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زُهُسُ</a:t>
            </a:r>
            <a:endParaRPr lang="ar-SA" sz="6900" dirty="0"/>
          </a:p>
        </p:txBody>
      </p:sp>
      <p:pic>
        <p:nvPicPr>
          <p:cNvPr id="24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5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9604" y="3332988"/>
            <a:ext cx="1792956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ED5E"/>
          </a:solidFill>
          <a:ln w="12700">
            <a:solidFill>
              <a:srgbClr val="8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سُهُشُ</a:t>
            </a:r>
            <a:endParaRPr lang="ar-SA" sz="63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52E0"/>
          </a:solidFill>
          <a:ln w="12700">
            <a:solidFill>
              <a:srgbClr val="C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DB70"/>
          </a:solidFill>
          <a:ln w="12700">
            <a:solidFill>
              <a:srgbClr val="B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شُهُصُ</a:t>
            </a:r>
            <a:endParaRPr lang="ar-SA" sz="6100" dirty="0"/>
          </a:p>
        </p:txBody>
      </p:sp>
      <p:pic>
        <p:nvPicPr>
          <p:cNvPr id="29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00593" cy="960120"/>
          </a:xfrm>
          <a:prstGeom prst="rect">
            <a:avLst/>
          </a:prstGeom>
        </p:spPr>
      </p:pic>
      <p:pic>
        <p:nvPicPr>
          <p:cNvPr id="30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585" y="4338828"/>
            <a:ext cx="574975" cy="731520"/>
          </a:xfrm>
          <a:prstGeom prst="rect">
            <a:avLst/>
          </a:prstGeom>
        </p:spPr>
      </p:pic>
      <p:pic>
        <p:nvPicPr>
          <p:cNvPr id="31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864"/>
          </a:solidFill>
          <a:ln w="12700">
            <a:solidFill>
              <a:srgbClr val="D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A47"/>
          </a:solidFill>
          <a:ln w="12700">
            <a:solidFill>
              <a:srgbClr val="D1B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صُهُضُ</a:t>
            </a:r>
            <a:endParaRPr lang="ar-SA" sz="5800" dirty="0"/>
          </a:p>
        </p:txBody>
      </p:sp>
      <p:pic>
        <p:nvPicPr>
          <p:cNvPr id="24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07673" cy="1508760"/>
          </a:xfrm>
          <a:prstGeom prst="rect">
            <a:avLst/>
          </a:prstGeom>
        </p:spPr>
      </p:pic>
      <p:pic>
        <p:nvPicPr>
          <p:cNvPr id="25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ضُهُطُ</a:t>
            </a:r>
            <a:endParaRPr lang="ar-SA" sz="6600" dirty="0"/>
          </a:p>
        </p:txBody>
      </p:sp>
      <p:pic>
        <p:nvPicPr>
          <p:cNvPr id="25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E"/>
          </a:solidFill>
          <a:ln w="12700">
            <a:solidFill>
              <a:srgbClr val="642B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طُهُظُ</a:t>
            </a:r>
            <a:endParaRPr lang="ar-SA" sz="6600" dirty="0"/>
          </a:p>
        </p:txBody>
      </p:sp>
      <p:pic>
        <p:nvPicPr>
          <p:cNvPr id="26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7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190110" y="3332988"/>
            <a:ext cx="1862450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ظُهُعُ</a:t>
            </a:r>
            <a:endParaRPr lang="ar-SA" sz="66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2ED"/>
          </a:solidFill>
          <a:ln w="12700">
            <a:solidFill>
              <a:srgbClr val="5EB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عُهُغُ</a:t>
            </a:r>
            <a:endParaRPr lang="ar-SA" sz="66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F52"/>
          </a:solidFill>
          <a:ln w="12700">
            <a:solidFill>
              <a:srgbClr val="E09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7DB"/>
          </a:solidFill>
          <a:ln w="12700">
            <a:solidFill>
              <a:srgbClr val="70D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غُهُفُ</a:t>
            </a:r>
            <a:endParaRPr lang="ar-SA" sz="7300" dirty="0"/>
          </a:p>
        </p:txBody>
      </p:sp>
      <p:pic>
        <p:nvPicPr>
          <p:cNvPr id="29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4458" cy="91440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B"/>
          </a:solidFill>
          <a:ln w="12700">
            <a:solidFill>
              <a:srgbClr val="64D8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7"/>
          </a:solidFill>
          <a:ln w="12700">
            <a:solidFill>
              <a:srgbClr val="47D19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فُهُقُ</a:t>
            </a:r>
            <a:endParaRPr lang="ar-SA" sz="6800" dirty="0"/>
          </a:p>
        </p:txBody>
      </p:sp>
      <p:pic>
        <p:nvPicPr>
          <p:cNvPr id="24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قُهُكُ</a:t>
            </a:r>
            <a:endParaRPr lang="ar-SA" sz="68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642B"/>
          </a:solidFill>
          <a:ln w="12700">
            <a:solidFill>
              <a:srgbClr val="4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7934"/>
          </a:solidFill>
          <a:ln w="12700">
            <a:solidFill>
              <a:srgbClr val="3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كُهُلُ</a:t>
            </a:r>
            <a:endParaRPr lang="ar-SA" sz="6700" dirty="0"/>
          </a:p>
        </p:txBody>
      </p:sp>
      <p:pic>
        <p:nvPicPr>
          <p:cNvPr id="26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64406" cy="1508760"/>
          </a:xfrm>
          <a:prstGeom prst="rect">
            <a:avLst/>
          </a:prstGeom>
        </p:spPr>
      </p:pic>
      <p:pic>
        <p:nvPicPr>
          <p:cNvPr id="27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2916" y="3332988"/>
            <a:ext cx="1629644" cy="1737360"/>
          </a:xfrm>
          <a:prstGeom prst="rect">
            <a:avLst/>
          </a:prstGeom>
        </p:spPr>
      </p:pic>
      <p:pic>
        <p:nvPicPr>
          <p:cNvPr id="28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لُهُمُ</a:t>
            </a:r>
            <a:endParaRPr lang="ar-SA" sz="6600" dirty="0"/>
          </a:p>
        </p:txBody>
      </p:sp>
      <p:pic>
        <p:nvPicPr>
          <p:cNvPr id="24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6"/>
          </a:solidFill>
          <a:ln w="12700">
            <a:solidFill>
              <a:srgbClr val="ED5ED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مُهُنُ</a:t>
            </a:r>
            <a:endParaRPr lang="ar-SA" sz="80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B"/>
          </a:solidFill>
          <a:ln w="12700">
            <a:solidFill>
              <a:srgbClr val="52E07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70DB"/>
          </a:solidFill>
          <a:ln w="12700">
            <a:solidFill>
              <a:srgbClr val="C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F47"/>
          </a:solidFill>
          <a:ln w="12700">
            <a:solidFill>
              <a:srgbClr val="854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نُهُأُ</a:t>
            </a:r>
            <a:endParaRPr lang="ar-SA" sz="5000" dirty="0"/>
          </a:p>
        </p:txBody>
      </p:sp>
      <p:pic>
        <p:nvPicPr>
          <p:cNvPr id="29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64D8"/>
          </a:solidFill>
          <a:ln w="12700">
            <a:solidFill>
              <a:srgbClr val="9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547D1"/>
          </a:solidFill>
          <a:ln w="12700">
            <a:solidFill>
              <a:srgbClr val="7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أُهُ</a:t>
            </a:r>
            <a:endParaRPr lang="ar-SA" sz="5900" dirty="0"/>
          </a:p>
        </p:txBody>
      </p:sp>
      <p:pic>
        <p:nvPicPr>
          <p:cNvPr id="20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بُهُ</a:t>
            </a:r>
            <a:endParaRPr lang="ar-SA" sz="9700" dirty="0"/>
          </a:p>
        </p:txBody>
      </p:sp>
      <p:pic>
        <p:nvPicPr>
          <p:cNvPr id="21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92617" cy="960120"/>
          </a:xfrm>
          <a:prstGeom prst="rect">
            <a:avLst/>
          </a:prstGeom>
        </p:spPr>
      </p:pic>
      <p:pic>
        <p:nvPicPr>
          <p:cNvPr id="22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B79"/>
          </a:solidFill>
          <a:ln w="12700">
            <a:solidFill>
              <a:srgbClr val="344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تُهُ</a:t>
            </a:r>
            <a:endParaRPr lang="ar-SA" sz="8700" dirty="0"/>
          </a:p>
        </p:txBody>
      </p:sp>
      <p:pic>
        <p:nvPicPr>
          <p:cNvPr id="22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3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ثُهُ</a:t>
            </a:r>
            <a:endParaRPr lang="ar-SA" sz="75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15E"/>
          </a:solidFill>
          <a:ln w="12700">
            <a:solidFill>
              <a:srgbClr val="EDE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جُهُ</a:t>
            </a:r>
            <a:endParaRPr lang="ar-SA" sz="97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52E0"/>
          </a:solidFill>
          <a:ln w="12700">
            <a:solidFill>
              <a:srgbClr val="5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A70"/>
          </a:solidFill>
          <a:ln w="12700">
            <a:solidFill>
              <a:srgbClr val="DBA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حُهُ</a:t>
            </a:r>
            <a:endParaRPr lang="ar-SA" sz="97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1225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164"/>
          </a:solidFill>
          <a:ln w="12700">
            <a:solidFill>
              <a:srgbClr val="D88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347"/>
          </a:solidFill>
          <a:ln w="12700">
            <a:solidFill>
              <a:srgbClr val="D15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خُهُ</a:t>
            </a:r>
            <a:endParaRPr lang="ar-SA" sz="93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1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8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8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دُهُ</a:t>
            </a:r>
            <a:endParaRPr lang="ar-SA" sz="10900" dirty="0"/>
          </a:p>
        </p:txBody>
      </p:sp>
      <p:pic>
        <p:nvPicPr>
          <p:cNvPr id="21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414" y="4155948"/>
            <a:ext cx="714146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ذُهُ</a:t>
            </a:r>
            <a:endParaRPr lang="ar-SA" sz="81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16375" cy="1417320"/>
          </a:xfrm>
          <a:prstGeom prst="rect">
            <a:avLst/>
          </a:prstGeom>
        </p:spPr>
      </p:pic>
      <p:pic>
        <p:nvPicPr>
          <p:cNvPr id="23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رُهُ</a:t>
            </a:r>
            <a:endParaRPr lang="ar-SA" sz="90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E"/>
          </a:solidFill>
          <a:ln w="12700">
            <a:solidFill>
              <a:srgbClr val="5EED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زُهُ</a:t>
            </a:r>
            <a:endParaRPr lang="ar-SA" sz="90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F"/>
          </a:solidFill>
          <a:ln w="12700">
            <a:solidFill>
              <a:srgbClr val="E052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F"/>
          </a:solidFill>
          <a:ln w="12700">
            <a:solidFill>
              <a:srgbClr val="70DB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سُهُ</a:t>
            </a:r>
            <a:endParaRPr lang="ar-SA" sz="9700" dirty="0"/>
          </a:p>
        </p:txBody>
      </p:sp>
      <p:pic>
        <p:nvPicPr>
          <p:cNvPr id="25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4"/>
          </a:solidFill>
          <a:ln w="12700">
            <a:solidFill>
              <a:srgbClr val="6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D147"/>
          </a:solidFill>
          <a:ln w="12700">
            <a:solidFill>
              <a:srgbClr val="5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شُهُ</a:t>
            </a:r>
            <a:endParaRPr lang="ar-SA" sz="82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صُهُ</a:t>
            </a:r>
            <a:endParaRPr lang="ar-SA" sz="9700" dirty="0"/>
          </a:p>
        </p:txBody>
      </p:sp>
      <p:pic>
        <p:nvPicPr>
          <p:cNvPr id="21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669" y="4384548"/>
            <a:ext cx="724891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ضُهُ</a:t>
            </a:r>
            <a:endParaRPr lang="ar-SA" sz="9100" dirty="0"/>
          </a:p>
        </p:txBody>
      </p:sp>
      <p:pic>
        <p:nvPicPr>
          <p:cNvPr id="22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3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طُهُ</a:t>
            </a:r>
            <a:endParaRPr lang="ar-SA" sz="74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5EED"/>
          </a:solidFill>
          <a:ln w="12700">
            <a:solidFill>
              <a:srgbClr val="9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ظُهُ</a:t>
            </a:r>
            <a:endParaRPr lang="ar-SA" sz="74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E052"/>
          </a:solidFill>
          <a:ln w="12700">
            <a:solidFill>
              <a:srgbClr val="9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70DB"/>
          </a:solidFill>
          <a:ln w="12700">
            <a:solidFill>
              <a:srgbClr val="7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عُهُ</a:t>
            </a:r>
            <a:endParaRPr lang="ar-SA" sz="9700" dirty="0"/>
          </a:p>
        </p:txBody>
      </p:sp>
      <p:pic>
        <p:nvPicPr>
          <p:cNvPr id="2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00593" cy="960120"/>
          </a:xfrm>
          <a:prstGeom prst="rect">
            <a:avLst/>
          </a:prstGeom>
        </p:spPr>
      </p:pic>
      <p:pic>
        <p:nvPicPr>
          <p:cNvPr id="2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585" y="4338828"/>
            <a:ext cx="574975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1D8"/>
          </a:solidFill>
          <a:ln w="12700">
            <a:solidFill>
              <a:srgbClr val="648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1D1"/>
          </a:solidFill>
          <a:ln w="12700">
            <a:solidFill>
              <a:srgbClr val="478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غُهُ</a:t>
            </a:r>
            <a:endParaRPr lang="ar-SA" sz="8300" dirty="0"/>
          </a:p>
        </p:txBody>
      </p:sp>
      <p:pic>
        <p:nvPicPr>
          <p:cNvPr id="20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1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فُهُ</a:t>
            </a:r>
            <a:endParaRPr lang="ar-SA" sz="7600" dirty="0"/>
          </a:p>
        </p:txBody>
      </p:sp>
      <p:pic>
        <p:nvPicPr>
          <p:cNvPr id="21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قُهُ</a:t>
            </a:r>
            <a:endParaRPr lang="ar-SA" sz="76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كُهُ</a:t>
            </a:r>
            <a:endParaRPr lang="ar-SA" sz="79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65E"/>
          </a:solidFill>
          <a:ln w="12700">
            <a:solidFill>
              <a:srgbClr val="ED7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لُهُ</a:t>
            </a:r>
            <a:endParaRPr lang="ar-SA" sz="74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7E0"/>
          </a:solidFill>
          <a:ln w="12700">
            <a:solidFill>
              <a:srgbClr val="52B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6"/>
          </a:solidFill>
          <a:ln w="12700">
            <a:solidFill>
              <a:srgbClr val="DB70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مُهُ</a:t>
            </a:r>
            <a:endParaRPr lang="ar-SA" sz="9700" dirty="0"/>
          </a:p>
        </p:txBody>
      </p:sp>
      <p:pic>
        <p:nvPicPr>
          <p:cNvPr id="25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4458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E"/>
          </a:solidFill>
          <a:ln w="12700">
            <a:solidFill>
              <a:srgbClr val="D864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3"/>
          </a:solidFill>
          <a:ln w="12700">
            <a:solidFill>
              <a:srgbClr val="D147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نُهُ</a:t>
            </a:r>
            <a:endParaRPr lang="ar-SA" sz="8700" dirty="0"/>
          </a:p>
        </p:txBody>
      </p:sp>
      <p:pic>
        <p:nvPicPr>
          <p:cNvPr id="20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56270" y="896112"/>
            <a:ext cx="185831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E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56270" y="896112"/>
            <a:ext cx="185831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فَهِمَهُ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629416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E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29416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49046" y="2834640"/>
            <a:ext cx="32459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49046" y="2834640"/>
            <a:ext cx="32459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فَهِمَهُ عُمَرُ</a:t>
            </a:r>
            <a:endParaRPr lang="ar-SA" sz="4500" dirty="0"/>
          </a:p>
        </p:txBody>
      </p:sp>
      <p:pic>
        <p:nvPicPr>
          <p:cNvPr id="18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19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1496" y="1828800"/>
            <a:ext cx="1561064" cy="1463040"/>
          </a:xfrm>
          <a:prstGeom prst="rect">
            <a:avLst/>
          </a:prstGeom>
        </p:spPr>
      </p:pic>
      <p:pic>
        <p:nvPicPr>
          <p:cNvPr id="20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590806" y="896112"/>
            <a:ext cx="22452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0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590806" y="896112"/>
            <a:ext cx="22452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307937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0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07937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69276" y="2834640"/>
            <a:ext cx="380544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69276" y="2834640"/>
            <a:ext cx="380544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عُمَرُ</a:t>
            </a:r>
            <a:endParaRPr lang="ar-SA" sz="5700" dirty="0"/>
          </a:p>
        </p:txBody>
      </p:sp>
      <p:pic>
        <p:nvPicPr>
          <p:cNvPr id="19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904878" cy="1463040"/>
          </a:xfrm>
          <a:prstGeom prst="rect">
            <a:avLst/>
          </a:prstGeom>
        </p:spPr>
      </p:pic>
      <p:pic>
        <p:nvPicPr>
          <p:cNvPr id="20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228" y="1828800"/>
            <a:ext cx="1372332" cy="1463040"/>
          </a:xfrm>
          <a:prstGeom prst="rect">
            <a:avLst/>
          </a:prstGeom>
        </p:spPr>
      </p:pic>
      <p:pic>
        <p:nvPicPr>
          <p:cNvPr id="21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59872" y="896112"/>
            <a:ext cx="21033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59872" y="896112"/>
            <a:ext cx="21033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080780" y="896112"/>
            <a:ext cx="25590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80780" y="896112"/>
            <a:ext cx="25590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وَحَسُنَ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06977" y="2834640"/>
            <a:ext cx="43300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06977" y="2834640"/>
            <a:ext cx="43300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 وَحَسُنَ</a:t>
            </a:r>
            <a:endParaRPr lang="ar-SA" sz="5400" dirty="0"/>
          </a:p>
        </p:txBody>
      </p:sp>
      <p:pic>
        <p:nvPicPr>
          <p:cNvPr id="17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149949" cy="1463040"/>
          </a:xfrm>
          <a:prstGeom prst="rect">
            <a:avLst/>
          </a:prstGeom>
        </p:spPr>
      </p:pic>
      <p:pic>
        <p:nvPicPr>
          <p:cNvPr id="18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5" y="1828800"/>
            <a:ext cx="1638605" cy="1463040"/>
          </a:xfrm>
          <a:prstGeom prst="rect">
            <a:avLst/>
          </a:prstGeom>
        </p:spPr>
      </p:pic>
      <p:pic>
        <p:nvPicPr>
          <p:cNvPr id="19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ED5E"/>
          </a:solidFill>
          <a:ln w="12700">
            <a:solidFill>
              <a:srgbClr val="6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33888" y="896112"/>
            <a:ext cx="18153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4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33888" y="896112"/>
            <a:ext cx="18153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طَهُرَ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94723" y="896112"/>
            <a:ext cx="22191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4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4723" y="896112"/>
            <a:ext cx="22191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وَنَظُفَ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36777" y="2834640"/>
            <a:ext cx="36704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36777" y="2834640"/>
            <a:ext cx="36704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طَهُرَ وَنَظُفَ</a:t>
            </a:r>
            <a:endParaRPr lang="ar-SA" sz="47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74520"/>
            <a:ext cx="2211019" cy="1371600"/>
          </a:xfrm>
          <a:prstGeom prst="rect">
            <a:avLst/>
          </a:prstGeom>
        </p:spPr>
      </p:pic>
      <p:pic>
        <p:nvPicPr>
          <p:cNvPr id="26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620" y="1828800"/>
            <a:ext cx="1664940" cy="146304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15-ha</dc:title>
  <dc:subject>PptxGenJS Presentation</dc:subject>
  <dc:creator>PptxGenJS</dc:creator>
  <cp:lastModifiedBy>PptxGenJS</cp:lastModifiedBy>
  <cp:revision>1</cp:revision>
  <dcterms:created xsi:type="dcterms:W3CDTF">2026-10-20T23:11:34Z</dcterms:created>
  <dcterms:modified xsi:type="dcterms:W3CDTF">2026-10-20T23:11:34Z</dcterms:modified>
</cp:coreProperties>
</file>