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2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52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1988820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هُتُ</a:t>
            </a:r>
            <a:endParaRPr lang="ar-SA" sz="10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هُثُ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7"/>
          </a:solidFill>
          <a:ln w="12700">
            <a:solidFill>
              <a:srgbClr val="52E0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هُدُ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هُذُ</a:t>
            </a:r>
            <a:endParaRPr lang="ar-SA" sz="8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هُرُ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هُزُ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هُسُ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هُشُ</a:t>
            </a:r>
            <a:endParaRPr lang="ar-SA" sz="8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هُصُ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هُضُ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603" y="3515868"/>
            <a:ext cx="102595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441" y="4155948"/>
            <a:ext cx="725119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هُفُ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هُقُ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هُكُ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هُلُ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هُمُ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E052"/>
          </a:solidFill>
          <a:ln w="12700">
            <a:solidFill>
              <a:srgbClr val="B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أُهُبُ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بُهُتُ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424428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تُهُثُ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ثُهُجُ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جُهُحُ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حُهُخُ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خُهُدُ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دُهُذُ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8162" y="3332988"/>
            <a:ext cx="80439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ذُهُرُ</a:t>
            </a:r>
            <a:endParaRPr lang="ar-SA" sz="7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رُهُزُ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زُهُسُ</a:t>
            </a:r>
            <a:endParaRPr lang="ar-SA" sz="6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سُهُشُ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شُهُصُ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صُهُضُ</a:t>
            </a:r>
            <a:endParaRPr lang="ar-SA" sz="5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467" y="3424428"/>
            <a:ext cx="971093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ضُهُطُ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طُهُظُ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ظُهُعُ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2ED"/>
          </a:solidFill>
          <a:ln w="12700">
            <a:solidFill>
              <a:srgbClr val="5EB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عُهُغُ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غُهُفُ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7"/>
          </a:solidFill>
          <a:ln w="12700">
            <a:solidFill>
              <a:srgbClr val="47D1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فُهُقُ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4985" y="3378708"/>
            <a:ext cx="1077575" cy="1691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قُهُكُ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كُهُلُ</a:t>
            </a:r>
            <a:endParaRPr lang="ar-SA" sz="6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لُهُمُ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6"/>
          </a:solidFill>
          <a:ln w="12700">
            <a:solidFill>
              <a:srgbClr val="ED5E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مُهُنُ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B"/>
          </a:solidFill>
          <a:ln w="12700">
            <a:solidFill>
              <a:srgbClr val="52E0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نُهُأُ</a:t>
            </a:r>
            <a:endParaRPr lang="ar-SA" sz="5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47D1"/>
          </a:solidFill>
          <a:ln w="12700">
            <a:solidFill>
              <a:srgbClr val="7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52E0"/>
          </a:solidFill>
          <a:ln w="12700">
            <a:solidFill>
              <a:srgbClr val="5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8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دُهُ</a:t>
            </a:r>
            <a:endParaRPr lang="ar-SA" sz="10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ذُهُ</a:t>
            </a:r>
            <a:endParaRPr lang="ar-SA" sz="8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رُهُ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زُهُ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سُهُ</a:t>
            </a:r>
            <a:endParaRPr lang="ar-SA" sz="9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شُهُ</a:t>
            </a:r>
            <a:endParaRPr lang="ar-SA" sz="8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27" y="3515868"/>
            <a:ext cx="94823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صُهُ</a:t>
            </a:r>
            <a:endParaRPr lang="ar-SA" sz="9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ضُهُ</a:t>
            </a:r>
            <a:endParaRPr lang="ar-SA" sz="9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طُهُ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ظُهُ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عُهُ</a:t>
            </a:r>
            <a:endParaRPr lang="ar-SA" sz="9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غُهُ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034" y="3515868"/>
            <a:ext cx="68552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فُهُ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قُهُ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كُهُ</a:t>
            </a:r>
            <a:endParaRPr lang="ar-SA" sz="7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لُهُ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7E0"/>
          </a:solidFill>
          <a:ln w="12700">
            <a:solidFill>
              <a:srgbClr val="52B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مُهُ</a:t>
            </a:r>
            <a:endParaRPr lang="ar-SA" sz="9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نُهُ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723644" cy="13258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9007" y="1874520"/>
            <a:ext cx="1363553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0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0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732754" cy="141732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1874520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08344" cy="14173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2011680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684566" cy="14173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1897380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15-ha</dc:title>
  <dc:subject>PptxGenJS Presentation</dc:subject>
  <dc:creator>PptxGenJS</dc:creator>
  <cp:lastModifiedBy>PptxGenJS</cp:lastModifiedBy>
  <cp:revision>1</cp:revision>
  <dcterms:created xsi:type="dcterms:W3CDTF">2026-10-21T00:09:55Z</dcterms:created>
  <dcterms:modified xsi:type="dcterms:W3CDTF">2026-10-21T00:09:55Z</dcterms:modified>
</cp:coreProperties>
</file>