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52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15200" dirty="0"/>
          </a:p>
        </p:txBody>
      </p:sp>
      <p:pic>
        <p:nvPicPr>
          <p:cNvPr id="13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994684" cy="169164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1988820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7ED"/>
          </a:solidFill>
          <a:ln w="12700">
            <a:solidFill>
              <a:srgbClr val="5ED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هُأُ</a:t>
            </a:r>
            <a:endParaRPr lang="ar-SA" sz="5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5264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A52"/>
          </a:solidFill>
          <a:ln w="12700">
            <a:solidFill>
              <a:srgbClr val="E07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4"/>
          </a:solidFill>
          <a:ln w="12700">
            <a:solidFill>
              <a:srgbClr val="70DB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D"/>
          </a:solidFill>
          <a:ln w="12700">
            <a:solidFill>
              <a:srgbClr val="64D8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4"/>
          </a:solidFill>
          <a:ln w="12700">
            <a:solidFill>
              <a:srgbClr val="47D1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هُتُ</a:t>
            </a:r>
            <a:endParaRPr lang="ar-SA" sz="10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952" y="3515868"/>
            <a:ext cx="887608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هُثُ</a:t>
            </a:r>
            <a:endParaRPr lang="ar-SA" sz="8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3257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هُجُ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هُحُ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5EED"/>
          </a:solidFill>
          <a:ln w="12700">
            <a:solidFill>
              <a:srgbClr val="E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هُخُ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7"/>
          </a:solidFill>
          <a:ln w="12700">
            <a:solidFill>
              <a:srgbClr val="52E0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70DB"/>
          </a:solidFill>
          <a:ln w="12700">
            <a:solidFill>
              <a:srgbClr val="A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8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8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هُدُ</a:t>
            </a:r>
            <a:endParaRPr lang="ar-SA" sz="10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64D8"/>
          </a:solidFill>
          <a:ln w="12700">
            <a:solidFill>
              <a:srgbClr val="8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47D1"/>
          </a:solidFill>
          <a:ln w="12700">
            <a:solidFill>
              <a:srgbClr val="5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هُذُ</a:t>
            </a:r>
            <a:endParaRPr lang="ar-SA" sz="8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893" y="3698748"/>
            <a:ext cx="991667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هُرُ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69574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هُزُ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95" y="3515868"/>
            <a:ext cx="127156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هُسُ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3795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D5E"/>
          </a:solidFill>
          <a:ln w="12700">
            <a:solidFill>
              <a:srgbClr val="EDB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هُشُ</a:t>
            </a:r>
            <a:endParaRPr lang="ar-SA" sz="8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1594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0E0"/>
          </a:solidFill>
          <a:ln w="12700">
            <a:solidFill>
              <a:srgbClr val="527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F70"/>
          </a:solidFill>
          <a:ln w="12700">
            <a:solidFill>
              <a:srgbClr val="DB8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هُصُ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5"/>
          </a:solidFill>
          <a:ln w="12700">
            <a:solidFill>
              <a:srgbClr val="D8646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F"/>
          </a:solidFill>
          <a:ln w="12700">
            <a:solidFill>
              <a:srgbClr val="D147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هُضُ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125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603" y="3515868"/>
            <a:ext cx="1025957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هُطُ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  <p:pic>
        <p:nvPicPr>
          <p:cNvPr id="22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441" y="4155948"/>
            <a:ext cx="725119" cy="914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هُظُ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18" y="3653028"/>
            <a:ext cx="1067242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هُعُ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462674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9"/>
          </a:solidFill>
          <a:ln w="12700">
            <a:solidFill>
              <a:srgbClr val="5EED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4"/>
          </a:solidFill>
          <a:ln w="12700">
            <a:solidFill>
              <a:srgbClr val="E052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4"/>
          </a:solidFill>
          <a:ln w="12700">
            <a:solidFill>
              <a:srgbClr val="70DB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هُفُ</a:t>
            </a:r>
            <a:endParaRPr lang="ar-SA" sz="8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899632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D864"/>
          </a:solidFill>
          <a:ln w="12700">
            <a:solidFill>
              <a:srgbClr val="8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D147"/>
          </a:solidFill>
          <a:ln w="12700">
            <a:solidFill>
              <a:srgbClr val="8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هُقُ</a:t>
            </a:r>
            <a:endParaRPr lang="ar-SA" sz="8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03463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45" y="3515868"/>
            <a:ext cx="71661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هُكُ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97280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هُلُ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732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33" y="4110228"/>
            <a:ext cx="1496827" cy="9601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هُمُ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468984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5EED"/>
          </a:solidFill>
          <a:ln w="12700">
            <a:solidFill>
              <a:srgbClr val="7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هُنُ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7E052"/>
          </a:solidFill>
          <a:ln w="12700">
            <a:solidFill>
              <a:srgbClr val="B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7DB"/>
          </a:solidFill>
          <a:ln w="12700">
            <a:solidFill>
              <a:srgbClr val="708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D"/>
          </a:solidFill>
          <a:ln w="12700">
            <a:solidFill>
              <a:srgbClr val="8547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أُهُبُ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FD8"/>
          </a:solidFill>
          <a:ln w="12700">
            <a:solidFill>
              <a:srgbClr val="649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4D1"/>
          </a:solidFill>
          <a:ln w="12700">
            <a:solidFill>
              <a:srgbClr val="47A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بُهُتُ</a:t>
            </a:r>
            <a:endParaRPr lang="ar-SA" sz="8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0801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34" y="3424428"/>
            <a:ext cx="1119226" cy="16459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تُهُثُ</a:t>
            </a:r>
            <a:endParaRPr lang="ar-SA" sz="7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106424" cy="9144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4"/>
          </a:solidFill>
          <a:ln w="12700">
            <a:solidFill>
              <a:srgbClr val="2B64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2"/>
          </a:solidFill>
          <a:ln w="12700">
            <a:solidFill>
              <a:srgbClr val="3479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ثُهُجُ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66872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75" y="3973068"/>
            <a:ext cx="1296985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جُهُحُ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0055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B"/>
          </a:solidFill>
          <a:ln w="12700">
            <a:solidFill>
              <a:srgbClr val="ED5E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حُهُخُ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BE0"/>
          </a:solidFill>
          <a:ln w="12700">
            <a:solidFill>
              <a:srgbClr val="52D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2"/>
          </a:solidFill>
          <a:ln w="12700">
            <a:solidFill>
              <a:srgbClr val="DB70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D47"/>
          </a:solidFill>
          <a:ln w="12700">
            <a:solidFill>
              <a:srgbClr val="857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خُهُدُ</a:t>
            </a:r>
            <a:endParaRPr lang="ar-SA" sz="8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32688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C"/>
          </a:solidFill>
          <a:ln w="12700">
            <a:solidFill>
              <a:srgbClr val="D864B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دُهُذُ</a:t>
            </a:r>
            <a:endParaRPr lang="ar-SA" sz="71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162" y="3332988"/>
            <a:ext cx="804398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ذُهُرُ</a:t>
            </a:r>
            <a:endParaRPr lang="ar-SA" sz="7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9657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رُهُزُ</a:t>
            </a:r>
            <a:endParaRPr lang="ar-SA" sz="8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3744468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زُهُسُ</a:t>
            </a:r>
            <a:endParaRPr lang="ar-SA" sz="69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618351" cy="12344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ED5E"/>
          </a:solidFill>
          <a:ln w="12700">
            <a:solidFill>
              <a:srgbClr val="8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سُهُشُ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52E0"/>
          </a:solidFill>
          <a:ln w="12700">
            <a:solidFill>
              <a:srgbClr val="C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شُهُصُ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A47"/>
          </a:solidFill>
          <a:ln w="12700">
            <a:solidFill>
              <a:srgbClr val="D1B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صُهُضُ</a:t>
            </a:r>
            <a:endParaRPr lang="ar-SA" sz="58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53293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467" y="3424428"/>
            <a:ext cx="971093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ضُهُطُ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103589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طُهُظُ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94" y="3607308"/>
            <a:ext cx="1398666" cy="14630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ظُهُعُ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12241" cy="137160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2ED"/>
          </a:solidFill>
          <a:ln w="12700">
            <a:solidFill>
              <a:srgbClr val="5EB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عُهُغُ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F52"/>
          </a:solidFill>
          <a:ln w="12700">
            <a:solidFill>
              <a:srgbClr val="E09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7DB"/>
          </a:solidFill>
          <a:ln w="12700">
            <a:solidFill>
              <a:srgbClr val="70D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غُهُفُ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B"/>
          </a:solidFill>
          <a:ln w="12700">
            <a:solidFill>
              <a:srgbClr val="64D8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7"/>
          </a:solidFill>
          <a:ln w="12700">
            <a:solidFill>
              <a:srgbClr val="47D19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فُهُقُ</a:t>
            </a:r>
            <a:endParaRPr lang="ar-SA" sz="68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61924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985" y="3378708"/>
            <a:ext cx="1077575" cy="1691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قُهُكُ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كُهُلُ</a:t>
            </a:r>
            <a:endParaRPr lang="ar-SA" sz="6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715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112" y="3790188"/>
            <a:ext cx="1345448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لُهُمُ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0055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6"/>
          </a:solidFill>
          <a:ln w="12700">
            <a:solidFill>
              <a:srgbClr val="ED5ED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مُهُنُ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B"/>
          </a:solidFill>
          <a:ln w="12700">
            <a:solidFill>
              <a:srgbClr val="52E07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70DB"/>
          </a:solidFill>
          <a:ln w="12700">
            <a:solidFill>
              <a:srgbClr val="C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نُهُأُ</a:t>
            </a:r>
            <a:endParaRPr lang="ar-SA" sz="5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898672" cy="10972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64D8"/>
          </a:solidFill>
          <a:ln w="12700">
            <a:solidFill>
              <a:srgbClr val="9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547D1"/>
          </a:solidFill>
          <a:ln w="12700">
            <a:solidFill>
              <a:srgbClr val="7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أُهُ</a:t>
            </a:r>
            <a:endParaRPr lang="ar-SA" sz="5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1921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952" y="3515868"/>
            <a:ext cx="88760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بُهُ</a:t>
            </a:r>
            <a:endParaRPr lang="ar-SA" sz="97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07110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تُهُ</a:t>
            </a:r>
            <a:endParaRPr lang="ar-SA" sz="87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023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75" y="3698748"/>
            <a:ext cx="1024585" cy="13716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ثُهُ</a:t>
            </a:r>
            <a:endParaRPr lang="ar-SA" sz="7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739646" cy="11430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15E"/>
          </a:solidFill>
          <a:ln w="12700">
            <a:solidFill>
              <a:srgbClr val="EDE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جُهُ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52E0"/>
          </a:solidFill>
          <a:ln w="12700">
            <a:solidFill>
              <a:srgbClr val="5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A70"/>
          </a:solidFill>
          <a:ln w="12700">
            <a:solidFill>
              <a:srgbClr val="DBA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حُهُ</a:t>
            </a:r>
            <a:endParaRPr lang="ar-SA" sz="9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خُهُ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216" y="3653028"/>
            <a:ext cx="1108344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8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8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دُهُ</a:t>
            </a:r>
            <a:endParaRPr lang="ar-SA" sz="10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01852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ذُهُ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942" y="3561588"/>
            <a:ext cx="1656618" cy="15087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رُهُ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3023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زُهُ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05846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F"/>
          </a:solidFill>
          <a:ln w="12700">
            <a:solidFill>
              <a:srgbClr val="70DB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سُهُ</a:t>
            </a:r>
            <a:endParaRPr lang="ar-SA" sz="9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28116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شُهُ</a:t>
            </a:r>
            <a:endParaRPr lang="ar-SA" sz="8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377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صُهُ</a:t>
            </a:r>
            <a:endParaRPr lang="ar-SA" sz="97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82055" cy="9601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ضُهُ</a:t>
            </a:r>
            <a:endParaRPr lang="ar-SA" sz="9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3744468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طُهُ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496519" cy="9144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E052"/>
          </a:solidFill>
          <a:ln w="12700">
            <a:solidFill>
              <a:srgbClr val="9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عُهُ</a:t>
            </a:r>
            <a:endParaRPr lang="ar-SA" sz="9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22812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1D8"/>
          </a:solidFill>
          <a:ln w="12700">
            <a:solidFill>
              <a:srgbClr val="648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1D1"/>
          </a:solidFill>
          <a:ln w="12700">
            <a:solidFill>
              <a:srgbClr val="478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غُهُ</a:t>
            </a:r>
            <a:endParaRPr lang="ar-SA" sz="8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034" y="3515868"/>
            <a:ext cx="685526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فُهُ</a:t>
            </a:r>
            <a:endParaRPr lang="ar-SA" sz="7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58748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قُهُ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كُهُ</a:t>
            </a:r>
            <a:endParaRPr lang="ar-SA" sz="7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645188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65E"/>
          </a:solidFill>
          <a:ln w="12700">
            <a:solidFill>
              <a:srgbClr val="ED7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لُهُ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7E0"/>
          </a:solidFill>
          <a:ln w="12700">
            <a:solidFill>
              <a:srgbClr val="52B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مُهُ</a:t>
            </a:r>
            <a:endParaRPr lang="ar-SA" sz="9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8548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E"/>
          </a:solidFill>
          <a:ln w="12700">
            <a:solidFill>
              <a:srgbClr val="D864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3"/>
          </a:solidFill>
          <a:ln w="12700">
            <a:solidFill>
              <a:srgbClr val="D147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نُهُ</a:t>
            </a:r>
            <a:endParaRPr lang="ar-SA" sz="87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417" y="3515868"/>
            <a:ext cx="917143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56270" y="896112"/>
            <a:ext cx="18583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E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56270" y="896112"/>
            <a:ext cx="18583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629416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E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29416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9046" y="2834640"/>
            <a:ext cx="32459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9046" y="2834640"/>
            <a:ext cx="32459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 عُمَرُ</a:t>
            </a:r>
            <a:endParaRPr lang="ar-SA" sz="45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1723644" cy="132588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007" y="1874520"/>
            <a:ext cx="1363553" cy="14630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590806" y="896112"/>
            <a:ext cx="22452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0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590806" y="896112"/>
            <a:ext cx="22452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30793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0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0793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69276" y="2834640"/>
            <a:ext cx="380544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69276" y="2834640"/>
            <a:ext cx="380544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عُمَرُ</a:t>
            </a:r>
            <a:endParaRPr lang="ar-SA" sz="57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732754" cy="141732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1874520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59872" y="896112"/>
            <a:ext cx="21033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59872" y="896112"/>
            <a:ext cx="21033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080780" y="896112"/>
            <a:ext cx="25590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80780" y="896112"/>
            <a:ext cx="25590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06977" y="2834640"/>
            <a:ext cx="43300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06977" y="2834640"/>
            <a:ext cx="43300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 وَحَسُنَ</a:t>
            </a:r>
            <a:endParaRPr lang="ar-SA" sz="54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108344" cy="141732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2011680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ED5E"/>
          </a:solidFill>
          <a:ln w="12700">
            <a:solidFill>
              <a:srgbClr val="6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33888" y="896112"/>
            <a:ext cx="18153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4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33888" y="896112"/>
            <a:ext cx="18153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94723" y="896112"/>
            <a:ext cx="22191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4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94723" y="896112"/>
            <a:ext cx="22191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وَنَظُفَ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36777" y="2834640"/>
            <a:ext cx="36704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36777" y="2834640"/>
            <a:ext cx="36704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طَهُرَ وَنَظُفَ</a:t>
            </a:r>
            <a:endParaRPr lang="ar-SA" sz="4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684566" cy="14173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1897380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15-ha</dc:title>
  <dc:subject>PptxGenJS Presentation</dc:subject>
  <dc:creator>PptxGenJS</dc:creator>
  <cp:lastModifiedBy>PptxGenJS</cp:lastModifiedBy>
  <cp:revision>1</cp:revision>
  <dcterms:created xsi:type="dcterms:W3CDTF">2026-10-21T00:09:55Z</dcterms:created>
  <dcterms:modified xsi:type="dcterms:W3CDTF">2026-10-21T00:09:55Z</dcterms:modified>
</cp:coreProperties>
</file>