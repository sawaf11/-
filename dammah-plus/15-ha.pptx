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2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152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859890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241548"/>
            <a:ext cx="256032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هُأُ</a:t>
            </a:r>
            <a:endParaRPr lang="ar-SA" sz="5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هُبُ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هُتُ</a:t>
            </a:r>
            <a:endParaRPr lang="ar-SA" sz="10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378" y="3515868"/>
            <a:ext cx="86118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842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6636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7"/>
          </a:solidFill>
          <a:ln w="12700">
            <a:solidFill>
              <a:srgbClr val="52E0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8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هُدُ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هُذُ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515868"/>
            <a:ext cx="111922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هُزُ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3515868"/>
            <a:ext cx="135395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هُسُ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957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هُشُ</a:t>
            </a:r>
            <a:endParaRPr lang="ar-SA" sz="8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هُصُ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20435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هُضُ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773" y="3515868"/>
            <a:ext cx="94978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518" y="3515868"/>
            <a:ext cx="138504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48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هُغُ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6636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هُفُ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هُقُ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5480" y="3515868"/>
            <a:ext cx="68708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هُكُ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6000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هُلُ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0440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هُنُ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E052"/>
          </a:solidFill>
          <a:ln w="12700">
            <a:solidFill>
              <a:srgbClr val="B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أُهُبُ</a:t>
            </a:r>
            <a:endParaRPr lang="ar-SA" sz="5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0730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بُهُتُ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599" y="3332988"/>
            <a:ext cx="1104961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تُهُثُ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10447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ثُهُجُ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290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12" y="3332988"/>
            <a:ext cx="1890248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جُهُحُ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532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حُهُخُ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خُهُدُ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8436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دُهُذُ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577" y="3332988"/>
            <a:ext cx="82698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ذُهُرُ</a:t>
            </a:r>
            <a:endParaRPr lang="ar-SA" sz="7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80272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رُهُزُ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248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576" y="3332988"/>
            <a:ext cx="206398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زُهُسُ</a:t>
            </a:r>
            <a:endParaRPr lang="ar-SA" sz="6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5124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سُهُشُ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شُهُصُ</a:t>
            </a:r>
            <a:endParaRPr lang="ar-SA" sz="6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14994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صُهُضُ</a:t>
            </a:r>
            <a:endParaRPr lang="ar-SA" sz="5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053" y="3332988"/>
            <a:ext cx="99550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ضُهُطُ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1794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طُهُظُ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645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ظُهُعُ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9669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2ED"/>
          </a:solidFill>
          <a:ln w="12700">
            <a:solidFill>
              <a:srgbClr val="5EB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عُهُغُ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غُهُفُ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7"/>
          </a:solidFill>
          <a:ln w="12700">
            <a:solidFill>
              <a:srgbClr val="47D1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فُهُقُ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0266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770" y="3332988"/>
            <a:ext cx="1059790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قُهُكُ</a:t>
            </a:r>
            <a:endParaRPr lang="ar-SA" sz="6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74603" cy="11887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كُهُلُ</a:t>
            </a:r>
            <a:endParaRPr lang="ar-SA" sz="6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4996" y="3332988"/>
            <a:ext cx="1537564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لُهُمُ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8999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6"/>
          </a:solidFill>
          <a:ln w="12700">
            <a:solidFill>
              <a:srgbClr val="ED5ED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مُهُنُ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B"/>
          </a:solidFill>
          <a:ln w="12700">
            <a:solidFill>
              <a:srgbClr val="52E0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نُهُأُ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47D1"/>
          </a:solidFill>
          <a:ln w="12700">
            <a:solidFill>
              <a:srgbClr val="7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</a:t>
            </a:r>
            <a:endParaRPr lang="ar-SA" sz="5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1843" y="3515868"/>
            <a:ext cx="89071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</a:t>
            </a:r>
            <a:endParaRPr lang="ar-SA" sz="9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33774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</a:t>
            </a:r>
            <a:endParaRPr lang="ar-SA" sz="9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52E0"/>
          </a:solidFill>
          <a:ln w="12700">
            <a:solidFill>
              <a:srgbClr val="5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</a:t>
            </a:r>
            <a:endParaRPr lang="ar-SA" sz="9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3126" y="3515868"/>
            <a:ext cx="113943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8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886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8922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</a:t>
            </a:r>
            <a:endParaRPr lang="ar-SA" sz="9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</a:t>
            </a:r>
            <a:endParaRPr lang="ar-SA" sz="8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2516" y="3515868"/>
            <a:ext cx="90004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</a:t>
            </a:r>
            <a:endParaRPr lang="ar-SA" sz="9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8896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</a:t>
            </a:r>
            <a:endParaRPr lang="ar-SA" sz="9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1091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</a:t>
            </a:r>
            <a:endParaRPr lang="ar-SA" sz="9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6752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533" y="3515868"/>
            <a:ext cx="172702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</a:t>
            </a:r>
            <a:endParaRPr lang="ar-SA" sz="7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165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7E0"/>
          </a:solidFill>
          <a:ln w="12700">
            <a:solidFill>
              <a:srgbClr val="52B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</a:t>
            </a:r>
            <a:endParaRPr lang="ar-SA" sz="9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8274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526" y="3515868"/>
            <a:ext cx="91403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270" y="896112"/>
            <a:ext cx="18583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270" y="896112"/>
            <a:ext cx="18583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629416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9416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9046" y="2834640"/>
            <a:ext cx="3245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9046" y="2834640"/>
            <a:ext cx="3245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 عُمَرُ</a:t>
            </a:r>
            <a:endParaRPr lang="ar-SA" sz="45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1757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618" y="1783080"/>
            <a:ext cx="1273942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90806" y="896112"/>
            <a:ext cx="22452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0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90806" y="896112"/>
            <a:ext cx="22452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0793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0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0793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69276" y="2834640"/>
            <a:ext cx="38054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69276" y="2834640"/>
            <a:ext cx="38054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941832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85" y="3241548"/>
            <a:ext cx="1516075" cy="1828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9872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9872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080780" y="896112"/>
            <a:ext cx="25590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80780" y="896112"/>
            <a:ext cx="25590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06977" y="2834640"/>
            <a:ext cx="4330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06977" y="2834640"/>
            <a:ext cx="4330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وَحَسُنَ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779422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3888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4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3888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94723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4723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36777" y="2834640"/>
            <a:ext cx="36704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36777" y="2834640"/>
            <a:ext cx="36704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 وَنَظُفَ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90042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4247" y="1783080"/>
            <a:ext cx="1588313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15-ha</dc:title>
  <dc:subject>PptxGenJS Presentation</dc:subject>
  <dc:creator>PptxGenJS</dc:creator>
  <cp:lastModifiedBy>PptxGenJS</cp:lastModifiedBy>
  <cp:revision>1</cp:revision>
  <dcterms:created xsi:type="dcterms:W3CDTF">2026-10-20T23:35:55Z</dcterms:created>
  <dcterms:modified xsi:type="dcterms:W3CDTF">2026-10-20T23:35:55Z</dcterms:modified>
</cp:coreProperties>
</file>