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4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2ED5E"/>
          </a:solidFill>
          <a:ln w="12700">
            <a:solidFill>
              <a:srgbClr val="8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3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133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1783080"/>
            <a:ext cx="1315090" cy="155448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F52E0"/>
          </a:solidFill>
          <a:ln w="12700">
            <a:solidFill>
              <a:srgbClr val="C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DB70"/>
          </a:solidFill>
          <a:ln w="12700">
            <a:solidFill>
              <a:srgbClr val="B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3"/>
          </a:solidFill>
          <a:ln w="12700">
            <a:solidFill>
              <a:srgbClr val="47857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وُأُ</a:t>
            </a:r>
            <a:endParaRPr lang="ar-SA" sz="59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D864"/>
          </a:solidFill>
          <a:ln w="12700">
            <a:solidFill>
              <a:srgbClr val="C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647"/>
          </a:solidFill>
          <a:ln w="12700">
            <a:solidFill>
              <a:srgbClr val="D1C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وُبُ</a:t>
            </a:r>
            <a:endParaRPr lang="ar-SA" sz="9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وُتُ</a:t>
            </a:r>
            <a:endParaRPr lang="ar-SA" sz="90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9"/>
          </a:solidFill>
          <a:ln w="12700">
            <a:solidFill>
              <a:srgbClr val="642B3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وُثُ</a:t>
            </a:r>
            <a:endParaRPr lang="ar-SA" sz="86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وُجُ</a:t>
            </a:r>
            <a:endParaRPr lang="ar-SA" sz="74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6ED"/>
          </a:solidFill>
          <a:ln w="12700">
            <a:solidFill>
              <a:srgbClr val="5EA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وُحُ</a:t>
            </a:r>
            <a:endParaRPr lang="ar-SA" sz="74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B52"/>
          </a:solidFill>
          <a:ln w="12700">
            <a:solidFill>
              <a:srgbClr val="E0A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EDB"/>
          </a:solidFill>
          <a:ln w="12700">
            <a:solidFill>
              <a:srgbClr val="70C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4785"/>
          </a:solidFill>
          <a:ln w="12700">
            <a:solidFill>
              <a:srgbClr val="6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وُخُ</a:t>
            </a:r>
            <a:endParaRPr lang="ar-SA" sz="74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5"/>
          </a:solidFill>
          <a:ln w="12700">
            <a:solidFill>
              <a:srgbClr val="64D8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3"/>
          </a:solidFill>
          <a:ln w="12700">
            <a:solidFill>
              <a:srgbClr val="47D1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وُدُ</a:t>
            </a:r>
            <a:endParaRPr lang="ar-SA" sz="90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وُذُ</a:t>
            </a:r>
            <a:endParaRPr lang="ar-SA" sz="81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4"/>
          </a:solidFill>
          <a:ln w="12700">
            <a:solidFill>
              <a:srgbClr val="3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وُرُ</a:t>
            </a:r>
            <a:endParaRPr lang="ar-SA" sz="90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وُزُ</a:t>
            </a:r>
            <a:endParaRPr lang="ar-SA" sz="90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9"/>
          </a:solidFill>
          <a:ln w="12700">
            <a:solidFill>
              <a:srgbClr val="ED5EC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وُسُ</a:t>
            </a:r>
            <a:endParaRPr lang="ar-SA" sz="90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7"/>
          </a:solidFill>
          <a:ln w="12700">
            <a:solidFill>
              <a:srgbClr val="52E08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E70DB"/>
          </a:solidFill>
          <a:ln w="12700">
            <a:solidFill>
              <a:srgbClr val="C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وُشُ</a:t>
            </a:r>
            <a:endParaRPr lang="ar-SA" sz="82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64D8"/>
          </a:solidFill>
          <a:ln w="12700">
            <a:solidFill>
              <a:srgbClr val="A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147D1"/>
          </a:solidFill>
          <a:ln w="12700">
            <a:solidFill>
              <a:srgbClr val="8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وُصُ</a:t>
            </a:r>
            <a:endParaRPr lang="ar-SA" sz="90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وُضُ</a:t>
            </a:r>
            <a:endParaRPr lang="ar-SA" sz="90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579"/>
          </a:solidFill>
          <a:ln w="12700">
            <a:solidFill>
              <a:srgbClr val="344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وُطُ</a:t>
            </a:r>
            <a:endParaRPr lang="ar-SA" sz="74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وُظُ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D5E"/>
          </a:solidFill>
          <a:ln w="12700">
            <a:solidFill>
              <a:srgbClr val="E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وُعُ</a:t>
            </a:r>
            <a:endParaRPr lang="ar-SA" sz="74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452E0"/>
          </a:solidFill>
          <a:ln w="12700">
            <a:solidFill>
              <a:srgbClr val="6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370"/>
          </a:solidFill>
          <a:ln w="12700">
            <a:solidFill>
              <a:srgbClr val="DBB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8547"/>
          </a:solidFill>
          <a:ln w="12700">
            <a:solidFill>
              <a:srgbClr val="4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وُغُ</a:t>
            </a:r>
            <a:endParaRPr lang="ar-SA" sz="7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B64"/>
          </a:solidFill>
          <a:ln w="12700">
            <a:solidFill>
              <a:srgbClr val="D88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F47"/>
          </a:solidFill>
          <a:ln w="12700">
            <a:solidFill>
              <a:srgbClr val="D15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وُفُ</a:t>
            </a:r>
            <a:endParaRPr lang="ar-SA" sz="76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وُقُ</a:t>
            </a:r>
            <a:endParaRPr lang="ar-SA" sz="85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4"/>
          </a:solidFill>
          <a:ln w="12700">
            <a:solidFill>
              <a:srgbClr val="6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وُكُ</a:t>
            </a:r>
            <a:endParaRPr lang="ar-SA" sz="81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وُلُ</a:t>
            </a:r>
            <a:endParaRPr lang="ar-SA" sz="75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A"/>
          </a:solidFill>
          <a:ln w="12700">
            <a:solidFill>
              <a:srgbClr val="5EEDC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وُمُ</a:t>
            </a:r>
            <a:endParaRPr lang="ar-SA" sz="74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3"/>
          </a:solidFill>
          <a:ln w="12700">
            <a:solidFill>
              <a:srgbClr val="E052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9"/>
          </a:solidFill>
          <a:ln w="12700">
            <a:solidFill>
              <a:srgbClr val="70DB9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985"/>
          </a:solidFill>
          <a:ln w="12700">
            <a:solidFill>
              <a:srgbClr val="475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وُنُ</a:t>
            </a:r>
            <a:endParaRPr lang="ar-SA" sz="9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E"/>
          </a:solidFill>
          <a:ln w="12700">
            <a:solidFill>
              <a:srgbClr val="64D8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D147"/>
          </a:solidFill>
          <a:ln w="12700">
            <a:solidFill>
              <a:srgbClr val="5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وُهُ</a:t>
            </a:r>
            <a:endParaRPr lang="ar-SA" sz="90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أُوُبُ</a:t>
            </a:r>
            <a:endParaRPr lang="ar-SA" sz="52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62B"/>
          </a:solidFill>
          <a:ln w="12700">
            <a:solidFill>
              <a:srgbClr val="645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7934"/>
          </a:solidFill>
          <a:ln w="12700">
            <a:solidFill>
              <a:srgbClr val="6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بُوُتُ</a:t>
            </a:r>
            <a:endParaRPr lang="ar-SA" sz="80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846" y="3337560"/>
            <a:ext cx="1688714" cy="1737360"/>
          </a:xfrm>
          <a:prstGeom prst="rect">
            <a:avLst/>
          </a:prstGeom>
        </p:spPr>
      </p:pic>
      <p:pic>
        <p:nvPicPr>
          <p:cNvPr id="28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تُوُثُ</a:t>
            </a:r>
            <a:endParaRPr lang="ar-SA" sz="76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867" y="3337560"/>
            <a:ext cx="1794693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65EED"/>
          </a:solidFill>
          <a:ln w="12700">
            <a:solidFill>
              <a:srgbClr val="A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ثُوُجُ</a:t>
            </a:r>
            <a:endParaRPr lang="ar-SA" sz="66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E052"/>
          </a:solidFill>
          <a:ln w="12700">
            <a:solidFill>
              <a:srgbClr val="8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70DB"/>
          </a:solidFill>
          <a:ln w="12700">
            <a:solidFill>
              <a:srgbClr val="7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8"/>
          </a:solidFill>
          <a:ln w="12700">
            <a:solidFill>
              <a:srgbClr val="8547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جُوُحُ</a:t>
            </a:r>
            <a:endParaRPr lang="ar-SA" sz="66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7D8"/>
          </a:solidFill>
          <a:ln w="12700">
            <a:solidFill>
              <a:srgbClr val="647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5D1"/>
          </a:solidFill>
          <a:ln w="12700">
            <a:solidFill>
              <a:srgbClr val="477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حُوُخُ</a:t>
            </a:r>
            <a:endParaRPr lang="ar-SA" sz="6600" dirty="0"/>
          </a:p>
        </p:txBody>
      </p:sp>
      <p:pic>
        <p:nvPicPr>
          <p:cNvPr id="24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753" y="3337560"/>
            <a:ext cx="1469807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خُوُدُ</a:t>
            </a:r>
            <a:endParaRPr lang="ar-SA" sz="80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دُوُذُ</a:t>
            </a:r>
            <a:endParaRPr lang="ar-SA" sz="71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3337560"/>
            <a:ext cx="1249162" cy="1737360"/>
          </a:xfrm>
          <a:prstGeom prst="rect">
            <a:avLst/>
          </a:prstGeom>
        </p:spPr>
      </p:pic>
      <p:pic>
        <p:nvPicPr>
          <p:cNvPr id="28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ذُوُرُ</a:t>
            </a:r>
            <a:endParaRPr lang="ar-SA" sz="71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6873" y="3337560"/>
            <a:ext cx="1245687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35E"/>
          </a:solidFill>
          <a:ln w="12700">
            <a:solidFill>
              <a:srgbClr val="ED8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رُوُزُ</a:t>
            </a:r>
            <a:endParaRPr lang="ar-SA" sz="8000" dirty="0"/>
          </a:p>
        </p:txBody>
      </p:sp>
      <p:pic>
        <p:nvPicPr>
          <p:cNvPr id="32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AE0"/>
          </a:solidFill>
          <a:ln w="12700">
            <a:solidFill>
              <a:srgbClr val="52A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D"/>
          </a:solidFill>
          <a:ln w="12700">
            <a:solidFill>
              <a:srgbClr val="DB707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زُوُسُ</a:t>
            </a:r>
            <a:endParaRPr lang="ar-SA" sz="7200" dirty="0"/>
          </a:p>
        </p:txBody>
      </p:sp>
      <p:pic>
        <p:nvPicPr>
          <p:cNvPr id="29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30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4"/>
          </a:solidFill>
          <a:ln w="12700">
            <a:solidFill>
              <a:srgbClr val="D864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7"/>
          </a:solidFill>
          <a:ln w="12700">
            <a:solidFill>
              <a:srgbClr val="D1479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سُوُشُ</a:t>
            </a:r>
            <a:endParaRPr lang="ar-SA" sz="64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شُوُصُ</a:t>
            </a:r>
            <a:endParaRPr lang="ar-SA" sz="63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6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صُوُضُ</a:t>
            </a:r>
            <a:endParaRPr lang="ar-SA" sz="6000" dirty="0"/>
          </a:p>
        </p:txBody>
      </p:sp>
      <p:pic>
        <p:nvPicPr>
          <p:cNvPr id="26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338270" cy="1508760"/>
          </a:xfrm>
          <a:prstGeom prst="rect">
            <a:avLst/>
          </a:prstGeom>
        </p:spPr>
      </p:pic>
      <p:pic>
        <p:nvPicPr>
          <p:cNvPr id="27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753" y="3337560"/>
            <a:ext cx="1469807" cy="1737360"/>
          </a:xfrm>
          <a:prstGeom prst="rect">
            <a:avLst/>
          </a:prstGeom>
        </p:spPr>
      </p:pic>
      <p:pic>
        <p:nvPicPr>
          <p:cNvPr id="28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ضُوُطُ</a:t>
            </a:r>
            <a:endParaRPr lang="ar-SA" sz="66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2974" y="3337560"/>
            <a:ext cx="1259586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5F"/>
          </a:solidFill>
          <a:ln w="12700">
            <a:solidFill>
              <a:srgbClr val="5EED5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طُوُظُ</a:t>
            </a:r>
            <a:endParaRPr lang="ar-SA" sz="6600" dirty="0"/>
          </a:p>
        </p:txBody>
      </p:sp>
      <p:pic>
        <p:nvPicPr>
          <p:cNvPr id="32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E"/>
          </a:solidFill>
          <a:ln w="12700">
            <a:solidFill>
              <a:srgbClr val="E052C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DB70"/>
          </a:solidFill>
          <a:ln w="12700">
            <a:solidFill>
              <a:srgbClr val="9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ظُوُعُ</a:t>
            </a:r>
            <a:endParaRPr lang="ar-SA" sz="6600" dirty="0"/>
          </a:p>
        </p:txBody>
      </p:sp>
      <p:pic>
        <p:nvPicPr>
          <p:cNvPr id="29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3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31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1D864"/>
          </a:solidFill>
          <a:ln w="12700">
            <a:solidFill>
              <a:srgbClr val="B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D147"/>
          </a:solidFill>
          <a:ln w="12700">
            <a:solidFill>
              <a:srgbClr val="B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عُوُغُ</a:t>
            </a:r>
            <a:endParaRPr lang="ar-SA" sz="6600" dirty="0"/>
          </a:p>
        </p:txBody>
      </p:sp>
      <p:pic>
        <p:nvPicPr>
          <p:cNvPr id="24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846" y="3337560"/>
            <a:ext cx="1688714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غُوُفُ</a:t>
            </a:r>
            <a:endParaRPr lang="ar-SA" sz="68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فُوُقُ</a:t>
            </a:r>
            <a:endParaRPr lang="ar-SA" sz="68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8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قُوُكُ</a:t>
            </a:r>
            <a:endParaRPr lang="ar-SA" sz="6800" dirty="0"/>
          </a:p>
        </p:txBody>
      </p:sp>
      <p:pic>
        <p:nvPicPr>
          <p:cNvPr id="24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8395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444" y="3337560"/>
            <a:ext cx="1977116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1ED"/>
          </a:solidFill>
          <a:ln w="12700">
            <a:solidFill>
              <a:srgbClr val="5E8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كُوُلُ</a:t>
            </a:r>
            <a:endParaRPr lang="ar-SA" sz="6700" dirty="0"/>
          </a:p>
        </p:txBody>
      </p:sp>
      <p:pic>
        <p:nvPicPr>
          <p:cNvPr id="32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F52"/>
          </a:solidFill>
          <a:ln w="12700">
            <a:solidFill>
              <a:srgbClr val="E0C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2DB"/>
          </a:solidFill>
          <a:ln w="12700">
            <a:solidFill>
              <a:srgbClr val="70B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لُوُمُ</a:t>
            </a:r>
            <a:endParaRPr lang="ar-SA" sz="6600" dirty="0"/>
          </a:p>
        </p:txBody>
      </p:sp>
      <p:pic>
        <p:nvPicPr>
          <p:cNvPr id="29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3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31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ED8"/>
          </a:solidFill>
          <a:ln w="12700">
            <a:solidFill>
              <a:srgbClr val="64C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7"/>
          </a:solidFill>
          <a:ln w="12700">
            <a:solidFill>
              <a:srgbClr val="47D1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مُوُنُ</a:t>
            </a:r>
            <a:endParaRPr lang="ar-SA" sz="80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128552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98" y="3337560"/>
            <a:ext cx="1249162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نُوُهُ</a:t>
            </a:r>
            <a:endParaRPr lang="ar-SA" sz="77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6"/>
          </a:solidFill>
          <a:ln w="12700">
            <a:solidFill>
              <a:srgbClr val="3479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4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4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هُوُأُ</a:t>
            </a:r>
            <a:endParaRPr lang="ar-SA" sz="52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662654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3846" y="3337560"/>
            <a:ext cx="1688714" cy="1737360"/>
          </a:xfrm>
          <a:prstGeom prst="rect">
            <a:avLst/>
          </a:prstGeom>
        </p:spPr>
      </p:pic>
      <p:pic>
        <p:nvPicPr>
          <p:cNvPr id="28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أُوُ</a:t>
            </a:r>
            <a:endParaRPr lang="ar-SA" sz="59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5"/>
          </a:solidFill>
          <a:ln w="12700">
            <a:solidFill>
              <a:srgbClr val="ED5EA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بُوُ</a:t>
            </a:r>
            <a:endParaRPr lang="ar-SA" sz="90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C"/>
          </a:solidFill>
          <a:ln w="12700">
            <a:solidFill>
              <a:srgbClr val="52E0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D"/>
          </a:solidFill>
          <a:ln w="12700">
            <a:solidFill>
              <a:srgbClr val="DB70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تُوُ</a:t>
            </a:r>
            <a:endParaRPr lang="ar-SA" sz="87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894878" cy="1051560"/>
          </a:xfrm>
          <a:prstGeom prst="rect">
            <a:avLst/>
          </a:prstGeom>
        </p:spPr>
      </p:pic>
      <p:pic>
        <p:nvPicPr>
          <p:cNvPr id="26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64D8"/>
          </a:solidFill>
          <a:ln w="12700">
            <a:solidFill>
              <a:srgbClr val="C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447D1"/>
          </a:solidFill>
          <a:ln w="12700">
            <a:solidFill>
              <a:srgbClr val="A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ثُوُ</a:t>
            </a:r>
            <a:endParaRPr lang="ar-SA" sz="75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جُوُ</a:t>
            </a:r>
            <a:endParaRPr lang="ar-SA" sz="90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23360"/>
            <a:ext cx="1077849" cy="105156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3326" y="4069080"/>
            <a:ext cx="729234" cy="1005840"/>
          </a:xfrm>
          <a:prstGeom prst="rect">
            <a:avLst/>
          </a:prstGeom>
        </p:spPr>
      </p:pic>
      <p:pic>
        <p:nvPicPr>
          <p:cNvPr id="23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حُوُ</a:t>
            </a:r>
            <a:endParaRPr lang="ar-SA" sz="9000" dirty="0"/>
          </a:p>
        </p:txBody>
      </p:sp>
      <p:pic>
        <p:nvPicPr>
          <p:cNvPr id="22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4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خُوُ</a:t>
            </a:r>
            <a:endParaRPr lang="ar-SA" sz="90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ED5E"/>
          </a:solidFill>
          <a:ln w="12700">
            <a:solidFill>
              <a:srgbClr val="C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دُوُ</a:t>
            </a:r>
            <a:endParaRPr lang="ar-SA" sz="90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52E0"/>
          </a:solidFill>
          <a:ln w="12700">
            <a:solidFill>
              <a:srgbClr val="8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F70"/>
          </a:solidFill>
          <a:ln w="12700">
            <a:solidFill>
              <a:srgbClr val="DBC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5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ذُوُ</a:t>
            </a:r>
            <a:endParaRPr lang="ar-SA" sz="81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7640"/>
            <a:ext cx="927202" cy="109728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964"/>
          </a:solidFill>
          <a:ln w="12700">
            <a:solidFill>
              <a:srgbClr val="D8A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247"/>
          </a:solidFill>
          <a:ln w="12700">
            <a:solidFill>
              <a:srgbClr val="D18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رُوُ</a:t>
            </a:r>
            <a:endParaRPr lang="ar-SA" sz="90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3164" y="45720"/>
            <a:ext cx="566196" cy="548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زُوُ</a:t>
            </a:r>
            <a:endParaRPr lang="ar-SA" sz="9000" dirty="0"/>
          </a:p>
        </p:txBody>
      </p:sp>
      <p:pic>
        <p:nvPicPr>
          <p:cNvPr id="21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9416" cy="1280160"/>
          </a:xfrm>
          <a:prstGeom prst="rect">
            <a:avLst/>
          </a:prstGeom>
        </p:spPr>
      </p:pic>
      <p:pic>
        <p:nvPicPr>
          <p:cNvPr id="22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5"/>
          </a:solidFill>
          <a:ln w="12700">
            <a:solidFill>
              <a:srgbClr val="7934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سُوُ</a:t>
            </a:r>
            <a:endParaRPr lang="ar-SA" sz="9000" dirty="0"/>
          </a:p>
        </p:txBody>
      </p:sp>
      <p:pic>
        <p:nvPicPr>
          <p:cNvPr id="2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57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شُوُ</a:t>
            </a:r>
            <a:endParaRPr lang="ar-SA" sz="82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CED"/>
          </a:solidFill>
          <a:ln w="12700">
            <a:solidFill>
              <a:srgbClr val="5EE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صُوُ</a:t>
            </a:r>
            <a:endParaRPr lang="ar-SA" sz="90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552"/>
          </a:solidFill>
          <a:ln w="12700">
            <a:solidFill>
              <a:srgbClr val="E06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4"/>
          </a:solidFill>
          <a:ln w="12700">
            <a:solidFill>
              <a:srgbClr val="70DB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ضُوُ</a:t>
            </a:r>
            <a:endParaRPr lang="ar-SA" sz="90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343400"/>
            <a:ext cx="909279" cy="73152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279" y="4297680"/>
            <a:ext cx="557281" cy="77724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C"/>
          </a:solidFill>
          <a:ln w="12700">
            <a:solidFill>
              <a:srgbClr val="64D88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0"/>
          </a:solidFill>
          <a:ln w="12700">
            <a:solidFill>
              <a:srgbClr val="47D1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طُوُ</a:t>
            </a:r>
            <a:endParaRPr lang="ar-SA" sz="74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92541" y="45720"/>
            <a:ext cx="516819" cy="411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ظُوُ</a:t>
            </a:r>
            <a:endParaRPr lang="ar-SA" sz="74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4760"/>
            <a:ext cx="1081735" cy="1280160"/>
          </a:xfrm>
          <a:prstGeom prst="rect">
            <a:avLst/>
          </a:prstGeom>
        </p:spPr>
      </p:pic>
      <p:pic>
        <p:nvPicPr>
          <p:cNvPr id="22" name="Image 1" descr="butterfly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7934"/>
          </a:solidFill>
          <a:ln w="12700">
            <a:solidFill>
              <a:srgbClr val="5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عُوُ</a:t>
            </a:r>
            <a:endParaRPr lang="ar-SA" sz="90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33936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3520440"/>
            <a:ext cx="1391260" cy="1554480"/>
          </a:xfrm>
          <a:prstGeom prst="rect">
            <a:avLst/>
          </a:prstGeom>
        </p:spPr>
      </p:pic>
      <p:pic>
        <p:nvPicPr>
          <p:cNvPr id="24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غُوُ</a:t>
            </a:r>
            <a:endParaRPr lang="ar-SA" sz="83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5EED"/>
          </a:solidFill>
          <a:ln w="12700">
            <a:solidFill>
              <a:srgbClr val="C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فُوُ</a:t>
            </a:r>
            <a:endParaRPr lang="ar-SA" sz="76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2E052"/>
          </a:solidFill>
          <a:ln w="12700">
            <a:solidFill>
              <a:srgbClr val="6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70DB"/>
          </a:solidFill>
          <a:ln w="12700">
            <a:solidFill>
              <a:srgbClr val="9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قُوُ</a:t>
            </a:r>
            <a:endParaRPr lang="ar-SA" sz="76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890397" cy="8686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061" y="4297680"/>
            <a:ext cx="563499" cy="77724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64D8"/>
          </a:solidFill>
          <a:ln w="12700">
            <a:solidFill>
              <a:srgbClr val="6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2D1"/>
          </a:solidFill>
          <a:ln w="12700">
            <a:solidFill>
              <a:srgbClr val="475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كُوُ</a:t>
            </a:r>
            <a:endParaRPr lang="ar-SA" sz="79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265" y="45720"/>
            <a:ext cx="533095" cy="4572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لُوُ</a:t>
            </a:r>
            <a:endParaRPr lang="ar-SA" sz="7400" dirty="0"/>
          </a:p>
        </p:txBody>
      </p:sp>
      <p:pic>
        <p:nvPicPr>
          <p:cNvPr id="21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6240"/>
            <a:ext cx="1079769" cy="86868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373" y="4069080"/>
            <a:ext cx="721187" cy="100584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مُوُ</a:t>
            </a:r>
            <a:endParaRPr lang="ar-SA" sz="90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4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57053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نُوُ</a:t>
            </a:r>
            <a:endParaRPr lang="ar-SA" sz="87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75E"/>
          </a:solidFill>
          <a:ln w="12700">
            <a:solidFill>
              <a:srgbClr val="EDA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هُوُ</a:t>
            </a:r>
            <a:endParaRPr lang="ar-SA" sz="90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460162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6E0"/>
          </a:solidFill>
          <a:ln w="12700">
            <a:solidFill>
              <a:srgbClr val="528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51399" y="896112"/>
            <a:ext cx="20814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8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51399" y="896112"/>
            <a:ext cx="20814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</a:t>
            </a:r>
            <a:endParaRPr lang="ar-SA" sz="5400" dirty="0"/>
          </a:p>
        </p:txBody>
      </p:sp>
      <p:sp>
        <p:nvSpPr>
          <p:cNvPr id="17" name="C2 W2 pill"/>
          <p:cNvSpPr/>
          <p:nvPr/>
        </p:nvSpPr>
        <p:spPr>
          <a:xfrm>
            <a:off x="2411199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8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11199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11647" y="2834640"/>
            <a:ext cx="372070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11647" y="2834640"/>
            <a:ext cx="372070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وَقَفَ عُمَرُ</a:t>
            </a:r>
            <a:endParaRPr lang="ar-SA" sz="55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22862" cy="155448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1783080"/>
            <a:ext cx="1768998" cy="1554480"/>
          </a:xfrm>
          <a:prstGeom prst="rect">
            <a:avLst/>
          </a:prstGeom>
        </p:spPr>
      </p:pic>
      <p:pic>
        <p:nvPicPr>
          <p:cNvPr id="24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6"/>
          </a:solidFill>
          <a:ln w="12700">
            <a:solidFill>
              <a:srgbClr val="D864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4"/>
          </a:solidFill>
          <a:ln w="12700">
            <a:solidFill>
              <a:srgbClr val="D147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21224" y="896112"/>
            <a:ext cx="21417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21224" y="896112"/>
            <a:ext cx="21417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81024" y="896112"/>
            <a:ext cx="19201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81024" y="896112"/>
            <a:ext cx="19201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05180" y="2834640"/>
            <a:ext cx="373364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05180" y="2834640"/>
            <a:ext cx="373364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وَصَلَ عُمَرُ</a:t>
            </a:r>
            <a:endParaRPr lang="ar-SA" sz="5400" dirty="0"/>
          </a:p>
        </p:txBody>
      </p:sp>
      <p:pic>
        <p:nvPicPr>
          <p:cNvPr id="17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78824" cy="1554480"/>
          </a:xfrm>
          <a:prstGeom prst="rect">
            <a:avLst/>
          </a:prstGeom>
        </p:spPr>
      </p:pic>
      <p:pic>
        <p:nvPicPr>
          <p:cNvPr id="18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1783080"/>
            <a:ext cx="1315090" cy="1554480"/>
          </a:xfrm>
          <a:prstGeom prst="rect">
            <a:avLst/>
          </a:prstGeom>
        </p:spPr>
      </p:pic>
      <p:pic>
        <p:nvPicPr>
          <p:cNvPr id="19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776082" y="45720"/>
            <a:ext cx="533278" cy="411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12144" y="896112"/>
            <a:ext cx="220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9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12144" y="896112"/>
            <a:ext cx="220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وَجَدَهُ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329275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9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29275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04952" y="2834640"/>
            <a:ext cx="393409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04952" y="2834640"/>
            <a:ext cx="393409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وَجَدَهُ عُمَرُ</a:t>
            </a:r>
            <a:endParaRPr lang="ar-SA" sz="5700" dirty="0"/>
          </a:p>
        </p:txBody>
      </p:sp>
      <p:pic>
        <p:nvPicPr>
          <p:cNvPr id="18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93342" cy="1554480"/>
          </a:xfrm>
          <a:prstGeom prst="rect">
            <a:avLst/>
          </a:prstGeom>
        </p:spPr>
      </p:pic>
      <p:pic>
        <p:nvPicPr>
          <p:cNvPr id="19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1783080"/>
            <a:ext cx="1126998" cy="1554480"/>
          </a:xfrm>
          <a:prstGeom prst="rect">
            <a:avLst/>
          </a:prstGeom>
        </p:spPr>
      </p:pic>
      <p:pic>
        <p:nvPicPr>
          <p:cNvPr id="20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39509" y="896112"/>
            <a:ext cx="218730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B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39509" y="896112"/>
            <a:ext cx="218730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017190" y="896112"/>
            <a:ext cx="26022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B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17190" y="896112"/>
            <a:ext cx="26022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وَصَدَقَ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320907" y="2834640"/>
            <a:ext cx="45021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320907" y="2834640"/>
            <a:ext cx="45021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وَعَدَهُ وَصَدَقَ</a:t>
            </a:r>
            <a:endParaRPr lang="ar-SA" sz="5700" dirty="0"/>
          </a:p>
        </p:txBody>
      </p:sp>
      <p:pic>
        <p:nvPicPr>
          <p:cNvPr id="19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20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1783080"/>
            <a:ext cx="1117671" cy="1554480"/>
          </a:xfrm>
          <a:prstGeom prst="rect">
            <a:avLst/>
          </a:prstGeom>
        </p:spPr>
      </p:pic>
      <p:pic>
        <p:nvPicPr>
          <p:cNvPr id="21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72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16-waw</dc:title>
  <dc:subject>PptxGenJS Presentation</dc:subject>
  <dc:creator>PptxGenJS</dc:creator>
  <cp:lastModifiedBy>PptxGenJS</cp:lastModifiedBy>
  <cp:revision>1</cp:revision>
  <dcterms:created xsi:type="dcterms:W3CDTF">2026-10-20T22:54:29Z</dcterms:created>
  <dcterms:modified xsi:type="dcterms:W3CDTF">2026-10-20T22:54:29Z</dcterms:modified>
</cp:coreProperties>
</file>