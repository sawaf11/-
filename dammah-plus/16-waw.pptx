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68645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1920240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8" y="3515868"/>
            <a:ext cx="78501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546" y="4155948"/>
            <a:ext cx="566014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55948"/>
            <a:ext cx="729691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031" y="3881628"/>
            <a:ext cx="576529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842" y="3881628"/>
            <a:ext cx="57771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888" y="3378708"/>
            <a:ext cx="1219672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918" y="3927348"/>
            <a:ext cx="56464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164" y="3332988"/>
            <a:ext cx="97639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541" y="3881628"/>
            <a:ext cx="56701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6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4155948"/>
            <a:ext cx="716890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8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8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7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7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1224" y="896112"/>
            <a:ext cx="21417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1224" y="896112"/>
            <a:ext cx="21417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8102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102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180" y="2834640"/>
            <a:ext cx="373364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180" y="2834640"/>
            <a:ext cx="373364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عُمَرُ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50529" cy="17830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1943100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12144" y="896112"/>
            <a:ext cx="220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12144" y="896112"/>
            <a:ext cx="220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2927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9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927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4952" y="2834640"/>
            <a:ext cx="39340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4952" y="2834640"/>
            <a:ext cx="39340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181359" cy="15087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696" y="1965960"/>
            <a:ext cx="1150864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9509" y="896112"/>
            <a:ext cx="21873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9509" y="896112"/>
            <a:ext cx="21873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017190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17190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20907" y="2834640"/>
            <a:ext cx="45021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20907" y="2834640"/>
            <a:ext cx="45021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 وَصَدَقَ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32551" cy="17830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16-waw</dc:title>
  <dc:subject>PptxGenJS Presentation</dc:subject>
  <dc:creator>PptxGenJS</dc:creator>
  <cp:lastModifiedBy>PptxGenJS</cp:lastModifiedBy>
  <cp:revision>1</cp:revision>
  <dcterms:created xsi:type="dcterms:W3CDTF">2026-10-21T00:09:55Z</dcterms:created>
  <dcterms:modified xsi:type="dcterms:W3CDTF">2026-10-21T00:09:55Z</dcterms:modified>
</cp:coreProperties>
</file>