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2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2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3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2ED5E"/>
          </a:solidFill>
          <a:ln w="12700">
            <a:solidFill>
              <a:srgbClr val="8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3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133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68645" cy="16459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75" y="1920240"/>
            <a:ext cx="1024585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F52E0"/>
          </a:solidFill>
          <a:ln w="12700">
            <a:solidFill>
              <a:srgbClr val="C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DB70"/>
          </a:solidFill>
          <a:ln w="12700">
            <a:solidFill>
              <a:srgbClr val="B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3"/>
          </a:solidFill>
          <a:ln w="12700">
            <a:solidFill>
              <a:srgbClr val="4785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وُأُ</a:t>
            </a:r>
            <a:endParaRPr lang="ar-SA" sz="59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898032" cy="10515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09" y="4110228"/>
            <a:ext cx="564551" cy="9601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FD864"/>
          </a:solidFill>
          <a:ln w="12700">
            <a:solidFill>
              <a:srgbClr val="C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647"/>
          </a:solidFill>
          <a:ln w="12700">
            <a:solidFill>
              <a:srgbClr val="D1C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وُبُ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15" y="3698748"/>
            <a:ext cx="1272845" cy="13716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وُتُ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07110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9"/>
          </a:solidFill>
          <a:ln w="12700">
            <a:solidFill>
              <a:srgbClr val="642B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وُثُ</a:t>
            </a:r>
            <a:endParaRPr lang="ar-SA" sz="8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8818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548" y="3515868"/>
            <a:ext cx="785012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وُجُ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787743" cy="9601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6ED"/>
          </a:solidFill>
          <a:ln w="12700">
            <a:solidFill>
              <a:srgbClr val="5EA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وُحُ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11680"/>
            <a:ext cx="514716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B52"/>
          </a:solidFill>
          <a:ln w="12700">
            <a:solidFill>
              <a:srgbClr val="E0A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EDB"/>
          </a:solidFill>
          <a:ln w="12700">
            <a:solidFill>
              <a:srgbClr val="70C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4785"/>
          </a:solidFill>
          <a:ln w="12700">
            <a:solidFill>
              <a:srgbClr val="6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وُخُ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4202" y="3927348"/>
            <a:ext cx="578358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5"/>
          </a:solidFill>
          <a:ln w="12700">
            <a:solidFill>
              <a:srgbClr val="64D8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3"/>
          </a:solidFill>
          <a:ln w="12700">
            <a:solidFill>
              <a:srgbClr val="47D1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وُدُ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626" y="3653028"/>
            <a:ext cx="1303934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وُذُ</a:t>
            </a:r>
            <a:endParaRPr lang="ar-SA" sz="8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078992" cy="1143000"/>
          </a:xfrm>
          <a:prstGeom prst="rect">
            <a:avLst/>
          </a:prstGeom>
        </p:spPr>
      </p:pic>
      <p:pic>
        <p:nvPicPr>
          <p:cNvPr id="22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607308"/>
            <a:ext cx="731520" cy="14630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4"/>
          </a:solidFill>
          <a:ln w="12700">
            <a:solidFill>
              <a:srgbClr val="3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وُرُ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236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45" y="3515868"/>
            <a:ext cx="716615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وُزُ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00312" cy="11887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9"/>
          </a:solidFill>
          <a:ln w="12700">
            <a:solidFill>
              <a:srgbClr val="ED5EC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وُسُ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07949" cy="10058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7"/>
          </a:solidFill>
          <a:ln w="12700">
            <a:solidFill>
              <a:srgbClr val="52E08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E70DB"/>
          </a:solidFill>
          <a:ln w="12700">
            <a:solidFill>
              <a:srgbClr val="C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وُشُ</a:t>
            </a:r>
            <a:endParaRPr lang="ar-SA" sz="8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916595" cy="12801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546" y="4155948"/>
            <a:ext cx="566014" cy="9144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64D8"/>
          </a:solidFill>
          <a:ln w="12700">
            <a:solidFill>
              <a:srgbClr val="A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147D1"/>
          </a:solidFill>
          <a:ln w="12700">
            <a:solidFill>
              <a:srgbClr val="8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وُصُ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3790188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وُضُ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579"/>
          </a:solidFill>
          <a:ln w="12700">
            <a:solidFill>
              <a:srgbClr val="344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وُطُ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27715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020" y="3515868"/>
            <a:ext cx="985540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وُظُ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99510" cy="128016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D5E"/>
          </a:solidFill>
          <a:ln w="12700">
            <a:solidFill>
              <a:srgbClr val="E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452E0"/>
          </a:solidFill>
          <a:ln w="12700">
            <a:solidFill>
              <a:srgbClr val="6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370"/>
          </a:solidFill>
          <a:ln w="12700">
            <a:solidFill>
              <a:srgbClr val="DBB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8547"/>
          </a:solidFill>
          <a:ln w="12700">
            <a:solidFill>
              <a:srgbClr val="4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وُغُ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14400" cy="11430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483" y="3835908"/>
            <a:ext cx="569077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B64"/>
          </a:solidFill>
          <a:ln w="12700">
            <a:solidFill>
              <a:srgbClr val="D88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F47"/>
          </a:solidFill>
          <a:ln w="12700">
            <a:solidFill>
              <a:srgbClr val="D15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وُفُ</a:t>
            </a:r>
            <a:endParaRPr lang="ar-SA" sz="7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023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73" y="3744468"/>
            <a:ext cx="1751487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وُقُ</a:t>
            </a:r>
            <a:endParaRPr lang="ar-SA" sz="8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7255" cy="100584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869" y="4155948"/>
            <a:ext cx="729691" cy="9144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وُكُ</a:t>
            </a:r>
            <a:endParaRPr lang="ar-SA" sz="8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8866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465" y="3515868"/>
            <a:ext cx="987095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وُلُ</a:t>
            </a:r>
            <a:endParaRPr lang="ar-SA" sz="7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633347" cy="11430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A"/>
          </a:solidFill>
          <a:ln w="12700">
            <a:solidFill>
              <a:srgbClr val="5EEDC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وُمُ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05846" cy="10972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9"/>
          </a:solidFill>
          <a:ln w="12700">
            <a:solidFill>
              <a:srgbClr val="70DB9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985"/>
          </a:solidFill>
          <a:ln w="12700">
            <a:solidFill>
              <a:srgbClr val="475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وُنُ</a:t>
            </a:r>
            <a:endParaRPr lang="ar-SA" sz="9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031" y="3881628"/>
            <a:ext cx="576529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E"/>
          </a:solidFill>
          <a:ln w="12700">
            <a:solidFill>
              <a:srgbClr val="64D8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D147"/>
          </a:solidFill>
          <a:ln w="12700">
            <a:solidFill>
              <a:srgbClr val="5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وُهُ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755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3653028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أُوُبُ</a:t>
            </a:r>
            <a:endParaRPr lang="ar-SA" sz="5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03498" cy="12801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62B"/>
          </a:solidFill>
          <a:ln w="12700">
            <a:solidFill>
              <a:srgbClr val="645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7934"/>
          </a:solidFill>
          <a:ln w="12700">
            <a:solidFill>
              <a:srgbClr val="6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بُوُتُ</a:t>
            </a:r>
            <a:endParaRPr lang="ar-SA" sz="8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95538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204" y="3744468"/>
            <a:ext cx="1063356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تُوُثُ</a:t>
            </a:r>
            <a:endParaRPr lang="ar-SA" sz="7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56533" cy="14173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65EED"/>
          </a:solidFill>
          <a:ln w="12700">
            <a:solidFill>
              <a:srgbClr val="A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ثُوُجُ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E052"/>
          </a:solidFill>
          <a:ln w="12700">
            <a:solidFill>
              <a:srgbClr val="8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70DB"/>
          </a:solidFill>
          <a:ln w="12700">
            <a:solidFill>
              <a:srgbClr val="7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8"/>
          </a:solidFill>
          <a:ln w="12700">
            <a:solidFill>
              <a:srgbClr val="8547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جُوُحُ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3290" cy="105156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842" y="3881628"/>
            <a:ext cx="577718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7D8"/>
          </a:solidFill>
          <a:ln w="12700">
            <a:solidFill>
              <a:srgbClr val="647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5D1"/>
          </a:solidFill>
          <a:ln w="12700">
            <a:solidFill>
              <a:srgbClr val="477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حُوُخُ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591" y="3744468"/>
            <a:ext cx="1309969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خُوُدُ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دُوُذُ</a:t>
            </a:r>
            <a:endParaRPr lang="ar-SA" sz="71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888" y="3378708"/>
            <a:ext cx="1219672" cy="16916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ذُوُرُ</a:t>
            </a:r>
            <a:endParaRPr lang="ar-SA" sz="71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745772" cy="10972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35E"/>
          </a:solidFill>
          <a:ln w="12700">
            <a:solidFill>
              <a:srgbClr val="ED8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رُوُزُ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AE0"/>
          </a:solidFill>
          <a:ln w="12700">
            <a:solidFill>
              <a:srgbClr val="52A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D"/>
          </a:solidFill>
          <a:ln w="12700">
            <a:solidFill>
              <a:srgbClr val="DB707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زُوُسُ</a:t>
            </a:r>
            <a:endParaRPr lang="ar-SA" sz="72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899221" cy="100584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918" y="3927348"/>
            <a:ext cx="564642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4"/>
          </a:solidFill>
          <a:ln w="12700">
            <a:solidFill>
              <a:srgbClr val="D864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7"/>
          </a:solidFill>
          <a:ln w="12700">
            <a:solidFill>
              <a:srgbClr val="D1479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سُوُشُ</a:t>
            </a:r>
            <a:endParaRPr lang="ar-SA" sz="6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643" y="3561588"/>
            <a:ext cx="1621917" cy="15087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شُوُصُ</a:t>
            </a:r>
            <a:endParaRPr lang="ar-SA" sz="6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12241" cy="13716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صُوُضُ</a:t>
            </a:r>
            <a:endParaRPr lang="ar-SA" sz="6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164" y="3332988"/>
            <a:ext cx="976396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ضُوُطُ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422669" cy="13258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5F"/>
          </a:solidFill>
          <a:ln w="12700">
            <a:solidFill>
              <a:srgbClr val="5EED5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طُوُظُ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E"/>
          </a:solidFill>
          <a:ln w="12700">
            <a:solidFill>
              <a:srgbClr val="E052C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DB70"/>
          </a:solidFill>
          <a:ln w="12700">
            <a:solidFill>
              <a:srgbClr val="9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ظُوُعُ</a:t>
            </a:r>
            <a:endParaRPr lang="ar-SA" sz="66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541" y="3881628"/>
            <a:ext cx="567019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D864"/>
          </a:solidFill>
          <a:ln w="12700">
            <a:solidFill>
              <a:srgbClr val="B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D147"/>
          </a:solidFill>
          <a:ln w="12700">
            <a:solidFill>
              <a:srgbClr val="B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عُوُغُ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842" y="3698748"/>
            <a:ext cx="1172718" cy="13716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غُوُفُ</a:t>
            </a:r>
            <a:endParaRPr lang="ar-SA" sz="68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03498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فُوُقُ</a:t>
            </a:r>
            <a:endParaRPr lang="ar-SA" sz="68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456" y="3607308"/>
            <a:ext cx="926104" cy="14630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قُوُكُ</a:t>
            </a:r>
            <a:endParaRPr lang="ar-SA" sz="68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73562" cy="11887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1ED"/>
          </a:solidFill>
          <a:ln w="12700">
            <a:solidFill>
              <a:srgbClr val="5E8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كُوُلُ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F52"/>
          </a:solidFill>
          <a:ln w="12700">
            <a:solidFill>
              <a:srgbClr val="E0C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2DB"/>
          </a:solidFill>
          <a:ln w="12700">
            <a:solidFill>
              <a:srgbClr val="70B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لُوُمُ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16229" cy="109728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184" y="4064508"/>
            <a:ext cx="581376" cy="10058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ED8"/>
          </a:solidFill>
          <a:ln w="12700">
            <a:solidFill>
              <a:srgbClr val="64C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7"/>
          </a:solidFill>
          <a:ln w="12700">
            <a:solidFill>
              <a:srgbClr val="47D1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مُوُنُ</a:t>
            </a:r>
            <a:endParaRPr lang="ar-SA" sz="8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61" y="3653028"/>
            <a:ext cx="1661099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نُوُهُ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6"/>
          </a:solidFill>
          <a:ln w="12700">
            <a:solidFill>
              <a:srgbClr val="3479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هُوُأُ</a:t>
            </a:r>
            <a:endParaRPr lang="ar-SA" sz="5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567" y="3332988"/>
            <a:ext cx="859993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أُوُ</a:t>
            </a:r>
            <a:endParaRPr lang="ar-SA" sz="5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315822" cy="9144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5"/>
          </a:solidFill>
          <a:ln w="12700">
            <a:solidFill>
              <a:srgbClr val="ED5EA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02920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C"/>
          </a:solidFill>
          <a:ln w="12700">
            <a:solidFill>
              <a:srgbClr val="52E0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D"/>
          </a:solidFill>
          <a:ln w="12700">
            <a:solidFill>
              <a:srgbClr val="DB70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تُوُ</a:t>
            </a:r>
            <a:endParaRPr lang="ar-SA" sz="87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25556" cy="9601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087" y="3790188"/>
            <a:ext cx="582473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64D8"/>
          </a:solidFill>
          <a:ln w="12700">
            <a:solidFill>
              <a:srgbClr val="C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447D1"/>
          </a:solidFill>
          <a:ln w="12700">
            <a:solidFill>
              <a:srgbClr val="A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ثُوُ</a:t>
            </a:r>
            <a:endParaRPr lang="ar-SA" sz="7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27" y="3744468"/>
            <a:ext cx="1180033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11179" cy="128016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670" y="4155948"/>
            <a:ext cx="716890" cy="9144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4093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722" y="3515868"/>
            <a:ext cx="1036838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خُوُ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076615" cy="13258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ED5E"/>
          </a:solidFill>
          <a:ln w="12700">
            <a:solidFill>
              <a:srgbClr val="C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8008" cy="10058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52E0"/>
          </a:solidFill>
          <a:ln w="12700">
            <a:solidFill>
              <a:srgbClr val="8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F70"/>
          </a:solidFill>
          <a:ln w="12700">
            <a:solidFill>
              <a:srgbClr val="DBC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ذُوُ</a:t>
            </a:r>
            <a:endParaRPr lang="ar-SA" sz="8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8898" y="3881628"/>
            <a:ext cx="583662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964"/>
          </a:solidFill>
          <a:ln w="12700">
            <a:solidFill>
              <a:srgbClr val="D8A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247"/>
          </a:solidFill>
          <a:ln w="12700">
            <a:solidFill>
              <a:srgbClr val="D18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55" y="4018788"/>
            <a:ext cx="1183005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5"/>
          </a:solidFill>
          <a:ln w="12700">
            <a:solidFill>
              <a:srgbClr val="7934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170" y="3515868"/>
            <a:ext cx="881390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شُوُ</a:t>
            </a:r>
            <a:endParaRPr lang="ar-SA" sz="8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15065" cy="13258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CED"/>
          </a:solidFill>
          <a:ln w="12700">
            <a:solidFill>
              <a:srgbClr val="5EE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0007" cy="10515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552"/>
          </a:solidFill>
          <a:ln w="12700">
            <a:solidFill>
              <a:srgbClr val="E06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4"/>
          </a:solidFill>
          <a:ln w="12700">
            <a:solidFill>
              <a:srgbClr val="70DB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ضُوُ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926790" cy="132588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087" y="3790188"/>
            <a:ext cx="582473" cy="12801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C"/>
          </a:solidFill>
          <a:ln w="12700">
            <a:solidFill>
              <a:srgbClr val="64D8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0"/>
          </a:solidFill>
          <a:ln w="12700">
            <a:solidFill>
              <a:srgbClr val="47D1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448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72" y="3835908"/>
            <a:ext cx="1250488" cy="12344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7934"/>
          </a:solidFill>
          <a:ln w="12700">
            <a:solidFill>
              <a:srgbClr val="5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952" y="3515868"/>
            <a:ext cx="887608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غُوُ</a:t>
            </a:r>
            <a:endParaRPr lang="ar-SA" sz="8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48050" cy="10972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5EED"/>
          </a:solidFill>
          <a:ln w="12700">
            <a:solidFill>
              <a:srgbClr val="C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فُوُ</a:t>
            </a:r>
            <a:endParaRPr lang="ar-SA" sz="7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0543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2E052"/>
          </a:solidFill>
          <a:ln w="12700">
            <a:solidFill>
              <a:srgbClr val="6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70DB"/>
          </a:solidFill>
          <a:ln w="12700">
            <a:solidFill>
              <a:srgbClr val="9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قُوُ</a:t>
            </a:r>
            <a:endParaRPr lang="ar-SA" sz="7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9048" y="3790188"/>
            <a:ext cx="573512" cy="12801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64D8"/>
          </a:solidFill>
          <a:ln w="12700">
            <a:solidFill>
              <a:srgbClr val="6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2D1"/>
          </a:solidFill>
          <a:ln w="12700">
            <a:solidFill>
              <a:srgbClr val="475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كُوُ</a:t>
            </a:r>
            <a:endParaRPr lang="ar-SA" sz="7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56" y="3698748"/>
            <a:ext cx="946404" cy="13716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8344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893" y="3698748"/>
            <a:ext cx="991667" cy="13716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نُوُ</a:t>
            </a:r>
            <a:endParaRPr lang="ar-SA" sz="87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301100" cy="123444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75E"/>
          </a:solidFill>
          <a:ln w="12700">
            <a:solidFill>
              <a:srgbClr val="EDA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5800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6E0"/>
          </a:solidFill>
          <a:ln w="12700">
            <a:solidFill>
              <a:srgbClr val="528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F70"/>
          </a:solidFill>
          <a:ln w="12700">
            <a:solidFill>
              <a:srgbClr val="DB7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51399" y="896112"/>
            <a:ext cx="20814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8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51399" y="896112"/>
            <a:ext cx="20814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411199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8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11199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11647" y="2834640"/>
            <a:ext cx="372070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11647" y="2834640"/>
            <a:ext cx="372070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عُمَرُ</a:t>
            </a:r>
            <a:endParaRPr lang="ar-SA" sz="5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1648526" cy="9601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915" y="1783080"/>
            <a:ext cx="768645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6"/>
          </a:solidFill>
          <a:ln w="12700">
            <a:solidFill>
              <a:srgbClr val="D864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4"/>
          </a:solidFill>
          <a:ln w="12700">
            <a:solidFill>
              <a:srgbClr val="D147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21224" y="896112"/>
            <a:ext cx="21417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6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21224" y="896112"/>
            <a:ext cx="21417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381024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81024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05180" y="2834640"/>
            <a:ext cx="373364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05180" y="2834640"/>
            <a:ext cx="373364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 عُمَرُ</a:t>
            </a:r>
            <a:endParaRPr lang="ar-SA" sz="54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87268"/>
            <a:ext cx="850529" cy="178308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61" y="1943100"/>
            <a:ext cx="978499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12144" y="896112"/>
            <a:ext cx="220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9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12144" y="896112"/>
            <a:ext cx="220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وَجَدَهُ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329275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9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29275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04952" y="2834640"/>
            <a:ext cx="39340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04952" y="2834640"/>
            <a:ext cx="39340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وَجَدَهُ عُمَرُ</a:t>
            </a:r>
            <a:endParaRPr lang="ar-SA" sz="5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51660"/>
            <a:ext cx="1181359" cy="150876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696" y="1965960"/>
            <a:ext cx="1150864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39509" y="896112"/>
            <a:ext cx="218730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B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39509" y="896112"/>
            <a:ext cx="218730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وَعَدَهُ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017190" y="896112"/>
            <a:ext cx="26022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B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017190" y="896112"/>
            <a:ext cx="26022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320907" y="2834640"/>
            <a:ext cx="45021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320907" y="2834640"/>
            <a:ext cx="45021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وَعَدَهُ وَصَدَقَ</a:t>
            </a:r>
            <a:endParaRPr lang="ar-SA" sz="57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87268"/>
            <a:ext cx="932551" cy="1783080"/>
          </a:xfrm>
          <a:prstGeom prst="rect">
            <a:avLst/>
          </a:prstGeom>
        </p:spPr>
      </p:pic>
      <p:pic>
        <p:nvPicPr>
          <p:cNvPr id="2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902" y="3332988"/>
            <a:ext cx="1146658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16-waw</dc:title>
  <dc:subject>PptxGenJS Presentation</dc:subject>
  <dc:creator>PptxGenJS</dc:creator>
  <cp:lastModifiedBy>PptxGenJS</cp:lastModifiedBy>
  <cp:revision>1</cp:revision>
  <dcterms:created xsi:type="dcterms:W3CDTF">2026-10-21T00:09:55Z</dcterms:created>
  <dcterms:modified xsi:type="dcterms:W3CDTF">2026-10-21T00:09:55Z</dcterms:modified>
</cp:coreProperties>
</file>