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ED5E"/>
          </a:solidFill>
          <a:ln w="12700">
            <a:solidFill>
              <a:srgbClr val="8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13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76874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7345" y="1783080"/>
            <a:ext cx="1305215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52E0"/>
          </a:solidFill>
          <a:ln w="12700">
            <a:solidFill>
              <a:srgbClr val="C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DB70"/>
          </a:solidFill>
          <a:ln w="12700">
            <a:solidFill>
              <a:srgbClr val="B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وُأُ</a:t>
            </a:r>
            <a:endParaRPr lang="ar-SA" sz="59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90295" y="4064508"/>
            <a:ext cx="562265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D864"/>
          </a:solidFill>
          <a:ln w="12700">
            <a:solidFill>
              <a:srgbClr val="C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647"/>
          </a:solidFill>
          <a:ln w="12700">
            <a:solidFill>
              <a:srgbClr val="D1C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وُبُ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01" y="3515868"/>
            <a:ext cx="1182959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وُتُ</a:t>
            </a:r>
            <a:endParaRPr lang="ar-SA" sz="90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4756" y="4155948"/>
            <a:ext cx="717804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وُثُ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192" y="3515868"/>
            <a:ext cx="75236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1669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6ED"/>
          </a:solidFill>
          <a:ln w="12700">
            <a:solidFill>
              <a:srgbClr val="5EA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وُحُ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21208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B52"/>
          </a:solidFill>
          <a:ln w="12700">
            <a:solidFill>
              <a:srgbClr val="E0A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EDB"/>
          </a:solidFill>
          <a:ln w="12700">
            <a:solidFill>
              <a:srgbClr val="70C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وُخُ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22218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461" y="3973068"/>
            <a:ext cx="565099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5"/>
          </a:solidFill>
          <a:ln w="12700">
            <a:solidFill>
              <a:srgbClr val="64D8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3"/>
          </a:solidFill>
          <a:ln w="12700">
            <a:solidFill>
              <a:srgbClr val="47D1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وُدُ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6" y="3515868"/>
            <a:ext cx="124358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وُذُ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65276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4"/>
          </a:solidFill>
          <a:ln w="12700">
            <a:solidFill>
              <a:srgbClr val="3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وُرُ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929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172" y="3515868"/>
            <a:ext cx="72438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وُزُ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2267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9"/>
          </a:solidFill>
          <a:ln w="12700">
            <a:solidFill>
              <a:srgbClr val="ED5E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وُسُ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10784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7"/>
          </a:solidFill>
          <a:ln w="12700">
            <a:solidFill>
              <a:srgbClr val="52E0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70DB"/>
          </a:solidFill>
          <a:ln w="12700">
            <a:solidFill>
              <a:srgbClr val="C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وُشُ</a:t>
            </a:r>
            <a:endParaRPr lang="ar-SA" sz="8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2190" y="4064508"/>
            <a:ext cx="580370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64D8"/>
          </a:solidFill>
          <a:ln w="12700">
            <a:solidFill>
              <a:srgbClr val="A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147D1"/>
          </a:solidFill>
          <a:ln w="12700">
            <a:solidFill>
              <a:srgbClr val="8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وُصُ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487" y="3515868"/>
            <a:ext cx="1500073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وُضُ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15568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579"/>
          </a:solidFill>
          <a:ln w="12700">
            <a:solidFill>
              <a:srgbClr val="344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وُطُ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6455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228" y="3515868"/>
            <a:ext cx="96533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وُظُ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606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D5E"/>
          </a:solidFill>
          <a:ln w="12700">
            <a:solidFill>
              <a:srgbClr val="E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وُعُ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11150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52E0"/>
          </a:solidFill>
          <a:ln w="12700">
            <a:solidFill>
              <a:srgbClr val="6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وُغُ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1367" y="3790188"/>
            <a:ext cx="581193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B64"/>
          </a:solidFill>
          <a:ln w="12700">
            <a:solidFill>
              <a:srgbClr val="D88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F47"/>
          </a:solidFill>
          <a:ln w="12700">
            <a:solidFill>
              <a:srgbClr val="D15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وُفُ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8463" y="3515868"/>
            <a:ext cx="1144097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وُقُ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4138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08" y="4064508"/>
            <a:ext cx="715152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وُكُ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2981" y="3515868"/>
            <a:ext cx="929579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وُلُ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A"/>
          </a:solidFill>
          <a:ln w="12700">
            <a:solidFill>
              <a:srgbClr val="5EED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وُمُ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8922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3"/>
          </a:solidFill>
          <a:ln w="12700">
            <a:solidFill>
              <a:srgbClr val="E052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9"/>
          </a:solidFill>
          <a:ln w="12700">
            <a:solidFill>
              <a:srgbClr val="70DB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وُنُ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8332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653" y="3881628"/>
            <a:ext cx="578907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E"/>
          </a:solidFill>
          <a:ln w="12700">
            <a:solidFill>
              <a:srgbClr val="64D8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D147"/>
          </a:solidFill>
          <a:ln w="12700">
            <a:solidFill>
              <a:srgbClr val="5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وُهُ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أُوُبُ</a:t>
            </a:r>
            <a:endParaRPr lang="ar-SA" sz="5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بُوُتُ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4977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834" y="3332988"/>
            <a:ext cx="1377726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تُوُثُ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6953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65EED"/>
          </a:solidFill>
          <a:ln w="12700">
            <a:solidFill>
              <a:srgbClr val="A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ثُوُجُ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E052"/>
          </a:solidFill>
          <a:ln w="12700">
            <a:solidFill>
              <a:srgbClr val="8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70DB"/>
          </a:solidFill>
          <a:ln w="12700">
            <a:solidFill>
              <a:srgbClr val="7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جُوُحُ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9945" cy="91440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904" y="3835908"/>
            <a:ext cx="582656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7D8"/>
          </a:solidFill>
          <a:ln w="12700">
            <a:solidFill>
              <a:srgbClr val="647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5D1"/>
          </a:solidFill>
          <a:ln w="12700">
            <a:solidFill>
              <a:srgbClr val="477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حُوُخُ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101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8651" y="3332988"/>
            <a:ext cx="1283909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خُوُدُ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13465" cy="123444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155948"/>
            <a:ext cx="707746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دُوُذُ</a:t>
            </a:r>
            <a:endParaRPr lang="ar-SA" sz="71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26800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741" y="3332988"/>
            <a:ext cx="1158819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ذُوُرُ</a:t>
            </a:r>
            <a:endParaRPr lang="ar-SA" sz="7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7321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94" y="3332988"/>
            <a:ext cx="2588666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35E"/>
          </a:solidFill>
          <a:ln w="12700">
            <a:solidFill>
              <a:srgbClr val="ED8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رُوُزُ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AE0"/>
          </a:solidFill>
          <a:ln w="12700">
            <a:solidFill>
              <a:srgbClr val="52A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زُوُسُ</a:t>
            </a:r>
            <a:endParaRPr lang="ar-SA" sz="7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821" y="4018788"/>
            <a:ext cx="565739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4"/>
          </a:solidFill>
          <a:ln w="12700">
            <a:solidFill>
              <a:srgbClr val="D864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7"/>
          </a:solidFill>
          <a:ln w="12700">
            <a:solidFill>
              <a:srgbClr val="D147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سُوُشُ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3434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411" y="3332988"/>
            <a:ext cx="1560149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شُوُصُ</a:t>
            </a:r>
            <a:endParaRPr lang="ar-SA" sz="6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13465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صُوُضُ</a:t>
            </a:r>
            <a:endParaRPr lang="ar-SA" sz="6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679" y="3332988"/>
            <a:ext cx="1012881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ضُوُطُ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1992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5F"/>
          </a:solidFill>
          <a:ln w="12700">
            <a:solidFill>
              <a:srgbClr val="5EED5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طُوُظُ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E"/>
          </a:solidFill>
          <a:ln w="12700">
            <a:solidFill>
              <a:srgbClr val="E052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DB70"/>
          </a:solidFill>
          <a:ln w="12700">
            <a:solidFill>
              <a:srgbClr val="9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ظُوُعُ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710" y="3881628"/>
            <a:ext cx="584850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D864"/>
          </a:solidFill>
          <a:ln w="12700">
            <a:solidFill>
              <a:srgbClr val="B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عُوُغُ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غُوُفُ</a:t>
            </a:r>
            <a:endParaRPr lang="ar-SA" sz="68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1806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فُوُقُ</a:t>
            </a:r>
            <a:endParaRPr lang="ar-SA" sz="68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6245" y="3332988"/>
            <a:ext cx="1056315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قُوُكُ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4949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1ED"/>
          </a:solidFill>
          <a:ln w="12700">
            <a:solidFill>
              <a:srgbClr val="5E8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كُوُلُ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F52"/>
          </a:solidFill>
          <a:ln w="12700">
            <a:solidFill>
              <a:srgbClr val="E0C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لُوُمُ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9945" cy="91440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0295" y="4064508"/>
            <a:ext cx="562265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ED8"/>
          </a:solidFill>
          <a:ln w="12700">
            <a:solidFill>
              <a:srgbClr val="64C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مُوُنُ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683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09" y="3332988"/>
            <a:ext cx="2783251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نُوُهُ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هُوُأُ</a:t>
            </a:r>
            <a:endParaRPr lang="ar-SA" sz="5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8586" y="3332988"/>
            <a:ext cx="793974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</a:t>
            </a:r>
            <a:endParaRPr lang="ar-SA" sz="5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07920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5"/>
          </a:solidFill>
          <a:ln w="12700">
            <a:solidFill>
              <a:srgbClr val="ED5EA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20019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</a:t>
            </a:r>
            <a:endParaRPr lang="ar-SA" sz="8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7311" y="3835908"/>
            <a:ext cx="575249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447D1"/>
          </a:solidFill>
          <a:ln w="12700">
            <a:solidFill>
              <a:srgbClr val="A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047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964" y="3515868"/>
            <a:ext cx="138659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80272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551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11" y="3515868"/>
            <a:ext cx="988649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37117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ED5E"/>
          </a:solidFill>
          <a:ln w="12700">
            <a:solidFill>
              <a:srgbClr val="C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21208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52E0"/>
          </a:solidFill>
          <a:ln w="12700">
            <a:solidFill>
              <a:srgbClr val="8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ذُوُ</a:t>
            </a:r>
            <a:endParaRPr lang="ar-SA" sz="8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710" y="3881628"/>
            <a:ext cx="584850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1814" y="3515868"/>
            <a:ext cx="1490746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9053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0240" y="3515868"/>
            <a:ext cx="82232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7795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CED"/>
          </a:solidFill>
          <a:ln w="12700">
            <a:solidFill>
              <a:srgbClr val="5EE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2110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4"/>
          </a:solidFill>
          <a:ln w="12700">
            <a:solidFill>
              <a:srgbClr val="70DB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31316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186" y="3835908"/>
            <a:ext cx="565374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515868"/>
            <a:ext cx="152339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378" y="3515868"/>
            <a:ext cx="86118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غُوُ</a:t>
            </a:r>
            <a:endParaRPr lang="ar-SA" sz="8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676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فُوُ</a:t>
            </a:r>
            <a:endParaRPr lang="ar-SA" sz="7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E052"/>
          </a:solidFill>
          <a:ln w="12700">
            <a:solidFill>
              <a:srgbClr val="6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قُوُ</a:t>
            </a:r>
            <a:endParaRPr lang="ar-SA" sz="7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2D1"/>
          </a:solidFill>
          <a:ln w="12700">
            <a:solidFill>
              <a:srgbClr val="475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كُوُ</a:t>
            </a:r>
            <a:endParaRPr lang="ar-SA" sz="7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06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6140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34" y="3515868"/>
            <a:ext cx="111922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نُوُ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9669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75E"/>
          </a:solidFill>
          <a:ln w="12700">
            <a:solidFill>
              <a:srgbClr val="EDA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4749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6E0"/>
          </a:solidFill>
          <a:ln w="12700">
            <a:solidFill>
              <a:srgbClr val="528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51399" y="896112"/>
            <a:ext cx="2081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8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51399" y="896112"/>
            <a:ext cx="2081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1119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8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1119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11647" y="2834640"/>
            <a:ext cx="37207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11647" y="2834640"/>
            <a:ext cx="37207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عُمَرُ</a:t>
            </a:r>
            <a:endParaRPr lang="ar-SA" sz="5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51259" cy="16459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6433" y="1783080"/>
            <a:ext cx="836127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4"/>
          </a:solidFill>
          <a:ln w="12700">
            <a:solidFill>
              <a:srgbClr val="D147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21224" y="896112"/>
            <a:ext cx="21417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21224" y="896112"/>
            <a:ext cx="21417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81024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81024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05180" y="2834640"/>
            <a:ext cx="373364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05180" y="2834640"/>
            <a:ext cx="373364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 عُمَرُ</a:t>
            </a:r>
            <a:endParaRPr lang="ar-SA" sz="5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99770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1115" y="3241548"/>
            <a:ext cx="1501445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12144" y="896112"/>
            <a:ext cx="220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12144" y="896112"/>
            <a:ext cx="220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وَجَدَهُ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329275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9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29275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04952" y="2834640"/>
            <a:ext cx="39340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04952" y="2834640"/>
            <a:ext cx="39340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وَجَدَهُ عُمَرُ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1605" cy="16459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7290" y="1783080"/>
            <a:ext cx="1565270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9509" y="896112"/>
            <a:ext cx="218730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B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9509" y="896112"/>
            <a:ext cx="218730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017190" y="896112"/>
            <a:ext cx="2602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B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17190" y="896112"/>
            <a:ext cx="2602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320907" y="2834640"/>
            <a:ext cx="45021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320907" y="2834640"/>
            <a:ext cx="45021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وَعَدَهُ وَصَدَقَ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958291" cy="182880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163" y="3241548"/>
            <a:ext cx="1117397" cy="18288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16-waw</dc:title>
  <dc:subject>PptxGenJS Presentation</dc:subject>
  <dc:creator>PptxGenJS</dc:creator>
  <cp:lastModifiedBy>PptxGenJS</cp:lastModifiedBy>
  <cp:revision>1</cp:revision>
  <dcterms:created xsi:type="dcterms:W3CDTF">2026-10-20T23:35:55Z</dcterms:created>
  <dcterms:modified xsi:type="dcterms:W3CDTF">2026-10-20T23:35:55Z</dcterms:modified>
</cp:coreProperties>
</file>