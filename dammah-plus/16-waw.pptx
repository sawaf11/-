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4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2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4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2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9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1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8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300" dirty="0"/>
          </a:p>
        </p:txBody>
      </p:sp>
      <p:pic>
        <p:nvPicPr>
          <p:cNvPr id="21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22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59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0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0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8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74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0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81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0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82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0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74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74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7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85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81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75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0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52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80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66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66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80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1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1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8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64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6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6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66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66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66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68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68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68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67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66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80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7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52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59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87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7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0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81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0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0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82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0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83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7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76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79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74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0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87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22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1224" y="896112"/>
            <a:ext cx="21417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1224" y="896112"/>
            <a:ext cx="21417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8102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102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180" y="2834640"/>
            <a:ext cx="373364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180" y="2834640"/>
            <a:ext cx="373364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عُمَرُ</a:t>
            </a:r>
            <a:endParaRPr lang="ar-SA" sz="5400" dirty="0"/>
          </a:p>
        </p:txBody>
      </p:sp>
      <p:pic>
        <p:nvPicPr>
          <p:cNvPr id="17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8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189" y="1828800"/>
            <a:ext cx="1410371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12144" y="896112"/>
            <a:ext cx="220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12144" y="896112"/>
            <a:ext cx="220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2927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9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927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4952" y="2834640"/>
            <a:ext cx="39340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4952" y="2834640"/>
            <a:ext cx="39340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 عُمَرُ</a:t>
            </a:r>
            <a:endParaRPr lang="ar-SA" sz="5700" dirty="0"/>
          </a:p>
        </p:txBody>
      </p:sp>
      <p:pic>
        <p:nvPicPr>
          <p:cNvPr id="18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19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  <p:pic>
        <p:nvPicPr>
          <p:cNvPr id="20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9509" y="896112"/>
            <a:ext cx="21873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9509" y="896112"/>
            <a:ext cx="21873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017190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17190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20907" y="2834640"/>
            <a:ext cx="45021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20907" y="2834640"/>
            <a:ext cx="45021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 وَصَدَقَ</a:t>
            </a:r>
            <a:endParaRPr lang="ar-SA" sz="5700" dirty="0"/>
          </a:p>
        </p:txBody>
      </p:sp>
      <p:pic>
        <p:nvPicPr>
          <p:cNvPr id="19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20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1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16-waw</dc:title>
  <dc:subject>PptxGenJS Presentation</dc:subject>
  <dc:creator>PptxGenJS</dc:creator>
  <cp:lastModifiedBy>PptxGenJS</cp:lastModifiedBy>
  <cp:revision>1</cp:revision>
  <dcterms:created xsi:type="dcterms:W3CDTF">2026-10-20T23:11:35Z</dcterms:created>
  <dcterms:modified xsi:type="dcterms:W3CDTF">2026-10-20T23:11:35Z</dcterms:modified>
</cp:coreProperties>
</file>