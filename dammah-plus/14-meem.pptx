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</p:sldIdLst>
  <p:notesMasterIdLst>
    <p:notesMasterId r:id="rId7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notesMaster" Target="notesMasters/notesMaster1.xml"/><Relationship Id="rId77" Type="http://schemas.openxmlformats.org/officeDocument/2006/relationships/presProps" Target="presProps.xml"/><Relationship Id="rId78" Type="http://schemas.openxmlformats.org/officeDocument/2006/relationships/viewProps" Target="viewProps.xml"/><Relationship Id="rId79" Type="http://schemas.openxmlformats.org/officeDocument/2006/relationships/theme" Target="theme/theme1.xml"/><Relationship Id="rId8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2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2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5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5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2.png"/><Relationship Id="rId2" Type="http://schemas.openxmlformats.org/officeDocument/2006/relationships/image" Target="../media/image-5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5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2.png"/><Relationship Id="rId2" Type="http://schemas.openxmlformats.org/officeDocument/2006/relationships/image" Target="../media/image-5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image" Target="../media/image-6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image" Target="../media/image-6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image" Target="../media/image-6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3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image" Target="../media/image-6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6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image" Target="../media/image-7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image" Target="../media/image-7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2.png"/><Relationship Id="rId2" Type="http://schemas.openxmlformats.org/officeDocument/2006/relationships/image" Target="../media/image-7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png"/><Relationship Id="rId2" Type="http://schemas.openxmlformats.org/officeDocument/2006/relationships/image" Target="../media/image-7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32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92B"/>
          </a:solidFill>
          <a:ln w="12700">
            <a:solidFill>
              <a:srgbClr val="6459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37934"/>
          </a:solidFill>
          <a:ln w="12700">
            <a:solidFill>
              <a:srgbClr val="63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11400" dirty="0"/>
          </a:p>
        </p:txBody>
      </p:sp>
      <p:sp>
        <p:nvSpPr>
          <p:cNvPr id="14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11400" dirty="0"/>
          </a:p>
        </p:txBody>
      </p:sp>
      <p:pic>
        <p:nvPicPr>
          <p:cNvPr id="1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943100"/>
            <a:ext cx="719953" cy="1325880"/>
          </a:xfrm>
          <a:prstGeom prst="rect">
            <a:avLst/>
          </a:prstGeom>
        </p:spPr>
      </p:pic>
      <p:pic>
        <p:nvPicPr>
          <p:cNvPr id="1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9545" y="1965960"/>
            <a:ext cx="1083015" cy="12801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F7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مُأُ</a:t>
            </a:r>
            <a:endParaRPr lang="ar-SA" sz="56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50548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9881" y="4018788"/>
            <a:ext cx="1502679" cy="10515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F5EED"/>
          </a:solidFill>
          <a:ln w="12700">
            <a:solidFill>
              <a:srgbClr val="AF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مُبُ</a:t>
            </a:r>
            <a:endParaRPr lang="ar-SA" sz="95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25980"/>
            <a:ext cx="498302" cy="960120"/>
          </a:xfrm>
          <a:prstGeom prst="rect">
            <a:avLst/>
          </a:prstGeom>
        </p:spPr>
      </p:pic>
      <p:pic>
        <p:nvPicPr>
          <p:cNvPr id="29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8497" y="2034540"/>
            <a:ext cx="504063" cy="11430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3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EE052"/>
          </a:solidFill>
          <a:ln w="12700">
            <a:solidFill>
              <a:srgbClr val="7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570DB"/>
          </a:solidFill>
          <a:ln w="12700">
            <a:solidFill>
              <a:srgbClr val="85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4"/>
          </a:solidFill>
          <a:ln w="12700">
            <a:solidFill>
              <a:srgbClr val="85476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مُتُ</a:t>
            </a:r>
            <a:endParaRPr lang="ar-SA" sz="101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33384" cy="14173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0D8"/>
          </a:solidFill>
          <a:ln w="12700">
            <a:solidFill>
              <a:srgbClr val="6470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CD1"/>
          </a:solidFill>
          <a:ln w="12700">
            <a:solidFill>
              <a:srgbClr val="476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مُثُ</a:t>
            </a:r>
            <a:endParaRPr lang="ar-SA" sz="86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94761" cy="132588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2385" y="3927348"/>
            <a:ext cx="1400175" cy="11430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مُجُ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1097280" cy="91440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0425" y="4064508"/>
            <a:ext cx="712135" cy="10058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43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B"/>
          </a:solidFill>
          <a:ln w="12700">
            <a:solidFill>
              <a:srgbClr val="2B644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579"/>
          </a:solidFill>
          <a:ln w="12700">
            <a:solidFill>
              <a:srgbClr val="3475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مُحُ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769010" cy="132588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1073" y="3744468"/>
            <a:ext cx="1751487" cy="13258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مُخُ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1039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529" y="3927348"/>
            <a:ext cx="1391031" cy="11430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C5E"/>
          </a:solidFill>
          <a:ln w="12700">
            <a:solidFill>
              <a:srgbClr val="ED8C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مُدُ</a:t>
            </a:r>
            <a:endParaRPr lang="ar-SA" sz="109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19471" cy="10515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4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1E0"/>
          </a:solidFill>
          <a:ln w="12700">
            <a:solidFill>
              <a:srgbClr val="52A1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2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6"/>
          </a:solidFill>
          <a:ln w="12700">
            <a:solidFill>
              <a:srgbClr val="DB707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48547"/>
          </a:solidFill>
          <a:ln w="12700">
            <a:solidFill>
              <a:srgbClr val="74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مُذُ</a:t>
            </a:r>
            <a:endParaRPr lang="ar-SA" sz="81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916229" cy="10972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D"/>
          </a:solidFill>
          <a:ln w="12700">
            <a:solidFill>
              <a:srgbClr val="D8648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E"/>
          </a:solidFill>
          <a:ln w="12700">
            <a:solidFill>
              <a:srgbClr val="D1478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مُرُ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32754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5357" y="3607308"/>
            <a:ext cx="1397203" cy="14630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مُزُ</a:t>
            </a:r>
            <a:endParaRPr lang="ar-SA" sz="90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1705" y="3881628"/>
            <a:ext cx="710855" cy="11887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1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D2B64"/>
          </a:solidFill>
          <a:ln w="12700">
            <a:solidFill>
              <a:srgbClr val="3D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D3479"/>
          </a:solidFill>
          <a:ln w="12700">
            <a:solidFill>
              <a:srgbClr val="6D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مُسُ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4566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5476" y="3653028"/>
            <a:ext cx="1087084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C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مُشُ</a:t>
            </a:r>
            <a:endParaRPr lang="ar-SA" sz="82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426098" cy="128016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0043" y="3653028"/>
            <a:ext cx="1482517" cy="14173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8"/>
          </a:solidFill>
          <a:ln w="12700">
            <a:solidFill>
              <a:srgbClr val="5EED6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مُصُ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3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5"/>
          </a:solidFill>
          <a:ln w="12700">
            <a:solidFill>
              <a:srgbClr val="E052C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1DB70"/>
          </a:solidFill>
          <a:ln w="12700">
            <a:solidFill>
              <a:srgbClr val="91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385"/>
          </a:solidFill>
          <a:ln w="12700">
            <a:solidFill>
              <a:srgbClr val="4783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مُضُ</a:t>
            </a:r>
            <a:endParaRPr lang="ar-SA" sz="9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906353" cy="9601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9D864"/>
          </a:solidFill>
          <a:ln w="12700">
            <a:solidFill>
              <a:srgbClr val="A9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1D147"/>
          </a:solidFill>
          <a:ln w="12700">
            <a:solidFill>
              <a:srgbClr val="B1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مُطُ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9762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8501" y="3744468"/>
            <a:ext cx="1294059" cy="13258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مُظُ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1077163" cy="91440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6846" y="3561588"/>
            <a:ext cx="725714" cy="15087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431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F2B"/>
          </a:solidFill>
          <a:ln w="12700">
            <a:solidFill>
              <a:srgbClr val="642F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B34"/>
          </a:solidFill>
          <a:ln w="12700">
            <a:solidFill>
              <a:srgbClr val="795B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مُعُ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17164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2591" y="3744468"/>
            <a:ext cx="1309969" cy="13258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مُغُ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1480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187" y="3790188"/>
            <a:ext cx="1066373" cy="12801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8ED"/>
          </a:solidFill>
          <a:ln w="12700">
            <a:solidFill>
              <a:srgbClr val="5E78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مُفُ</a:t>
            </a:r>
            <a:endParaRPr lang="ar-SA" sz="85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03120"/>
            <a:ext cx="502920" cy="10058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432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852"/>
          </a:solidFill>
          <a:ln w="12700">
            <a:solidFill>
              <a:srgbClr val="E0D8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5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CDB"/>
          </a:solidFill>
          <a:ln w="12700">
            <a:solidFill>
              <a:srgbClr val="70AC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74785"/>
          </a:solidFill>
          <a:ln w="12700">
            <a:solidFill>
              <a:srgbClr val="77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مُقُ</a:t>
            </a:r>
            <a:endParaRPr lang="ar-SA" sz="86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6D8"/>
          </a:solidFill>
          <a:ln w="12700">
            <a:solidFill>
              <a:srgbClr val="64C6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F"/>
          </a:solidFill>
          <a:ln w="12700">
            <a:solidFill>
              <a:srgbClr val="47D1C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مُكُ</a:t>
            </a:r>
            <a:endParaRPr lang="ar-SA" sz="8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4881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1582" y="3698748"/>
            <a:ext cx="1420978" cy="13716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مُلُ</a:t>
            </a:r>
            <a:endParaRPr lang="ar-SA" sz="76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113831" cy="11887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4390" y="3561588"/>
            <a:ext cx="718170" cy="15087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3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5642B"/>
          </a:solidFill>
          <a:ln w="12700">
            <a:solidFill>
              <a:srgbClr val="35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A"/>
          </a:solidFill>
          <a:ln w="12700">
            <a:solidFill>
              <a:srgbClr val="34794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4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أُمُبُ</a:t>
            </a:r>
            <a:endParaRPr lang="ar-SA" sz="52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92099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0643" y="3561588"/>
            <a:ext cx="1621917" cy="15087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D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1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بُمُتُ</a:t>
            </a:r>
            <a:endParaRPr lang="ar-SA" sz="84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07308"/>
            <a:ext cx="1170432" cy="146304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6521" y="3881628"/>
            <a:ext cx="586039" cy="11887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C"/>
          </a:solidFill>
          <a:ln w="12700">
            <a:solidFill>
              <a:srgbClr val="ED5E9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1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تُمُثُ</a:t>
            </a:r>
            <a:endParaRPr lang="ar-SA" sz="7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43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5"/>
          </a:solidFill>
          <a:ln w="12700">
            <a:solidFill>
              <a:srgbClr val="52E0B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E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6"/>
          </a:solidFill>
          <a:ln w="12700">
            <a:solidFill>
              <a:srgbClr val="DB70C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847"/>
          </a:solidFill>
          <a:ln w="12700">
            <a:solidFill>
              <a:srgbClr val="8568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ثُمُجُ</a:t>
            </a:r>
            <a:endParaRPr lang="ar-SA" sz="6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D64D8"/>
          </a:solidFill>
          <a:ln w="12700">
            <a:solidFill>
              <a:srgbClr val="CD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D47D1"/>
          </a:solidFill>
          <a:ln w="12700">
            <a:solidFill>
              <a:srgbClr val="A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جُمُحُ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0626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80" y="3744468"/>
            <a:ext cx="1325880" cy="13258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حُمُخُ</a:t>
            </a:r>
            <a:endParaRPr lang="ar-SA" sz="66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6585" y="3835908"/>
            <a:ext cx="715975" cy="12344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4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364"/>
          </a:solidFill>
          <a:ln w="12700">
            <a:solidFill>
              <a:srgbClr val="2B43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93479"/>
          </a:solidFill>
          <a:ln w="12700">
            <a:solidFill>
              <a:srgbClr val="3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خُمُدُ</a:t>
            </a:r>
            <a:endParaRPr lang="ar-SA" sz="83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25714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9842" y="3698748"/>
            <a:ext cx="1172718" cy="13716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1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دُمُذُ</a:t>
            </a:r>
            <a:endParaRPr lang="ar-SA" sz="71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217066" cy="100584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8110" y="4018788"/>
            <a:ext cx="1314450" cy="10515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FED5E"/>
          </a:solidFill>
          <a:ln w="12700">
            <a:solidFill>
              <a:srgbClr val="BF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1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ذُمُرُ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41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152E0"/>
          </a:solidFill>
          <a:ln w="12700">
            <a:solidFill>
              <a:srgbClr val="91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D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670"/>
          </a:solidFill>
          <a:ln w="12700">
            <a:solidFill>
              <a:srgbClr val="DBD6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8"/>
          </a:solidFill>
          <a:ln w="12700">
            <a:solidFill>
              <a:srgbClr val="47855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1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رُمُزُ</a:t>
            </a:r>
            <a:endParaRPr lang="ar-SA" sz="80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906445" cy="10515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064"/>
          </a:solidFill>
          <a:ln w="12700">
            <a:solidFill>
              <a:srgbClr val="D8B0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B47"/>
          </a:solidFill>
          <a:ln w="12700">
            <a:solidFill>
              <a:srgbClr val="D18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زُمُسُ</a:t>
            </a:r>
            <a:endParaRPr lang="ar-SA" sz="68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39292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720" y="4110228"/>
            <a:ext cx="1279840" cy="9601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سُمُشُ</a:t>
            </a:r>
            <a:endParaRPr lang="ar-SA" sz="61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081918" cy="132588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6846" y="3561588"/>
            <a:ext cx="725714" cy="15087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3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2"/>
          </a:solidFill>
          <a:ln w="12700">
            <a:solidFill>
              <a:srgbClr val="642B5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0"/>
          </a:solidFill>
          <a:ln w="12700">
            <a:solidFill>
              <a:srgbClr val="79344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8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8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شُمُصُ</a:t>
            </a:r>
            <a:endParaRPr lang="ar-SA" sz="59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75924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1461" y="3653028"/>
            <a:ext cx="1661099" cy="14173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صُمُضُ</a:t>
            </a:r>
            <a:endParaRPr lang="ar-SA" sz="57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099657" cy="12801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0482" y="3881628"/>
            <a:ext cx="1172078" cy="11887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3ED"/>
          </a:solidFill>
          <a:ln w="12700">
            <a:solidFill>
              <a:srgbClr val="5EE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ضُمُطُ</a:t>
            </a:r>
            <a:endParaRPr lang="ar-SA" sz="66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43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E52"/>
          </a:solidFill>
          <a:ln w="12700">
            <a:solidFill>
              <a:srgbClr val="E06E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3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B"/>
          </a:solidFill>
          <a:ln w="12700">
            <a:solidFill>
              <a:srgbClr val="70DBB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94785"/>
          </a:solidFill>
          <a:ln w="12700">
            <a:solidFill>
              <a:srgbClr val="49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طُمُظُ</a:t>
            </a:r>
            <a:endParaRPr lang="ar-SA" sz="6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3"/>
          </a:solidFill>
          <a:ln w="12700">
            <a:solidFill>
              <a:srgbClr val="64D89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8"/>
          </a:solidFill>
          <a:ln w="12700">
            <a:solidFill>
              <a:srgbClr val="47D16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ظُمُعُ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04591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6253" y="3835908"/>
            <a:ext cx="1086307" cy="12344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عُمُغُ</a:t>
            </a:r>
            <a:endParaRPr lang="ar-SA" sz="66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1647" y="3835908"/>
            <a:ext cx="720913" cy="12344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432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0642B"/>
          </a:solidFill>
          <a:ln w="12700">
            <a:solidFill>
              <a:srgbClr val="60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27934"/>
          </a:solidFill>
          <a:ln w="12700">
            <a:solidFill>
              <a:srgbClr val="52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غُمُفُ</a:t>
            </a:r>
            <a:endParaRPr lang="ar-SA" sz="73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25714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527" y="3744468"/>
            <a:ext cx="1180033" cy="13258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فُمُقُ</a:t>
            </a:r>
            <a:endParaRPr lang="ar-SA" sz="68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67084" cy="141732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5948" y="3973068"/>
            <a:ext cx="1326612" cy="10972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45EED"/>
          </a:solidFill>
          <a:ln w="12700">
            <a:solidFill>
              <a:srgbClr val="D4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1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قُمُكُ</a:t>
            </a:r>
            <a:endParaRPr lang="ar-SA" sz="6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2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9E052"/>
          </a:solidFill>
          <a:ln w="12700">
            <a:solidFill>
              <a:srgbClr val="59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070DB"/>
          </a:solidFill>
          <a:ln w="12700">
            <a:solidFill>
              <a:srgbClr val="A0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5"/>
          </a:solidFill>
          <a:ln w="12700">
            <a:solidFill>
              <a:srgbClr val="85475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1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كُمُلُ</a:t>
            </a:r>
            <a:endParaRPr lang="ar-SA" sz="67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35908"/>
            <a:ext cx="911017" cy="12344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664D8"/>
          </a:solidFill>
          <a:ln w="12700">
            <a:solidFill>
              <a:srgbClr val="76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49D1"/>
          </a:solidFill>
          <a:ln w="12700">
            <a:solidFill>
              <a:srgbClr val="4749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لُمُأُ</a:t>
            </a:r>
            <a:endParaRPr lang="ar-SA" sz="50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9679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9170" y="3790188"/>
            <a:ext cx="1523390" cy="12801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أُمُ</a:t>
            </a:r>
            <a:endParaRPr lang="ar-SA" sz="59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79266" cy="100584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3607308"/>
            <a:ext cx="731520" cy="14630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44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A"/>
          </a:solidFill>
          <a:ln w="12700">
            <a:solidFill>
              <a:srgbClr val="2B645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379"/>
          </a:solidFill>
          <a:ln w="12700">
            <a:solidFill>
              <a:srgbClr val="3463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بُمُ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1258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9555" y="4018788"/>
            <a:ext cx="1183005" cy="10515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تُمُ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673352" cy="114300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1753" y="4018788"/>
            <a:ext cx="1790807" cy="10515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05E"/>
          </a:solidFill>
          <a:ln w="12700">
            <a:solidFill>
              <a:srgbClr val="EDB0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ثُمُ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34095" y="2125980"/>
            <a:ext cx="518465" cy="9601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43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DE0"/>
          </a:solidFill>
          <a:ln w="12700">
            <a:solidFill>
              <a:srgbClr val="527D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0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570"/>
          </a:solidFill>
          <a:ln w="12700">
            <a:solidFill>
              <a:srgbClr val="DB85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48547"/>
          </a:solidFill>
          <a:ln w="12700">
            <a:solidFill>
              <a:srgbClr val="64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جُمُ</a:t>
            </a:r>
            <a:endParaRPr lang="ar-SA" sz="7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906445" cy="10515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F"/>
          </a:solidFill>
          <a:ln w="12700">
            <a:solidFill>
              <a:srgbClr val="D8646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B"/>
          </a:solidFill>
          <a:ln w="12700">
            <a:solidFill>
              <a:srgbClr val="D1476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حُمُ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31967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3112" y="3515868"/>
            <a:ext cx="1439448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خُمُ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973562" cy="11887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8355" y="4155948"/>
            <a:ext cx="724205" cy="9144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1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C2B64"/>
          </a:solidFill>
          <a:ln w="12700">
            <a:solidFill>
              <a:srgbClr val="4C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4"/>
          </a:solidFill>
          <a:ln w="12700">
            <a:solidFill>
              <a:srgbClr val="79347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دُمُ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03463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2072" y="3835908"/>
            <a:ext cx="1250488" cy="12344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ذُمُ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83462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2395" y="3927348"/>
            <a:ext cx="1320165" cy="11430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D"/>
          </a:solidFill>
          <a:ln w="12700">
            <a:solidFill>
              <a:srgbClr val="5EED8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رُمُ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4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0"/>
          </a:solidFill>
          <a:ln w="12700">
            <a:solidFill>
              <a:srgbClr val="E052A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6DB70"/>
          </a:solidFill>
          <a:ln w="12700">
            <a:solidFill>
              <a:srgbClr val="76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385"/>
          </a:solidFill>
          <a:ln w="12700">
            <a:solidFill>
              <a:srgbClr val="4773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0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زُمُ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CD864"/>
          </a:solidFill>
          <a:ln w="12700">
            <a:solidFill>
              <a:srgbClr val="8C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DD147"/>
          </a:solidFill>
          <a:ln w="12700">
            <a:solidFill>
              <a:srgbClr val="8D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سُمُ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22517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3754" y="3790188"/>
            <a:ext cx="1328806" cy="12801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5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شُمُ</a:t>
            </a:r>
            <a:endParaRPr lang="ar-SA" sz="74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90352" y="3515868"/>
            <a:ext cx="662208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43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D2B"/>
          </a:solidFill>
          <a:ln w="12700">
            <a:solidFill>
              <a:srgbClr val="643D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D34"/>
          </a:solidFill>
          <a:ln w="12700">
            <a:solidFill>
              <a:srgbClr val="796D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صُمُ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5904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6156" y="3698748"/>
            <a:ext cx="946404" cy="13716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ضُمُ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322222" cy="137160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0119" y="3927348"/>
            <a:ext cx="1242441" cy="11430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95EED"/>
          </a:solidFill>
          <a:ln w="12700">
            <a:solidFill>
              <a:srgbClr val="6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طُمُ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34540"/>
            <a:ext cx="505206" cy="11430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433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4E052"/>
          </a:solidFill>
          <a:ln w="12700">
            <a:solidFill>
              <a:srgbClr val="C4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B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0DB"/>
          </a:solidFill>
          <a:ln w="12700">
            <a:solidFill>
              <a:srgbClr val="709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3"/>
          </a:solidFill>
          <a:ln w="12700">
            <a:solidFill>
              <a:srgbClr val="85478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ظُمُ</a:t>
            </a:r>
            <a:endParaRPr lang="ar-SA" sz="7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912754" cy="10515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9D8"/>
          </a:solidFill>
          <a:ln w="12700">
            <a:solidFill>
              <a:srgbClr val="64A9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0D1"/>
          </a:solidFill>
          <a:ln w="12700">
            <a:solidFill>
              <a:srgbClr val="47B0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عُمُ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7558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0995" y="3515868"/>
            <a:ext cx="1271565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غُمُ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076615" cy="132588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670" y="3607308"/>
            <a:ext cx="716890" cy="14630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2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F"/>
          </a:solidFill>
          <a:ln w="12700">
            <a:solidFill>
              <a:srgbClr val="2B642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C"/>
          </a:solidFill>
          <a:ln w="12700">
            <a:solidFill>
              <a:srgbClr val="34795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فُمُ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061" y="3744468"/>
            <a:ext cx="978499" cy="13258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قُمُ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1185108" cy="105156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8070" y="3881628"/>
            <a:ext cx="1634490" cy="11887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7"/>
          </a:solidFill>
          <a:ln w="12700">
            <a:solidFill>
              <a:srgbClr val="ED5E7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كُمُ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00543" cy="10515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144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9"/>
          </a:solidFill>
          <a:ln w="12700">
            <a:solidFill>
              <a:srgbClr val="52E0D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4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B"/>
          </a:solidFill>
          <a:ln w="12700">
            <a:solidFill>
              <a:srgbClr val="DB70A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747"/>
          </a:solidFill>
          <a:ln w="12700">
            <a:solidFill>
              <a:srgbClr val="8577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9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لُمُ</a:t>
            </a:r>
            <a:endParaRPr lang="ar-SA" sz="7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08660" cy="14173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6"/>
          </a:solidFill>
          <a:ln w="12700">
            <a:solidFill>
              <a:srgbClr val="D864C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047D1"/>
          </a:solidFill>
          <a:ln w="12700">
            <a:solidFill>
              <a:srgbClr val="D0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77858" y="896112"/>
            <a:ext cx="169749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C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77858" y="896112"/>
            <a:ext cx="169749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كَرُمَ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468644" y="896112"/>
            <a:ext cx="218917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C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68644" y="896112"/>
            <a:ext cx="218917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وَعَظُمَ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79475" y="2834640"/>
            <a:ext cx="358505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79475" y="2834640"/>
            <a:ext cx="358505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كَرُمَ وَعَظُمَ</a:t>
            </a:r>
            <a:endParaRPr lang="ar-SA" sz="4700" dirty="0"/>
          </a:p>
        </p:txBody>
      </p:sp>
      <p:pic>
        <p:nvPicPr>
          <p:cNvPr id="17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87268"/>
            <a:ext cx="866577" cy="1783080"/>
          </a:xfrm>
          <a:prstGeom prst="rect">
            <a:avLst/>
          </a:prstGeom>
        </p:spPr>
      </p:pic>
      <p:pic>
        <p:nvPicPr>
          <p:cNvPr id="18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5318" y="1897380"/>
            <a:ext cx="1067242" cy="14173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656270" y="896112"/>
            <a:ext cx="185831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AE2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656270" y="896112"/>
            <a:ext cx="185831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فَهِمَهُ</a:t>
            </a:r>
            <a:endParaRPr lang="ar-SA" sz="4400" dirty="0"/>
          </a:p>
        </p:txBody>
      </p:sp>
      <p:sp>
        <p:nvSpPr>
          <p:cNvPr id="13" name="C2 W2 pill"/>
          <p:cNvSpPr/>
          <p:nvPr/>
        </p:nvSpPr>
        <p:spPr>
          <a:xfrm>
            <a:off x="2629416" y="896112"/>
            <a:ext cx="170681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6A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629416" y="896112"/>
            <a:ext cx="170681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44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8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949046" y="2834640"/>
            <a:ext cx="324590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949046" y="2834640"/>
            <a:ext cx="324590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فَهِمَهُ عُمَرُ</a:t>
            </a:r>
            <a:endParaRPr lang="ar-SA" sz="4500" dirty="0"/>
          </a:p>
        </p:txBody>
      </p:sp>
      <p:pic>
        <p:nvPicPr>
          <p:cNvPr id="18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943100"/>
            <a:ext cx="1115065" cy="1325880"/>
          </a:xfrm>
          <a:prstGeom prst="rect">
            <a:avLst/>
          </a:prstGeom>
        </p:spPr>
      </p:pic>
      <p:pic>
        <p:nvPicPr>
          <p:cNvPr id="19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9877" y="1783080"/>
            <a:ext cx="712683" cy="16459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143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564"/>
          </a:solidFill>
          <a:ln w="12700">
            <a:solidFill>
              <a:srgbClr val="2B35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B3479"/>
          </a:solidFill>
          <a:ln w="12700">
            <a:solidFill>
              <a:srgbClr val="4B34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923233" y="896112"/>
            <a:ext cx="173144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37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923233" y="896112"/>
            <a:ext cx="173144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جُمِعَ</a:t>
            </a:r>
            <a:endParaRPr lang="ar-SA" sz="4600" dirty="0"/>
          </a:p>
        </p:txBody>
      </p:sp>
      <p:sp>
        <p:nvSpPr>
          <p:cNvPr id="14" name="C2 W2 pill"/>
          <p:cNvSpPr/>
          <p:nvPr/>
        </p:nvSpPr>
        <p:spPr>
          <a:xfrm>
            <a:off x="2489326" y="896112"/>
            <a:ext cx="211386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37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489326" y="896112"/>
            <a:ext cx="211386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وَحُمِلَ</a:t>
            </a:r>
            <a:endParaRPr lang="ar-SA" sz="4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B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815126" y="2834640"/>
            <a:ext cx="351374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815126" y="2834640"/>
            <a:ext cx="351374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جُمِعَ وَحُمِلَ</a:t>
            </a:r>
            <a:endParaRPr lang="ar-SA" sz="4700" dirty="0"/>
          </a:p>
        </p:txBody>
      </p:sp>
      <p:pic>
        <p:nvPicPr>
          <p:cNvPr id="1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78708"/>
            <a:ext cx="732480" cy="1691640"/>
          </a:xfrm>
          <a:prstGeom prst="rect">
            <a:avLst/>
          </a:prstGeom>
        </p:spPr>
      </p:pic>
      <p:pic>
        <p:nvPicPr>
          <p:cNvPr id="20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9692" y="1965960"/>
            <a:ext cx="1182868" cy="12801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27142" y="896112"/>
            <a:ext cx="175923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67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27142" y="896112"/>
            <a:ext cx="175923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سَلِمَ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657619" y="896112"/>
            <a:ext cx="174948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67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657619" y="896112"/>
            <a:ext cx="174948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9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965464" y="2834640"/>
            <a:ext cx="321307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965464" y="2834640"/>
            <a:ext cx="321307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سَلِمَ عُمَرُ</a:t>
            </a:r>
            <a:endParaRPr lang="ar-SA" sz="4700" dirty="0"/>
          </a:p>
        </p:txBody>
      </p:sp>
      <p:pic>
        <p:nvPicPr>
          <p:cNvPr id="17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920240"/>
            <a:ext cx="958748" cy="1371600"/>
          </a:xfrm>
          <a:prstGeom prst="rect">
            <a:avLst/>
          </a:prstGeom>
        </p:spPr>
      </p:pic>
      <p:pic>
        <p:nvPicPr>
          <p:cNvPr id="18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5392" y="1988820"/>
            <a:ext cx="1117168" cy="12344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74</Slides>
  <Notes>74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74</vt:i4>
      </vt:variant>
    </vt:vector>
  </HeadingPairs>
  <TitlesOfParts>
    <vt:vector size="7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Dammah reading 14-meem</dc:title>
  <dc:subject>PptxGenJS Presentation</dc:subject>
  <dc:creator>PptxGenJS</dc:creator>
  <cp:lastModifiedBy>PptxGenJS</cp:lastModifiedBy>
  <cp:revision>1</cp:revision>
  <dcterms:created xsi:type="dcterms:W3CDTF">2026-10-21T00:09:55Z</dcterms:created>
  <dcterms:modified xsi:type="dcterms:W3CDTF">2026-10-21T00:09:55Z</dcterms:modified>
</cp:coreProperties>
</file>