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4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0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9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10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1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2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0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4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0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9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10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1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2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0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4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7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0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1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11400" dirty="0"/>
          </a:p>
        </p:txBody>
      </p:sp>
      <p:pic>
        <p:nvPicPr>
          <p:cNvPr id="15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46433" cy="1463040"/>
          </a:xfrm>
          <a:prstGeom prst="rect">
            <a:avLst/>
          </a:prstGeom>
        </p:spPr>
      </p:pic>
      <p:pic>
        <p:nvPicPr>
          <p:cNvPr id="16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1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مُأُ</a:t>
            </a:r>
            <a:endParaRPr lang="ar-SA" sz="56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5EED"/>
          </a:solidFill>
          <a:ln w="12700">
            <a:solidFill>
              <a:srgbClr val="A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مُبُ</a:t>
            </a:r>
            <a:endParaRPr lang="ar-SA" sz="95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E052"/>
          </a:solidFill>
          <a:ln w="12700">
            <a:solidFill>
              <a:srgbClr val="7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70DB"/>
          </a:solidFill>
          <a:ln w="12700">
            <a:solidFill>
              <a:srgbClr val="8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مُتُ</a:t>
            </a:r>
            <a:endParaRPr lang="ar-SA" sz="101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0D8"/>
          </a:solidFill>
          <a:ln w="12700">
            <a:solidFill>
              <a:srgbClr val="647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CD1"/>
          </a:solidFill>
          <a:ln w="12700">
            <a:solidFill>
              <a:srgbClr val="476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مُثُ</a:t>
            </a:r>
            <a:endParaRPr lang="ar-SA" sz="86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مُجُ</a:t>
            </a:r>
            <a:endParaRPr lang="ar-SA" sz="74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مُحُ</a:t>
            </a:r>
            <a:endParaRPr lang="ar-SA" sz="7400" dirty="0"/>
          </a:p>
        </p:txBody>
      </p:sp>
      <p:pic>
        <p:nvPicPr>
          <p:cNvPr id="22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مُخُ</a:t>
            </a:r>
            <a:endParaRPr lang="ar-SA" sz="74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C5E"/>
          </a:solidFill>
          <a:ln w="12700">
            <a:solidFill>
              <a:srgbClr val="ED8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مُدُ</a:t>
            </a:r>
            <a:endParaRPr lang="ar-SA" sz="109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1E0"/>
          </a:solidFill>
          <a:ln w="12700">
            <a:solidFill>
              <a:srgbClr val="52A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6"/>
          </a:solidFill>
          <a:ln w="12700">
            <a:solidFill>
              <a:srgbClr val="DB70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مُذُ</a:t>
            </a:r>
            <a:endParaRPr lang="ar-SA" sz="81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E"/>
          </a:solidFill>
          <a:ln w="12700">
            <a:solidFill>
              <a:srgbClr val="D147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مُرُ</a:t>
            </a:r>
            <a:endParaRPr lang="ar-SA" sz="9000" dirty="0"/>
          </a:p>
        </p:txBody>
      </p:sp>
      <p:pic>
        <p:nvPicPr>
          <p:cNvPr id="20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1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مُزُ</a:t>
            </a:r>
            <a:endParaRPr lang="ar-SA" sz="9000" dirty="0"/>
          </a:p>
        </p:txBody>
      </p:sp>
      <p:pic>
        <p:nvPicPr>
          <p:cNvPr id="21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3479"/>
          </a:solidFill>
          <a:ln w="12700">
            <a:solidFill>
              <a:srgbClr val="6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مُسُ</a:t>
            </a:r>
            <a:endParaRPr lang="ar-SA" sz="90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3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مُشُ</a:t>
            </a:r>
            <a:endParaRPr lang="ar-SA" sz="82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8"/>
          </a:solidFill>
          <a:ln w="12700">
            <a:solidFill>
              <a:srgbClr val="5EED6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مُصُ</a:t>
            </a:r>
            <a:endParaRPr lang="ar-SA" sz="90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5"/>
          </a:solidFill>
          <a:ln w="12700">
            <a:solidFill>
              <a:srgbClr val="E052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DB70"/>
          </a:solidFill>
          <a:ln w="12700">
            <a:solidFill>
              <a:srgbClr val="9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مُضُ</a:t>
            </a:r>
            <a:endParaRPr lang="ar-SA" sz="90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9D864"/>
          </a:solidFill>
          <a:ln w="12700">
            <a:solidFill>
              <a:srgbClr val="A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D147"/>
          </a:solidFill>
          <a:ln w="12700">
            <a:solidFill>
              <a:srgbClr val="B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مُطُ</a:t>
            </a:r>
            <a:endParaRPr lang="ar-SA" sz="7400" dirty="0"/>
          </a:p>
        </p:txBody>
      </p:sp>
      <p:pic>
        <p:nvPicPr>
          <p:cNvPr id="20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1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مُظُ</a:t>
            </a:r>
            <a:endParaRPr lang="ar-SA" sz="7400" dirty="0"/>
          </a:p>
        </p:txBody>
      </p:sp>
      <p:pic>
        <p:nvPicPr>
          <p:cNvPr id="21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مُعُ</a:t>
            </a:r>
            <a:endParaRPr lang="ar-SA" sz="7400" dirty="0"/>
          </a:p>
        </p:txBody>
      </p:sp>
      <p:pic>
        <p:nvPicPr>
          <p:cNvPr id="22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3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مُغُ</a:t>
            </a:r>
            <a:endParaRPr lang="ar-SA" sz="74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8ED"/>
          </a:solidFill>
          <a:ln w="12700">
            <a:solidFill>
              <a:srgbClr val="5E7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مُفُ</a:t>
            </a:r>
            <a:endParaRPr lang="ar-SA" sz="85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852"/>
          </a:solidFill>
          <a:ln w="12700">
            <a:solidFill>
              <a:srgbClr val="E0D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CDB"/>
          </a:solidFill>
          <a:ln w="12700">
            <a:solidFill>
              <a:srgbClr val="70A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4785"/>
          </a:solidFill>
          <a:ln w="12700">
            <a:solidFill>
              <a:srgbClr val="7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مُقُ</a:t>
            </a:r>
            <a:endParaRPr lang="ar-SA" sz="86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6D8"/>
          </a:solidFill>
          <a:ln w="12700">
            <a:solidFill>
              <a:srgbClr val="64C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F"/>
          </a:solidFill>
          <a:ln w="12700">
            <a:solidFill>
              <a:srgbClr val="47D1C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مُكُ</a:t>
            </a:r>
            <a:endParaRPr lang="ar-SA" sz="81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1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مُلُ</a:t>
            </a:r>
            <a:endParaRPr lang="ar-SA" sz="7600" dirty="0"/>
          </a:p>
        </p:txBody>
      </p:sp>
      <p:pic>
        <p:nvPicPr>
          <p:cNvPr id="21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2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أُمُبُ</a:t>
            </a:r>
            <a:endParaRPr lang="ar-SA" sz="5200" dirty="0"/>
          </a:p>
        </p:txBody>
      </p:sp>
      <p:pic>
        <p:nvPicPr>
          <p:cNvPr id="26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9847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بُمُتُ</a:t>
            </a:r>
            <a:endParaRPr lang="ar-SA" sz="84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C"/>
          </a:solidFill>
          <a:ln w="12700">
            <a:solidFill>
              <a:srgbClr val="ED5E9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تُمُثُ</a:t>
            </a:r>
            <a:endParaRPr lang="ar-SA" sz="76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5"/>
          </a:solidFill>
          <a:ln w="12700">
            <a:solidFill>
              <a:srgbClr val="52E0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6"/>
          </a:solidFill>
          <a:ln w="12700">
            <a:solidFill>
              <a:srgbClr val="DB70C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ثُمُجُ</a:t>
            </a:r>
            <a:endParaRPr lang="ar-SA" sz="6600" dirty="0"/>
          </a:p>
        </p:txBody>
      </p:sp>
      <p:pic>
        <p:nvPicPr>
          <p:cNvPr id="29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64D8"/>
          </a:solidFill>
          <a:ln w="12700">
            <a:solidFill>
              <a:srgbClr val="C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D47D1"/>
          </a:solidFill>
          <a:ln w="12700">
            <a:solidFill>
              <a:srgbClr val="A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جُمُحُ</a:t>
            </a:r>
            <a:endParaRPr lang="ar-SA" sz="6600" dirty="0"/>
          </a:p>
        </p:txBody>
      </p:sp>
      <p:pic>
        <p:nvPicPr>
          <p:cNvPr id="24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حُمُخُ</a:t>
            </a:r>
            <a:endParaRPr lang="ar-SA" sz="66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3479"/>
          </a:solidFill>
          <a:ln w="12700">
            <a:solidFill>
              <a:srgbClr val="3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خُمُدُ</a:t>
            </a:r>
            <a:endParaRPr lang="ar-SA" sz="8300" dirty="0"/>
          </a:p>
        </p:txBody>
      </p:sp>
      <p:pic>
        <p:nvPicPr>
          <p:cNvPr id="26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94759" cy="1508760"/>
          </a:xfrm>
          <a:prstGeom prst="rect">
            <a:avLst/>
          </a:prstGeom>
        </p:spPr>
      </p:pic>
      <p:pic>
        <p:nvPicPr>
          <p:cNvPr id="27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دُمُذُ</a:t>
            </a:r>
            <a:endParaRPr lang="ar-SA" sz="71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ED5E"/>
          </a:solidFill>
          <a:ln w="12700">
            <a:solidFill>
              <a:srgbClr val="B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ذُمُرُ</a:t>
            </a:r>
            <a:endParaRPr lang="ar-SA" sz="71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52E0"/>
          </a:solidFill>
          <a:ln w="12700">
            <a:solidFill>
              <a:srgbClr val="9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رُمُزُ</a:t>
            </a:r>
            <a:endParaRPr lang="ar-SA" sz="8000" dirty="0"/>
          </a:p>
        </p:txBody>
      </p:sp>
      <p:pic>
        <p:nvPicPr>
          <p:cNvPr id="29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064"/>
          </a:solidFill>
          <a:ln w="12700">
            <a:solidFill>
              <a:srgbClr val="D8B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زُمُسُ</a:t>
            </a:r>
            <a:endParaRPr lang="ar-SA" sz="68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5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0110" y="3332988"/>
            <a:ext cx="1862450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سُمُشُ</a:t>
            </a:r>
            <a:endParaRPr lang="ar-SA" sz="61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شُمُصُ</a:t>
            </a:r>
            <a:endParaRPr lang="ar-SA" sz="5900" dirty="0"/>
          </a:p>
        </p:txBody>
      </p:sp>
      <p:pic>
        <p:nvPicPr>
          <p:cNvPr id="26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745" y="3332988"/>
            <a:ext cx="1674815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صُمُضُ</a:t>
            </a:r>
            <a:endParaRPr lang="ar-SA" sz="57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3ED"/>
          </a:solidFill>
          <a:ln w="12700">
            <a:solidFill>
              <a:srgbClr val="5EE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ضُمُطُ</a:t>
            </a:r>
            <a:endParaRPr lang="ar-SA" sz="66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E52"/>
          </a:solidFill>
          <a:ln w="12700">
            <a:solidFill>
              <a:srgbClr val="E06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B"/>
          </a:solidFill>
          <a:ln w="12700">
            <a:solidFill>
              <a:srgbClr val="70DB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طُمُظُ</a:t>
            </a:r>
            <a:endParaRPr lang="ar-SA" sz="66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3"/>
          </a:solidFill>
          <a:ln w="12700">
            <a:solidFill>
              <a:srgbClr val="64D8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8"/>
          </a:solidFill>
          <a:ln w="12700">
            <a:solidFill>
              <a:srgbClr val="47D16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ظُمُعُ</a:t>
            </a:r>
            <a:endParaRPr lang="ar-SA" sz="6600" dirty="0"/>
          </a:p>
        </p:txBody>
      </p:sp>
      <p:pic>
        <p:nvPicPr>
          <p:cNvPr id="24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64406" cy="1508760"/>
          </a:xfrm>
          <a:prstGeom prst="rect">
            <a:avLst/>
          </a:prstGeom>
        </p:spPr>
      </p:pic>
      <p:pic>
        <p:nvPicPr>
          <p:cNvPr id="25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916" y="3332988"/>
            <a:ext cx="162964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عُمُغُ</a:t>
            </a:r>
            <a:endParaRPr lang="ar-SA" sz="66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غُمُفُ</a:t>
            </a:r>
            <a:endParaRPr lang="ar-SA" sz="7300" dirty="0"/>
          </a:p>
        </p:txBody>
      </p:sp>
      <p:pic>
        <p:nvPicPr>
          <p:cNvPr id="26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7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فُمُقُ</a:t>
            </a:r>
            <a:endParaRPr lang="ar-SA" sz="68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5EED"/>
          </a:solidFill>
          <a:ln w="12700">
            <a:solidFill>
              <a:srgbClr val="D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قُمُكُ</a:t>
            </a:r>
            <a:endParaRPr lang="ar-SA" sz="68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E052"/>
          </a:solidFill>
          <a:ln w="12700">
            <a:solidFill>
              <a:srgbClr val="5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70DB"/>
          </a:solidFill>
          <a:ln w="12700">
            <a:solidFill>
              <a:srgbClr val="A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كُمُلُ</a:t>
            </a:r>
            <a:endParaRPr lang="ar-SA" sz="6700" dirty="0"/>
          </a:p>
        </p:txBody>
      </p:sp>
      <p:pic>
        <p:nvPicPr>
          <p:cNvPr id="29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664D8"/>
          </a:solidFill>
          <a:ln w="12700">
            <a:solidFill>
              <a:srgbClr val="7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9D1"/>
          </a:solidFill>
          <a:ln w="12700">
            <a:solidFill>
              <a:srgbClr val="474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لُمُأُ</a:t>
            </a:r>
            <a:endParaRPr lang="ar-SA" sz="5000" dirty="0"/>
          </a:p>
        </p:txBody>
      </p:sp>
      <p:pic>
        <p:nvPicPr>
          <p:cNvPr id="24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5918" cy="1508760"/>
          </a:xfrm>
          <a:prstGeom prst="rect">
            <a:avLst/>
          </a:prstGeom>
        </p:spPr>
      </p:pic>
      <p:pic>
        <p:nvPicPr>
          <p:cNvPr id="25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أُمُ</a:t>
            </a:r>
            <a:endParaRPr lang="ar-SA" sz="5900" dirty="0"/>
          </a:p>
        </p:txBody>
      </p:sp>
      <p:pic>
        <p:nvPicPr>
          <p:cNvPr id="21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A"/>
          </a:solidFill>
          <a:ln w="12700">
            <a:solidFill>
              <a:srgbClr val="2B64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</a:t>
            </a:r>
            <a:endParaRPr lang="ar-SA" sz="7400" dirty="0"/>
          </a:p>
        </p:txBody>
      </p:sp>
      <p:pic>
        <p:nvPicPr>
          <p:cNvPr id="22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3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</a:t>
            </a:r>
            <a:endParaRPr lang="ar-SA" sz="74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05E"/>
          </a:solidFill>
          <a:ln w="12700">
            <a:solidFill>
              <a:srgbClr val="EDB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</a:t>
            </a:r>
            <a:endParaRPr lang="ar-SA" sz="74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DE0"/>
          </a:solidFill>
          <a:ln w="12700">
            <a:solidFill>
              <a:srgbClr val="527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570"/>
          </a:solidFill>
          <a:ln w="12700">
            <a:solidFill>
              <a:srgbClr val="DB8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</a:t>
            </a:r>
            <a:endParaRPr lang="ar-SA" sz="74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F"/>
          </a:solidFill>
          <a:ln w="12700">
            <a:solidFill>
              <a:srgbClr val="D8646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B"/>
          </a:solidFill>
          <a:ln w="12700">
            <a:solidFill>
              <a:srgbClr val="D147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1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</a:t>
            </a:r>
            <a:endParaRPr lang="ar-SA" sz="7400" dirty="0"/>
          </a:p>
        </p:txBody>
      </p:sp>
      <p:pic>
        <p:nvPicPr>
          <p:cNvPr id="21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2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4"/>
          </a:solidFill>
          <a:ln w="12700">
            <a:solidFill>
              <a:srgbClr val="7934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دُمُ</a:t>
            </a:r>
            <a:endParaRPr lang="ar-SA" sz="7400" dirty="0"/>
          </a:p>
        </p:txBody>
      </p:sp>
      <p:pic>
        <p:nvPicPr>
          <p:cNvPr id="22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ذُمُ</a:t>
            </a:r>
            <a:endParaRPr lang="ar-SA" sz="74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رُمُ</a:t>
            </a:r>
            <a:endParaRPr lang="ar-SA" sz="74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زُمُ</a:t>
            </a:r>
            <a:endParaRPr lang="ar-SA" sz="74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D864"/>
          </a:solidFill>
          <a:ln w="12700">
            <a:solidFill>
              <a:srgbClr val="8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سُمُ</a:t>
            </a:r>
            <a:endParaRPr lang="ar-SA" sz="7400" dirty="0"/>
          </a:p>
        </p:txBody>
      </p:sp>
      <p:pic>
        <p:nvPicPr>
          <p:cNvPr id="20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شُمُ</a:t>
            </a:r>
            <a:endParaRPr lang="ar-SA" sz="7400" dirty="0"/>
          </a:p>
        </p:txBody>
      </p:sp>
      <p:pic>
        <p:nvPicPr>
          <p:cNvPr id="21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صُمُ</a:t>
            </a:r>
            <a:endParaRPr lang="ar-SA" sz="7400" dirty="0"/>
          </a:p>
        </p:txBody>
      </p:sp>
      <p:pic>
        <p:nvPicPr>
          <p:cNvPr id="22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3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ضُمُ</a:t>
            </a:r>
            <a:endParaRPr lang="ar-SA" sz="74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5EED"/>
          </a:solidFill>
          <a:ln w="12700">
            <a:solidFill>
              <a:srgbClr val="6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طُمُ</a:t>
            </a:r>
            <a:endParaRPr lang="ar-SA" sz="74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E052"/>
          </a:solidFill>
          <a:ln w="12700">
            <a:solidFill>
              <a:srgbClr val="C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ظُمُ</a:t>
            </a:r>
            <a:endParaRPr lang="ar-SA" sz="74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9D8"/>
          </a:solidFill>
          <a:ln w="12700">
            <a:solidFill>
              <a:srgbClr val="64A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0D1"/>
          </a:solidFill>
          <a:ln w="12700">
            <a:solidFill>
              <a:srgbClr val="47B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عُمُ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غُمُ</a:t>
            </a:r>
            <a:endParaRPr lang="ar-SA" sz="74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فُمُ</a:t>
            </a:r>
            <a:endParaRPr lang="ar-SA" sz="7400" dirty="0"/>
          </a:p>
        </p:txBody>
      </p:sp>
      <p:pic>
        <p:nvPicPr>
          <p:cNvPr id="22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قُمُ</a:t>
            </a:r>
            <a:endParaRPr lang="ar-SA" sz="74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كُمُ</a:t>
            </a:r>
            <a:endParaRPr lang="ar-SA" sz="74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9"/>
          </a:solidFill>
          <a:ln w="12700">
            <a:solidFill>
              <a:srgbClr val="52E0D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لُمُ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6"/>
          </a:solidFill>
          <a:ln w="12700">
            <a:solidFill>
              <a:srgbClr val="D864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47D1"/>
          </a:solidFill>
          <a:ln w="12700">
            <a:solidFill>
              <a:srgbClr val="D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77858" y="896112"/>
            <a:ext cx="16974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77858" y="896112"/>
            <a:ext cx="16974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كَرُمَ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68644" y="896112"/>
            <a:ext cx="21891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68644" y="896112"/>
            <a:ext cx="21891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وَعَظُمَ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9475" y="2834640"/>
            <a:ext cx="35850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9475" y="2834640"/>
            <a:ext cx="35850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كَرُمَ وَعَظُمَ</a:t>
            </a:r>
            <a:endParaRPr lang="ar-SA" sz="4700" dirty="0"/>
          </a:p>
        </p:txBody>
      </p:sp>
      <p:pic>
        <p:nvPicPr>
          <p:cNvPr id="17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904878" cy="1463040"/>
          </a:xfrm>
          <a:prstGeom prst="rect">
            <a:avLst/>
          </a:prstGeom>
        </p:spPr>
      </p:pic>
      <p:pic>
        <p:nvPicPr>
          <p:cNvPr id="18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228" y="1828800"/>
            <a:ext cx="1372332" cy="1463040"/>
          </a:xfrm>
          <a:prstGeom prst="rect">
            <a:avLst/>
          </a:prstGeom>
        </p:spPr>
      </p:pic>
      <p:pic>
        <p:nvPicPr>
          <p:cNvPr id="19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56270" y="896112"/>
            <a:ext cx="18583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56270" y="896112"/>
            <a:ext cx="18583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629416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A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29416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9046" y="2834640"/>
            <a:ext cx="32459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9046" y="2834640"/>
            <a:ext cx="32459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 عُمَرُ</a:t>
            </a:r>
            <a:endParaRPr lang="ar-SA" sz="4500" dirty="0"/>
          </a:p>
        </p:txBody>
      </p:sp>
      <p:pic>
        <p:nvPicPr>
          <p:cNvPr id="18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261140" cy="1463040"/>
          </a:xfrm>
          <a:prstGeom prst="rect">
            <a:avLst/>
          </a:prstGeom>
        </p:spPr>
      </p:pic>
      <p:pic>
        <p:nvPicPr>
          <p:cNvPr id="19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6866" y="1828800"/>
            <a:ext cx="1575694" cy="1463040"/>
          </a:xfrm>
          <a:prstGeom prst="rect">
            <a:avLst/>
          </a:prstGeom>
        </p:spPr>
      </p:pic>
      <p:pic>
        <p:nvPicPr>
          <p:cNvPr id="20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7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وَحُمِلَ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 وَحُمِلَ</a:t>
            </a:r>
            <a:endParaRPr lang="ar-SA" sz="4700" dirty="0"/>
          </a:p>
        </p:txBody>
      </p:sp>
      <p:pic>
        <p:nvPicPr>
          <p:cNvPr id="1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51660"/>
            <a:ext cx="2284720" cy="1417320"/>
          </a:xfrm>
          <a:prstGeom prst="rect">
            <a:avLst/>
          </a:prstGeom>
        </p:spPr>
      </p:pic>
      <p:pic>
        <p:nvPicPr>
          <p:cNvPr id="20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620" y="1828800"/>
            <a:ext cx="1664940" cy="1463040"/>
          </a:xfrm>
          <a:prstGeom prst="rect">
            <a:avLst/>
          </a:prstGeom>
        </p:spPr>
      </p:pic>
      <p:pic>
        <p:nvPicPr>
          <p:cNvPr id="21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27142" y="896112"/>
            <a:ext cx="17592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7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27142" y="896112"/>
            <a:ext cx="17592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57619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57619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65464" y="2834640"/>
            <a:ext cx="32130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65464" y="2834640"/>
            <a:ext cx="32130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 عُمَرُ</a:t>
            </a:r>
            <a:endParaRPr lang="ar-SA" sz="4700" dirty="0"/>
          </a:p>
        </p:txBody>
      </p:sp>
      <p:pic>
        <p:nvPicPr>
          <p:cNvPr id="17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780520" cy="1463040"/>
          </a:xfrm>
          <a:prstGeom prst="rect">
            <a:avLst/>
          </a:prstGeom>
        </p:spPr>
      </p:pic>
      <p:pic>
        <p:nvPicPr>
          <p:cNvPr id="18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9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14-meem</dc:title>
  <dc:subject>PptxGenJS Presentation</dc:subject>
  <dc:creator>PptxGenJS</dc:creator>
  <cp:lastModifiedBy>PptxGenJS</cp:lastModifiedBy>
  <cp:revision>1</cp:revision>
  <dcterms:created xsi:type="dcterms:W3CDTF">2026-10-20T23:11:34Z</dcterms:created>
  <dcterms:modified xsi:type="dcterms:W3CDTF">2026-10-20T23:11:34Z</dcterms:modified>
</cp:coreProperties>
</file>