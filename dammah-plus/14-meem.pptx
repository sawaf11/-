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2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2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3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2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7934"/>
          </a:solidFill>
          <a:ln w="12700">
            <a:solidFill>
              <a:srgbClr val="6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1400" dirty="0"/>
          </a:p>
        </p:txBody>
      </p:sp>
      <p:sp>
        <p:nvSpPr>
          <p:cNvPr id="14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11400" dirty="0"/>
          </a:p>
        </p:txBody>
      </p:sp>
      <p:pic>
        <p:nvPicPr>
          <p:cNvPr id="1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719953" cy="1325880"/>
          </a:xfrm>
          <a:prstGeom prst="rect">
            <a:avLst/>
          </a:prstGeom>
        </p:spPr>
      </p:pic>
      <p:pic>
        <p:nvPicPr>
          <p:cNvPr id="1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545" y="1965960"/>
            <a:ext cx="1083015" cy="12801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مُأُ</a:t>
            </a:r>
            <a:endParaRPr lang="ar-SA" sz="56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5054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881" y="4018788"/>
            <a:ext cx="1502679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F5EED"/>
          </a:solidFill>
          <a:ln w="12700">
            <a:solidFill>
              <a:srgbClr val="A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مُبُ</a:t>
            </a:r>
            <a:endParaRPr lang="ar-SA" sz="9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25980"/>
            <a:ext cx="498302" cy="960120"/>
          </a:xfrm>
          <a:prstGeom prst="rect">
            <a:avLst/>
          </a:prstGeom>
        </p:spPr>
      </p:pic>
      <p:pic>
        <p:nvPicPr>
          <p:cNvPr id="2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8497" y="2034540"/>
            <a:ext cx="504063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EE052"/>
          </a:solidFill>
          <a:ln w="12700">
            <a:solidFill>
              <a:srgbClr val="7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570DB"/>
          </a:solidFill>
          <a:ln w="12700">
            <a:solidFill>
              <a:srgbClr val="8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4"/>
          </a:solidFill>
          <a:ln w="12700">
            <a:solidFill>
              <a:srgbClr val="8547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مُتُ</a:t>
            </a:r>
            <a:endParaRPr lang="ar-SA" sz="10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3384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0D8"/>
          </a:solidFill>
          <a:ln w="12700">
            <a:solidFill>
              <a:srgbClr val="647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CD1"/>
          </a:solidFill>
          <a:ln w="12700">
            <a:solidFill>
              <a:srgbClr val="476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مُثُ</a:t>
            </a:r>
            <a:endParaRPr lang="ar-SA" sz="8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694761" cy="132588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385" y="3927348"/>
            <a:ext cx="1400175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مُجُ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97280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425" y="4064508"/>
            <a:ext cx="712135" cy="10058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مُحُ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769010" cy="132588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073" y="3744468"/>
            <a:ext cx="1751487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مُخُ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1039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529" y="3927348"/>
            <a:ext cx="1391031" cy="1143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C5E"/>
          </a:solidFill>
          <a:ln w="12700">
            <a:solidFill>
              <a:srgbClr val="ED8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مُدُ</a:t>
            </a:r>
            <a:endParaRPr lang="ar-SA" sz="109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9471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1E0"/>
          </a:solidFill>
          <a:ln w="12700">
            <a:solidFill>
              <a:srgbClr val="52A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6"/>
          </a:solidFill>
          <a:ln w="12700">
            <a:solidFill>
              <a:srgbClr val="DB707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مُذُ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916229" cy="10972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D"/>
          </a:solidFill>
          <a:ln w="12700">
            <a:solidFill>
              <a:srgbClr val="D864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E"/>
          </a:solidFill>
          <a:ln w="12700">
            <a:solidFill>
              <a:srgbClr val="D147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مُرُ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32754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5357" y="3607308"/>
            <a:ext cx="1397203" cy="14630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مُزُ</a:t>
            </a:r>
            <a:endParaRPr lang="ar-SA" sz="90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1705" y="3881628"/>
            <a:ext cx="710855" cy="11887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2B64"/>
          </a:solidFill>
          <a:ln w="12700">
            <a:solidFill>
              <a:srgbClr val="3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D3479"/>
          </a:solidFill>
          <a:ln w="12700">
            <a:solidFill>
              <a:srgbClr val="6D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مُسُ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4566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476" y="3653028"/>
            <a:ext cx="1087084" cy="14173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مُشُ</a:t>
            </a:r>
            <a:endParaRPr lang="ar-SA" sz="82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426098" cy="12801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3" y="3653028"/>
            <a:ext cx="1482517" cy="141732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8"/>
          </a:solidFill>
          <a:ln w="12700">
            <a:solidFill>
              <a:srgbClr val="5EED6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مُصُ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5"/>
          </a:solidFill>
          <a:ln w="12700">
            <a:solidFill>
              <a:srgbClr val="E052C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1DB70"/>
          </a:solidFill>
          <a:ln w="12700">
            <a:solidFill>
              <a:srgbClr val="9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385"/>
          </a:solidFill>
          <a:ln w="12700">
            <a:solidFill>
              <a:srgbClr val="478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مُضُ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906353" cy="9601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D864"/>
          </a:solidFill>
          <a:ln w="12700">
            <a:solidFill>
              <a:srgbClr val="A9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1D147"/>
          </a:solidFill>
          <a:ln w="12700">
            <a:solidFill>
              <a:srgbClr val="B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مُطُ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9762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501" y="3744468"/>
            <a:ext cx="1294059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مُظُ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1077163" cy="91440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846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314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F2B"/>
          </a:solidFill>
          <a:ln w="12700">
            <a:solidFill>
              <a:srgbClr val="642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مُعُ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1716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591" y="3744468"/>
            <a:ext cx="1309969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مُغُ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1480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790188"/>
            <a:ext cx="1066373" cy="12801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8ED"/>
          </a:solidFill>
          <a:ln w="12700">
            <a:solidFill>
              <a:srgbClr val="5E7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مُفُ</a:t>
            </a:r>
            <a:endParaRPr lang="ar-SA" sz="85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02920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32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852"/>
          </a:solidFill>
          <a:ln w="12700">
            <a:solidFill>
              <a:srgbClr val="E0D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CDB"/>
          </a:solidFill>
          <a:ln w="12700">
            <a:solidFill>
              <a:srgbClr val="70A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4785"/>
          </a:solidFill>
          <a:ln w="12700">
            <a:solidFill>
              <a:srgbClr val="7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مُقُ</a:t>
            </a:r>
            <a:endParaRPr lang="ar-SA" sz="8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6D8"/>
          </a:solidFill>
          <a:ln w="12700">
            <a:solidFill>
              <a:srgbClr val="64C6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F"/>
          </a:solidFill>
          <a:ln w="12700">
            <a:solidFill>
              <a:srgbClr val="47D1C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مُكُ</a:t>
            </a:r>
            <a:endParaRPr lang="ar-SA" sz="81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582" y="3698748"/>
            <a:ext cx="1420978" cy="13716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C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مُلُ</a:t>
            </a:r>
            <a:endParaRPr lang="ar-SA" sz="76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13831" cy="11887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90" y="3561588"/>
            <a:ext cx="718170" cy="15087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642B"/>
          </a:solidFill>
          <a:ln w="12700">
            <a:solidFill>
              <a:srgbClr val="3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A"/>
          </a:solidFill>
          <a:ln w="12700">
            <a:solidFill>
              <a:srgbClr val="34794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أُمُبُ</a:t>
            </a:r>
            <a:endParaRPr lang="ar-SA" sz="5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2099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643" y="3561588"/>
            <a:ext cx="1621917" cy="15087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بُمُتُ</a:t>
            </a:r>
            <a:endParaRPr lang="ar-SA" sz="84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07308"/>
            <a:ext cx="1170432" cy="14630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521" y="3881628"/>
            <a:ext cx="586039" cy="118872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C"/>
          </a:solidFill>
          <a:ln w="12700">
            <a:solidFill>
              <a:srgbClr val="ED5E9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تُمُثُ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43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5"/>
          </a:solidFill>
          <a:ln w="12700">
            <a:solidFill>
              <a:srgbClr val="52E0B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6"/>
          </a:solidFill>
          <a:ln w="12700">
            <a:solidFill>
              <a:srgbClr val="DB70C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847"/>
          </a:solidFill>
          <a:ln w="12700">
            <a:solidFill>
              <a:srgbClr val="856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ثُمُجُ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64D8"/>
          </a:solidFill>
          <a:ln w="12700">
            <a:solidFill>
              <a:srgbClr val="C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D47D1"/>
          </a:solidFill>
          <a:ln w="12700">
            <a:solidFill>
              <a:srgbClr val="A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جُمُحُ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062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3744468"/>
            <a:ext cx="1325880" cy="13258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حُمُخُ</a:t>
            </a:r>
            <a:endParaRPr lang="ar-SA" sz="6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6585" y="3835908"/>
            <a:ext cx="715975" cy="12344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364"/>
          </a:solidFill>
          <a:ln w="12700">
            <a:solidFill>
              <a:srgbClr val="2B4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93479"/>
          </a:solidFill>
          <a:ln w="12700">
            <a:solidFill>
              <a:srgbClr val="3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خُمُدُ</a:t>
            </a:r>
            <a:endParaRPr lang="ar-SA" sz="83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842" y="3698748"/>
            <a:ext cx="1172718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دُمُذُ</a:t>
            </a:r>
            <a:endParaRPr lang="ar-SA" sz="71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217066" cy="100584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110" y="4018788"/>
            <a:ext cx="1314450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FED5E"/>
          </a:solidFill>
          <a:ln w="12700">
            <a:solidFill>
              <a:srgbClr val="B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ذُمُرُ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152E0"/>
          </a:solidFill>
          <a:ln w="12700">
            <a:solidFill>
              <a:srgbClr val="9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670"/>
          </a:solidFill>
          <a:ln w="12700">
            <a:solidFill>
              <a:srgbClr val="DBD6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رُمُزُ</a:t>
            </a:r>
            <a:endParaRPr lang="ar-SA" sz="80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6445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064"/>
          </a:solidFill>
          <a:ln w="12700">
            <a:solidFill>
              <a:srgbClr val="D8B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B47"/>
          </a:solidFill>
          <a:ln w="12700">
            <a:solidFill>
              <a:srgbClr val="D18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زُمُسُ</a:t>
            </a:r>
            <a:endParaRPr lang="ar-SA" sz="68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39292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720" y="4110228"/>
            <a:ext cx="1279840" cy="9601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سُمُشُ</a:t>
            </a:r>
            <a:endParaRPr lang="ar-SA" sz="6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81918" cy="132588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846" y="3561588"/>
            <a:ext cx="725714" cy="15087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3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0"/>
          </a:solidFill>
          <a:ln w="12700">
            <a:solidFill>
              <a:srgbClr val="7934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8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شُمُصُ</a:t>
            </a:r>
            <a:endParaRPr lang="ar-SA" sz="59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75924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61" y="3653028"/>
            <a:ext cx="1661099" cy="14173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صُمُضُ</a:t>
            </a:r>
            <a:endParaRPr lang="ar-SA" sz="57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9657" cy="12801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482" y="3881628"/>
            <a:ext cx="1172078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3ED"/>
          </a:solidFill>
          <a:ln w="12700">
            <a:solidFill>
              <a:srgbClr val="5EE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ضُمُطُ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E52"/>
          </a:solidFill>
          <a:ln w="12700">
            <a:solidFill>
              <a:srgbClr val="E06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B"/>
          </a:solidFill>
          <a:ln w="12700">
            <a:solidFill>
              <a:srgbClr val="70DBB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طُمُظُ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3"/>
          </a:solidFill>
          <a:ln w="12700">
            <a:solidFill>
              <a:srgbClr val="64D89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8"/>
          </a:solidFill>
          <a:ln w="12700">
            <a:solidFill>
              <a:srgbClr val="47D16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ظُمُعُ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04591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6253" y="3835908"/>
            <a:ext cx="1086307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عُمُغُ</a:t>
            </a:r>
            <a:endParaRPr lang="ar-SA" sz="66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1647" y="3835908"/>
            <a:ext cx="720913" cy="12344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432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غُمُفُ</a:t>
            </a:r>
            <a:endParaRPr lang="ar-SA" sz="73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25714" cy="1508760"/>
          </a:xfrm>
          <a:prstGeom prst="rect">
            <a:avLst/>
          </a:prstGeom>
        </p:spPr>
      </p:pic>
      <p:pic>
        <p:nvPicPr>
          <p:cNvPr id="27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7" y="3744468"/>
            <a:ext cx="1180033" cy="13258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فُمُقُ</a:t>
            </a:r>
            <a:endParaRPr lang="ar-SA" sz="68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67084" cy="141732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948" y="3973068"/>
            <a:ext cx="1326612" cy="10972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45EED"/>
          </a:solidFill>
          <a:ln w="12700">
            <a:solidFill>
              <a:srgbClr val="D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قُمُكُ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9E052"/>
          </a:solidFill>
          <a:ln w="12700">
            <a:solidFill>
              <a:srgbClr val="5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070DB"/>
          </a:solidFill>
          <a:ln w="12700">
            <a:solidFill>
              <a:srgbClr val="A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1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كُمُلُ</a:t>
            </a:r>
            <a:endParaRPr lang="ar-SA" sz="67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35908"/>
            <a:ext cx="911017" cy="12344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664D8"/>
          </a:solidFill>
          <a:ln w="12700">
            <a:solidFill>
              <a:srgbClr val="7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9D1"/>
          </a:solidFill>
          <a:ln w="12700">
            <a:solidFill>
              <a:srgbClr val="474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لُمُأُ</a:t>
            </a:r>
            <a:endParaRPr lang="ar-SA" sz="50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9679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70" y="3790188"/>
            <a:ext cx="1523390" cy="12801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4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أُمُ</a:t>
            </a:r>
            <a:endParaRPr lang="ar-SA" sz="59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79266" cy="100584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3607308"/>
            <a:ext cx="731520" cy="14630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A"/>
          </a:solidFill>
          <a:ln w="12700">
            <a:solidFill>
              <a:srgbClr val="2B645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379"/>
          </a:solidFill>
          <a:ln w="12700">
            <a:solidFill>
              <a:srgbClr val="346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بُمُ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125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555" y="4018788"/>
            <a:ext cx="1183005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تُمُ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673352" cy="11430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753" y="4018788"/>
            <a:ext cx="1790807" cy="10515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05E"/>
          </a:solidFill>
          <a:ln w="12700">
            <a:solidFill>
              <a:srgbClr val="EDB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ثُمُ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34095" y="2125980"/>
            <a:ext cx="518465" cy="9601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43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DE0"/>
          </a:solidFill>
          <a:ln w="12700">
            <a:solidFill>
              <a:srgbClr val="527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570"/>
          </a:solidFill>
          <a:ln w="12700">
            <a:solidFill>
              <a:srgbClr val="DB8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8547"/>
          </a:solidFill>
          <a:ln w="12700">
            <a:solidFill>
              <a:srgbClr val="6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06445" cy="105156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F"/>
          </a:solidFill>
          <a:ln w="12700">
            <a:solidFill>
              <a:srgbClr val="D8646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B"/>
          </a:solidFill>
          <a:ln w="12700">
            <a:solidFill>
              <a:srgbClr val="D1476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حُمُ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3196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3112" y="3515868"/>
            <a:ext cx="143944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خُمُ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73562" cy="118872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355" y="4155948"/>
            <a:ext cx="724205" cy="9144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2B64"/>
          </a:solidFill>
          <a:ln w="12700">
            <a:solidFill>
              <a:srgbClr val="4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4"/>
          </a:solidFill>
          <a:ln w="12700">
            <a:solidFill>
              <a:srgbClr val="7934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0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0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دُمُ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003463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072" y="3835908"/>
            <a:ext cx="1250488" cy="12344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ذُمُ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8346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395" y="3927348"/>
            <a:ext cx="1320165" cy="114300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D"/>
          </a:solidFill>
          <a:ln w="12700">
            <a:solidFill>
              <a:srgbClr val="5EED8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رُمُ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0"/>
          </a:solidFill>
          <a:ln w="12700">
            <a:solidFill>
              <a:srgbClr val="E052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6DB70"/>
          </a:solidFill>
          <a:ln w="12700">
            <a:solidFill>
              <a:srgbClr val="7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385"/>
          </a:solidFill>
          <a:ln w="12700">
            <a:solidFill>
              <a:srgbClr val="477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0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0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زُمُ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D864"/>
          </a:solidFill>
          <a:ln w="12700">
            <a:solidFill>
              <a:srgbClr val="8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DD147"/>
          </a:solidFill>
          <a:ln w="12700">
            <a:solidFill>
              <a:srgbClr val="8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سُمُ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2251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3754" y="3790188"/>
            <a:ext cx="1328806" cy="12801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5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شُمُ</a:t>
            </a:r>
            <a:endParaRPr lang="ar-SA" sz="7400" dirty="0"/>
          </a:p>
        </p:txBody>
      </p:sp>
      <p:pic>
        <p:nvPicPr>
          <p:cNvPr id="21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0352" y="3515868"/>
            <a:ext cx="66220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43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D2B"/>
          </a:solidFill>
          <a:ln w="12700">
            <a:solidFill>
              <a:srgbClr val="643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D34"/>
          </a:solidFill>
          <a:ln w="12700">
            <a:solidFill>
              <a:srgbClr val="796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صُمُ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5904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156" y="3698748"/>
            <a:ext cx="946404" cy="137160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ضُمُ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98748"/>
            <a:ext cx="1322222" cy="137160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119" y="3927348"/>
            <a:ext cx="1242441" cy="11430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5EED"/>
          </a:solidFill>
          <a:ln w="12700">
            <a:solidFill>
              <a:srgbClr val="6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طُمُ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34540"/>
            <a:ext cx="505206" cy="11430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4E052"/>
          </a:solidFill>
          <a:ln w="12700">
            <a:solidFill>
              <a:srgbClr val="C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0DB"/>
          </a:solidFill>
          <a:ln w="12700">
            <a:solidFill>
              <a:srgbClr val="709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3"/>
          </a:solidFill>
          <a:ln w="12700">
            <a:solidFill>
              <a:srgbClr val="8547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ظُمُ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912754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9D8"/>
          </a:solidFill>
          <a:ln w="12700">
            <a:solidFill>
              <a:srgbClr val="64A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0D1"/>
          </a:solidFill>
          <a:ln w="12700">
            <a:solidFill>
              <a:srgbClr val="47B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عُمُ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755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995" y="3515868"/>
            <a:ext cx="1271565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غُمُ</a:t>
            </a:r>
            <a:endParaRPr lang="ar-SA" sz="74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44468"/>
            <a:ext cx="1076615" cy="1325880"/>
          </a:xfrm>
          <a:prstGeom prst="rect">
            <a:avLst/>
          </a:prstGeom>
        </p:spPr>
      </p:pic>
      <p:pic>
        <p:nvPicPr>
          <p:cNvPr id="22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70" y="3607308"/>
            <a:ext cx="716890" cy="14630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F"/>
          </a:solidFill>
          <a:ln w="12700">
            <a:solidFill>
              <a:srgbClr val="2B64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C"/>
          </a:solidFill>
          <a:ln w="12700">
            <a:solidFill>
              <a:srgbClr val="3479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فُمُ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61" y="3744468"/>
            <a:ext cx="978499" cy="13258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0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0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قُمُ</a:t>
            </a:r>
            <a:endParaRPr lang="ar-SA" sz="74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185108" cy="105156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070" y="3881628"/>
            <a:ext cx="1634490" cy="118872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7"/>
          </a:solidFill>
          <a:ln w="12700">
            <a:solidFill>
              <a:srgbClr val="ED5E7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0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0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0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0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كُمُ</a:t>
            </a:r>
            <a:endParaRPr lang="ar-SA" sz="74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0543" cy="10515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9"/>
          </a:solidFill>
          <a:ln w="12700">
            <a:solidFill>
              <a:srgbClr val="52E0D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4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B"/>
          </a:solidFill>
          <a:ln w="12700">
            <a:solidFill>
              <a:srgbClr val="DB70A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747"/>
          </a:solidFill>
          <a:ln w="12700">
            <a:solidFill>
              <a:srgbClr val="857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لُمُ</a:t>
            </a:r>
            <a:endParaRPr lang="ar-SA" sz="74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8660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6"/>
          </a:solidFill>
          <a:ln w="12700">
            <a:solidFill>
              <a:srgbClr val="D864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047D1"/>
          </a:solidFill>
          <a:ln w="12700">
            <a:solidFill>
              <a:srgbClr val="D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977858" y="896112"/>
            <a:ext cx="16974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9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977858" y="896112"/>
            <a:ext cx="16974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كَرُمَ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68644" y="896112"/>
            <a:ext cx="218917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C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68644" y="896112"/>
            <a:ext cx="218917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وَعَظُمَ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9475" y="2834640"/>
            <a:ext cx="358505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9475" y="2834640"/>
            <a:ext cx="358505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كَرُمَ وَعَظُمَ</a:t>
            </a:r>
            <a:endParaRPr lang="ar-SA" sz="47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87268"/>
            <a:ext cx="866577" cy="178308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318" y="1897380"/>
            <a:ext cx="1067242" cy="14173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656270" y="896112"/>
            <a:ext cx="18583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A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656270" y="896112"/>
            <a:ext cx="18583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</a:t>
            </a:r>
            <a:endParaRPr lang="ar-SA" sz="4400" dirty="0"/>
          </a:p>
        </p:txBody>
      </p:sp>
      <p:sp>
        <p:nvSpPr>
          <p:cNvPr id="13" name="C2 W2 pill"/>
          <p:cNvSpPr/>
          <p:nvPr/>
        </p:nvSpPr>
        <p:spPr>
          <a:xfrm>
            <a:off x="2629416" y="896112"/>
            <a:ext cx="170681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6A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29416" y="896112"/>
            <a:ext cx="170681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4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949046" y="2834640"/>
            <a:ext cx="32459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949046" y="2834640"/>
            <a:ext cx="32459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فَهِمَهُ عُمَرُ</a:t>
            </a:r>
            <a:endParaRPr lang="ar-SA" sz="45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43100"/>
            <a:ext cx="1115065" cy="132588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877" y="1783080"/>
            <a:ext cx="712683" cy="164592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564"/>
          </a:solidFill>
          <a:ln w="12700">
            <a:solidFill>
              <a:srgbClr val="2B3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B3479"/>
          </a:solidFill>
          <a:ln w="12700">
            <a:solidFill>
              <a:srgbClr val="4B34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23233" y="896112"/>
            <a:ext cx="173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37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23233" y="896112"/>
            <a:ext cx="173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489326" y="896112"/>
            <a:ext cx="21138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37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89326" y="896112"/>
            <a:ext cx="21138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وَحُمِلَ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15126" y="2834640"/>
            <a:ext cx="35137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15126" y="2834640"/>
            <a:ext cx="35137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جُمِعَ وَحُمِلَ</a:t>
            </a:r>
            <a:endParaRPr lang="ar-SA" sz="47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378708"/>
            <a:ext cx="732480" cy="1691640"/>
          </a:xfrm>
          <a:prstGeom prst="rect">
            <a:avLst/>
          </a:prstGeom>
        </p:spPr>
      </p:pic>
      <p:pic>
        <p:nvPicPr>
          <p:cNvPr id="2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692" y="1965960"/>
            <a:ext cx="1182868" cy="128016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27142" y="896112"/>
            <a:ext cx="175923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7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27142" y="896112"/>
            <a:ext cx="175923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657619" y="896112"/>
            <a:ext cx="17494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57619" y="896112"/>
            <a:ext cx="17494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965464" y="2834640"/>
            <a:ext cx="32130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965464" y="2834640"/>
            <a:ext cx="32130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سَلِمَ عُمَرُ</a:t>
            </a:r>
            <a:endParaRPr lang="ar-SA" sz="47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920240"/>
            <a:ext cx="958748" cy="13716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392" y="1988820"/>
            <a:ext cx="1117168" cy="12344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14-meem</dc:title>
  <dc:subject>PptxGenJS Presentation</dc:subject>
  <dc:creator>PptxGenJS</dc:creator>
  <cp:lastModifiedBy>PptxGenJS</cp:lastModifiedBy>
  <cp:revision>1</cp:revision>
  <dcterms:created xsi:type="dcterms:W3CDTF">2026-10-21T00:09:55Z</dcterms:created>
  <dcterms:modified xsi:type="dcterms:W3CDTF">2026-10-21T00:09:55Z</dcterms:modified>
</cp:coreProperties>
</file>