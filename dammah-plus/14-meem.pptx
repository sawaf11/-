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</p:sldIdLst>
  <p:notesMasterIdLst>
    <p:notesMasterId r:id="rId7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notesMaster" Target="notesMasters/notesMaster1.xml"/><Relationship Id="rId77" Type="http://schemas.openxmlformats.org/officeDocument/2006/relationships/presProps" Target="presProps.xml"/><Relationship Id="rId78" Type="http://schemas.openxmlformats.org/officeDocument/2006/relationships/viewProps" Target="viewProps.xml"/><Relationship Id="rId79" Type="http://schemas.openxmlformats.org/officeDocument/2006/relationships/theme" Target="theme/theme1.xml"/><Relationship Id="rId8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2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20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20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92B"/>
          </a:solidFill>
          <a:ln w="12700">
            <a:solidFill>
              <a:srgbClr val="645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7934"/>
          </a:solidFill>
          <a:ln w="12700">
            <a:solidFill>
              <a:srgbClr val="6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1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11400" dirty="0"/>
          </a:p>
        </p:txBody>
      </p:sp>
      <p:pic>
        <p:nvPicPr>
          <p:cNvPr id="1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468984" cy="1554480"/>
          </a:xfrm>
          <a:prstGeom prst="rect">
            <a:avLst/>
          </a:prstGeom>
        </p:spPr>
      </p:pic>
      <p:pic>
        <p:nvPicPr>
          <p:cNvPr id="16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1783080"/>
            <a:ext cx="1635313" cy="1554480"/>
          </a:xfrm>
          <a:prstGeom prst="rect">
            <a:avLst/>
          </a:prstGeom>
        </p:spPr>
      </p:pic>
      <p:pic>
        <p:nvPicPr>
          <p:cNvPr id="1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مُأُ</a:t>
            </a:r>
            <a:endParaRPr lang="ar-SA" sz="56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F5EED"/>
          </a:solidFill>
          <a:ln w="12700">
            <a:solidFill>
              <a:srgbClr val="A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مُبُ</a:t>
            </a:r>
            <a:endParaRPr lang="ar-SA" sz="95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EE052"/>
          </a:solidFill>
          <a:ln w="12700">
            <a:solidFill>
              <a:srgbClr val="7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570DB"/>
          </a:solidFill>
          <a:ln w="12700">
            <a:solidFill>
              <a:srgbClr val="8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4"/>
          </a:solidFill>
          <a:ln w="12700">
            <a:solidFill>
              <a:srgbClr val="85476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مُتُ</a:t>
            </a:r>
            <a:endParaRPr lang="ar-SA" sz="101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0D8"/>
          </a:solidFill>
          <a:ln w="12700">
            <a:solidFill>
              <a:srgbClr val="647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CD1"/>
          </a:solidFill>
          <a:ln w="12700">
            <a:solidFill>
              <a:srgbClr val="476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مُثُ</a:t>
            </a:r>
            <a:endParaRPr lang="ar-SA" sz="86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3520440"/>
            <a:ext cx="1318199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مُجُ</a:t>
            </a:r>
            <a:endParaRPr lang="ar-SA" sz="74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950" y="4206240"/>
            <a:ext cx="723610" cy="86868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B"/>
          </a:solidFill>
          <a:ln w="12700">
            <a:solidFill>
              <a:srgbClr val="2B64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579"/>
          </a:solidFill>
          <a:ln w="12700">
            <a:solidFill>
              <a:srgbClr val="347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مُحُ</a:t>
            </a:r>
            <a:endParaRPr lang="ar-SA" sz="74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3520440"/>
            <a:ext cx="1336853" cy="1554480"/>
          </a:xfrm>
          <a:prstGeom prst="rect">
            <a:avLst/>
          </a:prstGeom>
        </p:spPr>
      </p:pic>
      <p:pic>
        <p:nvPicPr>
          <p:cNvPr id="24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مُخُ</a:t>
            </a:r>
            <a:endParaRPr lang="ar-SA" sz="74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313" y="3520440"/>
            <a:ext cx="1248247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C5E"/>
          </a:solidFill>
          <a:ln w="12700">
            <a:solidFill>
              <a:srgbClr val="ED8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مُدُ</a:t>
            </a:r>
            <a:endParaRPr lang="ar-SA" sz="109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1E0"/>
          </a:solidFill>
          <a:ln w="12700">
            <a:solidFill>
              <a:srgbClr val="52A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6"/>
          </a:solidFill>
          <a:ln w="12700">
            <a:solidFill>
              <a:srgbClr val="DB707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8547"/>
          </a:solidFill>
          <a:ln w="12700">
            <a:solidFill>
              <a:srgbClr val="7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مُذُ</a:t>
            </a:r>
            <a:endParaRPr lang="ar-SA" sz="81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D"/>
          </a:solidFill>
          <a:ln w="12700">
            <a:solidFill>
              <a:srgbClr val="D8648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E"/>
          </a:solidFill>
          <a:ln w="12700">
            <a:solidFill>
              <a:srgbClr val="D1478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مُرُ</a:t>
            </a:r>
            <a:endParaRPr lang="ar-SA" sz="90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20440"/>
            <a:ext cx="1882475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مُزُ</a:t>
            </a:r>
            <a:endParaRPr lang="ar-SA" sz="90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2B64"/>
          </a:solidFill>
          <a:ln w="12700">
            <a:solidFill>
              <a:srgbClr val="3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D3479"/>
          </a:solidFill>
          <a:ln w="12700">
            <a:solidFill>
              <a:srgbClr val="6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مُسُ</a:t>
            </a:r>
            <a:endParaRPr lang="ar-SA" sz="90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3520440"/>
            <a:ext cx="1318199" cy="1554480"/>
          </a:xfrm>
          <a:prstGeom prst="rect">
            <a:avLst/>
          </a:prstGeom>
        </p:spPr>
      </p:pic>
      <p:pic>
        <p:nvPicPr>
          <p:cNvPr id="24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مُشُ</a:t>
            </a:r>
            <a:endParaRPr lang="ar-SA" sz="82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678" y="3520440"/>
            <a:ext cx="1294882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8"/>
          </a:solidFill>
          <a:ln w="12700">
            <a:solidFill>
              <a:srgbClr val="5EED6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مُصُ</a:t>
            </a:r>
            <a:endParaRPr lang="ar-SA" sz="90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5"/>
          </a:solidFill>
          <a:ln w="12700">
            <a:solidFill>
              <a:srgbClr val="E052C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1DB70"/>
          </a:solidFill>
          <a:ln w="12700">
            <a:solidFill>
              <a:srgbClr val="9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385"/>
          </a:solidFill>
          <a:ln w="12700">
            <a:solidFill>
              <a:srgbClr val="478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مُضُ</a:t>
            </a:r>
            <a:endParaRPr lang="ar-SA" sz="90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9D864"/>
          </a:solidFill>
          <a:ln w="12700">
            <a:solidFill>
              <a:srgbClr val="A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1D147"/>
          </a:solidFill>
          <a:ln w="12700">
            <a:solidFill>
              <a:srgbClr val="B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مُطُ</a:t>
            </a:r>
            <a:endParaRPr lang="ar-SA" sz="74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3520440"/>
            <a:ext cx="1635313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مُظُ</a:t>
            </a:r>
            <a:endParaRPr lang="ar-SA" sz="74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F2B"/>
          </a:solidFill>
          <a:ln w="12700">
            <a:solidFill>
              <a:srgbClr val="642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B34"/>
          </a:solidFill>
          <a:ln w="12700">
            <a:solidFill>
              <a:srgbClr val="795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مُعُ</a:t>
            </a:r>
            <a:endParaRPr lang="ar-SA" sz="74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20440"/>
            <a:ext cx="1882475" cy="1554480"/>
          </a:xfrm>
          <a:prstGeom prst="rect">
            <a:avLst/>
          </a:prstGeom>
        </p:spPr>
      </p:pic>
      <p:pic>
        <p:nvPicPr>
          <p:cNvPr id="24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مُغُ</a:t>
            </a:r>
            <a:endParaRPr lang="ar-SA" sz="74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8ED"/>
          </a:solidFill>
          <a:ln w="12700">
            <a:solidFill>
              <a:srgbClr val="5E7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مُفُ</a:t>
            </a:r>
            <a:endParaRPr lang="ar-SA" sz="85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852"/>
          </a:solidFill>
          <a:ln w="12700">
            <a:solidFill>
              <a:srgbClr val="E0D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CDB"/>
          </a:solidFill>
          <a:ln w="12700">
            <a:solidFill>
              <a:srgbClr val="70A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74785"/>
          </a:solidFill>
          <a:ln w="12700">
            <a:solidFill>
              <a:srgbClr val="7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مُقُ</a:t>
            </a:r>
            <a:endParaRPr lang="ar-SA" sz="86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6D8"/>
          </a:solidFill>
          <a:ln w="12700">
            <a:solidFill>
              <a:srgbClr val="64C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F"/>
          </a:solidFill>
          <a:ln w="12700">
            <a:solidFill>
              <a:srgbClr val="47D1C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مُكُ</a:t>
            </a:r>
            <a:endParaRPr lang="ar-SA" sz="81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3520440"/>
            <a:ext cx="1336853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مُلُ</a:t>
            </a:r>
            <a:endParaRPr lang="ar-SA" sz="76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5010" y="4206240"/>
            <a:ext cx="697550" cy="86868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642B"/>
          </a:solidFill>
          <a:ln w="12700">
            <a:solidFill>
              <a:srgbClr val="3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A"/>
          </a:solidFill>
          <a:ln w="12700">
            <a:solidFill>
              <a:srgbClr val="34794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أُمُبُ</a:t>
            </a:r>
            <a:endParaRPr lang="ar-SA" sz="5200" dirty="0"/>
          </a:p>
        </p:txBody>
      </p:sp>
      <p:pic>
        <p:nvPicPr>
          <p:cNvPr id="26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7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857" y="3337560"/>
            <a:ext cx="1827703" cy="1737360"/>
          </a:xfrm>
          <a:prstGeom prst="rect">
            <a:avLst/>
          </a:prstGeom>
        </p:spPr>
      </p:pic>
      <p:pic>
        <p:nvPicPr>
          <p:cNvPr id="28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بُمُتُ</a:t>
            </a:r>
            <a:endParaRPr lang="ar-SA" sz="8400" dirty="0"/>
          </a:p>
        </p:txBody>
      </p:sp>
      <p:pic>
        <p:nvPicPr>
          <p:cNvPr id="2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7560"/>
            <a:ext cx="1871137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C"/>
          </a:solidFill>
          <a:ln w="12700">
            <a:solidFill>
              <a:srgbClr val="ED5E9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تُمُثُ</a:t>
            </a:r>
            <a:endParaRPr lang="ar-SA" sz="7600" dirty="0"/>
          </a:p>
        </p:txBody>
      </p:sp>
      <p:pic>
        <p:nvPicPr>
          <p:cNvPr id="32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5"/>
          </a:solidFill>
          <a:ln w="12700">
            <a:solidFill>
              <a:srgbClr val="52E0B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6"/>
          </a:solidFill>
          <a:ln w="12700">
            <a:solidFill>
              <a:srgbClr val="DB70C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847"/>
          </a:solidFill>
          <a:ln w="12700">
            <a:solidFill>
              <a:srgbClr val="856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ثُمُجُ</a:t>
            </a:r>
            <a:endParaRPr lang="ar-SA" sz="6600" dirty="0"/>
          </a:p>
        </p:txBody>
      </p:sp>
      <p:pic>
        <p:nvPicPr>
          <p:cNvPr id="29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30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D64D8"/>
          </a:solidFill>
          <a:ln w="12700">
            <a:solidFill>
              <a:srgbClr val="C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D47D1"/>
          </a:solidFill>
          <a:ln w="12700">
            <a:solidFill>
              <a:srgbClr val="A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جُمُحُ</a:t>
            </a:r>
            <a:endParaRPr lang="ar-SA" sz="66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279" y="3337560"/>
            <a:ext cx="1473281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حُمُخُ</a:t>
            </a:r>
            <a:endParaRPr lang="ar-SA" sz="66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6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950" y="4206240"/>
            <a:ext cx="723610" cy="86868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364"/>
          </a:solidFill>
          <a:ln w="12700">
            <a:solidFill>
              <a:srgbClr val="2B4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93479"/>
          </a:solidFill>
          <a:ln w="12700">
            <a:solidFill>
              <a:srgbClr val="3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خُمُدُ</a:t>
            </a:r>
            <a:endParaRPr lang="ar-SA" sz="8300" dirty="0"/>
          </a:p>
        </p:txBody>
      </p:sp>
      <p:pic>
        <p:nvPicPr>
          <p:cNvPr id="26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7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8430" y="3337560"/>
            <a:ext cx="1494130" cy="1737360"/>
          </a:xfrm>
          <a:prstGeom prst="rect">
            <a:avLst/>
          </a:prstGeom>
        </p:spPr>
      </p:pic>
      <p:pic>
        <p:nvPicPr>
          <p:cNvPr id="28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دُمُذُ</a:t>
            </a:r>
            <a:endParaRPr lang="ar-SA" sz="71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7460" y="3337560"/>
            <a:ext cx="1395100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FED5E"/>
          </a:solidFill>
          <a:ln w="12700">
            <a:solidFill>
              <a:srgbClr val="B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ذُمُرُ</a:t>
            </a:r>
            <a:endParaRPr lang="ar-SA" sz="7100" dirty="0"/>
          </a:p>
        </p:txBody>
      </p:sp>
      <p:pic>
        <p:nvPicPr>
          <p:cNvPr id="32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152E0"/>
          </a:solidFill>
          <a:ln w="12700">
            <a:solidFill>
              <a:srgbClr val="9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670"/>
          </a:solidFill>
          <a:ln w="12700">
            <a:solidFill>
              <a:srgbClr val="DBD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8"/>
          </a:solidFill>
          <a:ln w="12700">
            <a:solidFill>
              <a:srgbClr val="4785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رُمُزُ</a:t>
            </a:r>
            <a:endParaRPr lang="ar-SA" sz="8000" dirty="0"/>
          </a:p>
        </p:txBody>
      </p:sp>
      <p:pic>
        <p:nvPicPr>
          <p:cNvPr id="29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30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064"/>
          </a:solidFill>
          <a:ln w="12700">
            <a:solidFill>
              <a:srgbClr val="D8B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B47"/>
          </a:solidFill>
          <a:ln w="12700">
            <a:solidFill>
              <a:srgbClr val="D18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زُمُسُ</a:t>
            </a:r>
            <a:endParaRPr lang="ar-SA" sz="68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8617" y="3337560"/>
            <a:ext cx="2103943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سُمُشُ</a:t>
            </a:r>
            <a:endParaRPr lang="ar-SA" sz="61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2"/>
          </a:solidFill>
          <a:ln w="12700">
            <a:solidFill>
              <a:srgbClr val="642B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0"/>
          </a:solidFill>
          <a:ln w="12700">
            <a:solidFill>
              <a:srgbClr val="7934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8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شُمُصُ</a:t>
            </a:r>
            <a:endParaRPr lang="ar-SA" sz="59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7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279" y="3337560"/>
            <a:ext cx="1473281" cy="1737360"/>
          </a:xfrm>
          <a:prstGeom prst="rect">
            <a:avLst/>
          </a:prstGeom>
        </p:spPr>
      </p:pic>
      <p:pic>
        <p:nvPicPr>
          <p:cNvPr id="28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صُمُضُ</a:t>
            </a:r>
            <a:endParaRPr lang="ar-SA" sz="57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5339" y="3337560"/>
            <a:ext cx="1447221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3ED"/>
          </a:solidFill>
          <a:ln w="12700">
            <a:solidFill>
              <a:srgbClr val="5EE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ضُمُطُ</a:t>
            </a:r>
            <a:endParaRPr lang="ar-SA" sz="6600" dirty="0"/>
          </a:p>
        </p:txBody>
      </p:sp>
      <p:pic>
        <p:nvPicPr>
          <p:cNvPr id="32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E52"/>
          </a:solidFill>
          <a:ln w="12700">
            <a:solidFill>
              <a:srgbClr val="E06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B"/>
          </a:solidFill>
          <a:ln w="12700">
            <a:solidFill>
              <a:srgbClr val="70DBB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4785"/>
          </a:solidFill>
          <a:ln w="12700">
            <a:solidFill>
              <a:srgbClr val="4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طُمُظُ</a:t>
            </a:r>
            <a:endParaRPr lang="ar-SA" sz="6600" dirty="0"/>
          </a:p>
        </p:txBody>
      </p:sp>
      <p:pic>
        <p:nvPicPr>
          <p:cNvPr id="29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30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3"/>
          </a:solidFill>
          <a:ln w="12700">
            <a:solidFill>
              <a:srgbClr val="64D89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8"/>
          </a:solidFill>
          <a:ln w="12700">
            <a:solidFill>
              <a:srgbClr val="47D16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ظُمُعُ</a:t>
            </a:r>
            <a:endParaRPr lang="ar-SA" sz="66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857" y="3337560"/>
            <a:ext cx="1827703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عُمُغُ</a:t>
            </a:r>
            <a:endParaRPr lang="ar-SA" sz="66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642B"/>
          </a:solidFill>
          <a:ln w="12700">
            <a:solidFill>
              <a:srgbClr val="6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27934"/>
          </a:solidFill>
          <a:ln w="12700">
            <a:solidFill>
              <a:srgbClr val="5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غُمُفُ</a:t>
            </a:r>
            <a:endParaRPr lang="ar-SA" sz="7300" dirty="0"/>
          </a:p>
        </p:txBody>
      </p:sp>
      <p:pic>
        <p:nvPicPr>
          <p:cNvPr id="26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7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8617" y="3337560"/>
            <a:ext cx="2103943" cy="1737360"/>
          </a:xfrm>
          <a:prstGeom prst="rect">
            <a:avLst/>
          </a:prstGeom>
        </p:spPr>
      </p:pic>
      <p:pic>
        <p:nvPicPr>
          <p:cNvPr id="28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فُمُقُ</a:t>
            </a:r>
            <a:endParaRPr lang="ar-SA" sz="68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7560"/>
            <a:ext cx="1871137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45EED"/>
          </a:solidFill>
          <a:ln w="12700">
            <a:solidFill>
              <a:srgbClr val="D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قُمُكُ</a:t>
            </a:r>
            <a:endParaRPr lang="ar-SA" sz="6800" dirty="0"/>
          </a:p>
        </p:txBody>
      </p:sp>
      <p:pic>
        <p:nvPicPr>
          <p:cNvPr id="32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9E052"/>
          </a:solidFill>
          <a:ln w="12700">
            <a:solidFill>
              <a:srgbClr val="5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070DB"/>
          </a:solidFill>
          <a:ln w="12700">
            <a:solidFill>
              <a:srgbClr val="A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5"/>
          </a:solidFill>
          <a:ln w="12700">
            <a:solidFill>
              <a:srgbClr val="8547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كُمُلُ</a:t>
            </a:r>
            <a:endParaRPr lang="ar-SA" sz="6700" dirty="0"/>
          </a:p>
        </p:txBody>
      </p:sp>
      <p:pic>
        <p:nvPicPr>
          <p:cNvPr id="29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30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664D8"/>
          </a:solidFill>
          <a:ln w="12700">
            <a:solidFill>
              <a:srgbClr val="7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9D1"/>
          </a:solidFill>
          <a:ln w="12700">
            <a:solidFill>
              <a:srgbClr val="474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لُمُأُ</a:t>
            </a:r>
            <a:endParaRPr lang="ar-SA" sz="50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8430" y="3337560"/>
            <a:ext cx="1494130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أُمُ</a:t>
            </a:r>
            <a:endParaRPr lang="ar-SA" sz="59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5010" y="4206240"/>
            <a:ext cx="697550" cy="86868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A"/>
          </a:solidFill>
          <a:ln w="12700">
            <a:solidFill>
              <a:srgbClr val="2B645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379"/>
          </a:solidFill>
          <a:ln w="12700">
            <a:solidFill>
              <a:srgbClr val="346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بُمُ</a:t>
            </a:r>
            <a:endParaRPr lang="ar-SA" sz="74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3520440"/>
            <a:ext cx="1635313" cy="1554480"/>
          </a:xfrm>
          <a:prstGeom prst="rect">
            <a:avLst/>
          </a:prstGeom>
        </p:spPr>
      </p:pic>
      <p:pic>
        <p:nvPicPr>
          <p:cNvPr id="24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تُمُ</a:t>
            </a:r>
            <a:endParaRPr lang="ar-SA" sz="74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05E"/>
          </a:solidFill>
          <a:ln w="12700">
            <a:solidFill>
              <a:srgbClr val="EDB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ثُمُ</a:t>
            </a:r>
            <a:endParaRPr lang="ar-SA" sz="74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DE0"/>
          </a:solidFill>
          <a:ln w="12700">
            <a:solidFill>
              <a:srgbClr val="527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570"/>
          </a:solidFill>
          <a:ln w="12700">
            <a:solidFill>
              <a:srgbClr val="DB8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48547"/>
          </a:solidFill>
          <a:ln w="12700">
            <a:solidFill>
              <a:srgbClr val="6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جُمُ</a:t>
            </a:r>
            <a:endParaRPr lang="ar-SA" sz="74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F"/>
          </a:solidFill>
          <a:ln w="12700">
            <a:solidFill>
              <a:srgbClr val="D8646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B"/>
          </a:solidFill>
          <a:ln w="12700">
            <a:solidFill>
              <a:srgbClr val="D1476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حُمُ</a:t>
            </a:r>
            <a:endParaRPr lang="ar-SA" sz="74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3520440"/>
            <a:ext cx="1318199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خُمُ</a:t>
            </a:r>
            <a:endParaRPr lang="ar-SA" sz="74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950" y="4206240"/>
            <a:ext cx="723610" cy="86868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2B64"/>
          </a:solidFill>
          <a:ln w="12700">
            <a:solidFill>
              <a:srgbClr val="4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4"/>
          </a:solidFill>
          <a:ln w="12700">
            <a:solidFill>
              <a:srgbClr val="79347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دُمُ</a:t>
            </a:r>
            <a:endParaRPr lang="ar-SA" sz="74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3520440"/>
            <a:ext cx="1336853" cy="1554480"/>
          </a:xfrm>
          <a:prstGeom prst="rect">
            <a:avLst/>
          </a:prstGeom>
        </p:spPr>
      </p:pic>
      <p:pic>
        <p:nvPicPr>
          <p:cNvPr id="24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ذُمُ</a:t>
            </a:r>
            <a:endParaRPr lang="ar-SA" sz="74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313" y="3520440"/>
            <a:ext cx="1248247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D"/>
          </a:solidFill>
          <a:ln w="12700">
            <a:solidFill>
              <a:srgbClr val="5EED8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رُمُ</a:t>
            </a:r>
            <a:endParaRPr lang="ar-SA" sz="74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0"/>
          </a:solidFill>
          <a:ln w="12700">
            <a:solidFill>
              <a:srgbClr val="E052A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6DB70"/>
          </a:solidFill>
          <a:ln w="12700">
            <a:solidFill>
              <a:srgbClr val="7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385"/>
          </a:solidFill>
          <a:ln w="12700">
            <a:solidFill>
              <a:srgbClr val="477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زُمُ</a:t>
            </a:r>
            <a:endParaRPr lang="ar-SA" sz="74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CD864"/>
          </a:solidFill>
          <a:ln w="12700">
            <a:solidFill>
              <a:srgbClr val="8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DD147"/>
          </a:solidFill>
          <a:ln w="12700">
            <a:solidFill>
              <a:srgbClr val="8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سُمُ</a:t>
            </a:r>
            <a:endParaRPr lang="ar-SA" sz="74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20440"/>
            <a:ext cx="1882475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شُمُ</a:t>
            </a:r>
            <a:endParaRPr lang="ar-SA" sz="74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D2B"/>
          </a:solidFill>
          <a:ln w="12700">
            <a:solidFill>
              <a:srgbClr val="643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D34"/>
          </a:solidFill>
          <a:ln w="12700">
            <a:solidFill>
              <a:srgbClr val="796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صُمُ</a:t>
            </a:r>
            <a:endParaRPr lang="ar-SA" sz="74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3520440"/>
            <a:ext cx="1318199" cy="1554480"/>
          </a:xfrm>
          <a:prstGeom prst="rect">
            <a:avLst/>
          </a:prstGeom>
        </p:spPr>
      </p:pic>
      <p:pic>
        <p:nvPicPr>
          <p:cNvPr id="24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ضُمُ</a:t>
            </a:r>
            <a:endParaRPr lang="ar-SA" sz="74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678" y="3520440"/>
            <a:ext cx="1294882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95EED"/>
          </a:solidFill>
          <a:ln w="12700">
            <a:solidFill>
              <a:srgbClr val="6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طُمُ</a:t>
            </a:r>
            <a:endParaRPr lang="ar-SA" sz="74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4E052"/>
          </a:solidFill>
          <a:ln w="12700">
            <a:solidFill>
              <a:srgbClr val="C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0DB"/>
          </a:solidFill>
          <a:ln w="12700">
            <a:solidFill>
              <a:srgbClr val="709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3"/>
          </a:solidFill>
          <a:ln w="12700">
            <a:solidFill>
              <a:srgbClr val="8547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ظُمُ</a:t>
            </a:r>
            <a:endParaRPr lang="ar-SA" sz="74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9D8"/>
          </a:solidFill>
          <a:ln w="12700">
            <a:solidFill>
              <a:srgbClr val="64A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0D1"/>
          </a:solidFill>
          <a:ln w="12700">
            <a:solidFill>
              <a:srgbClr val="47B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عُمُ</a:t>
            </a:r>
            <a:endParaRPr lang="ar-SA" sz="74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3520440"/>
            <a:ext cx="1635313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غُمُ</a:t>
            </a:r>
            <a:endParaRPr lang="ar-SA" sz="74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F"/>
          </a:solidFill>
          <a:ln w="12700">
            <a:solidFill>
              <a:srgbClr val="2B64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C"/>
          </a:solidFill>
          <a:ln w="12700">
            <a:solidFill>
              <a:srgbClr val="34795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فُمُ</a:t>
            </a:r>
            <a:endParaRPr lang="ar-SA" sz="74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20440"/>
            <a:ext cx="1882475" cy="1554480"/>
          </a:xfrm>
          <a:prstGeom prst="rect">
            <a:avLst/>
          </a:prstGeom>
        </p:spPr>
      </p:pic>
      <p:pic>
        <p:nvPicPr>
          <p:cNvPr id="24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قُمُ</a:t>
            </a:r>
            <a:endParaRPr lang="ar-SA" sz="74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7"/>
          </a:solidFill>
          <a:ln w="12700">
            <a:solidFill>
              <a:srgbClr val="ED5E7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كُمُ</a:t>
            </a:r>
            <a:endParaRPr lang="ar-SA" sz="74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9"/>
          </a:solidFill>
          <a:ln w="12700">
            <a:solidFill>
              <a:srgbClr val="52E0D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B"/>
          </a:solidFill>
          <a:ln w="12700">
            <a:solidFill>
              <a:srgbClr val="DB70A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747"/>
          </a:solidFill>
          <a:ln w="12700">
            <a:solidFill>
              <a:srgbClr val="857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لُمُ</a:t>
            </a:r>
            <a:endParaRPr lang="ar-SA" sz="74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6"/>
          </a:solidFill>
          <a:ln w="12700">
            <a:solidFill>
              <a:srgbClr val="D864C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047D1"/>
          </a:solidFill>
          <a:ln w="12700">
            <a:solidFill>
              <a:srgbClr val="D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77858" y="896112"/>
            <a:ext cx="16974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C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77858" y="896112"/>
            <a:ext cx="16974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كَرُمَ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68644" y="896112"/>
            <a:ext cx="21891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C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68644" y="896112"/>
            <a:ext cx="21891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وَعَظُمَ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79475" y="2834640"/>
            <a:ext cx="358505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79475" y="2834640"/>
            <a:ext cx="358505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كَرُمَ وَعَظُمَ</a:t>
            </a:r>
            <a:endParaRPr lang="ar-SA" sz="4700" dirty="0"/>
          </a:p>
        </p:txBody>
      </p:sp>
      <p:pic>
        <p:nvPicPr>
          <p:cNvPr id="17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13037" cy="1554480"/>
          </a:xfrm>
          <a:prstGeom prst="rect">
            <a:avLst/>
          </a:prstGeom>
        </p:spPr>
      </p:pic>
      <p:pic>
        <p:nvPicPr>
          <p:cNvPr id="18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1783080"/>
            <a:ext cx="1336853" cy="1554480"/>
          </a:xfrm>
          <a:prstGeom prst="rect">
            <a:avLst/>
          </a:prstGeom>
        </p:spPr>
      </p:pic>
      <p:pic>
        <p:nvPicPr>
          <p:cNvPr id="19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656270" y="896112"/>
            <a:ext cx="185831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A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656270" y="896112"/>
            <a:ext cx="185831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فَهِمَهُ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629416" y="896112"/>
            <a:ext cx="17068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A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29416" y="896112"/>
            <a:ext cx="17068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949046" y="2834640"/>
            <a:ext cx="324590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949046" y="2834640"/>
            <a:ext cx="324590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فَهِمَهُ عُمَرُ</a:t>
            </a:r>
            <a:endParaRPr lang="ar-SA" sz="4500" dirty="0"/>
          </a:p>
        </p:txBody>
      </p:sp>
      <p:pic>
        <p:nvPicPr>
          <p:cNvPr id="18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13536" cy="1554480"/>
          </a:xfrm>
          <a:prstGeom prst="rect">
            <a:avLst/>
          </a:prstGeom>
        </p:spPr>
      </p:pic>
      <p:pic>
        <p:nvPicPr>
          <p:cNvPr id="19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313" y="1783080"/>
            <a:ext cx="1248247" cy="1554480"/>
          </a:xfrm>
          <a:prstGeom prst="rect">
            <a:avLst/>
          </a:prstGeom>
        </p:spPr>
      </p:pic>
      <p:pic>
        <p:nvPicPr>
          <p:cNvPr id="20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3479"/>
          </a:solidFill>
          <a:ln w="12700">
            <a:solidFill>
              <a:srgbClr val="4B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23233" y="896112"/>
            <a:ext cx="1731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37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23233" y="896112"/>
            <a:ext cx="1731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جُمِعَ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489326" y="896112"/>
            <a:ext cx="21138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37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89326" y="896112"/>
            <a:ext cx="21138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وَحُمِلَ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815126" y="2834640"/>
            <a:ext cx="351374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815126" y="2834640"/>
            <a:ext cx="351374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جُمِعَ وَحُمِلَ</a:t>
            </a:r>
            <a:endParaRPr lang="ar-SA" sz="4700" dirty="0"/>
          </a:p>
        </p:txBody>
      </p:sp>
      <p:pic>
        <p:nvPicPr>
          <p:cNvPr id="19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468984" cy="1554480"/>
          </a:xfrm>
          <a:prstGeom prst="rect">
            <a:avLst/>
          </a:prstGeom>
        </p:spPr>
      </p:pic>
      <p:pic>
        <p:nvPicPr>
          <p:cNvPr id="20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1783080"/>
            <a:ext cx="1635313" cy="1554480"/>
          </a:xfrm>
          <a:prstGeom prst="rect">
            <a:avLst/>
          </a:prstGeom>
        </p:spPr>
      </p:pic>
      <p:pic>
        <p:nvPicPr>
          <p:cNvPr id="21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27142" y="896112"/>
            <a:ext cx="175923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7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27142" y="896112"/>
            <a:ext cx="175923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سَلِمَ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657619" y="896112"/>
            <a:ext cx="17494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7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57619" y="896112"/>
            <a:ext cx="17494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65464" y="2834640"/>
            <a:ext cx="32130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65464" y="2834640"/>
            <a:ext cx="32130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سَلِمَ عُمَرُ</a:t>
            </a:r>
            <a:endParaRPr lang="ar-SA" sz="4700" dirty="0"/>
          </a:p>
        </p:txBody>
      </p:sp>
      <p:pic>
        <p:nvPicPr>
          <p:cNvPr id="17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22862" cy="1554480"/>
          </a:xfrm>
          <a:prstGeom prst="rect">
            <a:avLst/>
          </a:prstGeom>
        </p:spPr>
      </p:pic>
      <p:pic>
        <p:nvPicPr>
          <p:cNvPr id="18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1783080"/>
            <a:ext cx="1674175" cy="1554480"/>
          </a:xfrm>
          <a:prstGeom prst="rect">
            <a:avLst/>
          </a:prstGeom>
        </p:spPr>
      </p:pic>
      <p:pic>
        <p:nvPicPr>
          <p:cNvPr id="19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74</Slides>
  <Notes>74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14-meem</dc:title>
  <dc:subject>PptxGenJS Presentation</dc:subject>
  <dc:creator>PptxGenJS</dc:creator>
  <cp:lastModifiedBy>PptxGenJS</cp:lastModifiedBy>
  <cp:revision>1</cp:revision>
  <dcterms:created xsi:type="dcterms:W3CDTF">2026-10-20T22:54:28Z</dcterms:created>
  <dcterms:modified xsi:type="dcterms:W3CDTF">2026-10-20T22:54:28Z</dcterms:modified>
</cp:coreProperties>
</file>