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2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2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114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02182" cy="18288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690" y="3241548"/>
            <a:ext cx="193487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409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مُبُ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1091" cy="91440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7844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مُتُ</a:t>
            </a:r>
            <a:endParaRPr lang="ar-SA" sz="10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مُثُ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845" y="3515868"/>
            <a:ext cx="137571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مُجُ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0654" y="4018788"/>
            <a:ext cx="711906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مُحُ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114" y="3515868"/>
            <a:ext cx="128244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مُخُ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647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مُدُ</a:t>
            </a:r>
            <a:endParaRPr lang="ar-SA" sz="10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6545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مُرُ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مُزُ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0413" y="3835908"/>
            <a:ext cx="72214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مُسُ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مُشُ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17275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مُصُ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مُضُ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04845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D864"/>
          </a:solidFill>
          <a:ln w="12700">
            <a:solidFill>
              <a:srgbClr val="A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مُظُ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153" y="3515868"/>
            <a:ext cx="69640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مُعُ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540" y="3515868"/>
            <a:ext cx="125602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مُغُ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2377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مُفُ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مُقُ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6D8"/>
          </a:solidFill>
          <a:ln w="12700">
            <a:solidFill>
              <a:srgbClr val="64C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F"/>
          </a:solidFill>
          <a:ln w="12700">
            <a:solidFill>
              <a:srgbClr val="47D1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مُكُ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مُلُ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2459" cy="12801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92" y="3653028"/>
            <a:ext cx="72566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أُمُبُ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360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429" y="3332988"/>
            <a:ext cx="1322131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بُمُتُ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241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C"/>
          </a:solidFill>
          <a:ln w="12700">
            <a:solidFill>
              <a:srgbClr val="ED5E9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تُمُثُ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ثُمُجُ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جُمُحُ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2353" y="3332988"/>
            <a:ext cx="193020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حُمُخُ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12139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951" y="3790188"/>
            <a:ext cx="715609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خُمُدُ</a:t>
            </a:r>
            <a:endParaRPr lang="ar-SA" sz="8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3332988"/>
            <a:ext cx="1389888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دُمُذُ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290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ذُمُرُ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52E0"/>
          </a:solidFill>
          <a:ln w="12700">
            <a:solidFill>
              <a:srgbClr val="9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رُمُزُ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064"/>
          </a:solidFill>
          <a:ln w="12700">
            <a:solidFill>
              <a:srgbClr val="D8B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زُمُسُ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289" y="3332988"/>
            <a:ext cx="1440271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سُمُشُ</a:t>
            </a:r>
            <a:endParaRPr lang="ar-SA" sz="6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99566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561588"/>
            <a:ext cx="724205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شُمُصُ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008" y="3332988"/>
            <a:ext cx="1676552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صُمُضُ</a:t>
            </a:r>
            <a:endParaRPr lang="ar-SA" sz="5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8401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3ED"/>
          </a:solidFill>
          <a:ln w="12700">
            <a:solidFill>
              <a:srgbClr val="5EE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ضُمُطُ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طُمُظُ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3"/>
          </a:solidFill>
          <a:ln w="12700">
            <a:solidFill>
              <a:srgbClr val="64D8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8"/>
          </a:solidFill>
          <a:ln w="12700">
            <a:solidFill>
              <a:srgbClr val="47D16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ظُمُعُ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2988"/>
            <a:ext cx="1561887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عُمُغُ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0669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149" y="3790188"/>
            <a:ext cx="728411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غُمُفُ</a:t>
            </a:r>
            <a:endParaRPr lang="ar-SA" sz="7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3863" y="3332988"/>
            <a:ext cx="127869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فُمُقُ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4002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قُمُكُ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70DB"/>
          </a:solidFill>
          <a:ln w="12700">
            <a:solidFill>
              <a:srgbClr val="A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كُمُلُ</a:t>
            </a:r>
            <a:endParaRPr lang="ar-SA" sz="6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64D8"/>
          </a:solidFill>
          <a:ln w="12700">
            <a:solidFill>
              <a:srgbClr val="7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9D1"/>
          </a:solidFill>
          <a:ln w="12700">
            <a:solidFill>
              <a:srgbClr val="474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لُمُأُ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043" y="3332988"/>
            <a:ext cx="226551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70534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443" y="3698748"/>
            <a:ext cx="709117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251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05E"/>
          </a:solidFill>
          <a:ln w="12700">
            <a:solidFill>
              <a:srgbClr val="EDB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6041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DE0"/>
          </a:solidFill>
          <a:ln w="12700">
            <a:solidFill>
              <a:srgbClr val="527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16503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F"/>
          </a:solidFill>
          <a:ln w="12700">
            <a:solidFill>
              <a:srgbClr val="D864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75334" cy="10972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4110228"/>
            <a:ext cx="729691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799" y="3515868"/>
            <a:ext cx="1148761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9495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12114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039" y="3515868"/>
            <a:ext cx="1655521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84296" cy="12801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8797" y="3515868"/>
            <a:ext cx="66376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51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9778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443" y="3515868"/>
            <a:ext cx="111611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04321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429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4990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9"/>
          </a:solidFill>
          <a:ln w="12700">
            <a:solidFill>
              <a:srgbClr val="52E0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7858" y="896112"/>
            <a:ext cx="16974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7858" y="896112"/>
            <a:ext cx="16974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8644" y="896112"/>
            <a:ext cx="21891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8644" y="896112"/>
            <a:ext cx="21891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وَعَظُمَ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9475" y="2834640"/>
            <a:ext cx="35850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9475" y="2834640"/>
            <a:ext cx="35850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 وَعَظُمَ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3194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219" y="3241548"/>
            <a:ext cx="1812341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2116653" cy="16459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748" y="1783080"/>
            <a:ext cx="781812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8680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796" y="3424428"/>
            <a:ext cx="2636764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27142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27142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7619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7619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5464" y="2834640"/>
            <a:ext cx="3213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5464" y="2834640"/>
            <a:ext cx="3213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عُمَرُ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942186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241548"/>
            <a:ext cx="2103120" cy="1828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14-meem</dc:title>
  <dc:subject>PptxGenJS Presentation</dc:subject>
  <dc:creator>PptxGenJS</dc:creator>
  <cp:lastModifiedBy>PptxGenJS</cp:lastModifiedBy>
  <cp:revision>1</cp:revision>
  <dcterms:created xsi:type="dcterms:W3CDTF">2026-10-20T23:35:55Z</dcterms:created>
  <dcterms:modified xsi:type="dcterms:W3CDTF">2026-10-20T23:35:55Z</dcterms:modified>
</cp:coreProperties>
</file>