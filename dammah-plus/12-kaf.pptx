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647D1"/>
          </a:solidFill>
          <a:ln w="12700">
            <a:solidFill>
              <a:srgbClr val="B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15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11500" dirty="0"/>
          </a:p>
        </p:txBody>
      </p:sp>
      <p:pic>
        <p:nvPicPr>
          <p:cNvPr id="13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14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1783080"/>
            <a:ext cx="1510955" cy="1554480"/>
          </a:xfrm>
          <a:prstGeom prst="rect">
            <a:avLst/>
          </a:prstGeom>
        </p:spPr>
      </p:pic>
      <p:pic>
        <p:nvPicPr>
          <p:cNvPr id="15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كُأُ</a:t>
            </a:r>
            <a:endParaRPr lang="ar-SA" sz="56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كُبُ</a:t>
            </a:r>
            <a:endParaRPr lang="ar-SA" sz="79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كُتُ</a:t>
            </a:r>
            <a:endParaRPr lang="ar-SA" sz="79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ED5E"/>
          </a:solidFill>
          <a:ln w="12700">
            <a:solidFill>
              <a:srgbClr val="B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كُثُ</a:t>
            </a:r>
            <a:endParaRPr lang="ar-SA" sz="79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52E0"/>
          </a:solidFill>
          <a:ln w="12700">
            <a:solidFill>
              <a:srgbClr val="9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DB70"/>
          </a:solidFill>
          <a:ln w="12700">
            <a:solidFill>
              <a:srgbClr val="D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كُجُ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347"/>
          </a:solidFill>
          <a:ln w="12700">
            <a:solidFill>
              <a:srgbClr val="D19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كُحُ</a:t>
            </a:r>
            <a:endParaRPr lang="ar-SA" sz="7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كُخُ</a:t>
            </a:r>
            <a:endParaRPr lang="ar-SA" sz="74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كُدُ</a:t>
            </a:r>
            <a:endParaRPr lang="ar-SA" sz="79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كُذُ</a:t>
            </a:r>
            <a:endParaRPr lang="ar-SA" sz="79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AED"/>
          </a:solidFill>
          <a:ln w="12700">
            <a:solidFill>
              <a:srgbClr val="5ED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كُرُ</a:t>
            </a:r>
            <a:endParaRPr lang="ar-SA" sz="79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752"/>
          </a:solidFill>
          <a:ln w="12700">
            <a:solidFill>
              <a:srgbClr val="E07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2"/>
          </a:solidFill>
          <a:ln w="12700">
            <a:solidFill>
              <a:srgbClr val="70DB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كُزُ</a:t>
            </a:r>
            <a:endParaRPr lang="ar-SA" sz="79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1"/>
          </a:solidFill>
          <a:ln w="12700">
            <a:solidFill>
              <a:srgbClr val="47D17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كُسُ</a:t>
            </a:r>
            <a:endParaRPr lang="ar-SA" sz="79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كُشُ</a:t>
            </a:r>
            <a:endParaRPr lang="ar-SA" sz="79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642B"/>
          </a:solidFill>
          <a:ln w="12700">
            <a:solidFill>
              <a:srgbClr val="5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7934"/>
          </a:solidFill>
          <a:ln w="12700">
            <a:solidFill>
              <a:srgbClr val="4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كُصُ</a:t>
            </a:r>
            <a:endParaRPr lang="ar-SA" sz="79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كُضُ</a:t>
            </a:r>
            <a:endParaRPr lang="ar-SA" sz="79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5EED"/>
          </a:solidFill>
          <a:ln w="12700">
            <a:solidFill>
              <a:srgbClr val="D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كُطُ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3"/>
          </a:solidFill>
          <a:ln w="12700">
            <a:solidFill>
              <a:srgbClr val="52E0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70DB"/>
          </a:solidFill>
          <a:ln w="12700">
            <a:solidFill>
              <a:srgbClr val="A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كُظُ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64D8"/>
          </a:solidFill>
          <a:ln w="12700">
            <a:solidFill>
              <a:srgbClr val="7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F47D1"/>
          </a:solidFill>
          <a:ln w="12700">
            <a:solidFill>
              <a:srgbClr val="4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كُعُ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كُغُ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كُفُ</a:t>
            </a:r>
            <a:endParaRPr lang="ar-SA" sz="79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كُقُ</a:t>
            </a:r>
            <a:endParaRPr lang="ar-SA" sz="79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95E"/>
          </a:solidFill>
          <a:ln w="12700">
            <a:solidFill>
              <a:srgbClr val="EDB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أُكُبُ</a:t>
            </a:r>
            <a:endParaRPr lang="ar-SA" sz="52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4E0"/>
          </a:solidFill>
          <a:ln w="12700">
            <a:solidFill>
              <a:srgbClr val="527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C70"/>
          </a:solidFill>
          <a:ln w="12700">
            <a:solidFill>
              <a:srgbClr val="DB8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8547"/>
          </a:solidFill>
          <a:ln w="12700">
            <a:solidFill>
              <a:srgbClr val="6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بُكُتُ</a:t>
            </a:r>
            <a:endParaRPr lang="ar-SA" sz="70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31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7"/>
          </a:solidFill>
          <a:ln w="12700">
            <a:solidFill>
              <a:srgbClr val="D864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2"/>
          </a:solidFill>
          <a:ln w="12700">
            <a:solidFill>
              <a:srgbClr val="D147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تُكُثُ</a:t>
            </a:r>
            <a:endParaRPr lang="ar-SA" sz="70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ثُكُجُ</a:t>
            </a:r>
            <a:endParaRPr lang="ar-SA" sz="6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جُكُحُ</a:t>
            </a:r>
            <a:endParaRPr lang="ar-SA" sz="66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8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حُكُخُ</a:t>
            </a:r>
            <a:endParaRPr lang="ar-SA" sz="66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7560"/>
            <a:ext cx="1977116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6"/>
          </a:solidFill>
          <a:ln w="12700">
            <a:solidFill>
              <a:srgbClr val="5EED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خُكُدُ</a:t>
            </a:r>
            <a:endParaRPr lang="ar-SA" sz="70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7"/>
          </a:solidFill>
          <a:ln w="12700">
            <a:solidFill>
              <a:srgbClr val="E052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2"/>
          </a:solidFill>
          <a:ln w="12700">
            <a:solidFill>
              <a:srgbClr val="70DB7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دُكُذُ</a:t>
            </a:r>
            <a:endParaRPr lang="ar-SA" sz="70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31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4D864"/>
          </a:solidFill>
          <a:ln w="12700">
            <a:solidFill>
              <a:srgbClr val="8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D147"/>
          </a:solidFill>
          <a:ln w="12700">
            <a:solidFill>
              <a:srgbClr val="8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ذُكُرُ</a:t>
            </a:r>
            <a:endParaRPr lang="ar-SA" sz="70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رُكُزُ</a:t>
            </a:r>
            <a:endParaRPr lang="ar-SA" sz="7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زُكُسُ</a:t>
            </a:r>
            <a:endParaRPr lang="ar-SA" sz="70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8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سُكُشُ</a:t>
            </a:r>
            <a:endParaRPr lang="ar-SA" sz="62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867" y="3337560"/>
            <a:ext cx="1794693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5EED"/>
          </a:solidFill>
          <a:ln w="12700">
            <a:solidFill>
              <a:srgbClr val="7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شُكُصُ</a:t>
            </a:r>
            <a:endParaRPr lang="ar-SA" sz="61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BE052"/>
          </a:solidFill>
          <a:ln w="12700">
            <a:solidFill>
              <a:srgbClr val="B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ADB"/>
          </a:solidFill>
          <a:ln w="12700">
            <a:solidFill>
              <a:srgbClr val="708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صُكُضُ</a:t>
            </a:r>
            <a:endParaRPr lang="ar-SA" sz="58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1D8"/>
          </a:solidFill>
          <a:ln w="12700">
            <a:solidFill>
              <a:srgbClr val="64A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ضُكُطُ</a:t>
            </a:r>
            <a:endParaRPr lang="ar-SA" sz="66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53" y="3337560"/>
            <a:ext cx="146980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طُكُظُ</a:t>
            </a:r>
            <a:endParaRPr lang="ar-SA" sz="6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ظُكُعُ</a:t>
            </a:r>
            <a:endParaRPr lang="ar-SA" sz="66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عُكُغُ</a:t>
            </a:r>
            <a:endParaRPr lang="ar-SA" sz="66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6873" y="3337560"/>
            <a:ext cx="1245687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غُكُفُ</a:t>
            </a:r>
            <a:endParaRPr lang="ar-SA" sz="70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EE0"/>
          </a:solidFill>
          <a:ln w="12700">
            <a:solidFill>
              <a:srgbClr val="52D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فُكُقُ</a:t>
            </a:r>
            <a:endParaRPr lang="ar-SA" sz="68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E"/>
          </a:solidFill>
          <a:ln w="12700">
            <a:solidFill>
              <a:srgbClr val="D864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9"/>
          </a:solidFill>
          <a:ln w="12700">
            <a:solidFill>
              <a:srgbClr val="D147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قُكُأُ</a:t>
            </a:r>
            <a:endParaRPr lang="ar-SA" sz="50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أُكُ</a:t>
            </a:r>
            <a:endParaRPr lang="ar-SA" sz="59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</a:t>
            </a:r>
            <a:endParaRPr lang="ar-SA" sz="81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تُكُ</a:t>
            </a:r>
            <a:endParaRPr lang="ar-SA" sz="8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ED5E"/>
          </a:solidFill>
          <a:ln w="12700">
            <a:solidFill>
              <a:srgbClr val="9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ثُكُ</a:t>
            </a:r>
            <a:endParaRPr lang="ar-SA" sz="75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52E0"/>
          </a:solidFill>
          <a:ln w="12700">
            <a:solidFill>
              <a:srgbClr val="B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DB70"/>
          </a:solidFill>
          <a:ln w="12700">
            <a:solidFill>
              <a:srgbClr val="B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جُكُ</a:t>
            </a:r>
            <a:endParaRPr lang="ar-SA" sz="81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564"/>
          </a:solidFill>
          <a:ln w="12700">
            <a:solidFill>
              <a:srgbClr val="D8D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647"/>
          </a:solidFill>
          <a:ln w="12700">
            <a:solidFill>
              <a:srgbClr val="D1B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حُكُ</a:t>
            </a:r>
            <a:endParaRPr lang="ar-SA" sz="81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خُكُ</a:t>
            </a:r>
            <a:endParaRPr lang="ar-SA" sz="81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دُكُ</a:t>
            </a:r>
            <a:endParaRPr lang="ar-SA" sz="81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ذُكُ</a:t>
            </a:r>
            <a:endParaRPr lang="ar-SA" sz="81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5ED"/>
          </a:solidFill>
          <a:ln w="12700">
            <a:solidFill>
              <a:srgbClr val="5EB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رُكُ</a:t>
            </a:r>
            <a:endParaRPr lang="ar-SA" sz="81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B52"/>
          </a:solidFill>
          <a:ln w="12700">
            <a:solidFill>
              <a:srgbClr val="E09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ADB"/>
          </a:solidFill>
          <a:ln w="12700">
            <a:solidFill>
              <a:srgbClr val="70D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زُكُ</a:t>
            </a:r>
            <a:endParaRPr lang="ar-SA" sz="81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8"/>
          </a:solidFill>
          <a:ln w="12700">
            <a:solidFill>
              <a:srgbClr val="64D8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4"/>
          </a:solidFill>
          <a:ln w="12700">
            <a:solidFill>
              <a:srgbClr val="47D19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سُكُ</a:t>
            </a:r>
            <a:endParaRPr lang="ar-SA" sz="81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شُكُ</a:t>
            </a:r>
            <a:endParaRPr lang="ar-SA" sz="81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صُكُ</a:t>
            </a:r>
            <a:endParaRPr lang="ar-SA" sz="81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ضُكُ</a:t>
            </a:r>
            <a:endParaRPr lang="ar-SA" sz="8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9"/>
          </a:solidFill>
          <a:ln w="12700">
            <a:solidFill>
              <a:srgbClr val="ED5ED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طُكُ</a:t>
            </a:r>
            <a:endParaRPr lang="ar-SA" sz="74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ظُكُ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64D8"/>
          </a:solidFill>
          <a:ln w="12700">
            <a:solidFill>
              <a:srgbClr val="9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عُكُ</a:t>
            </a:r>
            <a:endParaRPr lang="ar-SA" sz="81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غُكُ</a:t>
            </a:r>
            <a:endParaRPr lang="ar-SA" sz="81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فُكُ</a:t>
            </a:r>
            <a:endParaRPr lang="ar-SA" sz="76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قُكُ</a:t>
            </a:r>
            <a:endParaRPr lang="ar-SA" sz="76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59716" y="896112"/>
            <a:ext cx="19074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59716" y="896112"/>
            <a:ext cx="19074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47684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9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7684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70488" y="2834640"/>
            <a:ext cx="3603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70488" y="2834640"/>
            <a:ext cx="3603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 عُمَرُ</a:t>
            </a:r>
            <a:endParaRPr lang="ar-SA" sz="57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6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1783080"/>
            <a:ext cx="1510955" cy="155448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52E0"/>
          </a:solidFill>
          <a:ln w="12700">
            <a:solidFill>
              <a:srgbClr val="5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57372" y="896112"/>
            <a:ext cx="21121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57372" y="896112"/>
            <a:ext cx="21121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374503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6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74503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50988" y="2834640"/>
            <a:ext cx="3842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50988" y="2834640"/>
            <a:ext cx="3842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عُمَرُ</a:t>
            </a:r>
            <a:endParaRPr lang="ar-SA" sz="57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1783080"/>
            <a:ext cx="1605778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E64"/>
          </a:solidFill>
          <a:ln w="12700">
            <a:solidFill>
              <a:srgbClr val="D87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F47"/>
          </a:solidFill>
          <a:ln w="12700">
            <a:solidFill>
              <a:srgbClr val="D14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11211" y="896112"/>
            <a:ext cx="157634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8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11211" y="896112"/>
            <a:ext cx="157634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كَبُرَ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56443" y="896112"/>
            <a:ext cx="19347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8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56443" y="896112"/>
            <a:ext cx="19347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وَكَرُمَ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04187" y="2834640"/>
            <a:ext cx="31356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04187" y="2834640"/>
            <a:ext cx="31356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كَبُرَ وَكَرُمَ</a:t>
            </a:r>
            <a:endParaRPr lang="ar-SA" sz="4700" dirty="0"/>
          </a:p>
        </p:txBody>
      </p:sp>
      <p:pic>
        <p:nvPicPr>
          <p:cNvPr id="17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8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1783080"/>
            <a:ext cx="1391260" cy="1554480"/>
          </a:xfrm>
          <a:prstGeom prst="rect">
            <a:avLst/>
          </a:prstGeom>
        </p:spPr>
      </p:pic>
      <p:pic>
        <p:nvPicPr>
          <p:cNvPr id="19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79858" y="896112"/>
            <a:ext cx="2467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A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79858" y="896112"/>
            <a:ext cx="2467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19699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19699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35715" y="2834640"/>
            <a:ext cx="40725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35715" y="2834640"/>
            <a:ext cx="40725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عُمَرُ</a:t>
            </a:r>
            <a:endParaRPr lang="ar-SA" sz="5700" dirty="0"/>
          </a:p>
        </p:txBody>
      </p:sp>
      <p:pic>
        <p:nvPicPr>
          <p:cNvPr id="18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19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1783080"/>
            <a:ext cx="1768998" cy="1554480"/>
          </a:xfrm>
          <a:prstGeom prst="rect">
            <a:avLst/>
          </a:prstGeom>
        </p:spPr>
      </p:pic>
      <p:pic>
        <p:nvPicPr>
          <p:cNvPr id="20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12-kaf</dc:title>
  <dc:subject>PptxGenJS Presentation</dc:subject>
  <dc:creator>PptxGenJS</dc:creator>
  <cp:lastModifiedBy>PptxGenJS</cp:lastModifiedBy>
  <cp:revision>1</cp:revision>
  <dcterms:created xsi:type="dcterms:W3CDTF">2026-10-20T22:54:28Z</dcterms:created>
  <dcterms:modified xsi:type="dcterms:W3CDTF">2026-10-20T22:54:28Z</dcterms:modified>
</cp:coreProperties>
</file>