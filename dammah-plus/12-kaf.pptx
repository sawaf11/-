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464D8"/>
          </a:solidFill>
          <a:ln w="12700">
            <a:solidFill>
              <a:srgbClr val="D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647D1"/>
          </a:solidFill>
          <a:ln w="12700">
            <a:solidFill>
              <a:srgbClr val="B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1500" dirty="0"/>
          </a:p>
        </p:txBody>
      </p:sp>
      <p:sp>
        <p:nvSpPr>
          <p:cNvPr id="12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11500" dirty="0"/>
          </a:p>
        </p:txBody>
      </p:sp>
      <p:pic>
        <p:nvPicPr>
          <p:cNvPr id="13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854050" cy="1828800"/>
          </a:xfrm>
          <a:prstGeom prst="rect">
            <a:avLst/>
          </a:prstGeom>
        </p:spPr>
      </p:pic>
      <p:pic>
        <p:nvPicPr>
          <p:cNvPr id="14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334" y="3241548"/>
            <a:ext cx="1119226" cy="18288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كُأُ</a:t>
            </a:r>
            <a:endParaRPr lang="ar-SA" sz="56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1113465" cy="123444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814" y="4155948"/>
            <a:ext cx="707746" cy="9144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064"/>
          </a:solidFill>
          <a:ln w="12700">
            <a:solidFill>
              <a:srgbClr val="2B4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D3479"/>
          </a:solidFill>
          <a:ln w="12700">
            <a:solidFill>
              <a:srgbClr val="3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كُبُ</a:t>
            </a:r>
            <a:endParaRPr lang="ar-SA" sz="79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4881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456" y="3515868"/>
            <a:ext cx="973104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كُتُ</a:t>
            </a:r>
            <a:endParaRPr lang="ar-SA" sz="79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5810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835" y="3515868"/>
            <a:ext cx="2003725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6ED5E"/>
          </a:solidFill>
          <a:ln w="12700">
            <a:solidFill>
              <a:srgbClr val="B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كُثُ</a:t>
            </a:r>
            <a:endParaRPr lang="ar-SA" sz="79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7368" cy="10515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A52E0"/>
          </a:solidFill>
          <a:ln w="12700">
            <a:solidFill>
              <a:srgbClr val="9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F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ADB70"/>
          </a:solidFill>
          <a:ln w="12700">
            <a:solidFill>
              <a:srgbClr val="D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C"/>
          </a:solidFill>
          <a:ln w="12700">
            <a:solidFill>
              <a:srgbClr val="4785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كُجُ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764"/>
          </a:solidFill>
          <a:ln w="12700">
            <a:solidFill>
              <a:srgbClr val="D8B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347"/>
          </a:solidFill>
          <a:ln w="12700">
            <a:solidFill>
              <a:srgbClr val="D19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كُحُ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0629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618" y="3515868"/>
            <a:ext cx="725942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كُخُ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101806" cy="13258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E"/>
          </a:solidFill>
          <a:ln w="12700">
            <a:solidFill>
              <a:srgbClr val="642B4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C"/>
          </a:solidFill>
          <a:ln w="12700">
            <a:solidFill>
              <a:srgbClr val="79343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كُدُ</a:t>
            </a:r>
            <a:endParaRPr lang="ar-SA" sz="79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8975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286" y="3515868"/>
            <a:ext cx="1691274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كُذُ</a:t>
            </a:r>
            <a:endParaRPr lang="ar-SA" sz="79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5558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096" y="3515868"/>
            <a:ext cx="3023464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AED"/>
          </a:solidFill>
          <a:ln w="12700">
            <a:solidFill>
              <a:srgbClr val="5ED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كُرُ</a:t>
            </a:r>
            <a:endParaRPr lang="ar-SA" sz="79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04749" cy="10515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752"/>
          </a:solidFill>
          <a:ln w="12700">
            <a:solidFill>
              <a:srgbClr val="E07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2"/>
          </a:solidFill>
          <a:ln w="12700">
            <a:solidFill>
              <a:srgbClr val="70DBC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4785"/>
          </a:solidFill>
          <a:ln w="12700">
            <a:solidFill>
              <a:srgbClr val="4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كُزُ</a:t>
            </a:r>
            <a:endParaRPr lang="ar-SA" sz="79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29945" cy="9144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A"/>
          </a:solidFill>
          <a:ln w="12700">
            <a:solidFill>
              <a:srgbClr val="64D89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1"/>
          </a:solidFill>
          <a:ln w="12700">
            <a:solidFill>
              <a:srgbClr val="47D17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كُسُ</a:t>
            </a:r>
            <a:endParaRPr lang="ar-SA" sz="79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7321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882" y="3515868"/>
            <a:ext cx="946678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كُشُ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3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C642B"/>
          </a:solidFill>
          <a:ln w="12700">
            <a:solidFill>
              <a:srgbClr val="5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D7934"/>
          </a:solidFill>
          <a:ln w="12700">
            <a:solidFill>
              <a:srgbClr val="4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كُصُ</a:t>
            </a:r>
            <a:endParaRPr lang="ar-SA" sz="79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2676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838" y="3515868"/>
            <a:ext cx="1846722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كُضُ</a:t>
            </a:r>
            <a:endParaRPr lang="ar-SA" sz="79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207920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3515868"/>
            <a:ext cx="2176272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D5EED"/>
          </a:solidFill>
          <a:ln w="12700">
            <a:solidFill>
              <a:srgbClr val="D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كُطُ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3"/>
          </a:solidFill>
          <a:ln w="12700">
            <a:solidFill>
              <a:srgbClr val="52E05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770DB"/>
          </a:solidFill>
          <a:ln w="12700">
            <a:solidFill>
              <a:srgbClr val="A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1"/>
          </a:solidFill>
          <a:ln w="12700">
            <a:solidFill>
              <a:srgbClr val="85475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كُظُ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D64D8"/>
          </a:solidFill>
          <a:ln w="12700">
            <a:solidFill>
              <a:srgbClr val="7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F47D1"/>
          </a:solidFill>
          <a:ln w="12700">
            <a:solidFill>
              <a:srgbClr val="4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كُعُ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00786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2" y="3515868"/>
            <a:ext cx="932688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كُغُ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80272" cy="10058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D"/>
          </a:solidFill>
          <a:ln w="12700">
            <a:solidFill>
              <a:srgbClr val="2B645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F79"/>
          </a:solidFill>
          <a:ln w="12700">
            <a:solidFill>
              <a:srgbClr val="345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كُفُ</a:t>
            </a:r>
            <a:endParaRPr lang="ar-SA" sz="79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59526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511" y="3515868"/>
            <a:ext cx="1214049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كُقُ</a:t>
            </a:r>
            <a:endParaRPr lang="ar-SA" sz="79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2371176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835" y="3515868"/>
            <a:ext cx="2003725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95E"/>
          </a:solidFill>
          <a:ln w="12700">
            <a:solidFill>
              <a:srgbClr val="EDB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أُكُبُ</a:t>
            </a:r>
            <a:endParaRPr lang="ar-SA" sz="5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4E0"/>
          </a:solidFill>
          <a:ln w="12700">
            <a:solidFill>
              <a:srgbClr val="527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C70"/>
          </a:solidFill>
          <a:ln w="12700">
            <a:solidFill>
              <a:srgbClr val="DB8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08547"/>
          </a:solidFill>
          <a:ln w="12700">
            <a:solidFill>
              <a:srgbClr val="6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بُكُتُ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7"/>
          </a:solidFill>
          <a:ln w="12700">
            <a:solidFill>
              <a:srgbClr val="D8646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2"/>
          </a:solidFill>
          <a:ln w="12700">
            <a:solidFill>
              <a:srgbClr val="D1476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تُكُثُ</a:t>
            </a:r>
            <a:endParaRPr lang="ar-SA" sz="70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146658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134" y="3332988"/>
            <a:ext cx="1075426" cy="17373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ثُكُجُ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084798" cy="15087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2B64"/>
          </a:solidFill>
          <a:ln w="12700">
            <a:solidFill>
              <a:srgbClr val="4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0"/>
          </a:solidFill>
          <a:ln w="12700">
            <a:solidFill>
              <a:srgbClr val="79347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جُكُحُ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42310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4996" y="3332988"/>
            <a:ext cx="1537564" cy="17373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حُكُخُ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041044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395" y="3332988"/>
            <a:ext cx="3379165" cy="17373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6"/>
          </a:solidFill>
          <a:ln w="12700">
            <a:solidFill>
              <a:srgbClr val="5EED9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خُكُدُ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7"/>
          </a:solidFill>
          <a:ln w="12700">
            <a:solidFill>
              <a:srgbClr val="E0529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2"/>
          </a:solidFill>
          <a:ln w="12700">
            <a:solidFill>
              <a:srgbClr val="70DB7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F85"/>
          </a:solidFill>
          <a:ln w="12700">
            <a:solidFill>
              <a:srgbClr val="476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2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2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دُكُذُ</a:t>
            </a:r>
            <a:endParaRPr lang="ar-SA" sz="70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931316" cy="9601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4D864"/>
          </a:solidFill>
          <a:ln w="12700">
            <a:solidFill>
              <a:srgbClr val="8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5D147"/>
          </a:solidFill>
          <a:ln w="12700">
            <a:solidFill>
              <a:srgbClr val="8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2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2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ذُكُرُ</a:t>
            </a:r>
            <a:endParaRPr lang="ar-SA" sz="70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86486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8488" y="3332988"/>
            <a:ext cx="1124072" cy="17373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2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2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2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رُكُزُ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12B"/>
          </a:solidFill>
          <a:ln w="12700">
            <a:solidFill>
              <a:srgbClr val="644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234"/>
          </a:solidFill>
          <a:ln w="12700">
            <a:solidFill>
              <a:srgbClr val="797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زُكُسُ</a:t>
            </a:r>
            <a:endParaRPr lang="ar-SA" sz="70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2135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411" y="3332988"/>
            <a:ext cx="1560149" cy="17373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سُكُشُ</a:t>
            </a:r>
            <a:endParaRPr lang="ar-SA" sz="62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391077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3332988"/>
            <a:ext cx="2432304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25EED"/>
          </a:solidFill>
          <a:ln w="12700">
            <a:solidFill>
              <a:srgbClr val="7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شُكُصُ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BE052"/>
          </a:solidFill>
          <a:ln w="12700">
            <a:solidFill>
              <a:srgbClr val="B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ADB"/>
          </a:solidFill>
          <a:ln w="12700">
            <a:solidFill>
              <a:srgbClr val="708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F"/>
          </a:solidFill>
          <a:ln w="12700">
            <a:solidFill>
              <a:srgbClr val="8547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صُكُضُ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1D8"/>
          </a:solidFill>
          <a:ln w="12700">
            <a:solidFill>
              <a:srgbClr val="64A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7D1"/>
          </a:solidFill>
          <a:ln w="12700">
            <a:solidFill>
              <a:srgbClr val="47A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ضُكُطُ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2135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678" y="3332988"/>
            <a:ext cx="840882" cy="17373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طُكُظُ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00730" cy="15087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3"/>
          </a:solidFill>
          <a:ln w="12700">
            <a:solidFill>
              <a:srgbClr val="2B64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0"/>
          </a:solidFill>
          <a:ln w="12700">
            <a:solidFill>
              <a:srgbClr val="34796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ظُكُعُ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6661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293" y="3332988"/>
            <a:ext cx="1956267" cy="17373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عُكُغُ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593251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103" y="3332988"/>
            <a:ext cx="2239457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E"/>
          </a:solidFill>
          <a:ln w="12700">
            <a:solidFill>
              <a:srgbClr val="ED5E6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غُكُفُ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4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EE0"/>
          </a:solidFill>
          <a:ln w="12700">
            <a:solidFill>
              <a:srgbClr val="52D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4"/>
          </a:solidFill>
          <a:ln w="12700">
            <a:solidFill>
              <a:srgbClr val="DB70A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B47"/>
          </a:solidFill>
          <a:ln w="12700">
            <a:solidFill>
              <a:srgbClr val="857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فُكُقُ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E"/>
          </a:solidFill>
          <a:ln w="12700">
            <a:solidFill>
              <a:srgbClr val="D864B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9"/>
          </a:solidFill>
          <a:ln w="12700">
            <a:solidFill>
              <a:srgbClr val="D147C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قُكُأُ</a:t>
            </a:r>
            <a:endParaRPr lang="ar-SA" sz="50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69889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2950" y="3332988"/>
            <a:ext cx="809610" cy="17373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أُكُ</a:t>
            </a:r>
            <a:endParaRPr lang="ar-SA" sz="59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105281" cy="11430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164"/>
          </a:solidFill>
          <a:ln w="12700">
            <a:solidFill>
              <a:srgbClr val="2B3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F3479"/>
          </a:solidFill>
          <a:ln w="12700">
            <a:solidFill>
              <a:srgbClr val="4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بُكُ</a:t>
            </a:r>
            <a:endParaRPr lang="ar-SA" sz="81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5401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857" y="3515868"/>
            <a:ext cx="1232703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تُكُ</a:t>
            </a:r>
            <a:endParaRPr lang="ar-SA" sz="8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01480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096" y="3515868"/>
            <a:ext cx="3023464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2ED5E"/>
          </a:solidFill>
          <a:ln w="12700">
            <a:solidFill>
              <a:srgbClr val="9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ثُكُ</a:t>
            </a:r>
            <a:endParaRPr lang="ar-SA" sz="75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48840"/>
            <a:ext cx="511150" cy="9144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F52E0"/>
          </a:solidFill>
          <a:ln w="12700">
            <a:solidFill>
              <a:srgbClr val="B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FDB70"/>
          </a:solidFill>
          <a:ln w="12700">
            <a:solidFill>
              <a:srgbClr val="B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C"/>
          </a:solidFill>
          <a:ln w="12700">
            <a:solidFill>
              <a:srgbClr val="47856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جُكُ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564"/>
          </a:solidFill>
          <a:ln w="12700">
            <a:solidFill>
              <a:srgbClr val="D8D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647"/>
          </a:solidFill>
          <a:ln w="12700">
            <a:solidFill>
              <a:srgbClr val="D1B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حُكُ</a:t>
            </a:r>
            <a:endParaRPr lang="ar-SA" sz="8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06455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228" y="3515868"/>
            <a:ext cx="965332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خُكُ</a:t>
            </a:r>
            <a:endParaRPr lang="ar-SA" sz="81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089279" cy="11430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1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F"/>
          </a:solidFill>
          <a:ln w="12700">
            <a:solidFill>
              <a:srgbClr val="642B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E34"/>
          </a:solidFill>
          <a:ln w="12700">
            <a:solidFill>
              <a:srgbClr val="793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دُكُ</a:t>
            </a:r>
            <a:endParaRPr lang="ar-SA" sz="81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92282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533" y="3515868"/>
            <a:ext cx="1727027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ذُكُ</a:t>
            </a:r>
            <a:endParaRPr lang="ar-SA" sz="8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69228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3515868"/>
            <a:ext cx="2176272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5ED"/>
          </a:solidFill>
          <a:ln w="12700">
            <a:solidFill>
              <a:srgbClr val="5EB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رُكُ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B52"/>
          </a:solidFill>
          <a:ln w="12700">
            <a:solidFill>
              <a:srgbClr val="E09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ADB"/>
          </a:solidFill>
          <a:ln w="12700">
            <a:solidFill>
              <a:srgbClr val="70D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D4785"/>
          </a:solidFill>
          <a:ln w="12700">
            <a:solidFill>
              <a:srgbClr val="5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زُكُ</a:t>
            </a:r>
            <a:endParaRPr lang="ar-SA" sz="81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07085" cy="9144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8"/>
          </a:solidFill>
          <a:ln w="12700">
            <a:solidFill>
              <a:srgbClr val="64D8B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4"/>
          </a:solidFill>
          <a:ln w="12700">
            <a:solidFill>
              <a:srgbClr val="47D19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سُكُ</a:t>
            </a:r>
            <a:endParaRPr lang="ar-SA" sz="8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07085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2981" y="3515868"/>
            <a:ext cx="929579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شُكُ</a:t>
            </a:r>
            <a:endParaRPr lang="ar-SA" sz="81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86307" cy="10058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642B"/>
          </a:solidFill>
          <a:ln w="12700">
            <a:solidFill>
              <a:srgbClr val="4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7934"/>
          </a:solidFill>
          <a:ln w="12700">
            <a:solidFill>
              <a:srgbClr val="3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صُكُ</a:t>
            </a:r>
            <a:endParaRPr lang="ar-SA" sz="81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3463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896" y="3515868"/>
            <a:ext cx="1288664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ضُكُ</a:t>
            </a:r>
            <a:endParaRPr lang="ar-SA" sz="8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8125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835" y="3515868"/>
            <a:ext cx="2003725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9"/>
          </a:solidFill>
          <a:ln w="12700">
            <a:solidFill>
              <a:srgbClr val="ED5ED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طُكُ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8"/>
          </a:solidFill>
          <a:ln w="12700">
            <a:solidFill>
              <a:srgbClr val="52E07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270DB"/>
          </a:solidFill>
          <a:ln w="12700">
            <a:solidFill>
              <a:srgbClr val="C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D47"/>
          </a:solidFill>
          <a:ln w="12700">
            <a:solidFill>
              <a:srgbClr val="854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ظُكُ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899084" cy="10515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B64D8"/>
          </a:solidFill>
          <a:ln w="12700">
            <a:solidFill>
              <a:srgbClr val="9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247D1"/>
          </a:solidFill>
          <a:ln w="12700">
            <a:solidFill>
              <a:srgbClr val="7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عُكُ</a:t>
            </a:r>
            <a:endParaRPr lang="ar-SA" sz="8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3463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857" y="3515868"/>
            <a:ext cx="1232703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غُكُ</a:t>
            </a:r>
            <a:endParaRPr lang="ar-SA" sz="81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1086261" cy="10515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C64"/>
          </a:solidFill>
          <a:ln w="12700">
            <a:solidFill>
              <a:srgbClr val="2B5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D79"/>
          </a:solidFill>
          <a:ln w="12700">
            <a:solidFill>
              <a:srgbClr val="344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فُكُ</a:t>
            </a:r>
            <a:endParaRPr lang="ar-SA" sz="76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05196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082" y="3515868"/>
            <a:ext cx="1397478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قُكُ</a:t>
            </a:r>
            <a:endParaRPr lang="ar-SA" sz="7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1732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096" y="3515868"/>
            <a:ext cx="3023464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E5E"/>
          </a:solidFill>
          <a:ln w="12700">
            <a:solidFill>
              <a:srgbClr val="EDD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59716" y="896112"/>
            <a:ext cx="190743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9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59716" y="896112"/>
            <a:ext cx="190743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كَتَبَهُ</a:t>
            </a:r>
            <a:endParaRPr lang="ar-SA" sz="5600" dirty="0"/>
          </a:p>
        </p:txBody>
      </p:sp>
      <p:sp>
        <p:nvSpPr>
          <p:cNvPr id="20" name="C2 W2 pill"/>
          <p:cNvSpPr/>
          <p:nvPr/>
        </p:nvSpPr>
        <p:spPr>
          <a:xfrm>
            <a:off x="2476847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9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76847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70488" y="2834640"/>
            <a:ext cx="360302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70488" y="2834640"/>
            <a:ext cx="360302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كَتَبَهُ عُمَرُ</a:t>
            </a:r>
            <a:endParaRPr lang="ar-SA" sz="57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753831" cy="16459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163" y="1783080"/>
            <a:ext cx="1211397" cy="16459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452E0"/>
          </a:solidFill>
          <a:ln w="12700">
            <a:solidFill>
              <a:srgbClr val="5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870"/>
          </a:solidFill>
          <a:ln w="12700">
            <a:solidFill>
              <a:srgbClr val="DBA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18547"/>
          </a:solidFill>
          <a:ln w="12700">
            <a:solidFill>
              <a:srgbClr val="51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57372" y="896112"/>
            <a:ext cx="211212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6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57372" y="896112"/>
            <a:ext cx="211212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</a:t>
            </a:r>
            <a:endParaRPr lang="ar-SA" sz="5600" dirty="0"/>
          </a:p>
        </p:txBody>
      </p:sp>
      <p:sp>
        <p:nvSpPr>
          <p:cNvPr id="17" name="C2 W2 pill"/>
          <p:cNvSpPr/>
          <p:nvPr/>
        </p:nvSpPr>
        <p:spPr>
          <a:xfrm>
            <a:off x="2374503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6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374503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650988" y="2834640"/>
            <a:ext cx="384202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650988" y="2834640"/>
            <a:ext cx="384202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 عُمَرُ</a:t>
            </a:r>
            <a:endParaRPr lang="ar-SA" sz="57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48840"/>
            <a:ext cx="2179015" cy="914400"/>
          </a:xfrm>
          <a:prstGeom prst="rect">
            <a:avLst/>
          </a:prstGeom>
        </p:spPr>
      </p:pic>
      <p:pic>
        <p:nvPicPr>
          <p:cNvPr id="23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659" y="1783080"/>
            <a:ext cx="1673901" cy="16459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E64"/>
          </a:solidFill>
          <a:ln w="12700">
            <a:solidFill>
              <a:srgbClr val="D87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F47"/>
          </a:solidFill>
          <a:ln w="12700">
            <a:solidFill>
              <a:srgbClr val="D14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11211" y="896112"/>
            <a:ext cx="157634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8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11211" y="896112"/>
            <a:ext cx="157634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كَبُرَ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656443" y="896112"/>
            <a:ext cx="193472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8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56443" y="896112"/>
            <a:ext cx="193472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وَكَرُمَ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04187" y="2834640"/>
            <a:ext cx="313562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04187" y="2834640"/>
            <a:ext cx="313562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كَبُرَ وَكَرُمَ</a:t>
            </a:r>
            <a:endParaRPr lang="ar-SA" sz="4700" dirty="0"/>
          </a:p>
        </p:txBody>
      </p:sp>
      <p:pic>
        <p:nvPicPr>
          <p:cNvPr id="17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1002182" cy="1828800"/>
          </a:xfrm>
          <a:prstGeom prst="rect">
            <a:avLst/>
          </a:prstGeom>
        </p:spPr>
      </p:pic>
      <p:pic>
        <p:nvPicPr>
          <p:cNvPr id="18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750" y="3241548"/>
            <a:ext cx="1219810" cy="18288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479858" y="896112"/>
            <a:ext cx="24671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A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479858" y="896112"/>
            <a:ext cx="24671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ضَحِكَ</a:t>
            </a:r>
            <a:endParaRPr lang="ar-SA" sz="5600" dirty="0"/>
          </a:p>
        </p:txBody>
      </p:sp>
      <p:sp>
        <p:nvSpPr>
          <p:cNvPr id="13" name="C2 W2 pill"/>
          <p:cNvSpPr/>
          <p:nvPr/>
        </p:nvSpPr>
        <p:spPr>
          <a:xfrm>
            <a:off x="2196990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A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196990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535715" y="2834640"/>
            <a:ext cx="407256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535715" y="2834640"/>
            <a:ext cx="407256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ضَحِكَ عُمَرُ</a:t>
            </a:r>
            <a:endParaRPr lang="ar-SA" sz="5700" dirty="0"/>
          </a:p>
        </p:txBody>
      </p:sp>
      <p:pic>
        <p:nvPicPr>
          <p:cNvPr id="18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817096" cy="1645920"/>
          </a:xfrm>
          <a:prstGeom prst="rect">
            <a:avLst/>
          </a:prstGeom>
        </p:spPr>
      </p:pic>
      <p:pic>
        <p:nvPicPr>
          <p:cNvPr id="19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168" y="1783080"/>
            <a:ext cx="1899392" cy="16459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12-kaf</dc:title>
  <dc:subject>PptxGenJS Presentation</dc:subject>
  <dc:creator>PptxGenJS</dc:creator>
  <cp:lastModifiedBy>PptxGenJS</cp:lastModifiedBy>
  <cp:revision>1</cp:revision>
  <dcterms:created xsi:type="dcterms:W3CDTF">2026-10-20T23:35:55Z</dcterms:created>
  <dcterms:modified xsi:type="dcterms:W3CDTF">2026-10-20T23:35:55Z</dcterms:modified>
</cp:coreProperties>
</file>