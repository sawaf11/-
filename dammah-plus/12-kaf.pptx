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notesMasterIdLst>
    <p:notesMasterId r:id="rId7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notesMaster" Target="notesMasters/notesMaster1.xml"/><Relationship Id="rId71" Type="http://schemas.openxmlformats.org/officeDocument/2006/relationships/presProps" Target="presProps.xml"/><Relationship Id="rId72" Type="http://schemas.openxmlformats.org/officeDocument/2006/relationships/viewProps" Target="viewProps.xml"/><Relationship Id="rId73" Type="http://schemas.openxmlformats.org/officeDocument/2006/relationships/theme" Target="theme/theme1.xml"/><Relationship Id="rId7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6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2.png"/><Relationship Id="rId2" Type="http://schemas.openxmlformats.org/officeDocument/2006/relationships/image" Target="../media/image-2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16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5-1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6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2.png"/><Relationship Id="rId2" Type="http://schemas.openxmlformats.org/officeDocument/2006/relationships/image" Target="../media/image-2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2.png"/><Relationship Id="rId2" Type="http://schemas.openxmlformats.org/officeDocument/2006/relationships/image" Target="../media/image-4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2.png"/><Relationship Id="rId2" Type="http://schemas.openxmlformats.org/officeDocument/2006/relationships/image" Target="../media/image-1-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18-1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2.png"/><Relationship Id="rId2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2.png"/><Relationship Id="rId2" Type="http://schemas.openxmlformats.org/officeDocument/2006/relationships/image" Target="../media/image-14-1.png"/><Relationship Id="rId3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21-1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647D1"/>
          </a:solidFill>
          <a:ln w="12700">
            <a:solidFill>
              <a:srgbClr val="B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11500" dirty="0"/>
          </a:p>
        </p:txBody>
      </p:sp>
      <p:sp>
        <p:nvSpPr>
          <p:cNvPr id="12" name="C2 D1 damm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11500" dirty="0"/>
          </a:p>
        </p:txBody>
      </p:sp>
      <p:pic>
        <p:nvPicPr>
          <p:cNvPr id="13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6916" cy="1463040"/>
          </a:xfrm>
          <a:prstGeom prst="rect">
            <a:avLst/>
          </a:prstGeom>
        </p:spPr>
      </p:pic>
      <p:pic>
        <p:nvPicPr>
          <p:cNvPr id="14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6866" y="1828800"/>
            <a:ext cx="1575694" cy="1463040"/>
          </a:xfrm>
          <a:prstGeom prst="rect">
            <a:avLst/>
          </a:prstGeom>
        </p:spPr>
      </p:pic>
      <p:pic>
        <p:nvPicPr>
          <p:cNvPr id="15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كُأُ</a:t>
            </a:r>
            <a:endParaRPr lang="ar-SA" sz="56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كُبُ</a:t>
            </a:r>
            <a:endParaRPr lang="ar-SA" sz="79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كُتُ</a:t>
            </a:r>
            <a:endParaRPr lang="ar-SA" sz="79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6ED5E"/>
          </a:solidFill>
          <a:ln w="12700">
            <a:solidFill>
              <a:srgbClr val="B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كُثُ</a:t>
            </a:r>
            <a:endParaRPr lang="ar-SA" sz="7900" dirty="0"/>
          </a:p>
        </p:txBody>
      </p:sp>
      <p:pic>
        <p:nvPicPr>
          <p:cNvPr id="28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ADB70"/>
          </a:solidFill>
          <a:ln w="12700">
            <a:solidFill>
              <a:srgbClr val="D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كُجُ</a:t>
            </a:r>
            <a:endParaRPr lang="ar-SA" sz="7400" dirty="0"/>
          </a:p>
        </p:txBody>
      </p:sp>
      <p:pic>
        <p:nvPicPr>
          <p:cNvPr id="25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كُحُ</a:t>
            </a:r>
            <a:endParaRPr lang="ar-SA" sz="7400" dirty="0"/>
          </a:p>
        </p:txBody>
      </p:sp>
      <p:pic>
        <p:nvPicPr>
          <p:cNvPr id="20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22989" cy="1417320"/>
          </a:xfrm>
          <a:prstGeom prst="rect">
            <a:avLst/>
          </a:prstGeom>
        </p:spPr>
      </p:pic>
      <p:pic>
        <p:nvPicPr>
          <p:cNvPr id="21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2598" y="3515868"/>
            <a:ext cx="133996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كُخُ</a:t>
            </a:r>
            <a:endParaRPr lang="ar-SA" sz="7400" dirty="0"/>
          </a:p>
        </p:txBody>
      </p:sp>
      <p:pic>
        <p:nvPicPr>
          <p:cNvPr id="21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2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3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كُدُ</a:t>
            </a:r>
            <a:endParaRPr lang="ar-SA" sz="7900" dirty="0"/>
          </a:p>
        </p:txBody>
      </p:sp>
      <p:pic>
        <p:nvPicPr>
          <p:cNvPr id="22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16375" cy="1417320"/>
          </a:xfrm>
          <a:prstGeom prst="rect">
            <a:avLst/>
          </a:prstGeom>
        </p:spPr>
      </p:pic>
      <p:pic>
        <p:nvPicPr>
          <p:cNvPr id="23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كُذُ</a:t>
            </a:r>
            <a:endParaRPr lang="ar-SA" sz="7900" dirty="0"/>
          </a:p>
        </p:txBody>
      </p:sp>
      <p:pic>
        <p:nvPicPr>
          <p:cNvPr id="20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724878" cy="1417320"/>
          </a:xfrm>
          <a:prstGeom prst="rect">
            <a:avLst/>
          </a:prstGeom>
        </p:spPr>
      </p:pic>
      <p:pic>
        <p:nvPicPr>
          <p:cNvPr id="21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كُرُ</a:t>
            </a:r>
            <a:endParaRPr lang="ar-SA" sz="7900" dirty="0"/>
          </a:p>
        </p:txBody>
      </p:sp>
      <p:pic>
        <p:nvPicPr>
          <p:cNvPr id="28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752"/>
          </a:solidFill>
          <a:ln w="12700">
            <a:solidFill>
              <a:srgbClr val="E07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2"/>
          </a:solidFill>
          <a:ln w="12700">
            <a:solidFill>
              <a:srgbClr val="70DBC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كُزُ</a:t>
            </a:r>
            <a:endParaRPr lang="ar-SA" sz="7900" dirty="0"/>
          </a:p>
        </p:txBody>
      </p:sp>
      <p:pic>
        <p:nvPicPr>
          <p:cNvPr id="25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1"/>
          </a:solidFill>
          <a:ln w="12700">
            <a:solidFill>
              <a:srgbClr val="47D17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كُسُ</a:t>
            </a:r>
            <a:endParaRPr lang="ar-SA" sz="7900" dirty="0"/>
          </a:p>
        </p:txBody>
      </p:sp>
      <p:pic>
        <p:nvPicPr>
          <p:cNvPr id="20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87398" cy="1417320"/>
          </a:xfrm>
          <a:prstGeom prst="rect">
            <a:avLst/>
          </a:prstGeom>
        </p:spPr>
      </p:pic>
      <p:pic>
        <p:nvPicPr>
          <p:cNvPr id="21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789" y="3515868"/>
            <a:ext cx="2418771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كُشُ</a:t>
            </a:r>
            <a:endParaRPr lang="ar-SA" sz="79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642B"/>
          </a:solidFill>
          <a:ln w="12700">
            <a:solidFill>
              <a:srgbClr val="5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7934"/>
          </a:solidFill>
          <a:ln w="12700">
            <a:solidFill>
              <a:srgbClr val="4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كُصُ</a:t>
            </a:r>
            <a:endParaRPr lang="ar-SA" sz="79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كُضُ</a:t>
            </a:r>
            <a:endParaRPr lang="ar-SA" sz="79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D5EED"/>
          </a:solidFill>
          <a:ln w="12700">
            <a:solidFill>
              <a:srgbClr val="D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كُطُ</a:t>
            </a:r>
            <a:endParaRPr lang="ar-SA" sz="74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3"/>
          </a:solidFill>
          <a:ln w="12700">
            <a:solidFill>
              <a:srgbClr val="52E05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70DB"/>
          </a:solidFill>
          <a:ln w="12700">
            <a:solidFill>
              <a:srgbClr val="A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1"/>
          </a:solidFill>
          <a:ln w="12700">
            <a:solidFill>
              <a:srgbClr val="85475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كُظُ</a:t>
            </a:r>
            <a:endParaRPr lang="ar-SA" sz="74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D64D8"/>
          </a:solidFill>
          <a:ln w="12700">
            <a:solidFill>
              <a:srgbClr val="7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47D1"/>
          </a:solidFill>
          <a:ln w="12700">
            <a:solidFill>
              <a:srgbClr val="4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كُعُ</a:t>
            </a:r>
            <a:endParaRPr lang="ar-SA" sz="74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كُغُ</a:t>
            </a:r>
            <a:endParaRPr lang="ar-SA" sz="74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D"/>
          </a:solidFill>
          <a:ln w="12700">
            <a:solidFill>
              <a:srgbClr val="2B64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F79"/>
          </a:solidFill>
          <a:ln w="12700">
            <a:solidFill>
              <a:srgbClr val="345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كُفُ</a:t>
            </a:r>
            <a:endParaRPr lang="ar-SA" sz="79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كُقُ</a:t>
            </a:r>
            <a:endParaRPr lang="ar-SA" sz="79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95E"/>
          </a:solidFill>
          <a:ln w="12700">
            <a:solidFill>
              <a:srgbClr val="EDB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أُكُبُ</a:t>
            </a:r>
            <a:endParaRPr lang="ar-SA" sz="5200" dirty="0"/>
          </a:p>
        </p:txBody>
      </p:sp>
      <p:pic>
        <p:nvPicPr>
          <p:cNvPr id="32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37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4E0"/>
          </a:solidFill>
          <a:ln w="12700">
            <a:solidFill>
              <a:srgbClr val="527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C70"/>
          </a:solidFill>
          <a:ln w="12700">
            <a:solidFill>
              <a:srgbClr val="DB8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08547"/>
          </a:solidFill>
          <a:ln w="12700">
            <a:solidFill>
              <a:srgbClr val="6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بُكُتُ</a:t>
            </a:r>
            <a:endParaRPr lang="ar-SA" sz="7000" dirty="0"/>
          </a:p>
        </p:txBody>
      </p:sp>
      <p:pic>
        <p:nvPicPr>
          <p:cNvPr id="29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30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7"/>
          </a:solidFill>
          <a:ln w="12700">
            <a:solidFill>
              <a:srgbClr val="D8646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2"/>
          </a:solidFill>
          <a:ln w="12700">
            <a:solidFill>
              <a:srgbClr val="D147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تُكُثُ</a:t>
            </a:r>
            <a:endParaRPr lang="ar-SA" sz="7000" dirty="0"/>
          </a:p>
        </p:txBody>
      </p:sp>
      <p:pic>
        <p:nvPicPr>
          <p:cNvPr id="24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24935" cy="1508760"/>
          </a:xfrm>
          <a:prstGeom prst="rect">
            <a:avLst/>
          </a:prstGeom>
        </p:spPr>
      </p:pic>
      <p:pic>
        <p:nvPicPr>
          <p:cNvPr id="25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918" y="3332988"/>
            <a:ext cx="1801642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ثُكُجُ</a:t>
            </a:r>
            <a:endParaRPr lang="ar-SA" sz="6600" dirty="0"/>
          </a:p>
        </p:txBody>
      </p:sp>
      <p:pic>
        <p:nvPicPr>
          <p:cNvPr id="25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6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2B64"/>
          </a:solidFill>
          <a:ln w="12700">
            <a:solidFill>
              <a:srgbClr val="4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0"/>
          </a:solidFill>
          <a:ln w="12700">
            <a:solidFill>
              <a:srgbClr val="7934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جُكُحُ</a:t>
            </a:r>
            <a:endParaRPr lang="ar-SA" sz="6600" dirty="0"/>
          </a:p>
        </p:txBody>
      </p:sp>
      <p:pic>
        <p:nvPicPr>
          <p:cNvPr id="26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64406" cy="1508760"/>
          </a:xfrm>
          <a:prstGeom prst="rect">
            <a:avLst/>
          </a:prstGeom>
        </p:spPr>
      </p:pic>
      <p:pic>
        <p:nvPicPr>
          <p:cNvPr id="27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2916" y="3332988"/>
            <a:ext cx="1629644" cy="1737360"/>
          </a:xfrm>
          <a:prstGeom prst="rect">
            <a:avLst/>
          </a:prstGeom>
        </p:spPr>
      </p:pic>
      <p:pic>
        <p:nvPicPr>
          <p:cNvPr id="28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حُكُخُ</a:t>
            </a:r>
            <a:endParaRPr lang="ar-SA" sz="6600" dirty="0"/>
          </a:p>
        </p:txBody>
      </p:sp>
      <p:pic>
        <p:nvPicPr>
          <p:cNvPr id="24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185885" cy="1508760"/>
          </a:xfrm>
          <a:prstGeom prst="rect">
            <a:avLst/>
          </a:prstGeom>
        </p:spPr>
      </p:pic>
      <p:pic>
        <p:nvPicPr>
          <p:cNvPr id="25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6717" y="3332988"/>
            <a:ext cx="1945843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6"/>
          </a:solidFill>
          <a:ln w="12700">
            <a:solidFill>
              <a:srgbClr val="5EED9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خُكُدُ</a:t>
            </a:r>
            <a:endParaRPr lang="ar-SA" sz="7000" dirty="0"/>
          </a:p>
        </p:txBody>
      </p:sp>
      <p:pic>
        <p:nvPicPr>
          <p:cNvPr id="32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7"/>
          </a:solidFill>
          <a:ln w="12700">
            <a:solidFill>
              <a:srgbClr val="E0529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2"/>
          </a:solidFill>
          <a:ln w="12700">
            <a:solidFill>
              <a:srgbClr val="70DB7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F85"/>
          </a:solidFill>
          <a:ln w="12700">
            <a:solidFill>
              <a:srgbClr val="476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دُكُذُ</a:t>
            </a:r>
            <a:endParaRPr lang="ar-SA" sz="7000" dirty="0"/>
          </a:p>
        </p:txBody>
      </p:sp>
      <p:pic>
        <p:nvPicPr>
          <p:cNvPr id="29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4D864"/>
          </a:solidFill>
          <a:ln w="12700">
            <a:solidFill>
              <a:srgbClr val="84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D147"/>
          </a:solidFill>
          <a:ln w="12700">
            <a:solidFill>
              <a:srgbClr val="8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ذُكُرُ</a:t>
            </a:r>
            <a:endParaRPr lang="ar-SA" sz="7000" dirty="0"/>
          </a:p>
        </p:txBody>
      </p:sp>
      <p:pic>
        <p:nvPicPr>
          <p:cNvPr id="24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615882" cy="1508760"/>
          </a:xfrm>
          <a:prstGeom prst="rect">
            <a:avLst/>
          </a:prstGeom>
        </p:spPr>
      </p:pic>
      <p:pic>
        <p:nvPicPr>
          <p:cNvPr id="25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1423" y="3332988"/>
            <a:ext cx="1871137" cy="1737360"/>
          </a:xfrm>
          <a:prstGeom prst="rect">
            <a:avLst/>
          </a:prstGeom>
        </p:spPr>
      </p:pic>
      <p:pic>
        <p:nvPicPr>
          <p:cNvPr id="26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2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2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رُكُزُ</a:t>
            </a:r>
            <a:endParaRPr lang="ar-SA" sz="7000" dirty="0"/>
          </a:p>
        </p:txBody>
      </p:sp>
      <p:pic>
        <p:nvPicPr>
          <p:cNvPr id="25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6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7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12B"/>
          </a:solidFill>
          <a:ln w="12700">
            <a:solidFill>
              <a:srgbClr val="6441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234"/>
          </a:solidFill>
          <a:ln w="12700">
            <a:solidFill>
              <a:srgbClr val="797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زُكُسُ</a:t>
            </a:r>
            <a:endParaRPr lang="ar-SA" sz="7000" dirty="0"/>
          </a:p>
        </p:txBody>
      </p:sp>
      <p:pic>
        <p:nvPicPr>
          <p:cNvPr id="26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35918" cy="1508760"/>
          </a:xfrm>
          <a:prstGeom prst="rect">
            <a:avLst/>
          </a:prstGeom>
        </p:spPr>
      </p:pic>
      <p:pic>
        <p:nvPicPr>
          <p:cNvPr id="27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3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سُكُشُ</a:t>
            </a:r>
            <a:endParaRPr lang="ar-SA" sz="6200" dirty="0"/>
          </a:p>
        </p:txBody>
      </p:sp>
      <p:pic>
        <p:nvPicPr>
          <p:cNvPr id="24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991563" cy="1508760"/>
          </a:xfrm>
          <a:prstGeom prst="rect">
            <a:avLst/>
          </a:prstGeom>
        </p:spPr>
      </p:pic>
      <p:pic>
        <p:nvPicPr>
          <p:cNvPr id="25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7280" y="3332988"/>
            <a:ext cx="1645280" cy="1737360"/>
          </a:xfrm>
          <a:prstGeom prst="rect">
            <a:avLst/>
          </a:prstGeom>
        </p:spPr>
      </p:pic>
      <p:pic>
        <p:nvPicPr>
          <p:cNvPr id="26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5EED"/>
          </a:solidFill>
          <a:ln w="12700">
            <a:solidFill>
              <a:srgbClr val="7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8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8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8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شُكُصُ</a:t>
            </a:r>
            <a:endParaRPr lang="ar-SA" sz="6100" dirty="0"/>
          </a:p>
        </p:txBody>
      </p:sp>
      <p:pic>
        <p:nvPicPr>
          <p:cNvPr id="32" name="Image 0" descr="bi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BE052"/>
          </a:solidFill>
          <a:ln w="12700">
            <a:solidFill>
              <a:srgbClr val="B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ADB"/>
          </a:solidFill>
          <a:ln w="12700">
            <a:solidFill>
              <a:srgbClr val="708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F"/>
          </a:solidFill>
          <a:ln w="12700">
            <a:solidFill>
              <a:srgbClr val="85477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صُكُضُ</a:t>
            </a:r>
            <a:endParaRPr lang="ar-SA" sz="5800" dirty="0"/>
          </a:p>
        </p:txBody>
      </p:sp>
      <p:pic>
        <p:nvPicPr>
          <p:cNvPr id="29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201668"/>
            <a:ext cx="931225" cy="868680"/>
          </a:xfrm>
          <a:prstGeom prst="rect">
            <a:avLst/>
          </a:prstGeom>
        </p:spPr>
      </p:pic>
      <p:pic>
        <p:nvPicPr>
          <p:cNvPr id="30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ضُكُطُ</a:t>
            </a:r>
            <a:endParaRPr lang="ar-SA" sz="6600" dirty="0"/>
          </a:p>
        </p:txBody>
      </p:sp>
      <p:pic>
        <p:nvPicPr>
          <p:cNvPr id="24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514795" cy="1508760"/>
          </a:xfrm>
          <a:prstGeom prst="rect">
            <a:avLst/>
          </a:prstGeom>
        </p:spPr>
      </p:pic>
      <p:pic>
        <p:nvPicPr>
          <p:cNvPr id="25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4956" y="3332988"/>
            <a:ext cx="1497604" cy="1737360"/>
          </a:xfrm>
          <a:prstGeom prst="rect">
            <a:avLst/>
          </a:prstGeom>
        </p:spPr>
      </p:pic>
      <p:pic>
        <p:nvPicPr>
          <p:cNvPr id="26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6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19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2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طُكُظُ</a:t>
            </a:r>
            <a:endParaRPr lang="ar-SA" sz="6600" dirty="0"/>
          </a:p>
        </p:txBody>
      </p:sp>
      <p:pic>
        <p:nvPicPr>
          <p:cNvPr id="25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018788"/>
            <a:ext cx="1090468" cy="1051560"/>
          </a:xfrm>
          <a:prstGeom prst="rect">
            <a:avLst/>
          </a:prstGeom>
        </p:spPr>
      </p:pic>
      <p:pic>
        <p:nvPicPr>
          <p:cNvPr id="26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8414" y="4155948"/>
            <a:ext cx="714146" cy="91440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0"/>
          </a:solidFill>
          <a:ln w="12700">
            <a:solidFill>
              <a:srgbClr val="3479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7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ظُكُعُ</a:t>
            </a:r>
            <a:endParaRPr lang="ar-SA" sz="6600" dirty="0"/>
          </a:p>
        </p:txBody>
      </p:sp>
      <p:pic>
        <p:nvPicPr>
          <p:cNvPr id="26" name="Image 0" descr="elepha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27108" cy="1508760"/>
          </a:xfrm>
          <a:prstGeom prst="rect">
            <a:avLst/>
          </a:prstGeom>
        </p:spPr>
      </p:pic>
      <p:pic>
        <p:nvPicPr>
          <p:cNvPr id="27" name="Image 1" descr="zebr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8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عُكُغُ</a:t>
            </a:r>
            <a:endParaRPr lang="ar-SA" sz="6600" dirty="0"/>
          </a:p>
        </p:txBody>
      </p:sp>
      <p:pic>
        <p:nvPicPr>
          <p:cNvPr id="24" name="Image 0" descr="tropical_fis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836161" cy="1508760"/>
          </a:xfrm>
          <a:prstGeom prst="rect">
            <a:avLst/>
          </a:prstGeom>
        </p:spPr>
      </p:pic>
      <p:pic>
        <p:nvPicPr>
          <p:cNvPr id="25" name="Image 1" descr="du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332988"/>
            <a:ext cx="1737360" cy="1737360"/>
          </a:xfrm>
          <a:prstGeom prst="rect">
            <a:avLst/>
          </a:prstGeom>
        </p:spPr>
      </p:pic>
      <p:pic>
        <p:nvPicPr>
          <p:cNvPr id="26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6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9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غُكُفُ</a:t>
            </a:r>
            <a:endParaRPr lang="ar-SA" sz="7000" dirty="0"/>
          </a:p>
        </p:txBody>
      </p:sp>
      <p:pic>
        <p:nvPicPr>
          <p:cNvPr id="32" name="Image 0" descr="butterf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3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فُكُقُ</a:t>
            </a:r>
            <a:endParaRPr lang="ar-SA" sz="6800" dirty="0"/>
          </a:p>
        </p:txBody>
      </p:sp>
      <p:pic>
        <p:nvPicPr>
          <p:cNvPr id="29" name="Image 0" descr="zeb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30" name="Image 1" descr="dov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400" dirty="0"/>
          </a:p>
        </p:txBody>
      </p:sp>
      <p:sp>
        <p:nvSpPr>
          <p:cNvPr id="15" name="C2 D1 damm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400" dirty="0"/>
          </a:p>
        </p:txBody>
      </p:sp>
      <p:sp>
        <p:nvSpPr>
          <p:cNvPr id="18" name="C5 D2 damm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400" dirty="0"/>
          </a:p>
        </p:txBody>
      </p:sp>
      <p:sp>
        <p:nvSpPr>
          <p:cNvPr id="21" name="C8 D3 damm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قُكُأُ</a:t>
            </a:r>
            <a:endParaRPr lang="ar-SA" sz="5000" dirty="0"/>
          </a:p>
        </p:txBody>
      </p:sp>
      <p:pic>
        <p:nvPicPr>
          <p:cNvPr id="24" name="Image 0" descr="d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561588"/>
            <a:ext cx="1689811" cy="1508760"/>
          </a:xfrm>
          <a:prstGeom prst="rect">
            <a:avLst/>
          </a:prstGeom>
        </p:spPr>
      </p:pic>
      <p:pic>
        <p:nvPicPr>
          <p:cNvPr id="25" name="Image 1" descr="hippopotam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9228" y="3332988"/>
            <a:ext cx="2703332" cy="1737360"/>
          </a:xfrm>
          <a:prstGeom prst="rect">
            <a:avLst/>
          </a:prstGeom>
        </p:spPr>
      </p:pic>
      <p:pic>
        <p:nvPicPr>
          <p:cNvPr id="26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5259" y="45720"/>
            <a:ext cx="534101" cy="5029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9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9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أُكُ</a:t>
            </a:r>
            <a:endParaRPr lang="ar-SA" sz="5900" dirty="0"/>
          </a:p>
        </p:txBody>
      </p:sp>
      <p:pic>
        <p:nvPicPr>
          <p:cNvPr id="21" name="Image 0" descr="hatching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c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7669" y="4384548"/>
            <a:ext cx="724891" cy="685800"/>
          </a:xfrm>
          <a:prstGeom prst="rect">
            <a:avLst/>
          </a:prstGeom>
        </p:spPr>
      </p:pic>
      <p:pic>
        <p:nvPicPr>
          <p:cNvPr id="23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بُكُ</a:t>
            </a:r>
            <a:endParaRPr lang="ar-SA" sz="8100" dirty="0"/>
          </a:p>
        </p:txBody>
      </p:sp>
      <p:pic>
        <p:nvPicPr>
          <p:cNvPr id="22" name="Image 0" descr="ow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3" name="Image 1" descr="pengu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0981" y="3515868"/>
            <a:ext cx="1571579" cy="1554480"/>
          </a:xfrm>
          <a:prstGeom prst="rect">
            <a:avLst/>
          </a:prstGeom>
        </p:spPr>
      </p:pic>
      <p:pic>
        <p:nvPicPr>
          <p:cNvPr id="24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تُكُ</a:t>
            </a:r>
            <a:endParaRPr lang="ar-SA" sz="8100" dirty="0"/>
          </a:p>
        </p:txBody>
      </p:sp>
      <p:pic>
        <p:nvPicPr>
          <p:cNvPr id="20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32911" cy="1417320"/>
          </a:xfrm>
          <a:prstGeom prst="rect">
            <a:avLst/>
          </a:prstGeom>
        </p:spPr>
      </p:pic>
      <p:pic>
        <p:nvPicPr>
          <p:cNvPr id="21" name="Image 1" descr="octop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8337" y="3515868"/>
            <a:ext cx="1604223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ED5E"/>
          </a:solidFill>
          <a:ln w="12700">
            <a:solidFill>
              <a:srgbClr val="9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ثُكُ</a:t>
            </a:r>
            <a:endParaRPr lang="ar-SA" sz="7500" dirty="0"/>
          </a:p>
        </p:txBody>
      </p:sp>
      <p:pic>
        <p:nvPicPr>
          <p:cNvPr id="28" name="Image 0" descr="do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جُكُ</a:t>
            </a:r>
            <a:endParaRPr lang="ar-SA" sz="8100" dirty="0"/>
          </a:p>
        </p:txBody>
      </p:sp>
      <p:pic>
        <p:nvPicPr>
          <p:cNvPr id="25" name="Image 0" descr="giraff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10228"/>
            <a:ext cx="900593" cy="960120"/>
          </a:xfrm>
          <a:prstGeom prst="rect">
            <a:avLst/>
          </a:prstGeom>
        </p:spPr>
      </p:pic>
      <p:pic>
        <p:nvPicPr>
          <p:cNvPr id="26" name="Image 1" descr="ow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7585" y="4338828"/>
            <a:ext cx="574975" cy="731520"/>
          </a:xfrm>
          <a:prstGeom prst="rect">
            <a:avLst/>
          </a:prstGeom>
        </p:spPr>
      </p:pic>
      <p:pic>
        <p:nvPicPr>
          <p:cNvPr id="27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28346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564"/>
          </a:solidFill>
          <a:ln w="12700">
            <a:solidFill>
              <a:srgbClr val="D8D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647"/>
          </a:solidFill>
          <a:ln w="12700">
            <a:solidFill>
              <a:srgbClr val="D1B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حُكُ</a:t>
            </a:r>
            <a:endParaRPr lang="ar-SA" sz="8100" dirty="0"/>
          </a:p>
        </p:txBody>
      </p:sp>
      <p:pic>
        <p:nvPicPr>
          <p:cNvPr id="20" name="Image 0" descr="lla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322360" cy="1417320"/>
          </a:xfrm>
          <a:prstGeom prst="rect">
            <a:avLst/>
          </a:prstGeom>
        </p:spPr>
      </p:pic>
      <p:pic>
        <p:nvPicPr>
          <p:cNvPr id="21" name="Image 1" descr="ew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8525" y="45720"/>
            <a:ext cx="550835" cy="5486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خُكُ</a:t>
            </a:r>
            <a:endParaRPr lang="ar-SA" sz="8100" dirty="0"/>
          </a:p>
        </p:txBody>
      </p:sp>
      <p:pic>
        <p:nvPicPr>
          <p:cNvPr id="21" name="Image 0" descr="roost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27348"/>
            <a:ext cx="1101852" cy="114300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19202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دُكُ</a:t>
            </a:r>
            <a:endParaRPr lang="ar-SA" sz="8100" dirty="0"/>
          </a:p>
        </p:txBody>
      </p:sp>
      <p:pic>
        <p:nvPicPr>
          <p:cNvPr id="22" name="Image 0" descr="c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469761" cy="1417320"/>
          </a:xfrm>
          <a:prstGeom prst="rect">
            <a:avLst/>
          </a:prstGeom>
        </p:spPr>
      </p:pic>
      <p:pic>
        <p:nvPicPr>
          <p:cNvPr id="23" name="Image 1" descr="kangaro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7386157" y="3515868"/>
            <a:ext cx="1666403" cy="155448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ذُكُ</a:t>
            </a:r>
            <a:endParaRPr lang="ar-SA" sz="8100" dirty="0"/>
          </a:p>
        </p:txBody>
      </p:sp>
      <p:pic>
        <p:nvPicPr>
          <p:cNvPr id="20" name="Image 0" descr="sw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tur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6738" y="3515868"/>
            <a:ext cx="2505822" cy="1554480"/>
          </a:xfrm>
          <a:prstGeom prst="rect">
            <a:avLst/>
          </a:prstGeom>
        </p:spPr>
      </p:pic>
      <p:pic>
        <p:nvPicPr>
          <p:cNvPr id="22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</a:t>
            </a:r>
            <a:endParaRPr lang="ar-SA" sz="6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رُكُ</a:t>
            </a:r>
            <a:endParaRPr lang="ar-SA" sz="8100" dirty="0"/>
          </a:p>
        </p:txBody>
      </p:sp>
      <p:pic>
        <p:nvPicPr>
          <p:cNvPr id="28" name="Image 0" descr="honeybe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B52"/>
          </a:solidFill>
          <a:ln w="12700">
            <a:solidFill>
              <a:srgbClr val="E09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ADB"/>
          </a:solidFill>
          <a:ln w="12700">
            <a:solidFill>
              <a:srgbClr val="70D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</a:t>
            </a:r>
            <a:endParaRPr lang="ar-SA" sz="6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زُكُ</a:t>
            </a:r>
            <a:endParaRPr lang="ar-SA" sz="8100" dirty="0"/>
          </a:p>
        </p:txBody>
      </p:sp>
      <p:pic>
        <p:nvPicPr>
          <p:cNvPr id="25" name="Image 0" descr="pengu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4458" cy="914400"/>
          </a:xfrm>
          <a:prstGeom prst="rect">
            <a:avLst/>
          </a:prstGeom>
        </p:spPr>
      </p:pic>
      <p:pic>
        <p:nvPicPr>
          <p:cNvPr id="26" name="Image 1" descr="lady_beet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46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8"/>
          </a:solidFill>
          <a:ln w="12700">
            <a:solidFill>
              <a:srgbClr val="64D8B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4"/>
          </a:solidFill>
          <a:ln w="12700">
            <a:solidFill>
              <a:srgbClr val="47D19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سُكُ</a:t>
            </a:r>
            <a:endParaRPr lang="ar-SA" sz="8100" dirty="0"/>
          </a:p>
        </p:txBody>
      </p:sp>
      <p:pic>
        <p:nvPicPr>
          <p:cNvPr id="20" name="Image 0" descr="baby_chi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526454" cy="1417320"/>
          </a:xfrm>
          <a:prstGeom prst="rect">
            <a:avLst/>
          </a:prstGeom>
        </p:spPr>
      </p:pic>
      <p:pic>
        <p:nvPicPr>
          <p:cNvPr id="21" name="Image 1" descr="chipmu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564" y="3515868"/>
            <a:ext cx="1611996" cy="1554480"/>
          </a:xfrm>
          <a:prstGeom prst="rect">
            <a:avLst/>
          </a:prstGeom>
        </p:spPr>
      </p:pic>
      <p:pic>
        <p:nvPicPr>
          <p:cNvPr id="22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409" y="45720"/>
            <a:ext cx="523951" cy="5486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5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5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شُكُ</a:t>
            </a:r>
            <a:endParaRPr lang="ar-SA" sz="8100" dirty="0"/>
          </a:p>
        </p:txBody>
      </p:sp>
      <p:pic>
        <p:nvPicPr>
          <p:cNvPr id="21" name="Image 0" descr="du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973068"/>
            <a:ext cx="1097280" cy="1097280"/>
          </a:xfrm>
          <a:prstGeom prst="rect">
            <a:avLst/>
          </a:prstGeom>
        </p:spPr>
      </p:pic>
      <p:pic>
        <p:nvPicPr>
          <p:cNvPr id="22" name="Image 1" descr="butterfl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صُكُ</a:t>
            </a:r>
            <a:endParaRPr lang="ar-SA" sz="8100" dirty="0"/>
          </a:p>
        </p:txBody>
      </p:sp>
      <p:pic>
        <p:nvPicPr>
          <p:cNvPr id="22" name="Image 0" descr="hedgeho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45351" cy="1417320"/>
          </a:xfrm>
          <a:prstGeom prst="rect">
            <a:avLst/>
          </a:prstGeom>
        </p:spPr>
      </p:pic>
      <p:pic>
        <p:nvPicPr>
          <p:cNvPr id="23" name="Image 1" descr="giraff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4458" y="3515868"/>
            <a:ext cx="1458102" cy="1554480"/>
          </a:xfrm>
          <a:prstGeom prst="rect">
            <a:avLst/>
          </a:prstGeom>
        </p:spPr>
      </p:pic>
      <p:pic>
        <p:nvPicPr>
          <p:cNvPr id="24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3709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ضُكُ</a:t>
            </a:r>
            <a:endParaRPr lang="ar-SA" sz="8100" dirty="0"/>
          </a:p>
        </p:txBody>
      </p:sp>
      <p:pic>
        <p:nvPicPr>
          <p:cNvPr id="20" name="Image 0" descr="dolph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114014" cy="1417320"/>
          </a:xfrm>
          <a:prstGeom prst="rect">
            <a:avLst/>
          </a:prstGeom>
        </p:spPr>
      </p:pic>
      <p:pic>
        <p:nvPicPr>
          <p:cNvPr id="21" name="Image 1" descr="cra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42" y="3515868"/>
            <a:ext cx="1741018" cy="1554480"/>
          </a:xfrm>
          <a:prstGeom prst="rect">
            <a:avLst/>
          </a:prstGeom>
        </p:spPr>
      </p:pic>
      <p:pic>
        <p:nvPicPr>
          <p:cNvPr id="22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9"/>
          </a:solidFill>
          <a:ln w="12700">
            <a:solidFill>
              <a:srgbClr val="ED5ED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5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طُكُ</a:t>
            </a:r>
            <a:endParaRPr lang="ar-SA" sz="7400" dirty="0"/>
          </a:p>
        </p:txBody>
      </p:sp>
      <p:pic>
        <p:nvPicPr>
          <p:cNvPr id="28" name="Image 0" descr="lady_beet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97491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270DB"/>
          </a:solidFill>
          <a:ln w="12700">
            <a:solidFill>
              <a:srgbClr val="C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9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22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ظُكُ</a:t>
            </a:r>
            <a:endParaRPr lang="ar-SA" sz="7400" dirty="0"/>
          </a:p>
        </p:txBody>
      </p:sp>
      <p:pic>
        <p:nvPicPr>
          <p:cNvPr id="25" name="Image 0" descr="de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4155948"/>
            <a:ext cx="914400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2834640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B64D8"/>
          </a:solidFill>
          <a:ln w="12700">
            <a:solidFill>
              <a:srgbClr val="9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عُكُ</a:t>
            </a:r>
            <a:endParaRPr lang="ar-SA" sz="8100" dirty="0"/>
          </a:p>
        </p:txBody>
      </p:sp>
      <p:pic>
        <p:nvPicPr>
          <p:cNvPr id="20" name="Image 0" descr="go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17950" cy="1417320"/>
          </a:xfrm>
          <a:prstGeom prst="rect">
            <a:avLst/>
          </a:prstGeom>
        </p:spPr>
      </p:pic>
      <p:pic>
        <p:nvPicPr>
          <p:cNvPr id="21" name="Image 1" descr="swa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8385" y="3515868"/>
            <a:ext cx="1674175" cy="1554480"/>
          </a:xfrm>
          <a:prstGeom prst="rect">
            <a:avLst/>
          </a:prstGeom>
        </p:spPr>
      </p:pic>
      <p:pic>
        <p:nvPicPr>
          <p:cNvPr id="22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45720"/>
            <a:ext cx="548640" cy="5486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غُكُ</a:t>
            </a:r>
            <a:endParaRPr lang="ar-SA" sz="8100" dirty="0"/>
          </a:p>
        </p:txBody>
      </p:sp>
      <p:pic>
        <p:nvPicPr>
          <p:cNvPr id="21" name="Image 0" descr="mon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92617" cy="960120"/>
          </a:xfrm>
          <a:prstGeom prst="rect">
            <a:avLst/>
          </a:prstGeom>
        </p:spPr>
      </p:pic>
      <p:pic>
        <p:nvPicPr>
          <p:cNvPr id="22" name="Image 1" descr="hor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338828"/>
            <a:ext cx="731520" cy="731520"/>
          </a:xfrm>
          <a:prstGeom prst="rect">
            <a:avLst/>
          </a:prstGeom>
        </p:spPr>
      </p:pic>
      <p:pic>
        <p:nvPicPr>
          <p:cNvPr id="23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774131" cy="7772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6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فُكُ</a:t>
            </a:r>
            <a:endParaRPr lang="ar-SA" sz="7600" dirty="0"/>
          </a:p>
        </p:txBody>
      </p:sp>
      <p:pic>
        <p:nvPicPr>
          <p:cNvPr id="22" name="Image 0" descr="sn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3" name="Image 1" descr="de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515868"/>
            <a:ext cx="1554480" cy="1554480"/>
          </a:xfrm>
          <a:prstGeom prst="rect">
            <a:avLst/>
          </a:prstGeom>
        </p:spPr>
      </p:pic>
      <p:pic>
        <p:nvPicPr>
          <p:cNvPr id="24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2411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6000" dirty="0"/>
          </a:p>
        </p:txBody>
      </p:sp>
      <p:sp>
        <p:nvSpPr>
          <p:cNvPr id="14" name="C2 D1 damm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6000" dirty="0"/>
          </a:p>
        </p:txBody>
      </p:sp>
      <p:sp>
        <p:nvSpPr>
          <p:cNvPr id="17" name="C5 D2 damm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كُ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قُكُ</a:t>
            </a:r>
            <a:endParaRPr lang="ar-SA" sz="7600" dirty="0"/>
          </a:p>
        </p:txBody>
      </p:sp>
      <p:pic>
        <p:nvPicPr>
          <p:cNvPr id="20" name="Image 0" descr="s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3653028"/>
            <a:ext cx="1870862" cy="1417320"/>
          </a:xfrm>
          <a:prstGeom prst="rect">
            <a:avLst/>
          </a:prstGeom>
        </p:spPr>
      </p:pic>
      <p:pic>
        <p:nvPicPr>
          <p:cNvPr id="21" name="Image 1" descr="spouting_wha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0467" y="3515868"/>
            <a:ext cx="1472093" cy="1554480"/>
          </a:xfrm>
          <a:prstGeom prst="rect">
            <a:avLst/>
          </a:prstGeom>
        </p:spPr>
      </p:pic>
      <p:pic>
        <p:nvPicPr>
          <p:cNvPr id="22" name="Image 2" descr="lady_beet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240" y="45720"/>
            <a:ext cx="780349" cy="7772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59716" y="896112"/>
            <a:ext cx="190743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9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59716" y="896112"/>
            <a:ext cx="190743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</a:t>
            </a:r>
            <a:endParaRPr lang="ar-SA" sz="5600" dirty="0"/>
          </a:p>
        </p:txBody>
      </p:sp>
      <p:sp>
        <p:nvSpPr>
          <p:cNvPr id="20" name="C2 W2 pill"/>
          <p:cNvSpPr/>
          <p:nvPr/>
        </p:nvSpPr>
        <p:spPr>
          <a:xfrm>
            <a:off x="2476847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9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76847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70488" y="2834640"/>
            <a:ext cx="3603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70488" y="2834640"/>
            <a:ext cx="3603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كَتَبَهُ عُمَرُ</a:t>
            </a:r>
            <a:endParaRPr lang="ar-SA" sz="5700" dirty="0"/>
          </a:p>
        </p:txBody>
      </p:sp>
      <p:pic>
        <p:nvPicPr>
          <p:cNvPr id="25" name="Image 0" descr="flamin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142634" cy="1463040"/>
          </a:xfrm>
          <a:prstGeom prst="rect">
            <a:avLst/>
          </a:prstGeom>
        </p:spPr>
      </p:pic>
      <p:pic>
        <p:nvPicPr>
          <p:cNvPr id="26" name="Image 1" descr="hatching_ch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828800"/>
            <a:ext cx="1463040" cy="1463040"/>
          </a:xfrm>
          <a:prstGeom prst="rect">
            <a:avLst/>
          </a:prstGeom>
        </p:spPr>
      </p:pic>
      <p:pic>
        <p:nvPicPr>
          <p:cNvPr id="27" name="Image 2" descr="bi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5576" y="45720"/>
            <a:ext cx="742264" cy="7772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452E0"/>
          </a:solidFill>
          <a:ln w="12700">
            <a:solidFill>
              <a:srgbClr val="5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7372" y="896112"/>
            <a:ext cx="211212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6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7372" y="896112"/>
            <a:ext cx="211212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</a:t>
            </a:r>
            <a:endParaRPr lang="ar-SA" sz="5600" dirty="0"/>
          </a:p>
        </p:txBody>
      </p:sp>
      <p:sp>
        <p:nvSpPr>
          <p:cNvPr id="17" name="C2 W2 pill"/>
          <p:cNvSpPr/>
          <p:nvPr/>
        </p:nvSpPr>
        <p:spPr>
          <a:xfrm>
            <a:off x="2374503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6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374503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650988" y="2834640"/>
            <a:ext cx="38420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650988" y="2834640"/>
            <a:ext cx="38420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رَكِبَ عُمَرُ</a:t>
            </a:r>
            <a:endParaRPr lang="ar-SA" sz="5700" dirty="0"/>
          </a:p>
        </p:txBody>
      </p:sp>
      <p:pic>
        <p:nvPicPr>
          <p:cNvPr id="22" name="Image 0" descr="kangaro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568379" cy="1463040"/>
          </a:xfrm>
          <a:prstGeom prst="rect">
            <a:avLst/>
          </a:prstGeom>
        </p:spPr>
      </p:pic>
      <p:pic>
        <p:nvPicPr>
          <p:cNvPr id="23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5388" y="1828800"/>
            <a:ext cx="1517172" cy="1463040"/>
          </a:xfrm>
          <a:prstGeom prst="rect">
            <a:avLst/>
          </a:prstGeom>
        </p:spPr>
      </p:pic>
      <p:pic>
        <p:nvPicPr>
          <p:cNvPr id="24" name="Image 2" descr="butterfl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45720"/>
            <a:ext cx="777240" cy="7772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E64"/>
          </a:solidFill>
          <a:ln w="12700">
            <a:solidFill>
              <a:srgbClr val="D87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F47"/>
          </a:solidFill>
          <a:ln w="12700">
            <a:solidFill>
              <a:srgbClr val="D14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11211" y="896112"/>
            <a:ext cx="157634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88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11211" y="896112"/>
            <a:ext cx="157634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656443" y="896112"/>
            <a:ext cx="193472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88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56443" y="896112"/>
            <a:ext cx="193472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وَكَرُمَ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04187" y="2834640"/>
            <a:ext cx="313562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04187" y="2834640"/>
            <a:ext cx="313562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كَبُرَ وَكَرُمَ</a:t>
            </a:r>
            <a:endParaRPr lang="ar-SA" sz="4700" dirty="0"/>
          </a:p>
        </p:txBody>
      </p:sp>
      <p:pic>
        <p:nvPicPr>
          <p:cNvPr id="17" name="Image 0" descr="rabb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468892" cy="1463040"/>
          </a:xfrm>
          <a:prstGeom prst="rect">
            <a:avLst/>
          </a:prstGeom>
        </p:spPr>
      </p:pic>
      <p:pic>
        <p:nvPicPr>
          <p:cNvPr id="18" name="Image 1" descr="parr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420" y="1828800"/>
            <a:ext cx="1261140" cy="1463040"/>
          </a:xfrm>
          <a:prstGeom prst="rect">
            <a:avLst/>
          </a:prstGeom>
        </p:spPr>
      </p:pic>
      <p:pic>
        <p:nvPicPr>
          <p:cNvPr id="19" name="Image 2" descr="do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915" y="45720"/>
            <a:ext cx="546445" cy="5486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479858" y="896112"/>
            <a:ext cx="2467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479858" y="896112"/>
            <a:ext cx="2467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600" dirty="0"/>
          </a:p>
        </p:txBody>
      </p:sp>
      <p:sp>
        <p:nvSpPr>
          <p:cNvPr id="13" name="C2 W2 pill"/>
          <p:cNvSpPr/>
          <p:nvPr/>
        </p:nvSpPr>
        <p:spPr>
          <a:xfrm>
            <a:off x="2196990" y="896112"/>
            <a:ext cx="19628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196990" y="896112"/>
            <a:ext cx="19628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عُمَرُ</a:t>
            </a:r>
            <a:endParaRPr lang="ar-SA" sz="5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535715" y="2834640"/>
            <a:ext cx="407256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535715" y="2834640"/>
            <a:ext cx="407256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عُمَرُ</a:t>
            </a:r>
            <a:endParaRPr lang="ar-SA" sz="5700" dirty="0"/>
          </a:p>
        </p:txBody>
      </p:sp>
      <p:pic>
        <p:nvPicPr>
          <p:cNvPr id="18" name="Image 0" descr="cam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91440" y="1828800"/>
            <a:ext cx="1517172" cy="1463040"/>
          </a:xfrm>
          <a:prstGeom prst="rect">
            <a:avLst/>
          </a:prstGeom>
        </p:spPr>
      </p:pic>
      <p:pic>
        <p:nvPicPr>
          <p:cNvPr id="19" name="Image 1" descr="flamin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926" y="1828800"/>
            <a:ext cx="1142634" cy="1463040"/>
          </a:xfrm>
          <a:prstGeom prst="rect">
            <a:avLst/>
          </a:prstGeom>
        </p:spPr>
      </p:pic>
      <p:pic>
        <p:nvPicPr>
          <p:cNvPr id="20" name="Image 2" descr="honeybe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1920240" y="45720"/>
            <a:ext cx="825429" cy="7772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68</Slides>
  <Notes>68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Dammah reading 12-kaf</dc:title>
  <dc:subject>PptxGenJS Presentation</dc:subject>
  <dc:creator>PptxGenJS</dc:creator>
  <cp:lastModifiedBy>PptxGenJS</cp:lastModifiedBy>
  <cp:revision>1</cp:revision>
  <dcterms:created xsi:type="dcterms:W3CDTF">2026-10-20T23:11:34Z</dcterms:created>
  <dcterms:modified xsi:type="dcterms:W3CDTF">2026-10-20T23:11:34Z</dcterms:modified>
</cp:coreProperties>
</file>