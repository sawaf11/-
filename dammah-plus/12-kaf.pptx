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47D1"/>
          </a:solidFill>
          <a:ln w="12700">
            <a:solidFill>
              <a:srgbClr val="B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15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1783080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ED5E"/>
          </a:solidFill>
          <a:ln w="12700">
            <a:solidFill>
              <a:srgbClr val="B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7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DB70"/>
          </a:solidFill>
          <a:ln w="12700">
            <a:solidFill>
              <a:srgbClr val="D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33" y="3607308"/>
            <a:ext cx="715427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كُدُ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كُذُ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كُرُ</a:t>
            </a:r>
            <a:endParaRPr lang="ar-SA" sz="7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752"/>
          </a:solidFill>
          <a:ln w="12700">
            <a:solidFill>
              <a:srgbClr val="E07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2"/>
          </a:solidFill>
          <a:ln w="12700">
            <a:solidFill>
              <a:srgbClr val="70DB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كُزُ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كُسُ</a:t>
            </a:r>
            <a:endParaRPr lang="ar-SA" sz="7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كُشُ</a:t>
            </a:r>
            <a:endParaRPr lang="ar-SA" sz="7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كُصُ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كُضُ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47D1"/>
          </a:solidFill>
          <a:ln w="12700">
            <a:solidFill>
              <a:srgbClr val="4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555" y="3515868"/>
            <a:ext cx="95600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كُفُ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كُقُ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أُكُبُ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تُكُثُ</a:t>
            </a:r>
            <a:endParaRPr lang="ar-SA" sz="7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959" y="3378708"/>
            <a:ext cx="1011601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47537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خُكُدُ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دُكُذُ</a:t>
            </a:r>
            <a:endParaRPr lang="ar-SA" sz="7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ذُكُرُ</a:t>
            </a:r>
            <a:endParaRPr lang="ar-SA" sz="7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رُكُزُ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زُكُسُ</a:t>
            </a:r>
            <a:endParaRPr lang="ar-SA" sz="7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سُكُشُ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شُكُصُ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صُكُضُ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ضُكُطُ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طُكُظُ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ظُكُعُ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عُكُغُ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غُكُفُ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فُكُقُ</a:t>
            </a:r>
            <a:endParaRPr lang="ar-SA" sz="6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020" y="3515868"/>
            <a:ext cx="98554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</a:t>
            </a:r>
            <a:endParaRPr lang="ar-SA" sz="81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809" y="4018788"/>
            <a:ext cx="708751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1851660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6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15822" cy="9144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1943100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1211" y="896112"/>
            <a:ext cx="15763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1211" y="896112"/>
            <a:ext cx="15763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6443" y="896112"/>
            <a:ext cx="19347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6443" y="896112"/>
            <a:ext cx="19347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وَكَرُمَ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4187" y="2834640"/>
            <a:ext cx="3135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4187" y="2834640"/>
            <a:ext cx="3135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 وَكَرُمَ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19953" cy="132588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888" y="3378708"/>
            <a:ext cx="1219672" cy="1691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1322222" cy="13716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1965960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12-kaf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