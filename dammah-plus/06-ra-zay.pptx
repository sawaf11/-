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B"/>
          </a:solidFill>
          <a:ln w="12700">
            <a:solidFill>
              <a:srgbClr val="D8648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C"/>
          </a:solidFill>
          <a:ln w="12700">
            <a:solidFill>
              <a:srgbClr val="D1478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3300" dirty="0"/>
          </a:p>
        </p:txBody>
      </p:sp>
      <p:sp>
        <p:nvSpPr>
          <p:cNvPr id="12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13300" dirty="0"/>
          </a:p>
        </p:txBody>
      </p:sp>
      <p:pic>
        <p:nvPicPr>
          <p:cNvPr id="13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32988"/>
            <a:ext cx="778337" cy="1737360"/>
          </a:xfrm>
          <a:prstGeom prst="rect">
            <a:avLst/>
          </a:prstGeom>
        </p:spPr>
      </p:pic>
      <p:pic>
        <p:nvPicPr>
          <p:cNvPr id="14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27" y="3332988"/>
            <a:ext cx="992033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رُأُ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09762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2B64"/>
          </a:solidFill>
          <a:ln w="12700">
            <a:solidFill>
              <a:srgbClr val="3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3479"/>
          </a:solidFill>
          <a:ln w="12700">
            <a:solidFill>
              <a:srgbClr val="6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رُبُ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رُتُ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225296" cy="11430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653" y="3835908"/>
            <a:ext cx="1494907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A"/>
          </a:solidFill>
          <a:ln w="12700">
            <a:solidFill>
              <a:srgbClr val="5EED6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رُثُ</a:t>
            </a:r>
            <a:endParaRPr lang="ar-SA" sz="86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12430" cy="10972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3"/>
          </a:solidFill>
          <a:ln w="12700">
            <a:solidFill>
              <a:srgbClr val="E052C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FDB70"/>
          </a:solidFill>
          <a:ln w="12700">
            <a:solidFill>
              <a:srgbClr val="8F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285"/>
          </a:solidFill>
          <a:ln w="12700">
            <a:solidFill>
              <a:srgbClr val="478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رُجُ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17326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D864"/>
          </a:solidFill>
          <a:ln w="12700">
            <a:solidFill>
              <a:srgbClr val="A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D147"/>
          </a:solidFill>
          <a:ln w="12700">
            <a:solidFill>
              <a:srgbClr val="A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رُحُ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893" y="3698748"/>
            <a:ext cx="991667" cy="137160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رُخُ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66612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02B"/>
          </a:solidFill>
          <a:ln w="12700">
            <a:solidFill>
              <a:srgbClr val="643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D34"/>
          </a:solidFill>
          <a:ln w="12700">
            <a:solidFill>
              <a:srgbClr val="795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رُدُ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173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95" y="3515868"/>
            <a:ext cx="127156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رُذُ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329903" cy="109728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223" y="3744468"/>
            <a:ext cx="1600337" cy="13258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6ED"/>
          </a:solidFill>
          <a:ln w="12700">
            <a:solidFill>
              <a:srgbClr val="5E7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أُرُبُ</a:t>
            </a:r>
            <a:endParaRPr lang="ar-SA" sz="5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B52"/>
          </a:solidFill>
          <a:ln w="12700">
            <a:solidFill>
              <a:srgbClr val="E0D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ADB"/>
          </a:solidFill>
          <a:ln w="12700">
            <a:solidFill>
              <a:srgbClr val="70A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84785"/>
          </a:solidFill>
          <a:ln w="12700">
            <a:solidFill>
              <a:srgbClr val="78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بُرُتُ</a:t>
            </a:r>
            <a:endParaRPr lang="ar-SA" sz="8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19841" cy="14173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5D8"/>
          </a:solidFill>
          <a:ln w="12700">
            <a:solidFill>
              <a:srgbClr val="64C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D1"/>
          </a:solidFill>
          <a:ln w="12700">
            <a:solidFill>
              <a:srgbClr val="47D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2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تُرُثُ</a:t>
            </a:r>
            <a:endParaRPr lang="ar-SA" sz="7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89081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902" y="3332988"/>
            <a:ext cx="1146658" cy="17373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ثُرُجُ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091245" cy="11887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642B"/>
          </a:solidFill>
          <a:ln w="12700">
            <a:solidFill>
              <a:srgbClr val="3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B"/>
          </a:solidFill>
          <a:ln w="12700">
            <a:solidFill>
              <a:srgbClr val="3479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جُرُحُ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958063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3653028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حُرُخُ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3935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A"/>
          </a:solidFill>
          <a:ln w="12700">
            <a:solidFill>
              <a:srgbClr val="ED5E9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خُرُدُ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7"/>
          </a:solidFill>
          <a:ln w="12700">
            <a:solidFill>
              <a:srgbClr val="52E0B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5"/>
          </a:solidFill>
          <a:ln w="12700">
            <a:solidFill>
              <a:srgbClr val="DB70C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947"/>
          </a:solidFill>
          <a:ln w="12700">
            <a:solidFill>
              <a:srgbClr val="8569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دُرُذُ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F64D8"/>
          </a:solidFill>
          <a:ln w="12700">
            <a:solidFill>
              <a:srgbClr val="C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F47D1"/>
          </a:solidFill>
          <a:ln w="12700">
            <a:solidFill>
              <a:srgbClr val="A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ذُرُأُ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068202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2714" y="3378708"/>
            <a:ext cx="779846" cy="16916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أُرُ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264"/>
          </a:solidFill>
          <a:ln w="12700">
            <a:solidFill>
              <a:srgbClr val="2B4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3479"/>
          </a:solidFill>
          <a:ln w="12700">
            <a:solidFill>
              <a:srgbClr val="3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بُرُ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7321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33" y="4110228"/>
            <a:ext cx="1496827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تُرُ</a:t>
            </a:r>
            <a:endParaRPr lang="ar-SA" sz="8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48029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DED5E"/>
          </a:solidFill>
          <a:ln w="12700">
            <a:solidFill>
              <a:srgbClr val="B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ثُرُ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352E0"/>
          </a:solidFill>
          <a:ln w="12700">
            <a:solidFill>
              <a:srgbClr val="9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770"/>
          </a:solidFill>
          <a:ln w="12700">
            <a:solidFill>
              <a:srgbClr val="DBD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9"/>
          </a:solidFill>
          <a:ln w="12700">
            <a:solidFill>
              <a:srgbClr val="47855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جُرُ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924138" cy="13258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264"/>
          </a:solidFill>
          <a:ln w="12700">
            <a:solidFill>
              <a:srgbClr val="D8B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D47"/>
          </a:solidFill>
          <a:ln w="12700">
            <a:solidFill>
              <a:srgbClr val="D18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حُرُ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5904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514" y="3515868"/>
            <a:ext cx="1057046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خُرُ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100389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1"/>
          </a:solidFill>
          <a:ln w="12700">
            <a:solidFill>
              <a:srgbClr val="642B5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F"/>
          </a:solidFill>
          <a:ln w="12700">
            <a:solidFill>
              <a:srgbClr val="7934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دُرُ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6455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575" y="3973068"/>
            <a:ext cx="1296985" cy="10972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ذُرُ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1ED"/>
          </a:solidFill>
          <a:ln w="12700">
            <a:solidFill>
              <a:srgbClr val="5EE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3300" dirty="0"/>
          </a:p>
        </p:txBody>
      </p:sp>
      <p:sp>
        <p:nvSpPr>
          <p:cNvPr id="20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133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75228" cy="164592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628" y="2080260"/>
            <a:ext cx="1099932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052"/>
          </a:solidFill>
          <a:ln w="12700">
            <a:solidFill>
              <a:srgbClr val="E07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C"/>
          </a:solidFill>
          <a:ln w="12700">
            <a:solidFill>
              <a:srgbClr val="70DBB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4785"/>
          </a:solidFill>
          <a:ln w="12700">
            <a:solidFill>
              <a:srgbClr val="4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زُأُ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5"/>
          </a:solidFill>
          <a:ln w="12700">
            <a:solidFill>
              <a:srgbClr val="64D89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A"/>
          </a:solidFill>
          <a:ln w="12700">
            <a:solidFill>
              <a:srgbClr val="47D16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زُبُ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836" y="3515868"/>
            <a:ext cx="719724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زُتُ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3257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3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642B"/>
          </a:solidFill>
          <a:ln w="12700">
            <a:solidFill>
              <a:srgbClr val="5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7934"/>
          </a:solidFill>
          <a:ln w="12700">
            <a:solidFill>
              <a:srgbClr val="51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زُثُ</a:t>
            </a:r>
            <a:endParaRPr lang="ar-SA" sz="8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464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0769" y="3744468"/>
            <a:ext cx="1341791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زُجُ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5EED"/>
          </a:solidFill>
          <a:ln w="12700">
            <a:solidFill>
              <a:srgbClr val="D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زُحُ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1058" cy="10515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7E052"/>
          </a:solidFill>
          <a:ln w="12700">
            <a:solidFill>
              <a:srgbClr val="5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70DB"/>
          </a:solidFill>
          <a:ln w="12700">
            <a:solidFill>
              <a:srgbClr val="A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4"/>
          </a:solidFill>
          <a:ln w="12700">
            <a:solidFill>
              <a:srgbClr val="8547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زُخُ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864D8"/>
          </a:solidFill>
          <a:ln w="12700">
            <a:solidFill>
              <a:srgbClr val="7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847D1"/>
          </a:solidFill>
          <a:ln w="12700">
            <a:solidFill>
              <a:srgbClr val="4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زُدُ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13700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417" y="3515868"/>
            <a:ext cx="917143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زُذُ</a:t>
            </a:r>
            <a:endParaRPr lang="ar-SA" sz="81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69574" cy="9601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4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B"/>
          </a:solidFill>
          <a:ln w="12700">
            <a:solidFill>
              <a:srgbClr val="2B64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279"/>
          </a:solidFill>
          <a:ln w="12700">
            <a:solidFill>
              <a:srgbClr val="346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زُرُ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894" y="3607308"/>
            <a:ext cx="1398666" cy="14630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أُزُبُ</a:t>
            </a:r>
            <a:endParaRPr lang="ar-SA" sz="5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381110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25E"/>
          </a:solidFill>
          <a:ln w="12700">
            <a:solidFill>
              <a:srgbClr val="EDB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بُزُتُ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AE0"/>
          </a:solidFill>
          <a:ln w="12700">
            <a:solidFill>
              <a:srgbClr val="527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770"/>
          </a:solidFill>
          <a:ln w="12700">
            <a:solidFill>
              <a:srgbClr val="DB8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38547"/>
          </a:solidFill>
          <a:ln w="12700">
            <a:solidFill>
              <a:srgbClr val="6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2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2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تُزُثُ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D"/>
          </a:solidFill>
          <a:ln w="12700">
            <a:solidFill>
              <a:srgbClr val="D8646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9"/>
          </a:solidFill>
          <a:ln w="12700">
            <a:solidFill>
              <a:srgbClr val="D1476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ثُزُجُ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61924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985" y="3378708"/>
            <a:ext cx="1077575" cy="16916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جُزُحُ</a:t>
            </a:r>
            <a:endParaRPr lang="ar-SA" sz="66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047537" cy="14630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3"/>
          </a:solidFill>
          <a:ln w="12700">
            <a:solidFill>
              <a:srgbClr val="7934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حُزُخُ</a:t>
            </a:r>
            <a:endParaRPr lang="ar-SA" sz="66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87151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112" y="3790188"/>
            <a:ext cx="1345448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خُزُدُ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462674" cy="109728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F"/>
          </a:solidFill>
          <a:ln w="12700">
            <a:solidFill>
              <a:srgbClr val="5EED8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دُزُذُ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4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E"/>
          </a:solidFill>
          <a:ln w="12700">
            <a:solidFill>
              <a:srgbClr val="E052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DB70"/>
          </a:solidFill>
          <a:ln w="12700">
            <a:solidFill>
              <a:srgbClr val="7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285"/>
          </a:solidFill>
          <a:ln w="12700">
            <a:solidFill>
              <a:srgbClr val="4772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5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5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5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ذُزُرُ</a:t>
            </a:r>
            <a:endParaRPr lang="ar-SA" sz="71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899632" cy="9601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AD864"/>
          </a:solidFill>
          <a:ln w="12700">
            <a:solidFill>
              <a:srgbClr val="8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BD147"/>
          </a:solidFill>
          <a:ln w="12700">
            <a:solidFill>
              <a:srgbClr val="8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رُزُأُ</a:t>
            </a:r>
            <a:endParaRPr lang="ar-SA" sz="5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872063" cy="1508760"/>
          </a:xfrm>
          <a:prstGeom prst="rect">
            <a:avLst/>
          </a:prstGeom>
        </p:spPr>
      </p:pic>
      <p:pic>
        <p:nvPicPr>
          <p:cNvPr id="25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527" y="3332988"/>
            <a:ext cx="992033" cy="17373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أُزُ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097280" cy="13716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E2B"/>
          </a:solidFill>
          <a:ln w="12700">
            <a:solidFill>
              <a:srgbClr val="643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E34"/>
          </a:solidFill>
          <a:ln w="12700">
            <a:solidFill>
              <a:srgbClr val="796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بُزُ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7023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975" y="3698748"/>
            <a:ext cx="1024585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تُزُ</a:t>
            </a:r>
            <a:endParaRPr lang="ar-SA" sz="87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468984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5EED"/>
          </a:solidFill>
          <a:ln w="12700">
            <a:solidFill>
              <a:srgbClr val="6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1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ثُزُ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3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2E052"/>
          </a:solidFill>
          <a:ln w="12700">
            <a:solidFill>
              <a:srgbClr val="C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FDB"/>
          </a:solidFill>
          <a:ln w="12700">
            <a:solidFill>
              <a:srgbClr val="708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2"/>
          </a:solidFill>
          <a:ln w="12700">
            <a:solidFill>
              <a:srgbClr val="85478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جُزُ</a:t>
            </a:r>
            <a:endParaRPr lang="ar-SA" sz="9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7D8"/>
          </a:solidFill>
          <a:ln w="12700">
            <a:solidFill>
              <a:srgbClr val="64A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ED1"/>
          </a:solidFill>
          <a:ln w="12700">
            <a:solidFill>
              <a:srgbClr val="47A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حُزُ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53385" cy="1417320"/>
          </a:xfrm>
          <a:prstGeom prst="rect">
            <a:avLst/>
          </a:prstGeom>
        </p:spPr>
      </p:pic>
      <p:pic>
        <p:nvPicPr>
          <p:cNvPr id="21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216" y="3653028"/>
            <a:ext cx="1108344" cy="14173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خُزُ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106424" cy="9144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7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دُزُ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4755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942" y="3561588"/>
            <a:ext cx="1656618" cy="15087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ذُزُ</a:t>
            </a:r>
            <a:endParaRPr lang="ar-SA" sz="81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7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7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رُزُ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57400"/>
            <a:ext cx="505846" cy="10972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C"/>
          </a:solidFill>
          <a:ln w="12700">
            <a:solidFill>
              <a:srgbClr val="52E0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9"/>
          </a:solidFill>
          <a:ln w="12700">
            <a:solidFill>
              <a:srgbClr val="DB70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485211" y="896112"/>
            <a:ext cx="245644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CB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485211" y="896112"/>
            <a:ext cx="245644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رَسَمَهُ</a:t>
            </a:r>
            <a:endParaRPr lang="ar-SA" sz="5600" dirty="0"/>
          </a:p>
        </p:txBody>
      </p:sp>
      <p:sp>
        <p:nvSpPr>
          <p:cNvPr id="17" name="C2 W2 pill"/>
          <p:cNvSpPr/>
          <p:nvPr/>
        </p:nvSpPr>
        <p:spPr>
          <a:xfrm>
            <a:off x="2202343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B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02343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472134" y="2834640"/>
            <a:ext cx="419973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472134" y="2834640"/>
            <a:ext cx="419973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رَسَمَهُ عُمَرُ</a:t>
            </a:r>
            <a:endParaRPr lang="ar-SA" sz="5700" dirty="0"/>
          </a:p>
        </p:txBody>
      </p:sp>
      <p:pic>
        <p:nvPicPr>
          <p:cNvPr id="22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897380"/>
            <a:ext cx="115653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781" y="2057400"/>
            <a:ext cx="1339779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36872" y="896112"/>
            <a:ext cx="17615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9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36872" y="896112"/>
            <a:ext cx="17615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رُزِقَ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45549" y="896112"/>
            <a:ext cx="21712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9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45549" y="896112"/>
            <a:ext cx="21712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58864" y="2834640"/>
            <a:ext cx="362627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58864" y="2834640"/>
            <a:ext cx="362627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رُزِقَ وَشَكَرَ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01162" cy="1645920"/>
          </a:xfrm>
          <a:prstGeom prst="rect">
            <a:avLst/>
          </a:prstGeom>
        </p:spPr>
      </p:pic>
      <p:pic>
        <p:nvPicPr>
          <p:cNvPr id="18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2770" y="3332988"/>
            <a:ext cx="1059790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57372" y="896112"/>
            <a:ext cx="21121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7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57372" y="896112"/>
            <a:ext cx="21121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374503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7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74503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50988" y="2834640"/>
            <a:ext cx="38420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50988" y="2834640"/>
            <a:ext cx="38420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عُمَرُ</a:t>
            </a:r>
            <a:endParaRPr lang="ar-SA" sz="5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65960"/>
            <a:ext cx="1099657" cy="1280160"/>
          </a:xfrm>
          <a:prstGeom prst="rect">
            <a:avLst/>
          </a:prstGeom>
        </p:spPr>
      </p:pic>
      <p:pic>
        <p:nvPicPr>
          <p:cNvPr id="19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1965960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04844" y="896112"/>
            <a:ext cx="221718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836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04844" y="896112"/>
            <a:ext cx="22171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زَرَعَهُ</a:t>
            </a:r>
            <a:endParaRPr lang="ar-SA" sz="5600" dirty="0"/>
          </a:p>
        </p:txBody>
      </p:sp>
      <p:sp>
        <p:nvSpPr>
          <p:cNvPr id="14" name="C2 W2 pill"/>
          <p:cNvSpPr/>
          <p:nvPr/>
        </p:nvSpPr>
        <p:spPr>
          <a:xfrm>
            <a:off x="2321976" y="896112"/>
            <a:ext cx="196282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8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321976" y="896112"/>
            <a:ext cx="19628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593903" y="2834640"/>
            <a:ext cx="395619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593903" y="2834640"/>
            <a:ext cx="395619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زَرَعَهُ عُمَرُ</a:t>
            </a:r>
            <a:endParaRPr lang="ar-SA" sz="5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748894" cy="164592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475" y="1943100"/>
            <a:ext cx="1408085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06-ra-zay</dc:title>
  <dc:subject>PptxGenJS Presentation</dc:subject>
  <dc:creator>PptxGenJS</dc:creator>
  <cp:lastModifiedBy>PptxGenJS</cp:lastModifiedBy>
  <cp:revision>1</cp:revision>
  <dcterms:created xsi:type="dcterms:W3CDTF">2026-10-21T00:09:53Z</dcterms:created>
  <dcterms:modified xsi:type="dcterms:W3CDTF">2026-10-21T00:09:53Z</dcterms:modified>
</cp:coreProperties>
</file>