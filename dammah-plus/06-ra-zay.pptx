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6-1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0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18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14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14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2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3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6-1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0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18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14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2.png"/><Relationship Id="rId2" Type="http://schemas.openxmlformats.org/officeDocument/2006/relationships/image" Target="../media/image-21-1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B"/>
          </a:solidFill>
          <a:ln w="12700">
            <a:solidFill>
              <a:srgbClr val="D864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C"/>
          </a:solidFill>
          <a:ln w="12700">
            <a:solidFill>
              <a:srgbClr val="D147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3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13300" dirty="0"/>
          </a:p>
        </p:txBody>
      </p:sp>
      <p:pic>
        <p:nvPicPr>
          <p:cNvPr id="13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638605" cy="1463040"/>
          </a:xfrm>
          <a:prstGeom prst="rect">
            <a:avLst/>
          </a:prstGeom>
        </p:spPr>
      </p:pic>
      <p:pic>
        <p:nvPicPr>
          <p:cNvPr id="14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070" y="1828800"/>
            <a:ext cx="2276490" cy="1463040"/>
          </a:xfrm>
          <a:prstGeom prst="rect">
            <a:avLst/>
          </a:prstGeom>
        </p:spPr>
      </p:pic>
      <p:pic>
        <p:nvPicPr>
          <p:cNvPr id="15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رُأُ</a:t>
            </a:r>
            <a:endParaRPr lang="ar-SA" sz="5900" dirty="0"/>
          </a:p>
        </p:txBody>
      </p:sp>
      <p:pic>
        <p:nvPicPr>
          <p:cNvPr id="21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669" y="4384548"/>
            <a:ext cx="724891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رُبُ</a:t>
            </a:r>
            <a:endParaRPr lang="ar-SA" sz="9000" dirty="0"/>
          </a:p>
        </p:txBody>
      </p:sp>
      <p:pic>
        <p:nvPicPr>
          <p:cNvPr id="22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3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رُتُ</a:t>
            </a:r>
            <a:endParaRPr lang="ar-SA" sz="90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A"/>
          </a:solidFill>
          <a:ln w="12700">
            <a:solidFill>
              <a:srgbClr val="5EED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رُثُ</a:t>
            </a:r>
            <a:endParaRPr lang="ar-SA" sz="86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3"/>
          </a:solidFill>
          <a:ln w="12700">
            <a:solidFill>
              <a:srgbClr val="E052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DB70"/>
          </a:solidFill>
          <a:ln w="12700">
            <a:solidFill>
              <a:srgbClr val="8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رُجُ</a:t>
            </a:r>
            <a:endParaRPr lang="ar-SA" sz="74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00593" cy="9601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4338828"/>
            <a:ext cx="574975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D864"/>
          </a:solidFill>
          <a:ln w="12700">
            <a:solidFill>
              <a:srgbClr val="A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D147"/>
          </a:solidFill>
          <a:ln w="12700">
            <a:solidFill>
              <a:srgbClr val="A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رُحُ</a:t>
            </a:r>
            <a:endParaRPr lang="ar-SA" sz="7400" dirty="0"/>
          </a:p>
        </p:txBody>
      </p:sp>
      <p:pic>
        <p:nvPicPr>
          <p:cNvPr id="20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1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رُخُ</a:t>
            </a:r>
            <a:endParaRPr lang="ar-SA" sz="7400" dirty="0"/>
          </a:p>
        </p:txBody>
      </p:sp>
      <p:pic>
        <p:nvPicPr>
          <p:cNvPr id="21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02B"/>
          </a:solidFill>
          <a:ln w="12700">
            <a:solidFill>
              <a:srgbClr val="643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D34"/>
          </a:solidFill>
          <a:ln w="12700">
            <a:solidFill>
              <a:srgbClr val="795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رُدُ</a:t>
            </a:r>
            <a:endParaRPr lang="ar-SA" sz="90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رُذُ</a:t>
            </a:r>
            <a:endParaRPr lang="ar-SA" sz="81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6ED"/>
          </a:solidFill>
          <a:ln w="12700">
            <a:solidFill>
              <a:srgbClr val="5E7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أُرُبُ</a:t>
            </a:r>
            <a:endParaRPr lang="ar-SA" sz="52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B52"/>
          </a:solidFill>
          <a:ln w="12700">
            <a:solidFill>
              <a:srgbClr val="E0D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ADB"/>
          </a:solidFill>
          <a:ln w="12700">
            <a:solidFill>
              <a:srgbClr val="70A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4785"/>
          </a:solidFill>
          <a:ln w="12700">
            <a:solidFill>
              <a:srgbClr val="7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بُرُتُ</a:t>
            </a:r>
            <a:endParaRPr lang="ar-SA" sz="8000" dirty="0"/>
          </a:p>
        </p:txBody>
      </p:sp>
      <p:pic>
        <p:nvPicPr>
          <p:cNvPr id="29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4458" cy="91440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5D8"/>
          </a:solidFill>
          <a:ln w="12700">
            <a:solidFill>
              <a:srgbClr val="64C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D1"/>
          </a:solidFill>
          <a:ln w="12700">
            <a:solidFill>
              <a:srgbClr val="47D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تُرُثُ</a:t>
            </a:r>
            <a:endParaRPr lang="ar-SA" sz="7600" dirty="0"/>
          </a:p>
        </p:txBody>
      </p:sp>
      <p:pic>
        <p:nvPicPr>
          <p:cNvPr id="24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ثُرُجُ</a:t>
            </a:r>
            <a:endParaRPr lang="ar-SA" sz="6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642B"/>
          </a:solidFill>
          <a:ln w="12700">
            <a:solidFill>
              <a:srgbClr val="3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B"/>
          </a:solidFill>
          <a:ln w="12700">
            <a:solidFill>
              <a:srgbClr val="3479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جُرُحُ</a:t>
            </a:r>
            <a:endParaRPr lang="ar-SA" sz="6600" dirty="0"/>
          </a:p>
        </p:txBody>
      </p:sp>
      <p:pic>
        <p:nvPicPr>
          <p:cNvPr id="26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64406" cy="1508760"/>
          </a:xfrm>
          <a:prstGeom prst="rect">
            <a:avLst/>
          </a:prstGeom>
        </p:spPr>
      </p:pic>
      <p:pic>
        <p:nvPicPr>
          <p:cNvPr id="27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2916" y="3332988"/>
            <a:ext cx="1629644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حُرُخُ</a:t>
            </a:r>
            <a:endParaRPr lang="ar-SA" sz="66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A"/>
          </a:solidFill>
          <a:ln w="12700">
            <a:solidFill>
              <a:srgbClr val="ED5E9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خُرُدُ</a:t>
            </a:r>
            <a:endParaRPr lang="ar-SA" sz="80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7"/>
          </a:solidFill>
          <a:ln w="12700">
            <a:solidFill>
              <a:srgbClr val="52E0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5"/>
          </a:solidFill>
          <a:ln w="12700">
            <a:solidFill>
              <a:srgbClr val="DB70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947"/>
          </a:solidFill>
          <a:ln w="12700">
            <a:solidFill>
              <a:srgbClr val="856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دُرُذُ</a:t>
            </a:r>
            <a:endParaRPr lang="ar-SA" sz="7100" dirty="0"/>
          </a:p>
        </p:txBody>
      </p:sp>
      <p:pic>
        <p:nvPicPr>
          <p:cNvPr id="29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F64D8"/>
          </a:solidFill>
          <a:ln w="12700">
            <a:solidFill>
              <a:srgbClr val="C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47D1"/>
          </a:solidFill>
          <a:ln w="12700">
            <a:solidFill>
              <a:srgbClr val="A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ذُرُأُ</a:t>
            </a:r>
            <a:endParaRPr lang="ar-SA" sz="5200" dirty="0"/>
          </a:p>
        </p:txBody>
      </p:sp>
      <p:pic>
        <p:nvPicPr>
          <p:cNvPr id="24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5882" cy="1508760"/>
          </a:xfrm>
          <a:prstGeom prst="rect">
            <a:avLst/>
          </a:prstGeom>
        </p:spPr>
      </p:pic>
      <p:pic>
        <p:nvPicPr>
          <p:cNvPr id="25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أُرُ</a:t>
            </a:r>
            <a:endParaRPr lang="ar-SA" sz="5900" dirty="0"/>
          </a:p>
        </p:txBody>
      </p:sp>
      <p:pic>
        <p:nvPicPr>
          <p:cNvPr id="21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92617" cy="960120"/>
          </a:xfrm>
          <a:prstGeom prst="rect">
            <a:avLst/>
          </a:prstGeom>
        </p:spPr>
      </p:pic>
      <p:pic>
        <p:nvPicPr>
          <p:cNvPr id="22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264"/>
          </a:solidFill>
          <a:ln w="12700">
            <a:solidFill>
              <a:srgbClr val="2B4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بُرُ</a:t>
            </a:r>
            <a:endParaRPr lang="ar-SA" sz="9000" dirty="0"/>
          </a:p>
        </p:txBody>
      </p:sp>
      <p:pic>
        <p:nvPicPr>
          <p:cNvPr id="22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3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تُرُ</a:t>
            </a:r>
            <a:endParaRPr lang="ar-SA" sz="87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DED5E"/>
          </a:solidFill>
          <a:ln w="12700">
            <a:solidFill>
              <a:srgbClr val="B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ثُرُ</a:t>
            </a:r>
            <a:endParaRPr lang="ar-SA" sz="75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52E0"/>
          </a:solidFill>
          <a:ln w="12700">
            <a:solidFill>
              <a:srgbClr val="9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770"/>
          </a:solidFill>
          <a:ln w="12700">
            <a:solidFill>
              <a:srgbClr val="DBD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جُرُ</a:t>
            </a:r>
            <a:endParaRPr lang="ar-SA" sz="90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1225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264"/>
          </a:solidFill>
          <a:ln w="12700">
            <a:solidFill>
              <a:srgbClr val="D8B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D47"/>
          </a:solidFill>
          <a:ln w="12700">
            <a:solidFill>
              <a:srgbClr val="D18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حُرُ</a:t>
            </a:r>
            <a:endParaRPr lang="ar-SA" sz="9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1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خُرُ</a:t>
            </a:r>
            <a:endParaRPr lang="ar-SA" sz="9000" dirty="0"/>
          </a:p>
        </p:txBody>
      </p:sp>
      <p:pic>
        <p:nvPicPr>
          <p:cNvPr id="21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F"/>
          </a:solidFill>
          <a:ln w="12700">
            <a:solidFill>
              <a:srgbClr val="7934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دُرُ</a:t>
            </a:r>
            <a:endParaRPr lang="ar-SA" sz="9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3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ذُرُ</a:t>
            </a:r>
            <a:endParaRPr lang="ar-SA" sz="81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1ED"/>
          </a:solidFill>
          <a:ln w="12700">
            <a:solidFill>
              <a:srgbClr val="5EE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3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13300" dirty="0"/>
          </a:p>
        </p:txBody>
      </p:sp>
      <p:pic>
        <p:nvPicPr>
          <p:cNvPr id="21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1064" cy="146304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052"/>
          </a:solidFill>
          <a:ln w="12700">
            <a:solidFill>
              <a:srgbClr val="E07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C"/>
          </a:solidFill>
          <a:ln w="12700">
            <a:solidFill>
              <a:srgbClr val="70DB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زُأُ</a:t>
            </a:r>
            <a:endParaRPr lang="ar-SA" sz="5900" dirty="0"/>
          </a:p>
        </p:txBody>
      </p:sp>
      <p:pic>
        <p:nvPicPr>
          <p:cNvPr id="25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5"/>
          </a:solidFill>
          <a:ln w="12700">
            <a:solidFill>
              <a:srgbClr val="64D8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A"/>
          </a:solidFill>
          <a:ln w="12700">
            <a:solidFill>
              <a:srgbClr val="47D1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زُبُ</a:t>
            </a:r>
            <a:endParaRPr lang="ar-SA" sz="90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زُتُ</a:t>
            </a:r>
            <a:endParaRPr lang="ar-SA" sz="9000" dirty="0"/>
          </a:p>
        </p:txBody>
      </p:sp>
      <p:pic>
        <p:nvPicPr>
          <p:cNvPr id="21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669" y="4384548"/>
            <a:ext cx="724891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زُثُ</a:t>
            </a:r>
            <a:endParaRPr lang="ar-SA" sz="8600" dirty="0"/>
          </a:p>
        </p:txBody>
      </p:sp>
      <p:pic>
        <p:nvPicPr>
          <p:cNvPr id="22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3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زُجُ</a:t>
            </a:r>
            <a:endParaRPr lang="ar-SA" sz="74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5EED"/>
          </a:solidFill>
          <a:ln w="12700">
            <a:solidFill>
              <a:srgbClr val="D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زُحُ</a:t>
            </a:r>
            <a:endParaRPr lang="ar-SA" sz="74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E052"/>
          </a:solidFill>
          <a:ln w="12700">
            <a:solidFill>
              <a:srgbClr val="5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70DB"/>
          </a:solidFill>
          <a:ln w="12700">
            <a:solidFill>
              <a:srgbClr val="A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زُخُ</a:t>
            </a:r>
            <a:endParaRPr lang="ar-SA" sz="74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00593" cy="9601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4338828"/>
            <a:ext cx="574975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864D8"/>
          </a:solidFill>
          <a:ln w="12700">
            <a:solidFill>
              <a:srgbClr val="7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47D1"/>
          </a:solidFill>
          <a:ln w="12700">
            <a:solidFill>
              <a:srgbClr val="4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زُدُ</a:t>
            </a:r>
            <a:endParaRPr lang="ar-SA" sz="9000" dirty="0"/>
          </a:p>
        </p:txBody>
      </p:sp>
      <p:pic>
        <p:nvPicPr>
          <p:cNvPr id="20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1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زُذُ</a:t>
            </a:r>
            <a:endParaRPr lang="ar-SA" sz="8100" dirty="0"/>
          </a:p>
        </p:txBody>
      </p:sp>
      <p:pic>
        <p:nvPicPr>
          <p:cNvPr id="21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279"/>
          </a:solidFill>
          <a:ln w="12700">
            <a:solidFill>
              <a:srgbClr val="346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زُرُ</a:t>
            </a:r>
            <a:endParaRPr lang="ar-SA" sz="90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أُزُبُ</a:t>
            </a:r>
            <a:endParaRPr lang="ar-SA" sz="52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25E"/>
          </a:solidFill>
          <a:ln w="12700">
            <a:solidFill>
              <a:srgbClr val="EDB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بُزُتُ</a:t>
            </a:r>
            <a:endParaRPr lang="ar-SA" sz="80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AE0"/>
          </a:solidFill>
          <a:ln w="12700">
            <a:solidFill>
              <a:srgbClr val="527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770"/>
          </a:solidFill>
          <a:ln w="12700">
            <a:solidFill>
              <a:srgbClr val="DB8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8547"/>
          </a:solidFill>
          <a:ln w="12700">
            <a:solidFill>
              <a:srgbClr val="6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تُزُثُ</a:t>
            </a:r>
            <a:endParaRPr lang="ar-SA" sz="7600" dirty="0"/>
          </a:p>
        </p:txBody>
      </p:sp>
      <p:pic>
        <p:nvPicPr>
          <p:cNvPr id="29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4458" cy="91440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D"/>
          </a:solidFill>
          <a:ln w="12700">
            <a:solidFill>
              <a:srgbClr val="D864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9"/>
          </a:solidFill>
          <a:ln w="12700">
            <a:solidFill>
              <a:srgbClr val="D147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ثُزُجُ</a:t>
            </a:r>
            <a:endParaRPr lang="ar-SA" sz="6600" dirty="0"/>
          </a:p>
        </p:txBody>
      </p:sp>
      <p:pic>
        <p:nvPicPr>
          <p:cNvPr id="24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جُزُحُ</a:t>
            </a:r>
            <a:endParaRPr lang="ar-SA" sz="6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3"/>
          </a:solidFill>
          <a:ln w="12700">
            <a:solidFill>
              <a:srgbClr val="7934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حُزُخُ</a:t>
            </a:r>
            <a:endParaRPr lang="ar-SA" sz="6600" dirty="0"/>
          </a:p>
        </p:txBody>
      </p:sp>
      <p:pic>
        <p:nvPicPr>
          <p:cNvPr id="26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64406" cy="1508760"/>
          </a:xfrm>
          <a:prstGeom prst="rect">
            <a:avLst/>
          </a:prstGeom>
        </p:spPr>
      </p:pic>
      <p:pic>
        <p:nvPicPr>
          <p:cNvPr id="27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2916" y="3332988"/>
            <a:ext cx="1629644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خُزُدُ</a:t>
            </a:r>
            <a:endParaRPr lang="ar-SA" sz="80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F"/>
          </a:solidFill>
          <a:ln w="12700">
            <a:solidFill>
              <a:srgbClr val="5EED8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دُزُذُ</a:t>
            </a:r>
            <a:endParaRPr lang="ar-SA" sz="71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E"/>
          </a:solidFill>
          <a:ln w="12700">
            <a:solidFill>
              <a:srgbClr val="E052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DB70"/>
          </a:solidFill>
          <a:ln w="12700">
            <a:solidFill>
              <a:srgbClr val="7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285"/>
          </a:solidFill>
          <a:ln w="12700">
            <a:solidFill>
              <a:srgbClr val="477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ذُزُرُ</a:t>
            </a:r>
            <a:endParaRPr lang="ar-SA" sz="7100" dirty="0"/>
          </a:p>
        </p:txBody>
      </p:sp>
      <p:pic>
        <p:nvPicPr>
          <p:cNvPr id="29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D864"/>
          </a:solidFill>
          <a:ln w="12700">
            <a:solidFill>
              <a:srgbClr val="8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D147"/>
          </a:solidFill>
          <a:ln w="12700">
            <a:solidFill>
              <a:srgbClr val="8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رُزُأُ</a:t>
            </a:r>
            <a:endParaRPr lang="ar-SA" sz="5200" dirty="0"/>
          </a:p>
        </p:txBody>
      </p:sp>
      <p:pic>
        <p:nvPicPr>
          <p:cNvPr id="24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5882" cy="1508760"/>
          </a:xfrm>
          <a:prstGeom prst="rect">
            <a:avLst/>
          </a:prstGeom>
        </p:spPr>
      </p:pic>
      <p:pic>
        <p:nvPicPr>
          <p:cNvPr id="25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أُزُ</a:t>
            </a:r>
            <a:endParaRPr lang="ar-SA" sz="5900" dirty="0"/>
          </a:p>
        </p:txBody>
      </p:sp>
      <p:pic>
        <p:nvPicPr>
          <p:cNvPr id="21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92617" cy="960120"/>
          </a:xfrm>
          <a:prstGeom prst="rect">
            <a:avLst/>
          </a:prstGeom>
        </p:spPr>
      </p:pic>
      <p:pic>
        <p:nvPicPr>
          <p:cNvPr id="22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بُزُ</a:t>
            </a:r>
            <a:endParaRPr lang="ar-SA" sz="9000" dirty="0"/>
          </a:p>
        </p:txBody>
      </p:sp>
      <p:pic>
        <p:nvPicPr>
          <p:cNvPr id="22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3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تُزُ</a:t>
            </a:r>
            <a:endParaRPr lang="ar-SA" sz="87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5EED"/>
          </a:solidFill>
          <a:ln w="12700">
            <a:solidFill>
              <a:srgbClr val="6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ثُزُ</a:t>
            </a:r>
            <a:endParaRPr lang="ar-SA" sz="75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E052"/>
          </a:solidFill>
          <a:ln w="12700">
            <a:solidFill>
              <a:srgbClr val="C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FDB"/>
          </a:solidFill>
          <a:ln w="12700">
            <a:solidFill>
              <a:srgbClr val="708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جُزُ</a:t>
            </a:r>
            <a:endParaRPr lang="ar-SA" sz="90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1225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7D8"/>
          </a:solidFill>
          <a:ln w="12700">
            <a:solidFill>
              <a:srgbClr val="64A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ED1"/>
          </a:solidFill>
          <a:ln w="12700">
            <a:solidFill>
              <a:srgbClr val="47A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حُزُ</a:t>
            </a:r>
            <a:endParaRPr lang="ar-SA" sz="9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1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خُزُ</a:t>
            </a:r>
            <a:endParaRPr lang="ar-SA" sz="9000" dirty="0"/>
          </a:p>
        </p:txBody>
      </p:sp>
      <p:pic>
        <p:nvPicPr>
          <p:cNvPr id="21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دُزُ</a:t>
            </a:r>
            <a:endParaRPr lang="ar-SA" sz="9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3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ذُزُ</a:t>
            </a:r>
            <a:endParaRPr lang="ar-SA" sz="81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5"/>
          </a:solidFill>
          <a:ln w="12700">
            <a:solidFill>
              <a:srgbClr val="ED5E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رُزُ</a:t>
            </a:r>
            <a:endParaRPr lang="ar-SA" sz="90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C"/>
          </a:solidFill>
          <a:ln w="12700">
            <a:solidFill>
              <a:srgbClr val="52E0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9"/>
          </a:solidFill>
          <a:ln w="12700">
            <a:solidFill>
              <a:srgbClr val="DB70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485211" y="896112"/>
            <a:ext cx="245644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B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485211" y="896112"/>
            <a:ext cx="245644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رَسَمَهُ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202343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02343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472134" y="2834640"/>
            <a:ext cx="419973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472134" y="2834640"/>
            <a:ext cx="419973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رَسَمَهُ عُمَرُ</a:t>
            </a:r>
            <a:endParaRPr lang="ar-SA" sz="5700" dirty="0"/>
          </a:p>
        </p:txBody>
      </p:sp>
      <p:pic>
        <p:nvPicPr>
          <p:cNvPr id="22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23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563185" y="1828800"/>
            <a:ext cx="1489375" cy="146304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6872" y="896112"/>
            <a:ext cx="17615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9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6872" y="896112"/>
            <a:ext cx="17615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رُزِقَ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45549" y="896112"/>
            <a:ext cx="21712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45549" y="896112"/>
            <a:ext cx="21712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8864" y="2834640"/>
            <a:ext cx="362627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8864" y="2834640"/>
            <a:ext cx="362627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رُزِقَ وَشَكَرَ</a:t>
            </a:r>
            <a:endParaRPr lang="ar-SA" sz="4700" dirty="0"/>
          </a:p>
        </p:txBody>
      </p:sp>
      <p:pic>
        <p:nvPicPr>
          <p:cNvPr id="17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638605" cy="1463040"/>
          </a:xfrm>
          <a:prstGeom prst="rect">
            <a:avLst/>
          </a:prstGeom>
        </p:spPr>
      </p:pic>
      <p:pic>
        <p:nvPicPr>
          <p:cNvPr id="18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070" y="1828800"/>
            <a:ext cx="2276490" cy="1463040"/>
          </a:xfrm>
          <a:prstGeom prst="rect">
            <a:avLst/>
          </a:prstGeom>
        </p:spPr>
      </p:pic>
      <p:pic>
        <p:nvPicPr>
          <p:cNvPr id="19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57372" y="896112"/>
            <a:ext cx="21121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7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57372" y="896112"/>
            <a:ext cx="21121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374503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7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74503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50988" y="2834640"/>
            <a:ext cx="38420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50988" y="2834640"/>
            <a:ext cx="38420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عُمَرُ</a:t>
            </a:r>
            <a:endParaRPr lang="ar-SA" sz="5700" dirty="0"/>
          </a:p>
        </p:txBody>
      </p:sp>
      <p:pic>
        <p:nvPicPr>
          <p:cNvPr id="18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19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6127" y="1828800"/>
            <a:ext cx="1546433" cy="1463040"/>
          </a:xfrm>
          <a:prstGeom prst="rect">
            <a:avLst/>
          </a:prstGeom>
        </p:spPr>
      </p:pic>
      <p:pic>
        <p:nvPicPr>
          <p:cNvPr id="20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04844" y="896112"/>
            <a:ext cx="221718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8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04844" y="896112"/>
            <a:ext cx="22171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زَرَعَهُ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321976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8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21976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93903" y="2834640"/>
            <a:ext cx="395619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93903" y="2834640"/>
            <a:ext cx="395619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زَرَعَهُ عُمَرُ</a:t>
            </a:r>
            <a:endParaRPr lang="ar-SA" sz="5700" dirty="0"/>
          </a:p>
        </p:txBody>
      </p:sp>
      <p:pic>
        <p:nvPicPr>
          <p:cNvPr id="19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149949" cy="1463040"/>
          </a:xfrm>
          <a:prstGeom prst="rect">
            <a:avLst/>
          </a:prstGeom>
        </p:spPr>
      </p:pic>
      <p:pic>
        <p:nvPicPr>
          <p:cNvPr id="20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427" y="1828800"/>
            <a:ext cx="1479133" cy="1463040"/>
          </a:xfrm>
          <a:prstGeom prst="rect">
            <a:avLst/>
          </a:prstGeom>
        </p:spPr>
      </p:pic>
      <p:pic>
        <p:nvPicPr>
          <p:cNvPr id="21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06-ra-zay</dc:title>
  <dc:subject>PptxGenJS Presentation</dc:subject>
  <dc:creator>PptxGenJS</dc:creator>
  <cp:lastModifiedBy>PptxGenJS</cp:lastModifiedBy>
  <cp:revision>1</cp:revision>
  <dcterms:created xsi:type="dcterms:W3CDTF">2026-10-20T23:11:31Z</dcterms:created>
  <dcterms:modified xsi:type="dcterms:W3CDTF">2026-10-20T23:11:31Z</dcterms:modified>
</cp:coreProperties>
</file>