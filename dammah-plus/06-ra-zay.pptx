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2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3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2104" cy="182880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405" y="3241548"/>
            <a:ext cx="101315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83464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6636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7476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515868"/>
            <a:ext cx="111922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رُدُ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401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059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033" y="3332988"/>
            <a:ext cx="106152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3282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1581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خُرُدُ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دُرُذُ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7268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ذُرُأُ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647" y="3332988"/>
            <a:ext cx="76791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5477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7268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11" y="3515868"/>
            <a:ext cx="98864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11" y="1783080"/>
            <a:ext cx="1170249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184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9952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زُدُ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1843" y="3515868"/>
            <a:ext cx="89071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زُذُ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412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تُزُثُ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جُزُحُ</a:t>
            </a:r>
            <a:endParaRPr lang="ar-SA" sz="6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332988"/>
            <a:ext cx="1247424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خُزُدُ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1159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دُزُذُ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ذُزُرُ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20435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رُزُأُ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053" y="3332988"/>
            <a:ext cx="99550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748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3126" y="3515868"/>
            <a:ext cx="113943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6000" cy="11887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0440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5211" y="896112"/>
            <a:ext cx="24564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5211" y="896112"/>
            <a:ext cx="24564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0234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234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72134" y="2834640"/>
            <a:ext cx="41997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72134" y="2834640"/>
            <a:ext cx="41997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 عُمَرُ</a:t>
            </a:r>
            <a:endParaRPr lang="ar-SA" sz="5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82614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513" y="1783080"/>
            <a:ext cx="1292047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872" y="896112"/>
            <a:ext cx="17615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872" y="896112"/>
            <a:ext cx="17615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45549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5549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864" y="2834640"/>
            <a:ext cx="36262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864" y="2834640"/>
            <a:ext cx="36262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 وَشَكَرَ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780898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3685" y="3241548"/>
            <a:ext cx="105887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38092" cy="16459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199" y="1783080"/>
            <a:ext cx="2113361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04844" y="896112"/>
            <a:ext cx="22171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04844" y="896112"/>
            <a:ext cx="22171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197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197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03" y="2834640"/>
            <a:ext cx="3956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03" y="2834640"/>
            <a:ext cx="3956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7590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099" y="3241548"/>
            <a:ext cx="1629461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06-ra-zay</dc:title>
  <dc:subject>PptxGenJS Presentation</dc:subject>
  <dc:creator>PptxGenJS</dc:creator>
  <cp:lastModifiedBy>PptxGenJS</cp:lastModifiedBy>
  <cp:revision>1</cp:revision>
  <dcterms:created xsi:type="dcterms:W3CDTF">2026-10-20T23:35:54Z</dcterms:created>
  <dcterms:modified xsi:type="dcterms:W3CDTF">2026-10-20T23:35:54Z</dcterms:modified>
</cp:coreProperties>
</file>