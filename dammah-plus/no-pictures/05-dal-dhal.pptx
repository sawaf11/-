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52E0"/>
          </a:solidFill>
          <a:ln w="12700">
            <a:solidFill>
              <a:srgbClr val="C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DB70"/>
          </a:solidFill>
          <a:ln w="12700">
            <a:solidFill>
              <a:srgbClr val="B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6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16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D864"/>
          </a:solidFill>
          <a:ln w="12700">
            <a:solidFill>
              <a:srgbClr val="D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447"/>
          </a:solidFill>
          <a:ln w="12700">
            <a:solidFill>
              <a:srgbClr val="D1C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7ED"/>
          </a:solidFill>
          <a:ln w="12700">
            <a:solidFill>
              <a:srgbClr val="5EA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A52"/>
          </a:solidFill>
          <a:ln w="12700">
            <a:solidFill>
              <a:srgbClr val="E0A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FDB"/>
          </a:solidFill>
          <a:ln w="12700">
            <a:solidFill>
              <a:srgbClr val="70C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4"/>
          </a:solidFill>
          <a:ln w="12700">
            <a:solidFill>
              <a:srgbClr val="64D8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2"/>
          </a:solidFill>
          <a:ln w="12700">
            <a:solidFill>
              <a:srgbClr val="47D1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أُدُبُ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بُدُتُ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تُدُثُ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A"/>
          </a:solidFill>
          <a:ln w="12700">
            <a:solidFill>
              <a:srgbClr val="ED5E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ثُدُجُ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6"/>
          </a:solidFill>
          <a:ln w="12700">
            <a:solidFill>
              <a:srgbClr val="52E0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جُدُحُ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64D8"/>
          </a:solidFill>
          <a:ln w="12700">
            <a:solidFill>
              <a:srgbClr val="A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47D1"/>
          </a:solidFill>
          <a:ln w="12700">
            <a:solidFill>
              <a:srgbClr val="8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حُدُخُ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خُدُأُ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</a:t>
            </a:r>
            <a:endParaRPr lang="ar-SA" sz="9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C5E"/>
          </a:solidFill>
          <a:ln w="12700">
            <a:solidFill>
              <a:srgbClr val="EDE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352E0"/>
          </a:solidFill>
          <a:ln w="12700">
            <a:solidFill>
              <a:srgbClr val="6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370"/>
          </a:solidFill>
          <a:ln w="12700">
            <a:solidFill>
              <a:srgbClr val="DBB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A64"/>
          </a:solidFill>
          <a:ln w="12700">
            <a:solidFill>
              <a:srgbClr val="D88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E47"/>
          </a:solidFill>
          <a:ln w="12700">
            <a:solidFill>
              <a:srgbClr val="D15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</a:t>
            </a:r>
            <a:endParaRPr lang="ar-SA" sz="9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</a:t>
            </a:r>
            <a:endParaRPr lang="ar-SA" sz="10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25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12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9"/>
          </a:solidFill>
          <a:ln w="12700">
            <a:solidFill>
              <a:srgbClr val="5EED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ذُأُ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4"/>
          </a:solidFill>
          <a:ln w="12700">
            <a:solidFill>
              <a:srgbClr val="E0526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8"/>
          </a:solidFill>
          <a:ln w="12700">
            <a:solidFill>
              <a:srgbClr val="70DB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ذُبُ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ذُتُ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ذُثُ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ذُجُ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ذُحُ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ذُخُ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ذُدُ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أُذُبُ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بُذُتُ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تُذُثُ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ثُذُجُ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25E"/>
          </a:solidFill>
          <a:ln w="12700">
            <a:solidFill>
              <a:srgbClr val="ED8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جُذُحُ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BE0"/>
          </a:solidFill>
          <a:ln w="12700">
            <a:solidFill>
              <a:srgbClr val="52A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حُذُخُ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8"/>
          </a:solidFill>
          <a:ln w="12700">
            <a:solidFill>
              <a:srgbClr val="D147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خُذُدُ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دُذُأُ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أُذُ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بُذُ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ED5E"/>
          </a:solidFill>
          <a:ln w="12700">
            <a:solidFill>
              <a:srgbClr val="5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تُذُ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ثُذُ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جُذُ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حُذُ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خُذُ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دُذُ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2ED"/>
          </a:solidFill>
          <a:ln w="12700">
            <a:solidFill>
              <a:srgbClr val="5E8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590806" y="896112"/>
            <a:ext cx="22452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7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590806" y="896112"/>
            <a:ext cx="22452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30793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7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0793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69276" y="2834640"/>
            <a:ext cx="380544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69276" y="2834640"/>
            <a:ext cx="380544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عُمَرُ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E52"/>
          </a:solidFill>
          <a:ln w="12700">
            <a:solidFill>
              <a:srgbClr val="E0C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3DB"/>
          </a:solidFill>
          <a:ln w="12700">
            <a:solidFill>
              <a:srgbClr val="70B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28585" y="896112"/>
            <a:ext cx="17001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B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28585" y="896112"/>
            <a:ext cx="17001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ذُكِرَ</a:t>
            </a:r>
            <a:endParaRPr lang="ar-SA" sz="5000" dirty="0"/>
          </a:p>
        </p:txBody>
      </p:sp>
      <p:sp>
        <p:nvSpPr>
          <p:cNvPr id="17" name="C2 W2 pill"/>
          <p:cNvSpPr/>
          <p:nvPr/>
        </p:nvSpPr>
        <p:spPr>
          <a:xfrm>
            <a:off x="2415246" y="896112"/>
            <a:ext cx="2293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B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15246" y="896112"/>
            <a:ext cx="2293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وَشُكِرَ</a:t>
            </a:r>
            <a:endParaRPr lang="ar-SA" sz="5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51227" y="2834640"/>
            <a:ext cx="36415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51227" y="2834640"/>
            <a:ext cx="36415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ذُكِرَ وَشُكِرَ</a:t>
            </a:r>
            <a:endParaRPr lang="ar-SA" sz="5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76598" y="896112"/>
            <a:ext cx="227367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9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76598" y="896112"/>
            <a:ext cx="227367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حَمِدَهُ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93729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9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93729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68772" y="2834640"/>
            <a:ext cx="40064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68772" y="2834640"/>
            <a:ext cx="40064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حَمِدَهُ عُمَرُ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15178" y="896112"/>
            <a:ext cx="19538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7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15178" y="896112"/>
            <a:ext cx="19538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endParaRPr lang="ar-SA" sz="5400" dirty="0"/>
          </a:p>
        </p:txBody>
      </p:sp>
      <p:sp>
        <p:nvSpPr>
          <p:cNvPr id="13" name="C2 W2 pill"/>
          <p:cNvSpPr/>
          <p:nvPr/>
        </p:nvSpPr>
        <p:spPr>
          <a:xfrm>
            <a:off x="2474979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7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74979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91233" y="2834640"/>
            <a:ext cx="35615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91233" y="2834640"/>
            <a:ext cx="35615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 عُمَرُ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05-dal-dhal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