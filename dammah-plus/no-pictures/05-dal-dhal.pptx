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6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أُدُبُ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بُدُتُ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تُدُثُ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A"/>
          </a:solidFill>
          <a:ln w="12700">
            <a:solidFill>
              <a:srgbClr val="ED5E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ثُدُجُ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جُدُحُ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حُدُخُ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خُدُأُ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52E0"/>
          </a:solidFill>
          <a:ln w="12700">
            <a:solidFill>
              <a:srgbClr val="6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2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9"/>
          </a:solidFill>
          <a:ln w="12700">
            <a:solidFill>
              <a:srgbClr val="5EED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ذُأُ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4"/>
          </a:solidFill>
          <a:ln w="12700">
            <a:solidFill>
              <a:srgbClr val="E052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ذُبُ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ذُتُ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ذُثُ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ذُجُ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ذُحُ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ذُخُ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ذُدُ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أُذُبُ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بُذُتُ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تُذُثُ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ثُذُجُ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جُذُحُ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حُذُخُ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8"/>
          </a:solidFill>
          <a:ln w="12700">
            <a:solidFill>
              <a:srgbClr val="D147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خُذُدُ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دُذُأُ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8585" y="896112"/>
            <a:ext cx="1700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8585" y="896112"/>
            <a:ext cx="1700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</a:t>
            </a:r>
            <a:endParaRPr lang="ar-SA" sz="5000" dirty="0"/>
          </a:p>
        </p:txBody>
      </p:sp>
      <p:sp>
        <p:nvSpPr>
          <p:cNvPr id="17" name="C2 W2 pill"/>
          <p:cNvSpPr/>
          <p:nvPr/>
        </p:nvSpPr>
        <p:spPr>
          <a:xfrm>
            <a:off x="2415246" y="896112"/>
            <a:ext cx="2293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B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5246" y="896112"/>
            <a:ext cx="2293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وَشُكِرَ</a:t>
            </a:r>
            <a:endParaRPr lang="ar-SA" sz="5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227" y="2834640"/>
            <a:ext cx="36415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227" y="2834640"/>
            <a:ext cx="36415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 وَشُكِرَ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76598" y="896112"/>
            <a:ext cx="22736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76598" y="896112"/>
            <a:ext cx="22736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93729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93729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68772" y="2834640"/>
            <a:ext cx="40064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68772" y="2834640"/>
            <a:ext cx="40064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 عُمَرُ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5178" y="896112"/>
            <a:ext cx="19538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5178" y="896112"/>
            <a:ext cx="19538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47497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497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1233" y="2834640"/>
            <a:ext cx="35615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1233" y="2834640"/>
            <a:ext cx="35615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عُمَرُ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05-dal-dhal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