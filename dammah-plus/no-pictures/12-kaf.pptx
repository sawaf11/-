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notesMasterIdLst>
    <p:notesMasterId r:id="rId7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464D8"/>
          </a:solidFill>
          <a:ln w="12700">
            <a:solidFill>
              <a:srgbClr val="D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647D1"/>
          </a:solidFill>
          <a:ln w="12700">
            <a:solidFill>
              <a:srgbClr val="B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11500" dirty="0"/>
          </a:p>
        </p:txBody>
      </p:sp>
      <p:sp>
        <p:nvSpPr>
          <p:cNvPr id="12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11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كُأُ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064"/>
          </a:solidFill>
          <a:ln w="12700">
            <a:solidFill>
              <a:srgbClr val="2B4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D3479"/>
          </a:solidFill>
          <a:ln w="12700">
            <a:solidFill>
              <a:srgbClr val="3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كُبُ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كُتُ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6ED5E"/>
          </a:solidFill>
          <a:ln w="12700">
            <a:solidFill>
              <a:srgbClr val="B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كُثُ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A52E0"/>
          </a:solidFill>
          <a:ln w="12700">
            <a:solidFill>
              <a:srgbClr val="9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F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ADB70"/>
          </a:solidFill>
          <a:ln w="12700">
            <a:solidFill>
              <a:srgbClr val="D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C"/>
          </a:solidFill>
          <a:ln w="12700">
            <a:solidFill>
              <a:srgbClr val="47855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كُجُ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764"/>
          </a:solidFill>
          <a:ln w="12700">
            <a:solidFill>
              <a:srgbClr val="D8B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347"/>
          </a:solidFill>
          <a:ln w="12700">
            <a:solidFill>
              <a:srgbClr val="D19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كُحُ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كُخُ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E"/>
          </a:solidFill>
          <a:ln w="12700">
            <a:solidFill>
              <a:srgbClr val="642B4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C"/>
          </a:solidFill>
          <a:ln w="12700">
            <a:solidFill>
              <a:srgbClr val="79343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كُدُ</a:t>
            </a:r>
            <a:endParaRPr lang="ar-SA" sz="7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كُذُ</a:t>
            </a:r>
            <a:endParaRPr lang="ar-SA" sz="7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AED"/>
          </a:solidFill>
          <a:ln w="12700">
            <a:solidFill>
              <a:srgbClr val="5ED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كُرُ</a:t>
            </a:r>
            <a:endParaRPr lang="ar-SA" sz="7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752"/>
          </a:solidFill>
          <a:ln w="12700">
            <a:solidFill>
              <a:srgbClr val="E07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2"/>
          </a:solidFill>
          <a:ln w="12700">
            <a:solidFill>
              <a:srgbClr val="70DBC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D4785"/>
          </a:solidFill>
          <a:ln w="12700">
            <a:solidFill>
              <a:srgbClr val="4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كُزُ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A"/>
          </a:solidFill>
          <a:ln w="12700">
            <a:solidFill>
              <a:srgbClr val="64D89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1"/>
          </a:solidFill>
          <a:ln w="12700">
            <a:solidFill>
              <a:srgbClr val="47D17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كُسُ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كُشُ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3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C642B"/>
          </a:solidFill>
          <a:ln w="12700">
            <a:solidFill>
              <a:srgbClr val="5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D7934"/>
          </a:solidFill>
          <a:ln w="12700">
            <a:solidFill>
              <a:srgbClr val="4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كُصُ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كُضُ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D5EED"/>
          </a:solidFill>
          <a:ln w="12700">
            <a:solidFill>
              <a:srgbClr val="D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كُطُ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3"/>
          </a:solidFill>
          <a:ln w="12700">
            <a:solidFill>
              <a:srgbClr val="52E05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770DB"/>
          </a:solidFill>
          <a:ln w="12700">
            <a:solidFill>
              <a:srgbClr val="A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1"/>
          </a:solidFill>
          <a:ln w="12700">
            <a:solidFill>
              <a:srgbClr val="85475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كُظُ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D64D8"/>
          </a:solidFill>
          <a:ln w="12700">
            <a:solidFill>
              <a:srgbClr val="7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F47D1"/>
          </a:solidFill>
          <a:ln w="12700">
            <a:solidFill>
              <a:srgbClr val="4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كُعُ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كُغُ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4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D"/>
          </a:solidFill>
          <a:ln w="12700">
            <a:solidFill>
              <a:srgbClr val="2B645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F79"/>
          </a:solidFill>
          <a:ln w="12700">
            <a:solidFill>
              <a:srgbClr val="345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كُفُ</a:t>
            </a:r>
            <a:endParaRPr lang="ar-SA" sz="7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كُقُ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95E"/>
          </a:solidFill>
          <a:ln w="12700">
            <a:solidFill>
              <a:srgbClr val="EDB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4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أُكُبُ</a:t>
            </a:r>
            <a:endParaRPr lang="ar-SA" sz="5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4E0"/>
          </a:solidFill>
          <a:ln w="12700">
            <a:solidFill>
              <a:srgbClr val="527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C70"/>
          </a:solidFill>
          <a:ln w="12700">
            <a:solidFill>
              <a:srgbClr val="DB8C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08547"/>
          </a:solidFill>
          <a:ln w="12700">
            <a:solidFill>
              <a:srgbClr val="6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2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2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بُكُتُ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7"/>
          </a:solidFill>
          <a:ln w="12700">
            <a:solidFill>
              <a:srgbClr val="D8646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2"/>
          </a:solidFill>
          <a:ln w="12700">
            <a:solidFill>
              <a:srgbClr val="D1476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2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تُكُثُ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ثُكُجُ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F2B64"/>
          </a:solidFill>
          <a:ln w="12700">
            <a:solidFill>
              <a:srgbClr val="4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0"/>
          </a:solidFill>
          <a:ln w="12700">
            <a:solidFill>
              <a:srgbClr val="79347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جُكُحُ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حُكُخُ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6"/>
          </a:solidFill>
          <a:ln w="12700">
            <a:solidFill>
              <a:srgbClr val="5EED9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خُكُدُ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7"/>
          </a:solidFill>
          <a:ln w="12700">
            <a:solidFill>
              <a:srgbClr val="E0529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2"/>
          </a:solidFill>
          <a:ln w="12700">
            <a:solidFill>
              <a:srgbClr val="70DB7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F85"/>
          </a:solidFill>
          <a:ln w="12700">
            <a:solidFill>
              <a:srgbClr val="476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2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2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2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دُكُذُ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4D864"/>
          </a:solidFill>
          <a:ln w="12700">
            <a:solidFill>
              <a:srgbClr val="8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5D147"/>
          </a:solidFill>
          <a:ln w="12700">
            <a:solidFill>
              <a:srgbClr val="8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2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2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2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ذُكُرُ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2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2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2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2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رُكُزُ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12B"/>
          </a:solidFill>
          <a:ln w="12700">
            <a:solidFill>
              <a:srgbClr val="644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234"/>
          </a:solidFill>
          <a:ln w="12700">
            <a:solidFill>
              <a:srgbClr val="797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زُكُسُ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سُكُشُ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25EED"/>
          </a:solidFill>
          <a:ln w="12700">
            <a:solidFill>
              <a:srgbClr val="7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شُكُصُ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33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BE052"/>
          </a:solidFill>
          <a:ln w="12700">
            <a:solidFill>
              <a:srgbClr val="B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ADB"/>
          </a:solidFill>
          <a:ln w="12700">
            <a:solidFill>
              <a:srgbClr val="708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F"/>
          </a:solidFill>
          <a:ln w="12700">
            <a:solidFill>
              <a:srgbClr val="85477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صُكُضُ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1D8"/>
          </a:solidFill>
          <a:ln w="12700">
            <a:solidFill>
              <a:srgbClr val="64A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7D1"/>
          </a:solidFill>
          <a:ln w="12700">
            <a:solidFill>
              <a:srgbClr val="47A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ضُكُطُ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طُكُظُ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3"/>
          </a:solidFill>
          <a:ln w="12700">
            <a:solidFill>
              <a:srgbClr val="2B643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0"/>
          </a:solidFill>
          <a:ln w="12700">
            <a:solidFill>
              <a:srgbClr val="34796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ظُكُعُ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عُكُغُ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E"/>
          </a:solidFill>
          <a:ln w="12700">
            <a:solidFill>
              <a:srgbClr val="ED5E6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غُكُفُ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4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EE0"/>
          </a:solidFill>
          <a:ln w="12700">
            <a:solidFill>
              <a:srgbClr val="52D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4"/>
          </a:solidFill>
          <a:ln w="12700">
            <a:solidFill>
              <a:srgbClr val="DB70A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B47"/>
          </a:solidFill>
          <a:ln w="12700">
            <a:solidFill>
              <a:srgbClr val="857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فُكُقُ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E"/>
          </a:solidFill>
          <a:ln w="12700">
            <a:solidFill>
              <a:srgbClr val="D864B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9"/>
          </a:solidFill>
          <a:ln w="12700">
            <a:solidFill>
              <a:srgbClr val="D147C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قُكُأُ</a:t>
            </a:r>
            <a:endParaRPr lang="ar-SA" sz="5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أُكُ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3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164"/>
          </a:solidFill>
          <a:ln w="12700">
            <a:solidFill>
              <a:srgbClr val="2B3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F3479"/>
          </a:solidFill>
          <a:ln w="12700">
            <a:solidFill>
              <a:srgbClr val="4F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بُكُ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تُكُ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2ED5E"/>
          </a:solidFill>
          <a:ln w="12700">
            <a:solidFill>
              <a:srgbClr val="9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ثُكُ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F52E0"/>
          </a:solidFill>
          <a:ln w="12700">
            <a:solidFill>
              <a:srgbClr val="B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FDB70"/>
          </a:solidFill>
          <a:ln w="12700">
            <a:solidFill>
              <a:srgbClr val="B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C"/>
          </a:solidFill>
          <a:ln w="12700">
            <a:solidFill>
              <a:srgbClr val="47856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جُكُ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564"/>
          </a:solidFill>
          <a:ln w="12700">
            <a:solidFill>
              <a:srgbClr val="D8D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647"/>
          </a:solidFill>
          <a:ln w="12700">
            <a:solidFill>
              <a:srgbClr val="D1B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حُكُ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خُكُ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1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F"/>
          </a:solidFill>
          <a:ln w="12700">
            <a:solidFill>
              <a:srgbClr val="642B3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E34"/>
          </a:solidFill>
          <a:ln w="12700">
            <a:solidFill>
              <a:srgbClr val="793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دُكُ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ذُكُ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5ED"/>
          </a:solidFill>
          <a:ln w="12700">
            <a:solidFill>
              <a:srgbClr val="5EB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رُكُ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B52"/>
          </a:solidFill>
          <a:ln w="12700">
            <a:solidFill>
              <a:srgbClr val="E09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ADB"/>
          </a:solidFill>
          <a:ln w="12700">
            <a:solidFill>
              <a:srgbClr val="70D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D4785"/>
          </a:solidFill>
          <a:ln w="12700">
            <a:solidFill>
              <a:srgbClr val="5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زُكُ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8"/>
          </a:solidFill>
          <a:ln w="12700">
            <a:solidFill>
              <a:srgbClr val="64D8B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4"/>
          </a:solidFill>
          <a:ln w="12700">
            <a:solidFill>
              <a:srgbClr val="47D19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سُكُ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شُكُ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433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E642B"/>
          </a:solidFill>
          <a:ln w="12700">
            <a:solidFill>
              <a:srgbClr val="4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C7934"/>
          </a:solidFill>
          <a:ln w="12700">
            <a:solidFill>
              <a:srgbClr val="3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صُكُ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ضُكُ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9"/>
          </a:solidFill>
          <a:ln w="12700">
            <a:solidFill>
              <a:srgbClr val="ED5ED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طُكُ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8"/>
          </a:solidFill>
          <a:ln w="12700">
            <a:solidFill>
              <a:srgbClr val="52E07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270DB"/>
          </a:solidFill>
          <a:ln w="12700">
            <a:solidFill>
              <a:srgbClr val="C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D47"/>
          </a:solidFill>
          <a:ln w="12700">
            <a:solidFill>
              <a:srgbClr val="854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ظُكُ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B64D8"/>
          </a:solidFill>
          <a:ln w="12700">
            <a:solidFill>
              <a:srgbClr val="9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247D1"/>
          </a:solidFill>
          <a:ln w="12700">
            <a:solidFill>
              <a:srgbClr val="7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عُكُ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غُكُ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C64"/>
          </a:solidFill>
          <a:ln w="12700">
            <a:solidFill>
              <a:srgbClr val="2B5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D79"/>
          </a:solidFill>
          <a:ln w="12700">
            <a:solidFill>
              <a:srgbClr val="344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فُكُ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قُكُ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E5E"/>
          </a:solidFill>
          <a:ln w="12700">
            <a:solidFill>
              <a:srgbClr val="EDD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59716" y="896112"/>
            <a:ext cx="190743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9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59716" y="896112"/>
            <a:ext cx="190743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كَتَبَهُ</a:t>
            </a:r>
            <a:endParaRPr lang="ar-SA" sz="5600" dirty="0"/>
          </a:p>
        </p:txBody>
      </p:sp>
      <p:sp>
        <p:nvSpPr>
          <p:cNvPr id="20" name="C2 W2 pill"/>
          <p:cNvSpPr/>
          <p:nvPr/>
        </p:nvSpPr>
        <p:spPr>
          <a:xfrm>
            <a:off x="2476847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9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476847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70488" y="2834640"/>
            <a:ext cx="360302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70488" y="2834640"/>
            <a:ext cx="360302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كَتَبَهُ عُمَرُ</a:t>
            </a:r>
            <a:endParaRPr lang="ar-SA" sz="5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42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452E0"/>
          </a:solidFill>
          <a:ln w="12700">
            <a:solidFill>
              <a:srgbClr val="5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870"/>
          </a:solidFill>
          <a:ln w="12700">
            <a:solidFill>
              <a:srgbClr val="DBA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18547"/>
          </a:solidFill>
          <a:ln w="12700">
            <a:solidFill>
              <a:srgbClr val="51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657372" y="896112"/>
            <a:ext cx="211212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6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657372" y="896112"/>
            <a:ext cx="211212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رَكِبَ</a:t>
            </a:r>
            <a:endParaRPr lang="ar-SA" sz="5600" dirty="0"/>
          </a:p>
        </p:txBody>
      </p:sp>
      <p:sp>
        <p:nvSpPr>
          <p:cNvPr id="17" name="C2 W2 pill"/>
          <p:cNvSpPr/>
          <p:nvPr/>
        </p:nvSpPr>
        <p:spPr>
          <a:xfrm>
            <a:off x="2374503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6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374503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650988" y="2834640"/>
            <a:ext cx="384202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650988" y="2834640"/>
            <a:ext cx="384202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رَكِبَ عُمَرُ</a:t>
            </a:r>
            <a:endParaRPr lang="ar-SA" sz="5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E64"/>
          </a:solidFill>
          <a:ln w="12700">
            <a:solidFill>
              <a:srgbClr val="D87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F47"/>
          </a:solidFill>
          <a:ln w="12700">
            <a:solidFill>
              <a:srgbClr val="D14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11211" y="896112"/>
            <a:ext cx="157634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8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11211" y="896112"/>
            <a:ext cx="157634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كَبُرَ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656443" y="896112"/>
            <a:ext cx="193472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8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56443" y="896112"/>
            <a:ext cx="193472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وَكَرُمَ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7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04187" y="2834640"/>
            <a:ext cx="313562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04187" y="2834640"/>
            <a:ext cx="313562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كَبُرَ وَكَرُمَ</a:t>
            </a:r>
            <a:endParaRPr lang="ar-SA" sz="4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479858" y="896112"/>
            <a:ext cx="24671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A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479858" y="896112"/>
            <a:ext cx="24671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ضَحِكَ</a:t>
            </a:r>
            <a:endParaRPr lang="ar-SA" sz="5600" dirty="0"/>
          </a:p>
        </p:txBody>
      </p:sp>
      <p:sp>
        <p:nvSpPr>
          <p:cNvPr id="13" name="C2 W2 pill"/>
          <p:cNvSpPr/>
          <p:nvPr/>
        </p:nvSpPr>
        <p:spPr>
          <a:xfrm>
            <a:off x="2196990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A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196990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535715" y="2834640"/>
            <a:ext cx="407256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535715" y="2834640"/>
            <a:ext cx="407256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ضَحِكَ عُمَرُ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12-kaf</dc:title>
  <dc:subject>PptxGenJS Presentation</dc:subject>
  <dc:creator>PptxGenJS</dc:creator>
  <cp:lastModifiedBy>PptxGenJS</cp:lastModifiedBy>
  <cp:revision>1</cp:revision>
  <dcterms:created xsi:type="dcterms:W3CDTF">2026-10-21T16:51:33Z</dcterms:created>
  <dcterms:modified xsi:type="dcterms:W3CDTF">2026-10-21T16:51:33Z</dcterms:modified>
</cp:coreProperties>
</file>