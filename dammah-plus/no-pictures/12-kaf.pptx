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47D1"/>
          </a:solidFill>
          <a:ln w="12700">
            <a:solidFill>
              <a:srgbClr val="B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1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ED5E"/>
          </a:solidFill>
          <a:ln w="12700">
            <a:solidFill>
              <a:srgbClr val="B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DB70"/>
          </a:solidFill>
          <a:ln w="12700">
            <a:solidFill>
              <a:srgbClr val="D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كُدُ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كُذُ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كُرُ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752"/>
          </a:solidFill>
          <a:ln w="12700">
            <a:solidFill>
              <a:srgbClr val="E07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2"/>
          </a:solidFill>
          <a:ln w="12700">
            <a:solidFill>
              <a:srgbClr val="70DB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كُزُ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كُسُ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كُشُ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كُصُ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كُضُ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47D1"/>
          </a:solidFill>
          <a:ln w="12700">
            <a:solidFill>
              <a:srgbClr val="4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كُفُ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كُقُ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أُكُبُ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تُكُثُ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ثُكُجُ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جُكُحُ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حُكُخُ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خُكُدُ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دُكُذُ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ذُكُرُ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رُكُزُ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زُكُسُ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سُكُشُ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شُكُصُ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صُكُضُ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ضُكُطُ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طُكُظُ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ظُكُعُ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عُكُغُ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غُكُفُ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فُكُقُ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قُكُأُ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6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1211" y="896112"/>
            <a:ext cx="15763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1211" y="896112"/>
            <a:ext cx="15763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6443" y="896112"/>
            <a:ext cx="19347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6443" y="896112"/>
            <a:ext cx="19347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وَكَرُمَ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4187" y="2834640"/>
            <a:ext cx="3135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4187" y="2834640"/>
            <a:ext cx="3135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 وَكَرُمَ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12-kaf</dc:title>
  <dc:subject>PptxGenJS Presentation</dc:subject>
  <dc:creator>PptxGenJS</dc:creator>
  <cp:lastModifiedBy>PptxGenJS</cp:lastModifiedBy>
  <cp:revision>1</cp:revision>
  <dcterms:created xsi:type="dcterms:W3CDTF">2026-10-21T16:51:33Z</dcterms:created>
  <dcterms:modified xsi:type="dcterms:W3CDTF">2026-10-21T16:51:33Z</dcterms:modified>
</cp:coreProperties>
</file>