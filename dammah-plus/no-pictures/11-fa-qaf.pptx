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870"/>
          </a:solidFill>
          <a:ln w="12700">
            <a:solidFill>
              <a:srgbClr val="DBB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7"/>
          </a:solidFill>
          <a:ln w="12700">
            <a:solidFill>
              <a:srgbClr val="4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07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064"/>
          </a:solidFill>
          <a:ln w="12700">
            <a:solidFill>
              <a:srgbClr val="D89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447"/>
          </a:solidFill>
          <a:ln w="12700">
            <a:solidFill>
              <a:srgbClr val="D16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فُأُ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فُبُ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4"/>
          </a:solidFill>
          <a:ln w="12700">
            <a:solidFill>
              <a:srgbClr val="7934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فُثُ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F"/>
          </a:solidFill>
          <a:ln w="12700">
            <a:solidFill>
              <a:srgbClr val="5EEDC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فُجُ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D"/>
          </a:solidFill>
          <a:ln w="12700">
            <a:solidFill>
              <a:srgbClr val="E0525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D"/>
          </a:solidFill>
          <a:ln w="12700">
            <a:solidFill>
              <a:srgbClr val="70DB9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فُحُ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3"/>
          </a:solidFill>
          <a:ln w="12700">
            <a:solidFill>
              <a:srgbClr val="64D8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DD147"/>
          </a:solidFill>
          <a:ln w="12700">
            <a:solidFill>
              <a:srgbClr val="4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فُخُ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فُدُ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82B"/>
          </a:solidFill>
          <a:ln w="12700">
            <a:solidFill>
              <a:srgbClr val="645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7934"/>
          </a:solidFill>
          <a:ln w="12700">
            <a:solidFill>
              <a:srgbClr val="6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فُذُ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فُرُ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5EED"/>
          </a:solidFill>
          <a:ln w="12700">
            <a:solidFill>
              <a:srgbClr val="A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فُزُ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E052"/>
          </a:solidFill>
          <a:ln w="12700">
            <a:solidFill>
              <a:srgbClr val="8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70DB"/>
          </a:solidFill>
          <a:ln w="12700">
            <a:solidFill>
              <a:srgbClr val="8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6"/>
          </a:solidFill>
          <a:ln w="12700">
            <a:solidFill>
              <a:srgbClr val="85476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فُسُ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2D8"/>
          </a:solidFill>
          <a:ln w="12700">
            <a:solidFill>
              <a:srgbClr val="647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FD1"/>
          </a:solidFill>
          <a:ln w="12700">
            <a:solidFill>
              <a:srgbClr val="476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فُشُ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فُصُ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A"/>
          </a:solidFill>
          <a:ln w="12700">
            <a:solidFill>
              <a:srgbClr val="2B64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679"/>
          </a:solidFill>
          <a:ln w="12700">
            <a:solidFill>
              <a:srgbClr val="347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فُضُ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فُطُ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85E"/>
          </a:solidFill>
          <a:ln w="12700">
            <a:solidFill>
              <a:srgbClr val="ED8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فُظُ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5E0"/>
          </a:solidFill>
          <a:ln w="12700">
            <a:solidFill>
              <a:srgbClr val="52A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9"/>
          </a:solidFill>
          <a:ln w="12700">
            <a:solidFill>
              <a:srgbClr val="DB70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58547"/>
          </a:solidFill>
          <a:ln w="12700">
            <a:solidFill>
              <a:srgbClr val="7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فُعُ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F"/>
          </a:solidFill>
          <a:ln w="12700">
            <a:solidFill>
              <a:srgbClr val="D8648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2"/>
          </a:solidFill>
          <a:ln w="12700">
            <a:solidFill>
              <a:srgbClr val="D1479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فُغُ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أُفُبُ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2B64"/>
          </a:solidFill>
          <a:ln w="12700">
            <a:solidFill>
              <a:srgbClr val="3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3479"/>
          </a:solidFill>
          <a:ln w="12700">
            <a:solidFill>
              <a:srgbClr val="6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بُفُتُ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تُفُثُ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5"/>
          </a:solidFill>
          <a:ln w="12700">
            <a:solidFill>
              <a:srgbClr val="5EED6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ثُفُجُ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8"/>
          </a:solidFill>
          <a:ln w="12700">
            <a:solidFill>
              <a:srgbClr val="E052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DB70"/>
          </a:solidFill>
          <a:ln w="12700">
            <a:solidFill>
              <a:srgbClr val="9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485"/>
          </a:solidFill>
          <a:ln w="12700">
            <a:solidFill>
              <a:srgbClr val="478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جُفُحُ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D864"/>
          </a:solidFill>
          <a:ln w="12700">
            <a:solidFill>
              <a:srgbClr val="A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4D147"/>
          </a:solidFill>
          <a:ln w="12700">
            <a:solidFill>
              <a:srgbClr val="B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حُفُخُ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خُفُدُ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D2B"/>
          </a:solidFill>
          <a:ln w="12700">
            <a:solidFill>
              <a:srgbClr val="642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A34"/>
          </a:solidFill>
          <a:ln w="12700">
            <a:solidFill>
              <a:srgbClr val="795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دُفُذُ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ذُفُرُ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CED"/>
          </a:solidFill>
          <a:ln w="12700">
            <a:solidFill>
              <a:srgbClr val="5E7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رُفُزُ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552"/>
          </a:solidFill>
          <a:ln w="12700">
            <a:solidFill>
              <a:srgbClr val="E0D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EDB"/>
          </a:solidFill>
          <a:ln w="12700">
            <a:solidFill>
              <a:srgbClr val="70A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زُفُسُ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9D8"/>
          </a:solidFill>
          <a:ln w="12700">
            <a:solidFill>
              <a:srgbClr val="64C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C"/>
          </a:solidFill>
          <a:ln w="12700">
            <a:solidFill>
              <a:srgbClr val="47D1C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سُفُشُ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شُفُصُ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صُفُضُ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ضُفُطُ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طُفُظُ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ظُفُعُ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عُفُغُ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5"/>
          </a:solidFill>
          <a:ln w="12700">
            <a:solidFill>
              <a:srgbClr val="47D16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2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2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قُأُ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قُبُ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قُتُ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قُثُ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قُجُ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قُحُ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قُخُ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قُدُ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قُذُ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قُرُ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قُزُ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قُسُ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قُشُ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قُصُ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قُضُ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قُطُ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قُظُ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قُعُ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B"/>
          </a:solidFill>
          <a:ln w="12700">
            <a:solidFill>
              <a:srgbClr val="ED5E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قُغُ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قُفُ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أُقُبُ</a:t>
            </a:r>
            <a:endParaRPr lang="ar-SA" sz="5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بُقُتُ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تُقُثُ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ثُقُجُ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جُقُحُ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حُقُخُ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خُقُدُ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دُقُذُ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ذُقُرُ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رُقُزُ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زُقُسُ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سُقُشُ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شُقُصُ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صُقُضُ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ضُقُطُ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طُقُظُ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ظُقُعُ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عُقُغُ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غُقُفُ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فُقُأُ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CE0"/>
          </a:solidFill>
          <a:ln w="12700">
            <a:solidFill>
              <a:srgbClr val="525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</a:t>
            </a:r>
            <a:endParaRPr lang="ar-SA" sz="8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64772" y="896112"/>
            <a:ext cx="20546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64772" y="896112"/>
            <a:ext cx="20546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424572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24572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2050" y="2834640"/>
            <a:ext cx="369990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2050" y="2834640"/>
            <a:ext cx="369990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فَتَحَهُ عُمَرُ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25417" y="896112"/>
            <a:ext cx="17200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25417" y="896112"/>
            <a:ext cx="17200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98562" y="896112"/>
            <a:ext cx="17068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98562" y="896112"/>
            <a:ext cx="1706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36889" y="2834640"/>
            <a:ext cx="30702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36889" y="2834640"/>
            <a:ext cx="30702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قَرَأَهُ عُمَرُ</a:t>
            </a:r>
            <a:endParaRPr lang="ar-SA" sz="4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48320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48320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96852" y="896112"/>
            <a:ext cx="20314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96852" y="896112"/>
            <a:ext cx="20314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وَقُرِئَ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47697" y="2834640"/>
            <a:ext cx="32486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47697" y="2834640"/>
            <a:ext cx="32486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فُتِحَ وَقُرِئَ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11-fa-qaf</dc:title>
  <dc:subject>PptxGenJS Presentation</dc:subject>
  <dc:creator>PptxGenJS</dc:creator>
  <cp:lastModifiedBy>PptxGenJS</cp:lastModifiedBy>
  <cp:revision>1</cp:revision>
  <dcterms:created xsi:type="dcterms:W3CDTF">2026-10-21T16:51:33Z</dcterms:created>
  <dcterms:modified xsi:type="dcterms:W3CDTF">2026-10-21T16:51:33Z</dcterms:modified>
</cp:coreProperties>
</file>