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notesMaster" Target="notesMasters/notesMaster1.xml"/><Relationship Id="rId114" Type="http://schemas.openxmlformats.org/officeDocument/2006/relationships/presProps" Target="presProps.xml"/><Relationship Id="rId115" Type="http://schemas.openxmlformats.org/officeDocument/2006/relationships/viewProps" Target="viewProps.xml"/><Relationship Id="rId116" Type="http://schemas.openxmlformats.org/officeDocument/2006/relationships/theme" Target="theme/theme1.xml"/><Relationship Id="rId1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F"/>
          </a:solidFill>
          <a:ln w="12700">
            <a:solidFill>
              <a:srgbClr val="5EED9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1100" dirty="0"/>
          </a:p>
        </p:txBody>
      </p:sp>
      <p:sp>
        <p:nvSpPr>
          <p:cNvPr id="20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11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E"/>
          </a:solidFill>
          <a:ln w="12700">
            <a:solidFill>
              <a:srgbClr val="E0528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8"/>
          </a:solidFill>
          <a:ln w="12700">
            <a:solidFill>
              <a:srgbClr val="70DB7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C85"/>
          </a:solidFill>
          <a:ln w="12700">
            <a:solidFill>
              <a:srgbClr val="476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عُأُ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DD864"/>
          </a:solidFill>
          <a:ln w="12700">
            <a:solidFill>
              <a:srgbClr val="7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CD147"/>
          </a:solidFill>
          <a:ln w="12700">
            <a:solidFill>
              <a:srgbClr val="7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عُبُ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عُتُ</a:t>
            </a:r>
            <a:endParaRPr lang="ar-SA" sz="10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52B"/>
          </a:solidFill>
          <a:ln w="12700">
            <a:solidFill>
              <a:srgbClr val="644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634"/>
          </a:solidFill>
          <a:ln w="12700">
            <a:solidFill>
              <a:srgbClr val="797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عُثُ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B5EED"/>
          </a:solidFill>
          <a:ln w="12700">
            <a:solidFill>
              <a:srgbClr val="7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2E052"/>
          </a:solidFill>
          <a:ln w="12700">
            <a:solidFill>
              <a:srgbClr val="B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3DB"/>
          </a:solidFill>
          <a:ln w="12700">
            <a:solidFill>
              <a:srgbClr val="708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B"/>
          </a:solidFill>
          <a:ln w="12700">
            <a:solidFill>
              <a:srgbClr val="8547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AD8"/>
          </a:solidFill>
          <a:ln w="12700">
            <a:solidFill>
              <a:srgbClr val="649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ED1"/>
          </a:solidFill>
          <a:ln w="12700">
            <a:solidFill>
              <a:srgbClr val="479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عُدُ</a:t>
            </a:r>
            <a:endParaRPr lang="ar-SA" sz="10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عُذُ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6"/>
          </a:solidFill>
          <a:ln w="12700">
            <a:solidFill>
              <a:srgbClr val="2B64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5"/>
          </a:solidFill>
          <a:ln w="12700">
            <a:solidFill>
              <a:srgbClr val="34796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عُرُ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عُزُ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5"/>
          </a:solidFill>
          <a:ln w="12700">
            <a:solidFill>
              <a:srgbClr val="ED5E6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عُسُ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5E0"/>
          </a:solidFill>
          <a:ln w="12700">
            <a:solidFill>
              <a:srgbClr val="52D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E"/>
          </a:solidFill>
          <a:ln w="12700">
            <a:solidFill>
              <a:srgbClr val="DB709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F47"/>
          </a:solidFill>
          <a:ln w="12700">
            <a:solidFill>
              <a:srgbClr val="857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عُشُ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7"/>
          </a:solidFill>
          <a:ln w="12700">
            <a:solidFill>
              <a:srgbClr val="D864B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1"/>
          </a:solidFill>
          <a:ln w="12700">
            <a:solidFill>
              <a:srgbClr val="D147C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عُصُ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عُضُ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E64"/>
          </a:solidFill>
          <a:ln w="12700">
            <a:solidFill>
              <a:srgbClr val="2B2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3479"/>
          </a:solidFill>
          <a:ln w="12700">
            <a:solidFill>
              <a:srgbClr val="5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عُطُ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عُظُ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9ED5E"/>
          </a:solidFill>
          <a:ln w="12700">
            <a:solidFill>
              <a:srgbClr val="8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أُعُبُ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852E0"/>
          </a:solidFill>
          <a:ln w="12700">
            <a:solidFill>
              <a:srgbClr val="C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8DB70"/>
          </a:solidFill>
          <a:ln w="12700">
            <a:solidFill>
              <a:srgbClr val="B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0"/>
          </a:solidFill>
          <a:ln w="12700">
            <a:solidFill>
              <a:srgbClr val="4785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بُعُتُ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4D864"/>
          </a:solidFill>
          <a:ln w="12700">
            <a:solidFill>
              <a:srgbClr val="D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F47"/>
          </a:solidFill>
          <a:ln w="12700">
            <a:solidFill>
              <a:srgbClr val="D1B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تُعُثُ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ثُعُجُ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C"/>
          </a:solidFill>
          <a:ln w="12700">
            <a:solidFill>
              <a:srgbClr val="642B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234"/>
          </a:solidFill>
          <a:ln w="12700">
            <a:solidFill>
              <a:srgbClr val="794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جُعُحُ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حُعُخُ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CED"/>
          </a:solidFill>
          <a:ln w="12700">
            <a:solidFill>
              <a:srgbClr val="5EA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خُعُدُ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452"/>
          </a:solidFill>
          <a:ln w="12700">
            <a:solidFill>
              <a:srgbClr val="E0A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3DB"/>
          </a:solidFill>
          <a:ln w="12700">
            <a:solidFill>
              <a:srgbClr val="70D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4785"/>
          </a:solidFill>
          <a:ln w="12700">
            <a:solidFill>
              <a:srgbClr val="6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دُعُذُ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F"/>
          </a:solidFill>
          <a:ln w="12700">
            <a:solidFill>
              <a:srgbClr val="64D8B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D"/>
          </a:solidFill>
          <a:ln w="12700">
            <a:solidFill>
              <a:srgbClr val="47D19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ذُعُرُ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رُعُزُ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642B"/>
          </a:solidFill>
          <a:ln w="12700">
            <a:solidFill>
              <a:srgbClr val="4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7934"/>
          </a:solidFill>
          <a:ln w="12700">
            <a:solidFill>
              <a:srgbClr val="3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زُعُسُ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سُعُشُ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0"/>
          </a:solidFill>
          <a:ln w="12700">
            <a:solidFill>
              <a:srgbClr val="ED5ED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شُعُصُ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1"/>
          </a:solidFill>
          <a:ln w="12700">
            <a:solidFill>
              <a:srgbClr val="52E08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70DB"/>
          </a:solidFill>
          <a:ln w="12700">
            <a:solidFill>
              <a:srgbClr val="C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147"/>
          </a:solidFill>
          <a:ln w="12700">
            <a:solidFill>
              <a:srgbClr val="855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صُعُضُ</a:t>
            </a:r>
            <a:endParaRPr lang="ar-SA" sz="5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264D8"/>
          </a:solidFill>
          <a:ln w="12700">
            <a:solidFill>
              <a:srgbClr val="A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A47D1"/>
          </a:solidFill>
          <a:ln w="12700">
            <a:solidFill>
              <a:srgbClr val="7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ضُعُطُ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طُعُظُ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979"/>
          </a:solidFill>
          <a:ln w="12700">
            <a:solidFill>
              <a:srgbClr val="344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ظُعُأُ</a:t>
            </a:r>
            <a:endParaRPr lang="ar-SA" sz="5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أُعُ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75E"/>
          </a:solidFill>
          <a:ln w="12700">
            <a:solidFill>
              <a:srgbClr val="EDE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بُعُ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D52E0"/>
          </a:solidFill>
          <a:ln w="12700">
            <a:solidFill>
              <a:srgbClr val="5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E70"/>
          </a:solidFill>
          <a:ln w="12700">
            <a:solidFill>
              <a:srgbClr val="DBA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8547"/>
          </a:solidFill>
          <a:ln w="12700">
            <a:solidFill>
              <a:srgbClr val="4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تُعُ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564"/>
          </a:solidFill>
          <a:ln w="12700">
            <a:solidFill>
              <a:srgbClr val="D88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847"/>
          </a:solidFill>
          <a:ln w="12700">
            <a:solidFill>
              <a:srgbClr val="D15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ثُعُ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جُعُ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2B64"/>
          </a:solidFill>
          <a:ln w="12700">
            <a:solidFill>
              <a:srgbClr val="6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A"/>
          </a:solidFill>
          <a:ln w="12700">
            <a:solidFill>
              <a:srgbClr val="7934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حُعُ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خُعُ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3"/>
          </a:solidFill>
          <a:ln w="12700">
            <a:solidFill>
              <a:srgbClr val="5EEDC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دُعُ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A"/>
          </a:solidFill>
          <a:ln w="12700">
            <a:solidFill>
              <a:srgbClr val="E0526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4"/>
          </a:solidFill>
          <a:ln w="12700">
            <a:solidFill>
              <a:srgbClr val="70DB9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C85"/>
          </a:solidFill>
          <a:ln w="12700">
            <a:solidFill>
              <a:srgbClr val="475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ذُعُ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9"/>
          </a:solidFill>
          <a:ln w="12700">
            <a:solidFill>
              <a:srgbClr val="64D8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9D147"/>
          </a:solidFill>
          <a:ln w="12700">
            <a:solidFill>
              <a:srgbClr val="5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رُعُ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زُعُ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7934"/>
          </a:solidFill>
          <a:ln w="12700">
            <a:solidFill>
              <a:srgbClr val="6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سُعُ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شُعُ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5EED"/>
          </a:solidFill>
          <a:ln w="12700">
            <a:solidFill>
              <a:srgbClr val="A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صُعُ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DE052"/>
          </a:solidFill>
          <a:ln w="12700">
            <a:solidFill>
              <a:srgbClr val="8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70DB"/>
          </a:solidFill>
          <a:ln w="12700">
            <a:solidFill>
              <a:srgbClr val="7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B"/>
          </a:solidFill>
          <a:ln w="12700">
            <a:solidFill>
              <a:srgbClr val="8547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ضُعُ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CD8"/>
          </a:solidFill>
          <a:ln w="12700">
            <a:solidFill>
              <a:srgbClr val="647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BD1"/>
          </a:solidFill>
          <a:ln w="12700">
            <a:solidFill>
              <a:srgbClr val="477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طُعُ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ظُعُ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5"/>
          </a:solidFill>
          <a:ln w="12700">
            <a:solidFill>
              <a:srgbClr val="2B64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6"/>
          </a:solidFill>
          <a:ln w="12700">
            <a:solidFill>
              <a:srgbClr val="3479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1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11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غُأُ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C5E"/>
          </a:solidFill>
          <a:ln w="12700">
            <a:solidFill>
              <a:srgbClr val="ED7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غُبُ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1E0"/>
          </a:solidFill>
          <a:ln w="12700">
            <a:solidFill>
              <a:srgbClr val="52B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2"/>
          </a:solidFill>
          <a:ln w="12700">
            <a:solidFill>
              <a:srgbClr val="DB70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غُتُ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9"/>
          </a:solidFill>
          <a:ln w="12700">
            <a:solidFill>
              <a:srgbClr val="D864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E"/>
          </a:solidFill>
          <a:ln w="12700">
            <a:solidFill>
              <a:srgbClr val="D1479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غُثُ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غُجُ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3479"/>
          </a:solidFill>
          <a:ln w="12700">
            <a:solidFill>
              <a:srgbClr val="6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غُحُ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غُخُ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ED5E"/>
          </a:solidFill>
          <a:ln w="12700">
            <a:solidFill>
              <a:srgbClr val="6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غُدُ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5"/>
          </a:solidFill>
          <a:ln w="12700">
            <a:solidFill>
              <a:srgbClr val="E052D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DB70"/>
          </a:solidFill>
          <a:ln w="12700">
            <a:solidFill>
              <a:srgbClr val="9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F"/>
          </a:solidFill>
          <a:ln w="12700">
            <a:solidFill>
              <a:srgbClr val="4785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غُذُ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6D864"/>
          </a:solidFill>
          <a:ln w="12700">
            <a:solidFill>
              <a:srgbClr val="B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0D147"/>
          </a:solidFill>
          <a:ln w="12700">
            <a:solidFill>
              <a:srgbClr val="C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غُرُ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غُزُ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D"/>
          </a:solidFill>
          <a:ln w="12700">
            <a:solidFill>
              <a:srgbClr val="642B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434"/>
          </a:solidFill>
          <a:ln w="12700">
            <a:solidFill>
              <a:srgbClr val="795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غُسُ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غُشُ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8ED"/>
          </a:solidFill>
          <a:ln w="12700">
            <a:solidFill>
              <a:srgbClr val="5E8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غُصُ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952"/>
          </a:solidFill>
          <a:ln w="12700">
            <a:solidFill>
              <a:srgbClr val="E0C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8DB"/>
          </a:solidFill>
          <a:ln w="12700">
            <a:solidFill>
              <a:srgbClr val="70B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غُضُ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3D8"/>
          </a:solidFill>
          <a:ln w="12700">
            <a:solidFill>
              <a:srgbClr val="64D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0"/>
          </a:solidFill>
          <a:ln w="12700">
            <a:solidFill>
              <a:srgbClr val="47D1C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غُطُ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غُظُ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3"/>
          </a:solidFill>
          <a:ln w="12700">
            <a:solidFill>
              <a:srgbClr val="3479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غُعُ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أُغُبُ</a:t>
            </a:r>
            <a:endParaRPr lang="ar-SA" sz="5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C"/>
          </a:solidFill>
          <a:ln w="12700">
            <a:solidFill>
              <a:srgbClr val="ED5EA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بُغُتُ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5"/>
          </a:solidFill>
          <a:ln w="12700">
            <a:solidFill>
              <a:srgbClr val="52E0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2"/>
          </a:solidFill>
          <a:ln w="12700">
            <a:solidFill>
              <a:srgbClr val="DB70D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147"/>
          </a:solidFill>
          <a:ln w="12700">
            <a:solidFill>
              <a:srgbClr val="856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تُغُثُ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064D8"/>
          </a:solidFill>
          <a:ln w="12700">
            <a:solidFill>
              <a:srgbClr val="C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47D1"/>
          </a:solidFill>
          <a:ln w="12700">
            <a:solidFill>
              <a:srgbClr val="9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ثُغُجُ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جُغُحُ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779"/>
          </a:solidFill>
          <a:ln w="12700">
            <a:solidFill>
              <a:srgbClr val="343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حُغُخُ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خُغُدُ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FED5E"/>
          </a:solidFill>
          <a:ln w="12700">
            <a:solidFill>
              <a:srgbClr val="C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دُغُذُ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252E0"/>
          </a:solidFill>
          <a:ln w="12700">
            <a:solidFill>
              <a:srgbClr val="8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A70"/>
          </a:solidFill>
          <a:ln w="12700">
            <a:solidFill>
              <a:srgbClr val="DBC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2"/>
          </a:solidFill>
          <a:ln w="12700">
            <a:solidFill>
              <a:srgbClr val="4785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ذُغُرُ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364"/>
          </a:solidFill>
          <a:ln w="12700">
            <a:solidFill>
              <a:srgbClr val="D8A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B47"/>
          </a:solidFill>
          <a:ln w="12700">
            <a:solidFill>
              <a:srgbClr val="D17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رُغُزُ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زُغُسُ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8"/>
          </a:solidFill>
          <a:ln w="12700">
            <a:solidFill>
              <a:srgbClr val="7934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سُغُشُ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شُغُصُ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8"/>
          </a:solidFill>
          <a:ln w="12700">
            <a:solidFill>
              <a:srgbClr val="5EEDE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صُغُضُ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E52"/>
          </a:solidFill>
          <a:ln w="12700">
            <a:solidFill>
              <a:srgbClr val="E05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F"/>
          </a:solidFill>
          <a:ln w="12700">
            <a:solidFill>
              <a:srgbClr val="70DBA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C85"/>
          </a:solidFill>
          <a:ln w="12700">
            <a:solidFill>
              <a:srgbClr val="474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ضُغُطُ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6"/>
          </a:solidFill>
          <a:ln w="12700">
            <a:solidFill>
              <a:srgbClr val="64D88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9"/>
          </a:solidFill>
          <a:ln w="12700">
            <a:solidFill>
              <a:srgbClr val="47D15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طُغُظُ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ظُغُعُ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22B"/>
          </a:solidFill>
          <a:ln w="12700">
            <a:solidFill>
              <a:srgbClr val="646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7934"/>
          </a:solidFill>
          <a:ln w="12700">
            <a:solidFill>
              <a:srgbClr val="5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عُغُأُ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أُغُ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45EED"/>
          </a:solidFill>
          <a:ln w="12700">
            <a:solidFill>
              <a:srgbClr val="C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بُغُ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9E052"/>
          </a:solidFill>
          <a:ln w="12700">
            <a:solidFill>
              <a:srgbClr val="6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70DB"/>
          </a:solidFill>
          <a:ln w="12700">
            <a:solidFill>
              <a:srgbClr val="9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C"/>
          </a:solidFill>
          <a:ln w="12700">
            <a:solidFill>
              <a:srgbClr val="8547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تُغُ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964D8"/>
          </a:solidFill>
          <a:ln w="12700">
            <a:solidFill>
              <a:srgbClr val="6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8D1"/>
          </a:solidFill>
          <a:ln w="12700">
            <a:solidFill>
              <a:srgbClr val="475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ثُغُ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جُغُ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B79"/>
          </a:solidFill>
          <a:ln w="12700">
            <a:solidFill>
              <a:srgbClr val="346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حُغُ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خُغُ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05E"/>
          </a:solidFill>
          <a:ln w="12700">
            <a:solidFill>
              <a:srgbClr val="EDA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دُغُ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CE0"/>
          </a:solidFill>
          <a:ln w="12700">
            <a:solidFill>
              <a:srgbClr val="528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A70"/>
          </a:solidFill>
          <a:ln w="12700">
            <a:solidFill>
              <a:srgbClr val="DB7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8547"/>
          </a:solidFill>
          <a:ln w="12700">
            <a:solidFill>
              <a:srgbClr val="6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ذُغُ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C"/>
          </a:solidFill>
          <a:ln w="12700">
            <a:solidFill>
              <a:srgbClr val="D8647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A"/>
          </a:solidFill>
          <a:ln w="12700">
            <a:solidFill>
              <a:srgbClr val="D1477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رُغُ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زُغُ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2B64"/>
          </a:solidFill>
          <a:ln w="12700">
            <a:solidFill>
              <a:srgbClr val="4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73479"/>
          </a:solidFill>
          <a:ln w="12700">
            <a:solidFill>
              <a:srgbClr val="7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سُغُ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شُغُ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D"/>
          </a:solidFill>
          <a:ln w="12700">
            <a:solidFill>
              <a:srgbClr val="5EED7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صُغُ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0"/>
          </a:solidFill>
          <a:ln w="12700">
            <a:solidFill>
              <a:srgbClr val="E052B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1DB70"/>
          </a:solidFill>
          <a:ln w="12700">
            <a:solidFill>
              <a:srgbClr val="8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A85"/>
          </a:solidFill>
          <a:ln w="12700">
            <a:solidFill>
              <a:srgbClr val="477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ضُغُ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9D864"/>
          </a:solidFill>
          <a:ln w="12700">
            <a:solidFill>
              <a:srgbClr val="9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DD147"/>
          </a:solidFill>
          <a:ln w="12700">
            <a:solidFill>
              <a:srgbClr val="9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طُغُ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ظُغُ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72B"/>
          </a:solidFill>
          <a:ln w="12700">
            <a:solidFill>
              <a:srgbClr val="643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634"/>
          </a:solidFill>
          <a:ln w="12700">
            <a:solidFill>
              <a:srgbClr val="796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عُغُ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560583" y="896112"/>
            <a:ext cx="22416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560583" y="896112"/>
            <a:ext cx="22416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غَسَلَهُ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341718" y="896112"/>
            <a:ext cx="18988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A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41718" y="896112"/>
            <a:ext cx="18988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21913" y="2834640"/>
            <a:ext cx="390017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21913" y="2834640"/>
            <a:ext cx="390017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غَسَلَهُ عُمَرُ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3ED"/>
          </a:solidFill>
          <a:ln w="12700">
            <a:solidFill>
              <a:srgbClr val="5E6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92221" y="896112"/>
            <a:ext cx="18931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C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92221" y="896112"/>
            <a:ext cx="18931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عَظُمَ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558607" y="896112"/>
            <a:ext cx="18135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C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58607" y="896112"/>
            <a:ext cx="18135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وَكَبُرَ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71394" y="2834640"/>
            <a:ext cx="340121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71394" y="2834640"/>
            <a:ext cx="340121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عَظُمَ وَكَبُرَ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4E052"/>
          </a:solidFill>
          <a:ln w="12700">
            <a:solidFill>
              <a:srgbClr val="D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CDB"/>
          </a:solidFill>
          <a:ln w="12700">
            <a:solidFill>
              <a:srgbClr val="709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4785"/>
          </a:solidFill>
          <a:ln w="12700">
            <a:solidFill>
              <a:srgbClr val="80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580849" y="896112"/>
            <a:ext cx="22651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6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580849" y="896112"/>
            <a:ext cx="22651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جَمَعَهُ</a:t>
            </a:r>
            <a:endParaRPr lang="ar-SA" sz="5600" dirty="0"/>
          </a:p>
        </p:txBody>
      </p:sp>
      <p:sp>
        <p:nvSpPr>
          <p:cNvPr id="17" name="C2 W2 pill"/>
          <p:cNvSpPr/>
          <p:nvPr/>
        </p:nvSpPr>
        <p:spPr>
          <a:xfrm>
            <a:off x="2297980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297980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579729" y="2834640"/>
            <a:ext cx="398454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579729" y="2834640"/>
            <a:ext cx="398454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جَمَعَهُ عُمَرُ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6D8"/>
          </a:solidFill>
          <a:ln w="12700">
            <a:solidFill>
              <a:srgbClr val="64B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FD1"/>
          </a:solidFill>
          <a:ln w="12700">
            <a:solidFill>
              <a:srgbClr val="47B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47217" y="896112"/>
            <a:ext cx="19887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4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47217" y="896112"/>
            <a:ext cx="19887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غُسِلَ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308051" y="896112"/>
            <a:ext cx="221912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4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08051" y="896112"/>
            <a:ext cx="22191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وَنَظُفَ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15392" y="2834640"/>
            <a:ext cx="391321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15392" y="2834640"/>
            <a:ext cx="391321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غُسِلَ وَنَظُفَ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111</Slides>
  <Notes>111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10-ain-ghain</dc:title>
  <dc:subject>PptxGenJS Presentation</dc:subject>
  <dc:creator>PptxGenJS</dc:creator>
  <cp:lastModifiedBy>PptxGenJS</cp:lastModifiedBy>
  <cp:revision>1</cp:revision>
  <dcterms:created xsi:type="dcterms:W3CDTF">2026-10-21T16:51:32Z</dcterms:created>
  <dcterms:modified xsi:type="dcterms:W3CDTF">2026-10-21T16:51:32Z</dcterms:modified>
</cp:coreProperties>
</file>