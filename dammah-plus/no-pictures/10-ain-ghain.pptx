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F"/>
          </a:solidFill>
          <a:ln w="12700">
            <a:solidFill>
              <a:srgbClr val="5EED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10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ED1"/>
          </a:solidFill>
          <a:ln w="12700">
            <a:solidFill>
              <a:srgbClr val="479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عُدُ</a:t>
            </a:r>
            <a:endParaRPr lang="ar-SA" sz="10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عُذُ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عُرُ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عُزُ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5E0"/>
          </a:solidFill>
          <a:ln w="12700">
            <a:solidFill>
              <a:srgbClr val="52D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عُشُ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عُصُ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عُضُ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أُعُبُ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تُعُثُ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ثُعُجُ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جُعُحُ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حُعُخُ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خُعُدُ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دُعُذُ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ذُعُرُ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رُعُزُ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زُعُسُ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سُعُشُ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شُعُصُ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صُعُضُ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ضُعُطُ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طُعُظُ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ظُعُأُ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غُدُ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غُذُ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غُرُ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غُزُ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غُسُ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غُشُ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غُصُ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غُضُ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غُطُ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غُظُ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غُعُ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أُغُبُ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تُغُثُ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ثُغُجُ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جُغُحُ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حُغُخُ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خُغُدُ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دُغُذُ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ذُغُرُ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رُغُزُ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زُغُسُ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سُغُشُ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شُغُصُ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صُغُضُ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ضُغُطُ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طُغُظُ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ظُغُعُ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60583" y="896112"/>
            <a:ext cx="22416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60583" y="896112"/>
            <a:ext cx="22416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4171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71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1913" y="2834640"/>
            <a:ext cx="390017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1913" y="2834640"/>
            <a:ext cx="390017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 عُمَرُ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2221" y="896112"/>
            <a:ext cx="18931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2221" y="896112"/>
            <a:ext cx="18931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8607" y="896112"/>
            <a:ext cx="181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C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8607" y="896112"/>
            <a:ext cx="181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وَكَبُرَ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1394" y="2834640"/>
            <a:ext cx="34012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1394" y="2834640"/>
            <a:ext cx="34012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 وَكَبُرَ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80849" y="896112"/>
            <a:ext cx="226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80849" y="896112"/>
            <a:ext cx="226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9798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9798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9729" y="2834640"/>
            <a:ext cx="39845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9729" y="2834640"/>
            <a:ext cx="39845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 عُمَرُ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217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217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08051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8051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15392" y="2834640"/>
            <a:ext cx="39132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15392" y="2834640"/>
            <a:ext cx="39132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 وَنَظُفَ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10-ain-ghain</dc:title>
  <dc:subject>PptxGenJS Presentation</dc:subject>
  <dc:creator>PptxGenJS</dc:creator>
  <cp:lastModifiedBy>PptxGenJS</cp:lastModifiedBy>
  <cp:revision>1</cp:revision>
  <dcterms:created xsi:type="dcterms:W3CDTF">2026-10-21T16:51:32Z</dcterms:created>
  <dcterms:modified xsi:type="dcterms:W3CDTF">2026-10-21T16:51:32Z</dcterms:modified>
</cp:coreProperties>
</file>