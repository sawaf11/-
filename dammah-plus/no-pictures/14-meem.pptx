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notesMaster" Target="notesMasters/notesMaster1.xml"/><Relationship Id="rId77" Type="http://schemas.openxmlformats.org/officeDocument/2006/relationships/presProps" Target="presProps.xml"/><Relationship Id="rId78" Type="http://schemas.openxmlformats.org/officeDocument/2006/relationships/viewProps" Target="viewProps.xml"/><Relationship Id="rId79" Type="http://schemas.openxmlformats.org/officeDocument/2006/relationships/theme" Target="theme/theme1.xml"/><Relationship Id="rId8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32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92B"/>
          </a:solidFill>
          <a:ln w="12700">
            <a:solidFill>
              <a:srgbClr val="6459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37934"/>
          </a:solidFill>
          <a:ln w="12700">
            <a:solidFill>
              <a:srgbClr val="63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11400" dirty="0"/>
          </a:p>
        </p:txBody>
      </p:sp>
      <p:sp>
        <p:nvSpPr>
          <p:cNvPr id="14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114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F7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مُأُ</a:t>
            </a:r>
            <a:endParaRPr lang="ar-SA" sz="5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F5EED"/>
          </a:solidFill>
          <a:ln w="12700">
            <a:solidFill>
              <a:srgbClr val="AF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مُبُ</a:t>
            </a:r>
            <a:endParaRPr lang="ar-SA" sz="9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3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EE052"/>
          </a:solidFill>
          <a:ln w="12700">
            <a:solidFill>
              <a:srgbClr val="7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570DB"/>
          </a:solidFill>
          <a:ln w="12700">
            <a:solidFill>
              <a:srgbClr val="85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4"/>
          </a:solidFill>
          <a:ln w="12700">
            <a:solidFill>
              <a:srgbClr val="85476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مُتُ</a:t>
            </a:r>
            <a:endParaRPr lang="ar-SA" sz="10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0D8"/>
          </a:solidFill>
          <a:ln w="12700">
            <a:solidFill>
              <a:srgbClr val="647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CD1"/>
          </a:solidFill>
          <a:ln w="12700">
            <a:solidFill>
              <a:srgbClr val="476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مُثُ</a:t>
            </a:r>
            <a:endParaRPr lang="ar-SA" sz="86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مُجُ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43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B"/>
          </a:solidFill>
          <a:ln w="12700">
            <a:solidFill>
              <a:srgbClr val="2B644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579"/>
          </a:solidFill>
          <a:ln w="12700">
            <a:solidFill>
              <a:srgbClr val="347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مُحُ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مُخُ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C5E"/>
          </a:solidFill>
          <a:ln w="12700">
            <a:solidFill>
              <a:srgbClr val="ED8C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مُدُ</a:t>
            </a:r>
            <a:endParaRPr lang="ar-SA" sz="109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4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1E0"/>
          </a:solidFill>
          <a:ln w="12700">
            <a:solidFill>
              <a:srgbClr val="52A1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2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6"/>
          </a:solidFill>
          <a:ln w="12700">
            <a:solidFill>
              <a:srgbClr val="DB707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48547"/>
          </a:solidFill>
          <a:ln w="12700">
            <a:solidFill>
              <a:srgbClr val="74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مُذُ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D"/>
          </a:solidFill>
          <a:ln w="12700">
            <a:solidFill>
              <a:srgbClr val="D8648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E"/>
          </a:solidFill>
          <a:ln w="12700">
            <a:solidFill>
              <a:srgbClr val="D1478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مُرُ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مُزُ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D2B64"/>
          </a:solidFill>
          <a:ln w="12700">
            <a:solidFill>
              <a:srgbClr val="3D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D3479"/>
          </a:solidFill>
          <a:ln w="12700">
            <a:solidFill>
              <a:srgbClr val="6D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مُسُ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C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مُشُ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8"/>
          </a:solidFill>
          <a:ln w="12700">
            <a:solidFill>
              <a:srgbClr val="5EED6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مُصُ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3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5"/>
          </a:solidFill>
          <a:ln w="12700">
            <a:solidFill>
              <a:srgbClr val="E052C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1DB70"/>
          </a:solidFill>
          <a:ln w="12700">
            <a:solidFill>
              <a:srgbClr val="91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385"/>
          </a:solidFill>
          <a:ln w="12700">
            <a:solidFill>
              <a:srgbClr val="4783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مُضُ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9D864"/>
          </a:solidFill>
          <a:ln w="12700">
            <a:solidFill>
              <a:srgbClr val="A9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1D147"/>
          </a:solidFill>
          <a:ln w="12700">
            <a:solidFill>
              <a:srgbClr val="B1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مُطُ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مُظُ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43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F2B"/>
          </a:solidFill>
          <a:ln w="12700">
            <a:solidFill>
              <a:srgbClr val="642F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B34"/>
          </a:solidFill>
          <a:ln w="12700">
            <a:solidFill>
              <a:srgbClr val="795B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مُعُ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مُغُ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8ED"/>
          </a:solidFill>
          <a:ln w="12700">
            <a:solidFill>
              <a:srgbClr val="5E78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مُفُ</a:t>
            </a:r>
            <a:endParaRPr lang="ar-SA" sz="8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432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852"/>
          </a:solidFill>
          <a:ln w="12700">
            <a:solidFill>
              <a:srgbClr val="E0D8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5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CDB"/>
          </a:solidFill>
          <a:ln w="12700">
            <a:solidFill>
              <a:srgbClr val="70AC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74785"/>
          </a:solidFill>
          <a:ln w="12700">
            <a:solidFill>
              <a:srgbClr val="77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مُقُ</a:t>
            </a:r>
            <a:endParaRPr lang="ar-SA" sz="8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6D8"/>
          </a:solidFill>
          <a:ln w="12700">
            <a:solidFill>
              <a:srgbClr val="64C6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F"/>
          </a:solidFill>
          <a:ln w="12700">
            <a:solidFill>
              <a:srgbClr val="47D1C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مُكُ</a:t>
            </a:r>
            <a:endParaRPr lang="ar-SA" sz="8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مُلُ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3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5642B"/>
          </a:solidFill>
          <a:ln w="12700">
            <a:solidFill>
              <a:srgbClr val="35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A"/>
          </a:solidFill>
          <a:ln w="12700">
            <a:solidFill>
              <a:srgbClr val="34794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4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أُمُبُ</a:t>
            </a:r>
            <a:endParaRPr lang="ar-SA" sz="5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D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1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بُمُتُ</a:t>
            </a:r>
            <a:endParaRPr lang="ar-SA" sz="8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C"/>
          </a:solidFill>
          <a:ln w="12700">
            <a:solidFill>
              <a:srgbClr val="ED5E9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1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تُمُثُ</a:t>
            </a:r>
            <a:endParaRPr lang="ar-SA" sz="7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43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5"/>
          </a:solidFill>
          <a:ln w="12700">
            <a:solidFill>
              <a:srgbClr val="52E0B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E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6"/>
          </a:solidFill>
          <a:ln w="12700">
            <a:solidFill>
              <a:srgbClr val="DB70C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847"/>
          </a:solidFill>
          <a:ln w="12700">
            <a:solidFill>
              <a:srgbClr val="8568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ثُمُجُ</a:t>
            </a:r>
            <a:endParaRPr lang="ar-SA" sz="6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D64D8"/>
          </a:solidFill>
          <a:ln w="12700">
            <a:solidFill>
              <a:srgbClr val="CD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D47D1"/>
          </a:solidFill>
          <a:ln w="12700">
            <a:solidFill>
              <a:srgbClr val="A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جُمُحُ</a:t>
            </a:r>
            <a:endParaRPr lang="ar-SA" sz="66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حُمُخُ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4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364"/>
          </a:solidFill>
          <a:ln w="12700">
            <a:solidFill>
              <a:srgbClr val="2B43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93479"/>
          </a:solidFill>
          <a:ln w="12700">
            <a:solidFill>
              <a:srgbClr val="3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خُمُدُ</a:t>
            </a:r>
            <a:endParaRPr lang="ar-SA" sz="83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1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دُمُذُ</a:t>
            </a:r>
            <a:endParaRPr lang="ar-SA" sz="7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FED5E"/>
          </a:solidFill>
          <a:ln w="12700">
            <a:solidFill>
              <a:srgbClr val="B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1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ذُمُرُ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41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152E0"/>
          </a:solidFill>
          <a:ln w="12700">
            <a:solidFill>
              <a:srgbClr val="91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670"/>
          </a:solidFill>
          <a:ln w="12700">
            <a:solidFill>
              <a:srgbClr val="DBD6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8"/>
          </a:solidFill>
          <a:ln w="12700">
            <a:solidFill>
              <a:srgbClr val="47855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1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رُمُزُ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064"/>
          </a:solidFill>
          <a:ln w="12700">
            <a:solidFill>
              <a:srgbClr val="D8B0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B47"/>
          </a:solidFill>
          <a:ln w="12700">
            <a:solidFill>
              <a:srgbClr val="D18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زُمُسُ</a:t>
            </a:r>
            <a:endParaRPr lang="ar-SA" sz="6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سُمُشُ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3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2"/>
          </a:solidFill>
          <a:ln w="12700">
            <a:solidFill>
              <a:srgbClr val="642B5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0"/>
          </a:solidFill>
          <a:ln w="12700">
            <a:solidFill>
              <a:srgbClr val="79344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8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8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شُمُصُ</a:t>
            </a:r>
            <a:endParaRPr lang="ar-SA" sz="59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صُمُضُ</a:t>
            </a:r>
            <a:endParaRPr lang="ar-SA" sz="5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3ED"/>
          </a:solidFill>
          <a:ln w="12700">
            <a:solidFill>
              <a:srgbClr val="5EE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ضُمُطُ</a:t>
            </a:r>
            <a:endParaRPr lang="ar-SA" sz="6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43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E52"/>
          </a:solidFill>
          <a:ln w="12700">
            <a:solidFill>
              <a:srgbClr val="E06E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3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B"/>
          </a:solidFill>
          <a:ln w="12700">
            <a:solidFill>
              <a:srgbClr val="70DBB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94785"/>
          </a:solidFill>
          <a:ln w="12700">
            <a:solidFill>
              <a:srgbClr val="49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طُمُظُ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3"/>
          </a:solidFill>
          <a:ln w="12700">
            <a:solidFill>
              <a:srgbClr val="64D89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8"/>
          </a:solidFill>
          <a:ln w="12700">
            <a:solidFill>
              <a:srgbClr val="47D16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ظُمُعُ</a:t>
            </a:r>
            <a:endParaRPr lang="ar-SA" sz="6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عُمُغُ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432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0642B"/>
          </a:solidFill>
          <a:ln w="12700">
            <a:solidFill>
              <a:srgbClr val="6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27934"/>
          </a:solidFill>
          <a:ln w="12700">
            <a:solidFill>
              <a:srgbClr val="52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غُمُفُ</a:t>
            </a:r>
            <a:endParaRPr lang="ar-SA" sz="7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فُمُقُ</a:t>
            </a:r>
            <a:endParaRPr lang="ar-SA" sz="6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45EED"/>
          </a:solidFill>
          <a:ln w="12700">
            <a:solidFill>
              <a:srgbClr val="D4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1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قُمُكُ</a:t>
            </a:r>
            <a:endParaRPr lang="ar-SA" sz="6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2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9E052"/>
          </a:solidFill>
          <a:ln w="12700">
            <a:solidFill>
              <a:srgbClr val="59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070DB"/>
          </a:solidFill>
          <a:ln w="12700">
            <a:solidFill>
              <a:srgbClr val="A0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5"/>
          </a:solidFill>
          <a:ln w="12700">
            <a:solidFill>
              <a:srgbClr val="85475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1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كُمُلُ</a:t>
            </a:r>
            <a:endParaRPr lang="ar-SA" sz="6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664D8"/>
          </a:solidFill>
          <a:ln w="12700">
            <a:solidFill>
              <a:srgbClr val="76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49D1"/>
          </a:solidFill>
          <a:ln w="12700">
            <a:solidFill>
              <a:srgbClr val="4749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لُمُأُ</a:t>
            </a:r>
            <a:endParaRPr lang="ar-SA" sz="5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أُمُ</a:t>
            </a:r>
            <a:endParaRPr lang="ar-SA" sz="5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44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A"/>
          </a:solidFill>
          <a:ln w="12700">
            <a:solidFill>
              <a:srgbClr val="2B645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379"/>
          </a:solidFill>
          <a:ln w="12700">
            <a:solidFill>
              <a:srgbClr val="3463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بُمُ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تُمُ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05E"/>
          </a:solidFill>
          <a:ln w="12700">
            <a:solidFill>
              <a:srgbClr val="EDB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ثُمُ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43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DE0"/>
          </a:solidFill>
          <a:ln w="12700">
            <a:solidFill>
              <a:srgbClr val="527D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0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570"/>
          </a:solidFill>
          <a:ln w="12700">
            <a:solidFill>
              <a:srgbClr val="DB85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48547"/>
          </a:solidFill>
          <a:ln w="12700">
            <a:solidFill>
              <a:srgbClr val="64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جُمُ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F"/>
          </a:solidFill>
          <a:ln w="12700">
            <a:solidFill>
              <a:srgbClr val="D8646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B"/>
          </a:solidFill>
          <a:ln w="12700">
            <a:solidFill>
              <a:srgbClr val="D1476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حُمُ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خُمُ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1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C2B64"/>
          </a:solidFill>
          <a:ln w="12700">
            <a:solidFill>
              <a:srgbClr val="4C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4"/>
          </a:solidFill>
          <a:ln w="12700">
            <a:solidFill>
              <a:srgbClr val="79347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دُمُ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ذُمُ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D"/>
          </a:solidFill>
          <a:ln w="12700">
            <a:solidFill>
              <a:srgbClr val="5EED8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رُمُ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4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0"/>
          </a:solidFill>
          <a:ln w="12700">
            <a:solidFill>
              <a:srgbClr val="E052A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6DB70"/>
          </a:solidFill>
          <a:ln w="12700">
            <a:solidFill>
              <a:srgbClr val="76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385"/>
          </a:solidFill>
          <a:ln w="12700">
            <a:solidFill>
              <a:srgbClr val="4773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زُمُ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CD864"/>
          </a:solidFill>
          <a:ln w="12700">
            <a:solidFill>
              <a:srgbClr val="8C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DD147"/>
          </a:solidFill>
          <a:ln w="12700">
            <a:solidFill>
              <a:srgbClr val="8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سُمُ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5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شُمُ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43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D2B"/>
          </a:solidFill>
          <a:ln w="12700">
            <a:solidFill>
              <a:srgbClr val="643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D34"/>
          </a:solidFill>
          <a:ln w="12700">
            <a:solidFill>
              <a:srgbClr val="796D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صُمُ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ضُمُ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95EED"/>
          </a:solidFill>
          <a:ln w="12700">
            <a:solidFill>
              <a:srgbClr val="6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طُمُ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433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4E052"/>
          </a:solidFill>
          <a:ln w="12700">
            <a:solidFill>
              <a:srgbClr val="C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B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0DB"/>
          </a:solidFill>
          <a:ln w="12700">
            <a:solidFill>
              <a:srgbClr val="709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3"/>
          </a:solidFill>
          <a:ln w="12700">
            <a:solidFill>
              <a:srgbClr val="85478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ظُمُ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9D8"/>
          </a:solidFill>
          <a:ln w="12700">
            <a:solidFill>
              <a:srgbClr val="64A9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0D1"/>
          </a:solidFill>
          <a:ln w="12700">
            <a:solidFill>
              <a:srgbClr val="47B0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عُمُ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غُمُ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2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F"/>
          </a:solidFill>
          <a:ln w="12700">
            <a:solidFill>
              <a:srgbClr val="2B642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C"/>
          </a:solidFill>
          <a:ln w="12700">
            <a:solidFill>
              <a:srgbClr val="34795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فُمُ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قُمُ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7"/>
          </a:solidFill>
          <a:ln w="12700">
            <a:solidFill>
              <a:srgbClr val="ED5E7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كُمُ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44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9"/>
          </a:solidFill>
          <a:ln w="12700">
            <a:solidFill>
              <a:srgbClr val="52E0D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4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B"/>
          </a:solidFill>
          <a:ln w="12700">
            <a:solidFill>
              <a:srgbClr val="DB70A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747"/>
          </a:solidFill>
          <a:ln w="12700">
            <a:solidFill>
              <a:srgbClr val="8577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9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لُمُ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6"/>
          </a:solidFill>
          <a:ln w="12700">
            <a:solidFill>
              <a:srgbClr val="D864C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047D1"/>
          </a:solidFill>
          <a:ln w="12700">
            <a:solidFill>
              <a:srgbClr val="D0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77858" y="896112"/>
            <a:ext cx="169749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C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77858" y="896112"/>
            <a:ext cx="169749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كَرُمَ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468644" y="896112"/>
            <a:ext cx="218917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C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68644" y="896112"/>
            <a:ext cx="218917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وَعَظُمَ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79475" y="2834640"/>
            <a:ext cx="358505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79475" y="2834640"/>
            <a:ext cx="358505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كَرُمَ وَعَظُمَ</a:t>
            </a:r>
            <a:endParaRPr lang="ar-SA" sz="4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656270" y="896112"/>
            <a:ext cx="185831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AE2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656270" y="896112"/>
            <a:ext cx="185831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فَهِمَهُ</a:t>
            </a:r>
            <a:endParaRPr lang="ar-SA" sz="4400" dirty="0"/>
          </a:p>
        </p:txBody>
      </p:sp>
      <p:sp>
        <p:nvSpPr>
          <p:cNvPr id="13" name="C2 W2 pill"/>
          <p:cNvSpPr/>
          <p:nvPr/>
        </p:nvSpPr>
        <p:spPr>
          <a:xfrm>
            <a:off x="2629416" y="896112"/>
            <a:ext cx="170681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6A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629416" y="896112"/>
            <a:ext cx="170681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44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8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949046" y="2834640"/>
            <a:ext cx="324590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949046" y="2834640"/>
            <a:ext cx="324590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فَهِمَهُ عُمَرُ</a:t>
            </a:r>
            <a:endParaRPr lang="ar-SA" sz="45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143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564"/>
          </a:solidFill>
          <a:ln w="12700">
            <a:solidFill>
              <a:srgbClr val="2B3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B3479"/>
          </a:solidFill>
          <a:ln w="12700">
            <a:solidFill>
              <a:srgbClr val="4B3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923233" y="896112"/>
            <a:ext cx="173144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37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923233" y="896112"/>
            <a:ext cx="173144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جُمِعَ</a:t>
            </a:r>
            <a:endParaRPr lang="ar-SA" sz="4600" dirty="0"/>
          </a:p>
        </p:txBody>
      </p:sp>
      <p:sp>
        <p:nvSpPr>
          <p:cNvPr id="14" name="C2 W2 pill"/>
          <p:cNvSpPr/>
          <p:nvPr/>
        </p:nvSpPr>
        <p:spPr>
          <a:xfrm>
            <a:off x="2489326" y="896112"/>
            <a:ext cx="211386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37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489326" y="896112"/>
            <a:ext cx="211386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وَحُمِلَ</a:t>
            </a:r>
            <a:endParaRPr lang="ar-SA" sz="4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B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815126" y="2834640"/>
            <a:ext cx="351374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815126" y="2834640"/>
            <a:ext cx="351374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جُمِعَ وَحُمِلَ</a:t>
            </a:r>
            <a:endParaRPr lang="ar-SA" sz="4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27142" y="896112"/>
            <a:ext cx="175923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67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27142" y="896112"/>
            <a:ext cx="175923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سَلِمَ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657619" y="896112"/>
            <a:ext cx="174948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67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657619" y="896112"/>
            <a:ext cx="174948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9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965464" y="2834640"/>
            <a:ext cx="321307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965464" y="2834640"/>
            <a:ext cx="321307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سَلِمَ عُمَرُ</a:t>
            </a:r>
            <a:endParaRPr lang="ar-SA" sz="4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74</Slides>
  <Notes>74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74</vt:i4>
      </vt:variant>
    </vt:vector>
  </HeadingPairs>
  <TitlesOfParts>
    <vt:vector size="7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Dammah reading 14-meem</dc:title>
  <dc:subject>PptxGenJS Presentation</dc:subject>
  <dc:creator>PptxGenJS</dc:creator>
  <cp:lastModifiedBy>PptxGenJS</cp:lastModifiedBy>
  <cp:revision>1</cp:revision>
  <dcterms:created xsi:type="dcterms:W3CDTF">2026-10-21T16:51:33Z</dcterms:created>
  <dcterms:modified xsi:type="dcterms:W3CDTF">2026-10-21T16:51:33Z</dcterms:modified>
</cp:coreProperties>
</file>