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1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11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5EED"/>
          </a:solidFill>
          <a:ln w="12700">
            <a:solidFill>
              <a:srgbClr val="A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E052"/>
          </a:solidFill>
          <a:ln w="12700">
            <a:solidFill>
              <a:srgbClr val="7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70DB"/>
          </a:solidFill>
          <a:ln w="12700">
            <a:solidFill>
              <a:srgbClr val="8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مُتُ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0D8"/>
          </a:solidFill>
          <a:ln w="12700">
            <a:solidFill>
              <a:srgbClr val="647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CD1"/>
          </a:solidFill>
          <a:ln w="12700">
            <a:solidFill>
              <a:srgbClr val="476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C5E"/>
          </a:solidFill>
          <a:ln w="12700">
            <a:solidFill>
              <a:srgbClr val="ED8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مُدُ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1E0"/>
          </a:solidFill>
          <a:ln w="12700">
            <a:solidFill>
              <a:srgbClr val="52A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6"/>
          </a:solidFill>
          <a:ln w="12700">
            <a:solidFill>
              <a:srgbClr val="DB70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E"/>
          </a:solidFill>
          <a:ln w="12700">
            <a:solidFill>
              <a:srgbClr val="D147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مُسُ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8"/>
          </a:solidFill>
          <a:ln w="12700">
            <a:solidFill>
              <a:srgbClr val="5EED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5"/>
          </a:solidFill>
          <a:ln w="12700">
            <a:solidFill>
              <a:srgbClr val="E052C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DB70"/>
          </a:solidFill>
          <a:ln w="12700">
            <a:solidFill>
              <a:srgbClr val="9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مُضُ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D864"/>
          </a:solidFill>
          <a:ln w="12700">
            <a:solidFill>
              <a:srgbClr val="A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D147"/>
          </a:solidFill>
          <a:ln w="12700">
            <a:solidFill>
              <a:srgbClr val="B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8ED"/>
          </a:solidFill>
          <a:ln w="12700">
            <a:solidFill>
              <a:srgbClr val="5E7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مُفُ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852"/>
          </a:solidFill>
          <a:ln w="12700">
            <a:solidFill>
              <a:srgbClr val="E0D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CDB"/>
          </a:solidFill>
          <a:ln w="12700">
            <a:solidFill>
              <a:srgbClr val="70A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مُقُ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6D8"/>
          </a:solidFill>
          <a:ln w="12700">
            <a:solidFill>
              <a:srgbClr val="64C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F"/>
          </a:solidFill>
          <a:ln w="12700">
            <a:solidFill>
              <a:srgbClr val="47D1C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مُكُ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مُلُ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أُمُبُ</a:t>
            </a:r>
            <a:endParaRPr lang="ar-SA" sz="5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بُمُتُ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C"/>
          </a:solidFill>
          <a:ln w="12700">
            <a:solidFill>
              <a:srgbClr val="ED5E9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تُمُثُ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5"/>
          </a:solidFill>
          <a:ln w="12700">
            <a:solidFill>
              <a:srgbClr val="52E0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6"/>
          </a:solidFill>
          <a:ln w="12700">
            <a:solidFill>
              <a:srgbClr val="DB70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ثُمُجُ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64D8"/>
          </a:solidFill>
          <a:ln w="12700">
            <a:solidFill>
              <a:srgbClr val="C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47D1"/>
          </a:solidFill>
          <a:ln w="12700">
            <a:solidFill>
              <a:srgbClr val="A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جُمُحُ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حُمُخُ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3479"/>
          </a:solidFill>
          <a:ln w="12700">
            <a:solidFill>
              <a:srgbClr val="3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خُمُدُ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دُمُذُ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ED5E"/>
          </a:solidFill>
          <a:ln w="12700">
            <a:solidFill>
              <a:srgbClr val="B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ذُمُرُ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52E0"/>
          </a:solidFill>
          <a:ln w="12700">
            <a:solidFill>
              <a:srgbClr val="9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رُمُزُ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064"/>
          </a:solidFill>
          <a:ln w="12700">
            <a:solidFill>
              <a:srgbClr val="D8B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زُمُسُ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سُمُشُ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شُمُصُ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صُمُضُ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3ED"/>
          </a:solidFill>
          <a:ln w="12700">
            <a:solidFill>
              <a:srgbClr val="5EE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ضُمُطُ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طُمُظُ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3"/>
          </a:solidFill>
          <a:ln w="12700">
            <a:solidFill>
              <a:srgbClr val="64D8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8"/>
          </a:solidFill>
          <a:ln w="12700">
            <a:solidFill>
              <a:srgbClr val="47D16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ظُمُعُ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عُمُغُ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غُمُفُ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فُمُقُ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5EED"/>
          </a:solidFill>
          <a:ln w="12700">
            <a:solidFill>
              <a:srgbClr val="D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قُمُكُ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E052"/>
          </a:solidFill>
          <a:ln w="12700">
            <a:solidFill>
              <a:srgbClr val="5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70DB"/>
          </a:solidFill>
          <a:ln w="12700">
            <a:solidFill>
              <a:srgbClr val="A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كُمُلُ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664D8"/>
          </a:solidFill>
          <a:ln w="12700">
            <a:solidFill>
              <a:srgbClr val="7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9D1"/>
          </a:solidFill>
          <a:ln w="12700">
            <a:solidFill>
              <a:srgbClr val="474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لُمُأُ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أُمُ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بُمُ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05E"/>
          </a:solidFill>
          <a:ln w="12700">
            <a:solidFill>
              <a:srgbClr val="EDB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DE0"/>
          </a:solidFill>
          <a:ln w="12700">
            <a:solidFill>
              <a:srgbClr val="527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570"/>
          </a:solidFill>
          <a:ln w="12700">
            <a:solidFill>
              <a:srgbClr val="DB8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F"/>
          </a:solidFill>
          <a:ln w="12700">
            <a:solidFill>
              <a:srgbClr val="D8646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B"/>
          </a:solidFill>
          <a:ln w="12700">
            <a:solidFill>
              <a:srgbClr val="D147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حُمُ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خُمُ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دُمُ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ذُمُ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رُمُ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زُمُ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D864"/>
          </a:solidFill>
          <a:ln w="12700">
            <a:solidFill>
              <a:srgbClr val="8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سُمُ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شُمُ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صُمُ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ضُمُ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5EED"/>
          </a:solidFill>
          <a:ln w="12700">
            <a:solidFill>
              <a:srgbClr val="6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طُمُ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E052"/>
          </a:solidFill>
          <a:ln w="12700">
            <a:solidFill>
              <a:srgbClr val="C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ظُمُ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9D8"/>
          </a:solidFill>
          <a:ln w="12700">
            <a:solidFill>
              <a:srgbClr val="64A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0D1"/>
          </a:solidFill>
          <a:ln w="12700">
            <a:solidFill>
              <a:srgbClr val="47B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غُمُ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فُمُ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قُمُ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كُمُ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9"/>
          </a:solidFill>
          <a:ln w="12700">
            <a:solidFill>
              <a:srgbClr val="52E0D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لُمُ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6"/>
          </a:solidFill>
          <a:ln w="12700">
            <a:solidFill>
              <a:srgbClr val="D864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47D1"/>
          </a:solidFill>
          <a:ln w="12700">
            <a:solidFill>
              <a:srgbClr val="D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77858" y="896112"/>
            <a:ext cx="16974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77858" y="896112"/>
            <a:ext cx="16974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كَرُمَ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68644" y="896112"/>
            <a:ext cx="21891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68644" y="896112"/>
            <a:ext cx="21891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وَعَظُمَ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9475" y="2834640"/>
            <a:ext cx="35850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9475" y="2834640"/>
            <a:ext cx="35850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كَرُمَ وَعَظُمَ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56270" y="896112"/>
            <a:ext cx="18583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56270" y="896112"/>
            <a:ext cx="18583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629416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A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29416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9046" y="2834640"/>
            <a:ext cx="32459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9046" y="2834640"/>
            <a:ext cx="32459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 عُمَرُ</a:t>
            </a:r>
            <a:endParaRPr lang="ar-SA" sz="4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7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وَحُمِلَ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 وَحُمِلَ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27142" y="896112"/>
            <a:ext cx="17592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7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27142" y="896112"/>
            <a:ext cx="17592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57619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57619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65464" y="2834640"/>
            <a:ext cx="32130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65464" y="2834640"/>
            <a:ext cx="32130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 عُمَرُ</a:t>
            </a:r>
            <a:endParaRPr lang="ar-SA" sz="4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14-meem</dc:title>
  <dc:subject>PptxGenJS Presentation</dc:subject>
  <dc:creator>PptxGenJS</dc:creator>
  <cp:lastModifiedBy>PptxGenJS</cp:lastModifiedBy>
  <cp:revision>1</cp:revision>
  <dcterms:created xsi:type="dcterms:W3CDTF">2026-10-21T16:51:33Z</dcterms:created>
  <dcterms:modified xsi:type="dcterms:W3CDTF">2026-10-21T16:51:33Z</dcterms:modified>
</cp:coreProperties>
</file>