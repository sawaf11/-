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أُجُبُ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بُجُتُ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تُجُثُ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ثُجُحُ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حُجُخُ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خُجُدُ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دُجُأُ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بُحُتُ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تُحُثُ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ثُحُجُ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جُحُخُ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خُحُدُ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1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أُخُبُ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بُخُتُ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تُخُثُ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ثُخُجُ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جُخُحُ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حُخُدُ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9568" y="896112"/>
            <a:ext cx="17408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9568" y="896112"/>
            <a:ext cx="17408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3620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3620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وَرُزِقَ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066" y="2834640"/>
            <a:ext cx="3425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066" y="2834640"/>
            <a:ext cx="3425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خُلِقَ وَرُزِقَ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278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278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326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326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68245" y="2834640"/>
            <a:ext cx="320751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68245" y="2834640"/>
            <a:ext cx="320751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عُمَرُ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04-jeem-ha-kha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