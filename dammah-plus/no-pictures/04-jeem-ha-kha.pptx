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8ED"/>
          </a:solidFill>
          <a:ln w="12700">
            <a:solidFill>
              <a:srgbClr val="5ED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11100" dirty="0"/>
          </a:p>
        </p:txBody>
      </p:sp>
      <p:sp>
        <p:nvSpPr>
          <p:cNvPr id="20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111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3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952"/>
          </a:solidFill>
          <a:ln w="12700">
            <a:solidFill>
              <a:srgbClr val="E07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3"/>
          </a:solidFill>
          <a:ln w="12700">
            <a:solidFill>
              <a:srgbClr val="70DBC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E4785"/>
          </a:solidFill>
          <a:ln w="12700">
            <a:solidFill>
              <a:srgbClr val="4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جُأُ</a:t>
            </a:r>
            <a:endParaRPr lang="ar-SA" sz="5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C"/>
          </a:solidFill>
          <a:ln w="12700">
            <a:solidFill>
              <a:srgbClr val="64D89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3"/>
          </a:solidFill>
          <a:ln w="12700">
            <a:solidFill>
              <a:srgbClr val="47D17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جُبُ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جُتُ</a:t>
            </a:r>
            <a:endParaRPr lang="ar-SA" sz="9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3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B642B"/>
          </a:solidFill>
          <a:ln w="12700">
            <a:solidFill>
              <a:srgbClr val="5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C7934"/>
          </a:solidFill>
          <a:ln w="12700">
            <a:solidFill>
              <a:srgbClr val="4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جُثُ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جُحُ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F5EED"/>
          </a:solidFill>
          <a:ln w="12700">
            <a:solidFill>
              <a:srgbClr val="D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جُخُ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5"/>
          </a:solidFill>
          <a:ln w="12700">
            <a:solidFill>
              <a:srgbClr val="52E05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970DB"/>
          </a:solidFill>
          <a:ln w="12700">
            <a:solidFill>
              <a:srgbClr val="A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0"/>
          </a:solidFill>
          <a:ln w="12700">
            <a:solidFill>
              <a:srgbClr val="85475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جُدُ</a:t>
            </a:r>
            <a:endParaRPr lang="ar-SA" sz="9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F64D8"/>
          </a:solidFill>
          <a:ln w="12700">
            <a:solidFill>
              <a:srgbClr val="7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147D1"/>
          </a:solidFill>
          <a:ln w="12700">
            <a:solidFill>
              <a:srgbClr val="5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أُجُبُ</a:t>
            </a:r>
            <a:endParaRPr lang="ar-SA" sz="5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بُجُتُ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4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E"/>
          </a:solidFill>
          <a:ln w="12700">
            <a:solidFill>
              <a:srgbClr val="2B645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E79"/>
          </a:solidFill>
          <a:ln w="12700">
            <a:solidFill>
              <a:srgbClr val="345E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تُجُثُ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ثُجُحُ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B5E"/>
          </a:solidFill>
          <a:ln w="12700">
            <a:solidFill>
              <a:srgbClr val="EDB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حُجُخُ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3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1E0"/>
          </a:solidFill>
          <a:ln w="12700">
            <a:solidFill>
              <a:srgbClr val="5271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E70"/>
          </a:solidFill>
          <a:ln w="12700">
            <a:solidFill>
              <a:srgbClr val="DB8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F8547"/>
          </a:solidFill>
          <a:ln w="12700">
            <a:solidFill>
              <a:srgbClr val="5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خُجُدُ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6"/>
          </a:solidFill>
          <a:ln w="12700">
            <a:solidFill>
              <a:srgbClr val="D8646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0"/>
          </a:solidFill>
          <a:ln w="12700">
            <a:solidFill>
              <a:srgbClr val="D1476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دُجُأُ</a:t>
            </a:r>
            <a:endParaRPr lang="ar-SA" sz="5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أُجُ</a:t>
            </a:r>
            <a:endParaRPr lang="ar-SA" sz="5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02B64"/>
          </a:solidFill>
          <a:ln w="12700">
            <a:solidFill>
              <a:srgbClr val="5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F"/>
          </a:solidFill>
          <a:ln w="12700">
            <a:solidFill>
              <a:srgbClr val="7934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بُجُ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تُجُ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8"/>
          </a:solidFill>
          <a:ln w="12700">
            <a:solidFill>
              <a:srgbClr val="5EED9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ثُجُ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3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5"/>
          </a:solidFill>
          <a:ln w="12700">
            <a:solidFill>
              <a:srgbClr val="E0529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3"/>
          </a:solidFill>
          <a:ln w="12700">
            <a:solidFill>
              <a:srgbClr val="70DB7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F85"/>
          </a:solidFill>
          <a:ln w="12700">
            <a:solidFill>
              <a:srgbClr val="476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حُجُ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3D864"/>
          </a:solidFill>
          <a:ln w="12700">
            <a:solidFill>
              <a:srgbClr val="8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3D147"/>
          </a:solidFill>
          <a:ln w="12700">
            <a:solidFill>
              <a:srgbClr val="8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خُجُ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دُجُ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3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22B"/>
          </a:solidFill>
          <a:ln w="12700">
            <a:solidFill>
              <a:srgbClr val="644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334"/>
          </a:solidFill>
          <a:ln w="12700">
            <a:solidFill>
              <a:srgbClr val="7973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11100" dirty="0"/>
          </a:p>
        </p:txBody>
      </p:sp>
      <p:sp>
        <p:nvSpPr>
          <p:cNvPr id="14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11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حُأُ</a:t>
            </a:r>
            <a:endParaRPr lang="ar-SA" sz="5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45EED"/>
          </a:solidFill>
          <a:ln w="12700">
            <a:solidFill>
              <a:srgbClr val="7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حُبُ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3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9E052"/>
          </a:solidFill>
          <a:ln w="12700">
            <a:solidFill>
              <a:srgbClr val="B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8DB"/>
          </a:solidFill>
          <a:ln w="12700">
            <a:solidFill>
              <a:srgbClr val="708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E"/>
          </a:solidFill>
          <a:ln w="12700">
            <a:solidFill>
              <a:srgbClr val="85477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حُتُ</a:t>
            </a:r>
            <a:endParaRPr lang="ar-SA" sz="10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0D8"/>
          </a:solidFill>
          <a:ln w="12700">
            <a:solidFill>
              <a:srgbClr val="64A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5D1"/>
          </a:solidFill>
          <a:ln w="12700">
            <a:solidFill>
              <a:srgbClr val="47A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حُثُ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حُجُ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4"/>
          </a:solidFill>
          <a:ln w="12700">
            <a:solidFill>
              <a:srgbClr val="2B643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1"/>
          </a:solidFill>
          <a:ln w="12700">
            <a:solidFill>
              <a:srgbClr val="34796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حُخُ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حُدُ</a:t>
            </a:r>
            <a:endParaRPr lang="ar-SA" sz="109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C"/>
          </a:solidFill>
          <a:ln w="12700">
            <a:solidFill>
              <a:srgbClr val="ED5E6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أُحُبُ</a:t>
            </a:r>
            <a:endParaRPr lang="ar-SA" sz="5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4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CE0"/>
          </a:solidFill>
          <a:ln w="12700">
            <a:solidFill>
              <a:srgbClr val="52D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3"/>
          </a:solidFill>
          <a:ln w="12700">
            <a:solidFill>
              <a:srgbClr val="DB70A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C47"/>
          </a:solidFill>
          <a:ln w="12700">
            <a:solidFill>
              <a:srgbClr val="857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بُحُتُ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D"/>
          </a:solidFill>
          <a:ln w="12700">
            <a:solidFill>
              <a:srgbClr val="D864B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7"/>
          </a:solidFill>
          <a:ln w="12700">
            <a:solidFill>
              <a:srgbClr val="D147C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تُحُثُ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ثُحُجُ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3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064"/>
          </a:solidFill>
          <a:ln w="12700">
            <a:solidFill>
              <a:srgbClr val="2B3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03479"/>
          </a:solidFill>
          <a:ln w="12700">
            <a:solidFill>
              <a:srgbClr val="50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جُحُخُ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خُحُدُ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0ED5E"/>
          </a:solidFill>
          <a:ln w="12700">
            <a:solidFill>
              <a:srgbClr val="9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دُحُأُ</a:t>
            </a:r>
            <a:endParaRPr lang="ar-SA" sz="5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152E0"/>
          </a:solidFill>
          <a:ln w="12700">
            <a:solidFill>
              <a:srgbClr val="C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DDB70"/>
          </a:solidFill>
          <a:ln w="12700">
            <a:solidFill>
              <a:srgbClr val="BD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D"/>
          </a:solidFill>
          <a:ln w="12700">
            <a:solidFill>
              <a:srgbClr val="47856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أُحُ</a:t>
            </a:r>
            <a:endParaRPr lang="ar-SA" sz="5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764"/>
          </a:solidFill>
          <a:ln w="12700">
            <a:solidFill>
              <a:srgbClr val="D8D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947"/>
          </a:solidFill>
          <a:ln w="12700">
            <a:solidFill>
              <a:srgbClr val="D1B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بُحُ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تُحُ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431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F"/>
          </a:solidFill>
          <a:ln w="12700">
            <a:solidFill>
              <a:srgbClr val="642B3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F34"/>
          </a:solidFill>
          <a:ln w="12700">
            <a:solidFill>
              <a:srgbClr val="793F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ثُحُ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جُحُ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3ED"/>
          </a:solidFill>
          <a:ln w="12700">
            <a:solidFill>
              <a:srgbClr val="5EB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خُحُ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43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D52"/>
          </a:solidFill>
          <a:ln w="12700">
            <a:solidFill>
              <a:srgbClr val="E09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8DB"/>
          </a:solidFill>
          <a:ln w="12700">
            <a:solidFill>
              <a:srgbClr val="70D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E4785"/>
          </a:solidFill>
          <a:ln w="12700">
            <a:solidFill>
              <a:srgbClr val="5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دُحُ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A"/>
          </a:solidFill>
          <a:ln w="12700">
            <a:solidFill>
              <a:srgbClr val="64D8B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6"/>
          </a:solidFill>
          <a:ln w="12700">
            <a:solidFill>
              <a:srgbClr val="47D19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11100" dirty="0"/>
          </a:p>
        </p:txBody>
      </p:sp>
      <p:sp>
        <p:nvSpPr>
          <p:cNvPr id="12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11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خُأُ</a:t>
            </a:r>
            <a:endParaRPr lang="ar-SA" sz="5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33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D642B"/>
          </a:solidFill>
          <a:ln w="12700">
            <a:solidFill>
              <a:srgbClr val="4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B7934"/>
          </a:solidFill>
          <a:ln w="12700">
            <a:solidFill>
              <a:srgbClr val="3B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خُبُ</a:t>
            </a:r>
            <a:endParaRPr lang="ar-SA" sz="9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خُتُ</a:t>
            </a:r>
            <a:endParaRPr lang="ar-SA" sz="9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7"/>
          </a:solidFill>
          <a:ln w="12700">
            <a:solidFill>
              <a:srgbClr val="ED5ED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خُثُ</a:t>
            </a:r>
            <a:endParaRPr lang="ar-SA" sz="8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A"/>
          </a:solidFill>
          <a:ln w="12700">
            <a:solidFill>
              <a:srgbClr val="52E07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470DB"/>
          </a:solidFill>
          <a:ln w="12700">
            <a:solidFill>
              <a:srgbClr val="C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E47"/>
          </a:solidFill>
          <a:ln w="12700">
            <a:solidFill>
              <a:srgbClr val="854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خُجُ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D64D8"/>
          </a:solidFill>
          <a:ln w="12700">
            <a:solidFill>
              <a:srgbClr val="9D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447D1"/>
          </a:solidFill>
          <a:ln w="12700">
            <a:solidFill>
              <a:srgbClr val="74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خُحُ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خُدُ</a:t>
            </a:r>
            <a:endParaRPr lang="ar-SA" sz="9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44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B64"/>
          </a:solidFill>
          <a:ln w="12700">
            <a:solidFill>
              <a:srgbClr val="2B5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C79"/>
          </a:solidFill>
          <a:ln w="12700">
            <a:solidFill>
              <a:srgbClr val="344C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أُخُبُ</a:t>
            </a:r>
            <a:endParaRPr lang="ar-SA" sz="5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بُخُتُ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05E"/>
          </a:solidFill>
          <a:ln w="12700">
            <a:solidFill>
              <a:srgbClr val="EDE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تُخُثُ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652E0"/>
          </a:solidFill>
          <a:ln w="12700">
            <a:solidFill>
              <a:srgbClr val="5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970"/>
          </a:solidFill>
          <a:ln w="12700">
            <a:solidFill>
              <a:srgbClr val="DBA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08547"/>
          </a:solidFill>
          <a:ln w="12700">
            <a:solidFill>
              <a:srgbClr val="5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ثُخُجُ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064"/>
          </a:solidFill>
          <a:ln w="12700">
            <a:solidFill>
              <a:srgbClr val="D88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247"/>
          </a:solidFill>
          <a:ln w="12700">
            <a:solidFill>
              <a:srgbClr val="D15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جُخُحُ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حُخُدُ</a:t>
            </a:r>
            <a:endParaRPr lang="ar-SA" sz="8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2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F2B64"/>
          </a:solidFill>
          <a:ln w="12700">
            <a:solidFill>
              <a:srgbClr val="5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D"/>
          </a:solidFill>
          <a:ln w="12700">
            <a:solidFill>
              <a:srgbClr val="79345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دُخُأُ</a:t>
            </a:r>
            <a:endParaRPr lang="ar-SA" sz="5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أُخُ</a:t>
            </a:r>
            <a:endParaRPr lang="ar-SA" sz="59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C"/>
          </a:solidFill>
          <a:ln w="12700">
            <a:solidFill>
              <a:srgbClr val="5EEDB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بُخُ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43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1"/>
          </a:solidFill>
          <a:ln w="12700">
            <a:solidFill>
              <a:srgbClr val="E0527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F"/>
          </a:solidFill>
          <a:ln w="12700">
            <a:solidFill>
              <a:srgbClr val="70DB8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F85"/>
          </a:solidFill>
          <a:ln w="12700">
            <a:solidFill>
              <a:srgbClr val="475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تُخُ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5D864"/>
          </a:solidFill>
          <a:ln w="12700">
            <a:solidFill>
              <a:srgbClr val="6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0D147"/>
          </a:solidFill>
          <a:ln w="12700">
            <a:solidFill>
              <a:srgbClr val="6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ثُخُ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جُخُ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43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02B"/>
          </a:solidFill>
          <a:ln w="12700">
            <a:solidFill>
              <a:srgbClr val="645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E7934"/>
          </a:solidFill>
          <a:ln w="12700">
            <a:solidFill>
              <a:srgbClr val="6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حُخُ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دُخُ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95EED"/>
          </a:solidFill>
          <a:ln w="12700">
            <a:solidFill>
              <a:srgbClr val="9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664772" y="896112"/>
            <a:ext cx="205465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C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664772" y="896112"/>
            <a:ext cx="205465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فَتَحَهُ</a:t>
            </a:r>
            <a:endParaRPr lang="ar-SA" sz="5400" dirty="0"/>
          </a:p>
        </p:txBody>
      </p:sp>
      <p:sp>
        <p:nvSpPr>
          <p:cNvPr id="20" name="C2 W2 pill"/>
          <p:cNvSpPr/>
          <p:nvPr/>
        </p:nvSpPr>
        <p:spPr>
          <a:xfrm>
            <a:off x="2424572" y="896112"/>
            <a:ext cx="19201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CE2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424572" y="896112"/>
            <a:ext cx="19201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4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22050" y="2834640"/>
            <a:ext cx="369990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22050" y="2834640"/>
            <a:ext cx="369990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فَتَحَهُ عُمَرُ</a:t>
            </a:r>
            <a:endParaRPr lang="ar-SA" sz="5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4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4E052"/>
          </a:solidFill>
          <a:ln w="12700">
            <a:solidFill>
              <a:srgbClr val="9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470DB"/>
          </a:solidFill>
          <a:ln w="12700">
            <a:solidFill>
              <a:srgbClr val="7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E"/>
          </a:solidFill>
          <a:ln w="12700">
            <a:solidFill>
              <a:srgbClr val="85476E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923233" y="896112"/>
            <a:ext cx="17314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AE2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923233" y="896112"/>
            <a:ext cx="17314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جُمِعَ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489326" y="896112"/>
            <a:ext cx="21138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6A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89326" y="896112"/>
            <a:ext cx="21138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وَحُمِلَ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15126" y="2834640"/>
            <a:ext cx="351374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15126" y="2834640"/>
            <a:ext cx="351374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جُمِعَ وَحُمِلَ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2D8"/>
          </a:solidFill>
          <a:ln w="12700">
            <a:solidFill>
              <a:srgbClr val="648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2D1"/>
          </a:solidFill>
          <a:ln w="12700">
            <a:solidFill>
              <a:srgbClr val="478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59568" y="896112"/>
            <a:ext cx="174081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37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59568" y="896112"/>
            <a:ext cx="174081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خُلِقَ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543620" y="896112"/>
            <a:ext cx="199590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37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43620" y="896112"/>
            <a:ext cx="199590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وَرُزِقَ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B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859066" y="2834640"/>
            <a:ext cx="342586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859066" y="2834640"/>
            <a:ext cx="342586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خُلِقَ وَرُزِقَ</a:t>
            </a:r>
            <a:endParaRPr lang="ar-SA" sz="4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732784" y="896112"/>
            <a:ext cx="174795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67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732784" y="896112"/>
            <a:ext cx="174795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خَرَجَ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663261" y="896112"/>
            <a:ext cx="174948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67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663261" y="896112"/>
            <a:ext cx="174948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9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968245" y="2834640"/>
            <a:ext cx="320751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968245" y="2834640"/>
            <a:ext cx="320751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خَرَجَ عُمَرُ</a:t>
            </a:r>
            <a:endParaRPr lang="ar-SA" sz="4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reading 04-jeem-ha-kha</dc:title>
  <dc:subject>PptxGenJS Presentation</dc:subject>
  <dc:creator>PptxGenJS</dc:creator>
  <cp:lastModifiedBy>PptxGenJS</cp:lastModifiedBy>
  <cp:revision>1</cp:revision>
  <dcterms:created xsi:type="dcterms:W3CDTF">2026-10-21T16:51:32Z</dcterms:created>
  <dcterms:modified xsi:type="dcterms:W3CDTF">2026-10-21T16:51:32Z</dcterms:modified>
</cp:coreProperties>
</file>