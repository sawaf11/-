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52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152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7ED"/>
          </a:solidFill>
          <a:ln w="12700">
            <a:solidFill>
              <a:srgbClr val="5ED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هُأُ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A52"/>
          </a:solidFill>
          <a:ln w="12700">
            <a:solidFill>
              <a:srgbClr val="E07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4"/>
          </a:solidFill>
          <a:ln w="12700">
            <a:solidFill>
              <a:srgbClr val="70DBC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هُبُ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D"/>
          </a:solidFill>
          <a:ln w="12700">
            <a:solidFill>
              <a:srgbClr val="64D8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4"/>
          </a:solidFill>
          <a:ln w="12700">
            <a:solidFill>
              <a:srgbClr val="47D17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هُتُ</a:t>
            </a:r>
            <a:endParaRPr lang="ar-SA" sz="10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هُثُ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هُجُ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هُحُ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05EED"/>
          </a:solidFill>
          <a:ln w="12700">
            <a:solidFill>
              <a:srgbClr val="E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هُخُ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7"/>
          </a:solidFill>
          <a:ln w="12700">
            <a:solidFill>
              <a:srgbClr val="52E05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70DB"/>
          </a:solidFill>
          <a:ln w="12700">
            <a:solidFill>
              <a:srgbClr val="A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F"/>
          </a:solidFill>
          <a:ln w="12700">
            <a:solidFill>
              <a:srgbClr val="8547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8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8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هُدُ</a:t>
            </a:r>
            <a:endParaRPr lang="ar-SA" sz="10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64D8"/>
          </a:solidFill>
          <a:ln w="12700">
            <a:solidFill>
              <a:srgbClr val="8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247D1"/>
          </a:solidFill>
          <a:ln w="12700">
            <a:solidFill>
              <a:srgbClr val="5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هُذُ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هُرُ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F"/>
          </a:solidFill>
          <a:ln w="12700">
            <a:solidFill>
              <a:srgbClr val="2B64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D79"/>
          </a:solidFill>
          <a:ln w="12700">
            <a:solidFill>
              <a:srgbClr val="345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هُزُ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هُسُ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D5E"/>
          </a:solidFill>
          <a:ln w="12700">
            <a:solidFill>
              <a:srgbClr val="EDB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هُشُ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0E0"/>
          </a:solidFill>
          <a:ln w="12700">
            <a:solidFill>
              <a:srgbClr val="527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F70"/>
          </a:solidFill>
          <a:ln w="12700">
            <a:solidFill>
              <a:srgbClr val="DB8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هُصُ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5"/>
          </a:solidFill>
          <a:ln w="12700">
            <a:solidFill>
              <a:srgbClr val="D8646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F"/>
          </a:solidFill>
          <a:ln w="12700">
            <a:solidFill>
              <a:srgbClr val="D147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هُضُ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هُطُ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E"/>
          </a:solidFill>
          <a:ln w="12700">
            <a:solidFill>
              <a:srgbClr val="7934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هُظُ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هُعُ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9"/>
          </a:solidFill>
          <a:ln w="12700">
            <a:solidFill>
              <a:srgbClr val="5EED9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هُغُ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4"/>
          </a:solidFill>
          <a:ln w="12700">
            <a:solidFill>
              <a:srgbClr val="E052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4"/>
          </a:solidFill>
          <a:ln w="12700">
            <a:solidFill>
              <a:srgbClr val="70DB7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E85"/>
          </a:solidFill>
          <a:ln w="12700">
            <a:solidFill>
              <a:srgbClr val="476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هُفُ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D864"/>
          </a:solidFill>
          <a:ln w="12700">
            <a:solidFill>
              <a:srgbClr val="8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2D147"/>
          </a:solidFill>
          <a:ln w="12700">
            <a:solidFill>
              <a:srgbClr val="8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هُقُ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هُكُ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334"/>
          </a:solidFill>
          <a:ln w="12700">
            <a:solidFill>
              <a:srgbClr val="797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هُلُ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هُمُ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5EED"/>
          </a:solidFill>
          <a:ln w="12700">
            <a:solidFill>
              <a:srgbClr val="7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هُنُ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7E052"/>
          </a:solidFill>
          <a:ln w="12700">
            <a:solidFill>
              <a:srgbClr val="B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7DB"/>
          </a:solidFill>
          <a:ln w="12700">
            <a:solidFill>
              <a:srgbClr val="708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D"/>
          </a:solidFill>
          <a:ln w="12700">
            <a:solidFill>
              <a:srgbClr val="8547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أُهُبُ</a:t>
            </a:r>
            <a:endParaRPr lang="ar-SA" sz="5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FD8"/>
          </a:solidFill>
          <a:ln w="12700">
            <a:solidFill>
              <a:srgbClr val="649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4D1"/>
          </a:solidFill>
          <a:ln w="12700">
            <a:solidFill>
              <a:srgbClr val="47A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بُهُتُ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تُهُثُ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4"/>
          </a:solidFill>
          <a:ln w="12700">
            <a:solidFill>
              <a:srgbClr val="2B64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2"/>
          </a:solidFill>
          <a:ln w="12700">
            <a:solidFill>
              <a:srgbClr val="3479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ثُهُجُ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جُهُحُ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B"/>
          </a:solidFill>
          <a:ln w="12700">
            <a:solidFill>
              <a:srgbClr val="ED5E6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حُهُخُ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BE0"/>
          </a:solidFill>
          <a:ln w="12700">
            <a:solidFill>
              <a:srgbClr val="52D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2"/>
          </a:solidFill>
          <a:ln w="12700">
            <a:solidFill>
              <a:srgbClr val="DB70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D47"/>
          </a:solidFill>
          <a:ln w="12700">
            <a:solidFill>
              <a:srgbClr val="857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خُهُدُ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C"/>
          </a:solidFill>
          <a:ln w="12700">
            <a:solidFill>
              <a:srgbClr val="D864B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6"/>
          </a:solidFill>
          <a:ln w="12700">
            <a:solidFill>
              <a:srgbClr val="D147C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دُهُذُ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ذُهُرُ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رُهُزُ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زُهُسُ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ED5E"/>
          </a:solidFill>
          <a:ln w="12700">
            <a:solidFill>
              <a:srgbClr val="8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سُهُشُ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52E0"/>
          </a:solidFill>
          <a:ln w="12700">
            <a:solidFill>
              <a:srgbClr val="C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DB70"/>
          </a:solidFill>
          <a:ln w="12700">
            <a:solidFill>
              <a:srgbClr val="B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شُهُصُ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864"/>
          </a:solidFill>
          <a:ln w="12700">
            <a:solidFill>
              <a:srgbClr val="D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A47"/>
          </a:solidFill>
          <a:ln w="12700">
            <a:solidFill>
              <a:srgbClr val="D1B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صُهُضُ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ضُهُطُ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E"/>
          </a:solidFill>
          <a:ln w="12700">
            <a:solidFill>
              <a:srgbClr val="642B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طُهُظُ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ظُهُعُ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2ED"/>
          </a:solidFill>
          <a:ln w="12700">
            <a:solidFill>
              <a:srgbClr val="5EB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عُهُغُ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F52"/>
          </a:solidFill>
          <a:ln w="12700">
            <a:solidFill>
              <a:srgbClr val="E09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7DB"/>
          </a:solidFill>
          <a:ln w="12700">
            <a:solidFill>
              <a:srgbClr val="70D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غُهُفُ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B"/>
          </a:solidFill>
          <a:ln w="12700">
            <a:solidFill>
              <a:srgbClr val="64D8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7"/>
          </a:solidFill>
          <a:ln w="12700">
            <a:solidFill>
              <a:srgbClr val="47D19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فُهُقُ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قُهُكُ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642B"/>
          </a:solidFill>
          <a:ln w="12700">
            <a:solidFill>
              <a:srgbClr val="4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7934"/>
          </a:solidFill>
          <a:ln w="12700">
            <a:solidFill>
              <a:srgbClr val="3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كُهُلُ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لُهُمُ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6"/>
          </a:solidFill>
          <a:ln w="12700">
            <a:solidFill>
              <a:srgbClr val="ED5ED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مُهُنُ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B"/>
          </a:solidFill>
          <a:ln w="12700">
            <a:solidFill>
              <a:srgbClr val="52E07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70DB"/>
          </a:solidFill>
          <a:ln w="12700">
            <a:solidFill>
              <a:srgbClr val="C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F47"/>
          </a:solidFill>
          <a:ln w="12700">
            <a:solidFill>
              <a:srgbClr val="854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نُهُأُ</a:t>
            </a:r>
            <a:endParaRPr lang="ar-SA" sz="5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64D8"/>
          </a:solidFill>
          <a:ln w="12700">
            <a:solidFill>
              <a:srgbClr val="9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547D1"/>
          </a:solidFill>
          <a:ln w="12700">
            <a:solidFill>
              <a:srgbClr val="7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أُهُ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بُهُ</a:t>
            </a:r>
            <a:endParaRPr lang="ar-SA" sz="9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B79"/>
          </a:solidFill>
          <a:ln w="12700">
            <a:solidFill>
              <a:srgbClr val="344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تُهُ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ثُهُ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15E"/>
          </a:solidFill>
          <a:ln w="12700">
            <a:solidFill>
              <a:srgbClr val="EDE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جُهُ</a:t>
            </a:r>
            <a:endParaRPr lang="ar-SA" sz="9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52E0"/>
          </a:solidFill>
          <a:ln w="12700">
            <a:solidFill>
              <a:srgbClr val="5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A70"/>
          </a:solidFill>
          <a:ln w="12700">
            <a:solidFill>
              <a:srgbClr val="DBA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حُهُ</a:t>
            </a:r>
            <a:endParaRPr lang="ar-SA" sz="9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164"/>
          </a:solidFill>
          <a:ln w="12700">
            <a:solidFill>
              <a:srgbClr val="D88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347"/>
          </a:solidFill>
          <a:ln w="12700">
            <a:solidFill>
              <a:srgbClr val="D15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خُهُ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8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8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دُهُ</a:t>
            </a:r>
            <a:endParaRPr lang="ar-SA" sz="10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ذُهُ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رُهُ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E"/>
          </a:solidFill>
          <a:ln w="12700">
            <a:solidFill>
              <a:srgbClr val="5EED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زُهُ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F"/>
          </a:solidFill>
          <a:ln w="12700">
            <a:solidFill>
              <a:srgbClr val="E052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F"/>
          </a:solidFill>
          <a:ln w="12700">
            <a:solidFill>
              <a:srgbClr val="70DB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سُهُ</a:t>
            </a:r>
            <a:endParaRPr lang="ar-SA" sz="9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4"/>
          </a:solidFill>
          <a:ln w="12700">
            <a:solidFill>
              <a:srgbClr val="6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D147"/>
          </a:solidFill>
          <a:ln w="12700">
            <a:solidFill>
              <a:srgbClr val="5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شُهُ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صُهُ</a:t>
            </a:r>
            <a:endParaRPr lang="ar-SA" sz="9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ضُهُ</a:t>
            </a:r>
            <a:endParaRPr lang="ar-SA" sz="9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طُهُ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5EED"/>
          </a:solidFill>
          <a:ln w="12700">
            <a:solidFill>
              <a:srgbClr val="9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ظُهُ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E052"/>
          </a:solidFill>
          <a:ln w="12700">
            <a:solidFill>
              <a:srgbClr val="9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70DB"/>
          </a:solidFill>
          <a:ln w="12700">
            <a:solidFill>
              <a:srgbClr val="7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عُهُ</a:t>
            </a:r>
            <a:endParaRPr lang="ar-SA" sz="9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1D8"/>
          </a:solidFill>
          <a:ln w="12700">
            <a:solidFill>
              <a:srgbClr val="648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1D1"/>
          </a:solidFill>
          <a:ln w="12700">
            <a:solidFill>
              <a:srgbClr val="478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غُهُ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فُهُ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قُهُ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كُهُ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65E"/>
          </a:solidFill>
          <a:ln w="12700">
            <a:solidFill>
              <a:srgbClr val="ED7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لُهُ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7E0"/>
          </a:solidFill>
          <a:ln w="12700">
            <a:solidFill>
              <a:srgbClr val="52B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6"/>
          </a:solidFill>
          <a:ln w="12700">
            <a:solidFill>
              <a:srgbClr val="DB70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مُهُ</a:t>
            </a:r>
            <a:endParaRPr lang="ar-SA" sz="9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E"/>
          </a:solidFill>
          <a:ln w="12700">
            <a:solidFill>
              <a:srgbClr val="D864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3"/>
          </a:solidFill>
          <a:ln w="12700">
            <a:solidFill>
              <a:srgbClr val="D147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نُهُ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56270" y="896112"/>
            <a:ext cx="185831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E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56270" y="896112"/>
            <a:ext cx="185831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فَهِمَهُ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629416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E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29416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49046" y="2834640"/>
            <a:ext cx="32459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49046" y="2834640"/>
            <a:ext cx="32459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فَهِمَهُ عُمَرُ</a:t>
            </a:r>
            <a:endParaRPr lang="ar-SA" sz="4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590806" y="896112"/>
            <a:ext cx="22452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0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590806" y="896112"/>
            <a:ext cx="22452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307937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0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07937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69276" y="2834640"/>
            <a:ext cx="380544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69276" y="2834640"/>
            <a:ext cx="380544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عُمَرُ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59872" y="896112"/>
            <a:ext cx="21033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59872" y="896112"/>
            <a:ext cx="21033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080780" y="896112"/>
            <a:ext cx="25590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80780" y="896112"/>
            <a:ext cx="25590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وَحَسُنَ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06977" y="2834640"/>
            <a:ext cx="43300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06977" y="2834640"/>
            <a:ext cx="43300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 وَحَسُنَ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ED5E"/>
          </a:solidFill>
          <a:ln w="12700">
            <a:solidFill>
              <a:srgbClr val="6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33888" y="896112"/>
            <a:ext cx="18153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4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33888" y="896112"/>
            <a:ext cx="18153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طَهُرَ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94723" y="896112"/>
            <a:ext cx="22191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4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4723" y="896112"/>
            <a:ext cx="22191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وَنَظُفَ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36777" y="2834640"/>
            <a:ext cx="36704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36777" y="2834640"/>
            <a:ext cx="36704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طَهُرَ وَنَظُفَ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15-ha</dc:title>
  <dc:subject>PptxGenJS Presentation</dc:subject>
  <dc:creator>PptxGenJS</dc:creator>
  <cp:lastModifiedBy>PptxGenJS</cp:lastModifiedBy>
  <cp:revision>1</cp:revision>
  <dcterms:created xsi:type="dcterms:W3CDTF">2026-10-21T16:51:33Z</dcterms:created>
  <dcterms:modified xsi:type="dcterms:W3CDTF">2026-10-21T16:51:33Z</dcterms:modified>
</cp:coreProperties>
</file>