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</p:sldIdLst>
  <p:notesMasterIdLst>
    <p:notesMasterId r:id="rId8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notesMaster" Target="notesMasters/notesMaster1.xml"/><Relationship Id="rId83" Type="http://schemas.openxmlformats.org/officeDocument/2006/relationships/presProps" Target="presProps.xml"/><Relationship Id="rId84" Type="http://schemas.openxmlformats.org/officeDocument/2006/relationships/viewProps" Target="viewProps.xml"/><Relationship Id="rId85" Type="http://schemas.openxmlformats.org/officeDocument/2006/relationships/theme" Target="theme/theme1.xml"/><Relationship Id="rId8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TrSnd" Type="http://schemas.openxmlformats.org/officeDocument/2006/relationships/audio" Target="../media/whoosh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TrSnd" Type="http://schemas.openxmlformats.org/officeDocument/2006/relationships/audio" Target="../media/bubbles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TrSnd" Type="http://schemas.openxmlformats.org/officeDocument/2006/relationships/audio" Target="../media/sparkle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TrSnd" Type="http://schemas.openxmlformats.org/officeDocument/2006/relationships/audio" Target="../media/marimba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TrSnd" Type="http://schemas.openxmlformats.org/officeDocument/2006/relationships/audio" Target="../media/harp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TrSnd" Type="http://schemas.openxmlformats.org/officeDocument/2006/relationships/audio" Target="../media/chime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TrSnd" Type="http://schemas.openxmlformats.org/officeDocument/2006/relationships/audio" Target="../media/whoosh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TrSnd" Type="http://schemas.openxmlformats.org/officeDocument/2006/relationships/audio" Target="../media/bubbles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TrSnd" Type="http://schemas.openxmlformats.org/officeDocument/2006/relationships/audio" Target="../media/sparkle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TrSnd" Type="http://schemas.openxmlformats.org/officeDocument/2006/relationships/audio" Target="../media/marimba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TrSnd" Type="http://schemas.openxmlformats.org/officeDocument/2006/relationships/audio" Target="../media/harp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TrSnd" Type="http://schemas.openxmlformats.org/officeDocument/2006/relationships/audio" Target="../media/chime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TrSnd" Type="http://schemas.openxmlformats.org/officeDocument/2006/relationships/audio" Target="../media/whoosh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TrSnd" Type="http://schemas.openxmlformats.org/officeDocument/2006/relationships/audio" Target="../media/bubbles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TrSnd" Type="http://schemas.openxmlformats.org/officeDocument/2006/relationships/audio" Target="../media/sparkle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TrSnd" Type="http://schemas.openxmlformats.org/officeDocument/2006/relationships/audio" Target="../media/marimba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TrSnd" Type="http://schemas.openxmlformats.org/officeDocument/2006/relationships/audio" Target="../media/harp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TrSnd" Type="http://schemas.openxmlformats.org/officeDocument/2006/relationships/audio" Target="../media/chime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TrSnd" Type="http://schemas.openxmlformats.org/officeDocument/2006/relationships/audio" Target="../media/whoosh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TrSnd" Type="http://schemas.openxmlformats.org/officeDocument/2006/relationships/audio" Target="../media/bubbles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TrSnd" Type="http://schemas.openxmlformats.org/officeDocument/2006/relationships/audio" Target="../media/sparkle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TrSnd" Type="http://schemas.openxmlformats.org/officeDocument/2006/relationships/audio" Target="../media/marimba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TrSnd" Type="http://schemas.openxmlformats.org/officeDocument/2006/relationships/audio" Target="../media/harp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TrSnd" Type="http://schemas.openxmlformats.org/officeDocument/2006/relationships/audio" Target="../media/chime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TrSnd" Type="http://schemas.openxmlformats.org/officeDocument/2006/relationships/audio" Target="../media/whoosh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TrSnd" Type="http://schemas.openxmlformats.org/officeDocument/2006/relationships/audio" Target="../media/bubbles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TrSnd" Type="http://schemas.openxmlformats.org/officeDocument/2006/relationships/audio" Target="../media/sparkle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TrSnd" Type="http://schemas.openxmlformats.org/officeDocument/2006/relationships/audio" Target="../media/marimba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TrSnd" Type="http://schemas.openxmlformats.org/officeDocument/2006/relationships/audio" Target="../media/harp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TrSnd" Type="http://schemas.openxmlformats.org/officeDocument/2006/relationships/audio" Target="../media/chime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TrSnd" Type="http://schemas.openxmlformats.org/officeDocument/2006/relationships/audio" Target="../media/whoosh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TrSnd" Type="http://schemas.openxmlformats.org/officeDocument/2006/relationships/audio" Target="../media/bubbles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TrSnd" Type="http://schemas.openxmlformats.org/officeDocument/2006/relationships/audio" Target="../media/sparkle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TrSnd" Type="http://schemas.openxmlformats.org/officeDocument/2006/relationships/audio" Target="../media/marimba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TrSnd" Type="http://schemas.openxmlformats.org/officeDocument/2006/relationships/audio" Target="../media/harp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TrSnd" Type="http://schemas.openxmlformats.org/officeDocument/2006/relationships/audio" Target="../media/chime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TrSnd" Type="http://schemas.openxmlformats.org/officeDocument/2006/relationships/audio" Target="../media/whoosh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TrSnd" Type="http://schemas.openxmlformats.org/officeDocument/2006/relationships/audio" Target="../media/bubbles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TrSnd" Type="http://schemas.openxmlformats.org/officeDocument/2006/relationships/audio" Target="../media/sparkle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TrSnd" Type="http://schemas.openxmlformats.org/officeDocument/2006/relationships/audio" Target="../media/marimba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TrSnd" Type="http://schemas.openxmlformats.org/officeDocument/2006/relationships/audio" Target="../media/harp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TrSnd" Type="http://schemas.openxmlformats.org/officeDocument/2006/relationships/audio" Target="../media/chime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TrSnd" Type="http://schemas.openxmlformats.org/officeDocument/2006/relationships/audio" Target="../media/whoosh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TrSnd" Type="http://schemas.openxmlformats.org/officeDocument/2006/relationships/audio" Target="../media/bubbles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TrSnd" Type="http://schemas.openxmlformats.org/officeDocument/2006/relationships/audio" Target="../media/sparkle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TrSnd" Type="http://schemas.openxmlformats.org/officeDocument/2006/relationships/audio" Target="../media/marimba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TrSnd" Type="http://schemas.openxmlformats.org/officeDocument/2006/relationships/audio" Target="../media/harp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TrSnd" Type="http://schemas.openxmlformats.org/officeDocument/2006/relationships/audio" Target="../media/chime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TrSnd" Type="http://schemas.openxmlformats.org/officeDocument/2006/relationships/audio" Target="../media/whoosh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TrSnd" Type="http://schemas.openxmlformats.org/officeDocument/2006/relationships/audio" Target="../media/bubbles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TrSnd" Type="http://schemas.openxmlformats.org/officeDocument/2006/relationships/audio" Target="../media/sparkle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TrSnd" Type="http://schemas.openxmlformats.org/officeDocument/2006/relationships/audio" Target="../media/marimba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TrSnd" Type="http://schemas.openxmlformats.org/officeDocument/2006/relationships/audio" Target="../media/harp.wav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TrSnd" Type="http://schemas.openxmlformats.org/officeDocument/2006/relationships/audio" Target="../media/chime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TrSnd" Type="http://schemas.openxmlformats.org/officeDocument/2006/relationships/audio" Target="../media/whoosh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TrSnd" Type="http://schemas.openxmlformats.org/officeDocument/2006/relationships/audio" Target="../media/bubbles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TrSnd" Type="http://schemas.openxmlformats.org/officeDocument/2006/relationships/audio" Target="../media/sparkle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TrSnd" Type="http://schemas.openxmlformats.org/officeDocument/2006/relationships/audio" Target="../media/marimba.wav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TrSnd" Type="http://schemas.openxmlformats.org/officeDocument/2006/relationships/audio" Target="../media/harp.wav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TrSnd" Type="http://schemas.openxmlformats.org/officeDocument/2006/relationships/audio" Target="../media/chime.wav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TrSnd" Type="http://schemas.openxmlformats.org/officeDocument/2006/relationships/audio" Target="../media/whoosh.wav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TrSnd" Type="http://schemas.openxmlformats.org/officeDocument/2006/relationships/audio" Target="../media/bubbles.wav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TrSnd" Type="http://schemas.openxmlformats.org/officeDocument/2006/relationships/audio" Target="../media/sparkle.wav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TrSnd" Type="http://schemas.openxmlformats.org/officeDocument/2006/relationships/audio" Target="../media/marimba.wav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TrSnd" Type="http://schemas.openxmlformats.org/officeDocument/2006/relationships/audio" Target="../media/harp.wav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TrSnd" Type="http://schemas.openxmlformats.org/officeDocument/2006/relationships/audio" Target="../media/chime.wav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TrSnd" Type="http://schemas.openxmlformats.org/officeDocument/2006/relationships/audio" Target="../media/whoosh.wav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Relationship Id="rIdTrSnd" Type="http://schemas.openxmlformats.org/officeDocument/2006/relationships/audio" Target="../media/bubbles.wav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Relationship Id="rIdTrSnd" Type="http://schemas.openxmlformats.org/officeDocument/2006/relationships/audio" Target="../media/sparkle.wav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Relationship Id="rIdTrSnd" Type="http://schemas.openxmlformats.org/officeDocument/2006/relationships/audio" Target="../media/marimba.wav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Relationship Id="rIdTrSnd" Type="http://schemas.openxmlformats.org/officeDocument/2006/relationships/audio" Target="../media/harp.wav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Relationship Id="rIdTrSnd" Type="http://schemas.openxmlformats.org/officeDocument/2006/relationships/audio" Target="../media/chime.wav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Relationship Id="rIdTrSnd" Type="http://schemas.openxmlformats.org/officeDocument/2006/relationships/audio" Target="../media/whoosh.wav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Relationship Id="rIdTrSnd" Type="http://schemas.openxmlformats.org/officeDocument/2006/relationships/audio" Target="../media/bubbles.wav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Relationship Id="rIdTrSnd" Type="http://schemas.openxmlformats.org/officeDocument/2006/relationships/audio" Target="../media/sparkle.wav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Relationship Id="rIdTrSnd" Type="http://schemas.openxmlformats.org/officeDocument/2006/relationships/audio" Target="../media/marimba.wav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Relationship Id="rIdTrSnd" Type="http://schemas.openxmlformats.org/officeDocument/2006/relationships/audio" Target="../media/harp.wav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Relationship Id="rIdTrSnd" Type="http://schemas.openxmlformats.org/officeDocument/2006/relationships/audio" Target="../media/chime.wav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Relationship Id="rIdTrSnd" Type="http://schemas.openxmlformats.org/officeDocument/2006/relationships/audio" Target="../media/whoosh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D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855CD6"/>
          </a:solidFill>
          <a:ln w="12700">
            <a:solidFill>
              <a:srgbClr val="85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7333CC"/>
          </a:solidFill>
          <a:ln w="12700">
            <a:solidFill>
              <a:srgbClr val="73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3063240" y="1051560"/>
            <a:ext cx="3017520" cy="301752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1" name="C1 L1 letter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15200" dirty="0"/>
          </a:p>
        </p:txBody>
      </p:sp>
      <p:sp>
        <p:nvSpPr>
          <p:cNvPr id="12" name="C2 D1 dammah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15200" dirty="0"/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C5DE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D7ED"/>
          </a:solidFill>
          <a:ln w="12700">
            <a:solidFill>
              <a:srgbClr val="5ED7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4900" dirty="0"/>
          </a:p>
        </p:txBody>
      </p:sp>
      <p:sp>
        <p:nvSpPr>
          <p:cNvPr id="22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49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7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900" dirty="0"/>
          </a:p>
        </p:txBody>
      </p:sp>
      <p:sp>
        <p:nvSpPr>
          <p:cNvPr id="25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49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A2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هُأُ</a:t>
            </a:r>
            <a:endParaRPr lang="ar-SA" sz="56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314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7A52"/>
          </a:solidFill>
          <a:ln w="12700">
            <a:solidFill>
              <a:srgbClr val="E07A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DC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C4"/>
          </a:solidFill>
          <a:ln w="12700">
            <a:solidFill>
              <a:srgbClr val="70DBC4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F4785"/>
          </a:solidFill>
          <a:ln w="12700">
            <a:solidFill>
              <a:srgbClr val="4F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6500" dirty="0"/>
          </a:p>
        </p:txBody>
      </p:sp>
      <p:sp>
        <p:nvSpPr>
          <p:cNvPr id="19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65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500" dirty="0"/>
          </a:p>
        </p:txBody>
      </p:sp>
      <p:sp>
        <p:nvSpPr>
          <p:cNvPr id="22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65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7A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هُبُ</a:t>
            </a:r>
            <a:endParaRPr lang="ar-SA" sz="95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C5F7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9D"/>
          </a:solidFill>
          <a:ln w="12700">
            <a:solidFill>
              <a:srgbClr val="64D89D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74"/>
          </a:solidFill>
          <a:ln w="12700">
            <a:solidFill>
              <a:srgbClr val="47D17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68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6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C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8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6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5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هُتُ</a:t>
            </a:r>
            <a:endParaRPr lang="ar-SA" sz="101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D7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6100" dirty="0"/>
          </a:p>
        </p:txBody>
      </p:sp>
      <p:sp>
        <p:nvSpPr>
          <p:cNvPr id="15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61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100" dirty="0"/>
          </a:p>
        </p:txBody>
      </p:sp>
      <p:sp>
        <p:nvSpPr>
          <p:cNvPr id="18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61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هُثُ</a:t>
            </a:r>
            <a:endParaRPr lang="ar-SA" sz="86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33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5B642B"/>
          </a:solidFill>
          <a:ln w="12700">
            <a:solidFill>
              <a:srgbClr val="5B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4C7934"/>
          </a:solidFill>
          <a:ln w="12700">
            <a:solidFill>
              <a:srgbClr val="4C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800" dirty="0"/>
          </a:p>
        </p:txBody>
      </p:sp>
      <p:sp>
        <p:nvSpPr>
          <p:cNvPr id="16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58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6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800" dirty="0"/>
          </a:p>
        </p:txBody>
      </p:sp>
      <p:sp>
        <p:nvSpPr>
          <p:cNvPr id="19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58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هُجُ</a:t>
            </a:r>
            <a:endParaRPr lang="ar-SA" sz="74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C5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70"/>
          </a:solidFill>
          <a:ln w="12700">
            <a:solidFill>
              <a:srgbClr val="D65C70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40"/>
          </a:solidFill>
          <a:ln w="12700">
            <a:solidFill>
              <a:srgbClr val="CC3340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8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2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8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83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هُحُ</a:t>
            </a:r>
            <a:endParaRPr lang="ar-SA" sz="74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C5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05EED"/>
          </a:solidFill>
          <a:ln w="12700">
            <a:solidFill>
              <a:srgbClr val="E0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800" dirty="0"/>
          </a:p>
        </p:txBody>
      </p:sp>
      <p:sp>
        <p:nvSpPr>
          <p:cNvPr id="22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58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5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800" dirty="0"/>
          </a:p>
        </p:txBody>
      </p:sp>
      <p:sp>
        <p:nvSpPr>
          <p:cNvPr id="25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58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A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هُخُ</a:t>
            </a:r>
            <a:endParaRPr lang="ar-SA" sz="74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A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57"/>
          </a:solidFill>
          <a:ln w="12700">
            <a:solidFill>
              <a:srgbClr val="52E057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C3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A970DB"/>
          </a:solidFill>
          <a:ln w="12700">
            <a:solidFill>
              <a:srgbClr val="A9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4F"/>
          </a:solidFill>
          <a:ln w="12700">
            <a:solidFill>
              <a:srgbClr val="85474F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8000" dirty="0"/>
          </a:p>
        </p:txBody>
      </p:sp>
      <p:sp>
        <p:nvSpPr>
          <p:cNvPr id="19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80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8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8000" dirty="0"/>
          </a:p>
        </p:txBody>
      </p:sp>
      <p:sp>
        <p:nvSpPr>
          <p:cNvPr id="22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80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9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هُدُ</a:t>
            </a:r>
            <a:endParaRPr lang="ar-SA" sz="109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C5CE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8064D8"/>
          </a:solidFill>
          <a:ln w="12700">
            <a:solidFill>
              <a:srgbClr val="80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5247D1"/>
          </a:solidFill>
          <a:ln w="12700">
            <a:solidFill>
              <a:srgbClr val="52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65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65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B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5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65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4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هُذُ</a:t>
            </a:r>
            <a:endParaRPr lang="ar-SA" sz="81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CB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7000" dirty="0"/>
          </a:p>
        </p:txBody>
      </p:sp>
      <p:sp>
        <p:nvSpPr>
          <p:cNvPr id="15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70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C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7000" dirty="0"/>
          </a:p>
        </p:txBody>
      </p:sp>
      <p:sp>
        <p:nvSpPr>
          <p:cNvPr id="18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70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4C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هُرُ</a:t>
            </a:r>
            <a:endParaRPr lang="ar-SA" sz="90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43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5F"/>
          </a:solidFill>
          <a:ln w="12700">
            <a:solidFill>
              <a:srgbClr val="2B645F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5D79"/>
          </a:solidFill>
          <a:ln w="12700">
            <a:solidFill>
              <a:srgbClr val="345D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7000" dirty="0"/>
          </a:p>
        </p:txBody>
      </p:sp>
      <p:sp>
        <p:nvSpPr>
          <p:cNvPr id="16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70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7000" dirty="0"/>
          </a:p>
        </p:txBody>
      </p:sp>
      <p:sp>
        <p:nvSpPr>
          <p:cNvPr id="19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70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3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هُزُ</a:t>
            </a:r>
            <a:endParaRPr lang="ar-SA" sz="90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8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70D65C"/>
          </a:solidFill>
          <a:ln w="12700">
            <a:solidFill>
              <a:srgbClr val="70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40CC33"/>
          </a:solidFill>
          <a:ln w="12700">
            <a:solidFill>
              <a:srgbClr val="40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8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5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8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هُسُ</a:t>
            </a:r>
            <a:endParaRPr lang="ar-SA" sz="90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6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BD5E"/>
          </a:solidFill>
          <a:ln w="12700">
            <a:solidFill>
              <a:srgbClr val="EDB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500" dirty="0"/>
          </a:p>
        </p:txBody>
      </p:sp>
      <p:sp>
        <p:nvSpPr>
          <p:cNvPr id="22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55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2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500" dirty="0"/>
          </a:p>
        </p:txBody>
      </p:sp>
      <p:sp>
        <p:nvSpPr>
          <p:cNvPr id="25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55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9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هُشُ</a:t>
            </a:r>
            <a:endParaRPr lang="ar-SA" sz="82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436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70E0"/>
          </a:solidFill>
          <a:ln w="12700">
            <a:solidFill>
              <a:srgbClr val="5270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A9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8F70"/>
          </a:solidFill>
          <a:ln w="12700">
            <a:solidFill>
              <a:srgbClr val="DB8F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5F8547"/>
          </a:solidFill>
          <a:ln w="12700">
            <a:solidFill>
              <a:srgbClr val="5F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600" dirty="0"/>
          </a:p>
        </p:txBody>
      </p:sp>
      <p:sp>
        <p:nvSpPr>
          <p:cNvPr id="19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56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5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5600" dirty="0"/>
          </a:p>
        </p:txBody>
      </p:sp>
      <p:sp>
        <p:nvSpPr>
          <p:cNvPr id="22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56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B1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هُصُ</a:t>
            </a:r>
            <a:endParaRPr lang="ar-SA" sz="90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C5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65"/>
          </a:solidFill>
          <a:ln w="12700">
            <a:solidFill>
              <a:srgbClr val="D86465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5F"/>
          </a:solidFill>
          <a:ln w="12700">
            <a:solidFill>
              <a:srgbClr val="D1475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6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8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56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96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هُضُ</a:t>
            </a:r>
            <a:endParaRPr lang="ar-SA" sz="90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CC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600" dirty="0"/>
          </a:p>
        </p:txBody>
      </p:sp>
      <p:sp>
        <p:nvSpPr>
          <p:cNvPr id="15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56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600" dirty="0"/>
          </a:p>
        </p:txBody>
      </p:sp>
      <p:sp>
        <p:nvSpPr>
          <p:cNvPr id="18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56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6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هُطُ</a:t>
            </a:r>
            <a:endParaRPr lang="ar-SA" sz="74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B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512B64"/>
          </a:solidFill>
          <a:ln w="12700">
            <a:solidFill>
              <a:srgbClr val="51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6E"/>
          </a:solidFill>
          <a:ln w="12700">
            <a:solidFill>
              <a:srgbClr val="79346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600" dirty="0"/>
          </a:p>
        </p:txBody>
      </p:sp>
      <p:sp>
        <p:nvSpPr>
          <p:cNvPr id="16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56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600" dirty="0"/>
          </a:p>
        </p:txBody>
      </p:sp>
      <p:sp>
        <p:nvSpPr>
          <p:cNvPr id="19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56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46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هُظُ</a:t>
            </a:r>
            <a:endParaRPr lang="ar-SA" sz="74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DB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ADD6"/>
          </a:solidFill>
          <a:ln w="12700">
            <a:solidFill>
              <a:srgbClr val="5CAD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8CCC"/>
          </a:solidFill>
          <a:ln w="12700">
            <a:solidFill>
              <a:srgbClr val="338C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8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8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8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E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هُعُ</a:t>
            </a:r>
            <a:endParaRPr lang="ar-SA" sz="74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C5F7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99"/>
          </a:solidFill>
          <a:ln w="12700">
            <a:solidFill>
              <a:srgbClr val="5EED99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800" dirty="0"/>
          </a:p>
        </p:txBody>
      </p:sp>
      <p:sp>
        <p:nvSpPr>
          <p:cNvPr id="22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58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5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5800" dirty="0"/>
          </a:p>
        </p:txBody>
      </p:sp>
      <p:sp>
        <p:nvSpPr>
          <p:cNvPr id="25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58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66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هُغُ</a:t>
            </a:r>
            <a:endParaRPr lang="ar-SA" sz="74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4314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94"/>
          </a:solidFill>
          <a:ln w="12700">
            <a:solidFill>
              <a:srgbClr val="E05294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90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74"/>
          </a:solidFill>
          <a:ln w="12700">
            <a:solidFill>
              <a:srgbClr val="70DB74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6E85"/>
          </a:solidFill>
          <a:ln w="12700">
            <a:solidFill>
              <a:srgbClr val="476E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600" dirty="0"/>
          </a:p>
        </p:txBody>
      </p:sp>
      <p:sp>
        <p:nvSpPr>
          <p:cNvPr id="19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56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2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5600" dirty="0"/>
          </a:p>
        </p:txBody>
      </p:sp>
      <p:sp>
        <p:nvSpPr>
          <p:cNvPr id="22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56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هُفُ</a:t>
            </a:r>
            <a:endParaRPr lang="ar-SA" sz="85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E6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82D864"/>
          </a:solidFill>
          <a:ln w="12700">
            <a:solidFill>
              <a:srgbClr val="82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82D147"/>
          </a:solidFill>
          <a:ln w="12700">
            <a:solidFill>
              <a:srgbClr val="82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64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64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6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4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64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7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هُقُ</a:t>
            </a:r>
            <a:endParaRPr lang="ar-SA" sz="86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C5D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6000" dirty="0"/>
          </a:p>
        </p:txBody>
      </p:sp>
      <p:sp>
        <p:nvSpPr>
          <p:cNvPr id="15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60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9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000" dirty="0"/>
          </a:p>
        </p:txBody>
      </p:sp>
      <p:sp>
        <p:nvSpPr>
          <p:cNvPr id="18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60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0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هُكُ</a:t>
            </a:r>
            <a:endParaRPr lang="ar-SA" sz="81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4314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422B"/>
          </a:solidFill>
          <a:ln w="12700">
            <a:solidFill>
              <a:srgbClr val="6442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7334"/>
          </a:solidFill>
          <a:ln w="12700">
            <a:solidFill>
              <a:srgbClr val="7973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900" dirty="0"/>
          </a:p>
        </p:txBody>
      </p:sp>
      <p:sp>
        <p:nvSpPr>
          <p:cNvPr id="16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59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C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900" dirty="0"/>
          </a:p>
        </p:txBody>
      </p:sp>
      <p:sp>
        <p:nvSpPr>
          <p:cNvPr id="19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59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68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هُلُ</a:t>
            </a:r>
            <a:endParaRPr lang="ar-SA" sz="76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C5F7C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AD"/>
          </a:solidFill>
          <a:ln w="12700">
            <a:solidFill>
              <a:srgbClr val="D65CAD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8C"/>
          </a:solidFill>
          <a:ln w="12700">
            <a:solidFill>
              <a:srgbClr val="CC338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60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60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B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0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60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4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هُمُ</a:t>
            </a:r>
            <a:endParaRPr lang="ar-SA" sz="74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DE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755EED"/>
          </a:solidFill>
          <a:ln w="12700">
            <a:solidFill>
              <a:srgbClr val="75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7100" dirty="0"/>
          </a:p>
        </p:txBody>
      </p:sp>
      <p:sp>
        <p:nvSpPr>
          <p:cNvPr id="22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71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8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7100" dirty="0"/>
          </a:p>
        </p:txBody>
      </p:sp>
      <p:sp>
        <p:nvSpPr>
          <p:cNvPr id="25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71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هُنُ</a:t>
            </a:r>
            <a:endParaRPr lang="ar-SA" sz="90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4339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B7E052"/>
          </a:solidFill>
          <a:ln w="12700">
            <a:solidFill>
              <a:srgbClr val="B7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A2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87DB"/>
          </a:solidFill>
          <a:ln w="12700">
            <a:solidFill>
              <a:srgbClr val="7087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7D"/>
          </a:solidFill>
          <a:ln w="12700">
            <a:solidFill>
              <a:srgbClr val="85477D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3400" dirty="0"/>
          </a:p>
        </p:txBody>
      </p:sp>
      <p:sp>
        <p:nvSpPr>
          <p:cNvPr id="20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34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4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3400" dirty="0"/>
          </a:p>
        </p:txBody>
      </p:sp>
      <p:sp>
        <p:nvSpPr>
          <p:cNvPr id="23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34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4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3400" dirty="0"/>
          </a:p>
        </p:txBody>
      </p:sp>
      <p:sp>
        <p:nvSpPr>
          <p:cNvPr id="26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34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C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أُهُبُ</a:t>
            </a:r>
            <a:endParaRPr lang="ar-SA" sz="52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C5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9FD8"/>
          </a:solidFill>
          <a:ln w="12700">
            <a:solidFill>
              <a:srgbClr val="649F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A4D1"/>
          </a:solidFill>
          <a:ln w="12700">
            <a:solidFill>
              <a:srgbClr val="47A4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500" dirty="0"/>
          </a:p>
        </p:txBody>
      </p:sp>
      <p:sp>
        <p:nvSpPr>
          <p:cNvPr id="15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45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3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4500" dirty="0"/>
          </a:p>
        </p:txBody>
      </p:sp>
      <p:sp>
        <p:nvSpPr>
          <p:cNvPr id="18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45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3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500" dirty="0"/>
          </a:p>
        </p:txBody>
      </p:sp>
      <p:sp>
        <p:nvSpPr>
          <p:cNvPr id="21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45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95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بُهُتُ</a:t>
            </a:r>
            <a:endParaRPr lang="ar-SA" sz="80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7C5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200" dirty="0"/>
          </a:p>
        </p:txBody>
      </p:sp>
      <p:sp>
        <p:nvSpPr>
          <p:cNvPr id="16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42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6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4200" dirty="0"/>
          </a:p>
        </p:txBody>
      </p:sp>
      <p:sp>
        <p:nvSpPr>
          <p:cNvPr id="19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42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6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200" dirty="0"/>
          </a:p>
        </p:txBody>
      </p:sp>
      <p:sp>
        <p:nvSpPr>
          <p:cNvPr id="22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42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2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تُهُثُ</a:t>
            </a:r>
            <a:endParaRPr lang="ar-SA" sz="76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24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34"/>
          </a:solidFill>
          <a:ln w="12700">
            <a:solidFill>
              <a:srgbClr val="2B643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62"/>
          </a:solidFill>
          <a:ln w="12700">
            <a:solidFill>
              <a:srgbClr val="34796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000" dirty="0"/>
          </a:p>
        </p:txBody>
      </p:sp>
      <p:sp>
        <p:nvSpPr>
          <p:cNvPr id="17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40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9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4000" dirty="0"/>
          </a:p>
        </p:txBody>
      </p:sp>
      <p:sp>
        <p:nvSpPr>
          <p:cNvPr id="20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40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9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000" dirty="0"/>
          </a:p>
        </p:txBody>
      </p:sp>
      <p:sp>
        <p:nvSpPr>
          <p:cNvPr id="23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40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ثُهُجُ</a:t>
            </a:r>
            <a:endParaRPr lang="ar-SA" sz="66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C5C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C25C"/>
          </a:solidFill>
          <a:ln w="12700">
            <a:solidFill>
              <a:srgbClr val="D6C2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BF33"/>
          </a:solidFill>
          <a:ln w="12700">
            <a:solidFill>
              <a:srgbClr val="CCBF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000" dirty="0"/>
          </a:p>
        </p:txBody>
      </p:sp>
      <p:sp>
        <p:nvSpPr>
          <p:cNvPr id="15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D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4000" dirty="0"/>
          </a:p>
        </p:txBody>
      </p:sp>
      <p:sp>
        <p:nvSpPr>
          <p:cNvPr id="18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D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000" dirty="0"/>
          </a:p>
        </p:txBody>
      </p:sp>
      <p:sp>
        <p:nvSpPr>
          <p:cNvPr id="21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40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2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جُهُحُ</a:t>
            </a:r>
            <a:endParaRPr lang="ar-SA" sz="66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7D1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6B"/>
          </a:solidFill>
          <a:ln w="12700">
            <a:solidFill>
              <a:srgbClr val="ED5E6B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000" dirty="0"/>
          </a:p>
        </p:txBody>
      </p:sp>
      <p:sp>
        <p:nvSpPr>
          <p:cNvPr id="23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40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A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4000" dirty="0"/>
          </a:p>
        </p:txBody>
      </p:sp>
      <p:sp>
        <p:nvSpPr>
          <p:cNvPr id="26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40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A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000" dirty="0"/>
          </a:p>
        </p:txBody>
      </p:sp>
      <p:sp>
        <p:nvSpPr>
          <p:cNvPr id="29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40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3A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حُهُخُ</a:t>
            </a:r>
            <a:endParaRPr lang="ar-SA" sz="66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443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DBE0"/>
          </a:solidFill>
          <a:ln w="12700">
            <a:solidFill>
              <a:srgbClr val="52DB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BB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A2"/>
          </a:solidFill>
          <a:ln w="12700">
            <a:solidFill>
              <a:srgbClr val="DB70A2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7D47"/>
          </a:solidFill>
          <a:ln w="12700">
            <a:solidFill>
              <a:srgbClr val="857D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000" dirty="0"/>
          </a:p>
        </p:txBody>
      </p:sp>
      <p:sp>
        <p:nvSpPr>
          <p:cNvPr id="20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40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7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4000" dirty="0"/>
          </a:p>
        </p:txBody>
      </p:sp>
      <p:sp>
        <p:nvSpPr>
          <p:cNvPr id="23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40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7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000" dirty="0"/>
          </a:p>
        </p:txBody>
      </p:sp>
      <p:sp>
        <p:nvSpPr>
          <p:cNvPr id="26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40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4A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خُهُدُ</a:t>
            </a:r>
            <a:endParaRPr lang="ar-SA" sz="80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EE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BC"/>
          </a:solidFill>
          <a:ln w="12700">
            <a:solidFill>
              <a:srgbClr val="D864BC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C6"/>
          </a:solidFill>
          <a:ln w="12700">
            <a:solidFill>
              <a:srgbClr val="D147C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500" dirty="0"/>
          </a:p>
        </p:txBody>
      </p:sp>
      <p:sp>
        <p:nvSpPr>
          <p:cNvPr id="15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45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4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4500" dirty="0"/>
          </a:p>
        </p:txBody>
      </p:sp>
      <p:sp>
        <p:nvSpPr>
          <p:cNvPr id="18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45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4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500" dirty="0"/>
          </a:p>
        </p:txBody>
      </p:sp>
      <p:sp>
        <p:nvSpPr>
          <p:cNvPr id="21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45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7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دُهُذُ</a:t>
            </a:r>
            <a:endParaRPr lang="ar-SA" sz="71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1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500" dirty="0"/>
          </a:p>
        </p:txBody>
      </p:sp>
      <p:sp>
        <p:nvSpPr>
          <p:cNvPr id="16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45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3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4500" dirty="0"/>
          </a:p>
        </p:txBody>
      </p:sp>
      <p:sp>
        <p:nvSpPr>
          <p:cNvPr id="19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45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3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500" dirty="0"/>
          </a:p>
        </p:txBody>
      </p:sp>
      <p:sp>
        <p:nvSpPr>
          <p:cNvPr id="22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45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A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ذُهُرُ</a:t>
            </a:r>
            <a:endParaRPr lang="ar-SA" sz="71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142F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3064"/>
          </a:solidFill>
          <a:ln w="12700">
            <a:solidFill>
              <a:srgbClr val="2B30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513479"/>
          </a:solidFill>
          <a:ln w="12700">
            <a:solidFill>
              <a:srgbClr val="51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800" dirty="0"/>
          </a:p>
        </p:txBody>
      </p:sp>
      <p:sp>
        <p:nvSpPr>
          <p:cNvPr id="17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48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7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4800" dirty="0"/>
          </a:p>
        </p:txBody>
      </p:sp>
      <p:sp>
        <p:nvSpPr>
          <p:cNvPr id="20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48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7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800" dirty="0"/>
          </a:p>
        </p:txBody>
      </p:sp>
      <p:sp>
        <p:nvSpPr>
          <p:cNvPr id="23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48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D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رُهُزُ</a:t>
            </a:r>
            <a:endParaRPr lang="ar-SA" sz="80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7C5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C2"/>
          </a:solidFill>
          <a:ln w="12700">
            <a:solidFill>
              <a:srgbClr val="5CD6C2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BF"/>
          </a:solidFill>
          <a:ln w="12700">
            <a:solidFill>
              <a:srgbClr val="33CCBF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000" dirty="0"/>
          </a:p>
        </p:txBody>
      </p:sp>
      <p:sp>
        <p:nvSpPr>
          <p:cNvPr id="15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A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4000" dirty="0"/>
          </a:p>
        </p:txBody>
      </p:sp>
      <p:sp>
        <p:nvSpPr>
          <p:cNvPr id="18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A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000" dirty="0"/>
          </a:p>
        </p:txBody>
      </p:sp>
      <p:sp>
        <p:nvSpPr>
          <p:cNvPr id="21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40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84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زُهُسُ</a:t>
            </a:r>
            <a:endParaRPr lang="ar-SA" sz="69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C5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8EED5E"/>
          </a:solidFill>
          <a:ln w="12700">
            <a:solidFill>
              <a:srgbClr val="8E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3800" dirty="0"/>
          </a:p>
        </p:txBody>
      </p:sp>
      <p:sp>
        <p:nvSpPr>
          <p:cNvPr id="23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38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3800" dirty="0"/>
          </a:p>
        </p:txBody>
      </p:sp>
      <p:sp>
        <p:nvSpPr>
          <p:cNvPr id="26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38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800" dirty="0"/>
          </a:p>
        </p:txBody>
      </p:sp>
      <p:sp>
        <p:nvSpPr>
          <p:cNvPr id="29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38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5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سُهُشُ</a:t>
            </a:r>
            <a:endParaRPr lang="ar-SA" sz="63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21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C252E0"/>
          </a:solidFill>
          <a:ln w="12700">
            <a:solidFill>
              <a:srgbClr val="C2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D5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BCDB70"/>
          </a:solidFill>
          <a:ln w="12700">
            <a:solidFill>
              <a:srgbClr val="BC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6D"/>
          </a:solidFill>
          <a:ln w="12700">
            <a:solidFill>
              <a:srgbClr val="47856D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800" dirty="0"/>
          </a:p>
        </p:txBody>
      </p:sp>
      <p:sp>
        <p:nvSpPr>
          <p:cNvPr id="20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38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A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3800" dirty="0"/>
          </a:p>
        </p:txBody>
      </p:sp>
      <p:sp>
        <p:nvSpPr>
          <p:cNvPr id="23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38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A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800" dirty="0"/>
          </a:p>
        </p:txBody>
      </p:sp>
      <p:sp>
        <p:nvSpPr>
          <p:cNvPr id="26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38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4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شُهُصُ</a:t>
            </a:r>
            <a:endParaRPr lang="ar-SA" sz="61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7E2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D864"/>
          </a:solidFill>
          <a:ln w="12700">
            <a:solidFill>
              <a:srgbClr val="D8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BA47"/>
          </a:solidFill>
          <a:ln w="12700">
            <a:solidFill>
              <a:srgbClr val="D1BA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900" dirty="0"/>
          </a:p>
        </p:txBody>
      </p:sp>
      <p:sp>
        <p:nvSpPr>
          <p:cNvPr id="15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3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7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3900" dirty="0"/>
          </a:p>
        </p:txBody>
      </p:sp>
      <p:sp>
        <p:nvSpPr>
          <p:cNvPr id="18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39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7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900" dirty="0"/>
          </a:p>
        </p:txBody>
      </p:sp>
      <p:sp>
        <p:nvSpPr>
          <p:cNvPr id="21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39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0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صُهُضُ</a:t>
            </a:r>
            <a:endParaRPr lang="ar-SA" sz="58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C5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900" dirty="0"/>
          </a:p>
        </p:txBody>
      </p:sp>
      <p:sp>
        <p:nvSpPr>
          <p:cNvPr id="16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39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3900" dirty="0"/>
          </a:p>
        </p:txBody>
      </p:sp>
      <p:sp>
        <p:nvSpPr>
          <p:cNvPr id="19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39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3900" dirty="0"/>
          </a:p>
        </p:txBody>
      </p:sp>
      <p:sp>
        <p:nvSpPr>
          <p:cNvPr id="22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39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7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ضُهُطُ</a:t>
            </a:r>
            <a:endParaRPr lang="ar-SA" sz="66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4314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3E"/>
          </a:solidFill>
          <a:ln w="12700">
            <a:solidFill>
              <a:srgbClr val="642B3E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F34"/>
          </a:solidFill>
          <a:ln w="12700">
            <a:solidFill>
              <a:srgbClr val="793F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3900" dirty="0"/>
          </a:p>
        </p:txBody>
      </p:sp>
      <p:sp>
        <p:nvSpPr>
          <p:cNvPr id="17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39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4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3900" dirty="0"/>
          </a:p>
        </p:txBody>
      </p:sp>
      <p:sp>
        <p:nvSpPr>
          <p:cNvPr id="20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39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4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3900" dirty="0"/>
          </a:p>
        </p:txBody>
      </p:sp>
      <p:sp>
        <p:nvSpPr>
          <p:cNvPr id="23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39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A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طُهُظُ</a:t>
            </a:r>
            <a:endParaRPr lang="ar-SA" sz="66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E0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855CD6"/>
          </a:solidFill>
          <a:ln w="12700">
            <a:solidFill>
              <a:srgbClr val="85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7333CC"/>
          </a:solidFill>
          <a:ln w="12700">
            <a:solidFill>
              <a:srgbClr val="73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3900" dirty="0"/>
          </a:p>
        </p:txBody>
      </p:sp>
      <p:sp>
        <p:nvSpPr>
          <p:cNvPr id="15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3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7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3900" dirty="0"/>
          </a:p>
        </p:txBody>
      </p:sp>
      <p:sp>
        <p:nvSpPr>
          <p:cNvPr id="18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39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7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3900" dirty="0"/>
          </a:p>
        </p:txBody>
      </p:sp>
      <p:sp>
        <p:nvSpPr>
          <p:cNvPr id="21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39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A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ظُهُعُ</a:t>
            </a:r>
            <a:endParaRPr lang="ar-SA" sz="66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C5D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B2ED"/>
          </a:solidFill>
          <a:ln w="12700">
            <a:solidFill>
              <a:srgbClr val="5EB2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000" dirty="0"/>
          </a:p>
        </p:txBody>
      </p:sp>
      <p:sp>
        <p:nvSpPr>
          <p:cNvPr id="23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40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A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4000" dirty="0"/>
          </a:p>
        </p:txBody>
      </p:sp>
      <p:sp>
        <p:nvSpPr>
          <p:cNvPr id="26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40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A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000" dirty="0"/>
          </a:p>
        </p:txBody>
      </p:sp>
      <p:sp>
        <p:nvSpPr>
          <p:cNvPr id="29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40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F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عُهُغُ</a:t>
            </a:r>
            <a:endParaRPr lang="ar-SA" sz="66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4315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9F52"/>
          </a:solidFill>
          <a:ln w="12700">
            <a:solidFill>
              <a:srgbClr val="E09F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EE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7DB"/>
          </a:solidFill>
          <a:ln w="12700">
            <a:solidFill>
              <a:srgbClr val="70D7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5E4785"/>
          </a:solidFill>
          <a:ln w="12700">
            <a:solidFill>
              <a:srgbClr val="5E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3900" dirty="0"/>
          </a:p>
        </p:txBody>
      </p:sp>
      <p:sp>
        <p:nvSpPr>
          <p:cNvPr id="20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39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3900" dirty="0"/>
          </a:p>
        </p:txBody>
      </p:sp>
      <p:sp>
        <p:nvSpPr>
          <p:cNvPr id="23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39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3900" dirty="0"/>
          </a:p>
        </p:txBody>
      </p:sp>
      <p:sp>
        <p:nvSpPr>
          <p:cNvPr id="26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39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56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غُهُفُ</a:t>
            </a:r>
            <a:endParaRPr lang="ar-SA" sz="73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C5F7D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BB"/>
          </a:solidFill>
          <a:ln w="12700">
            <a:solidFill>
              <a:srgbClr val="64D8BB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97"/>
          </a:solidFill>
          <a:ln w="12700">
            <a:solidFill>
              <a:srgbClr val="47D19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3900" dirty="0"/>
          </a:p>
        </p:txBody>
      </p:sp>
      <p:sp>
        <p:nvSpPr>
          <p:cNvPr id="15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3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9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3900" dirty="0"/>
          </a:p>
        </p:txBody>
      </p:sp>
      <p:sp>
        <p:nvSpPr>
          <p:cNvPr id="18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39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9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3900" dirty="0"/>
          </a:p>
        </p:txBody>
      </p:sp>
      <p:sp>
        <p:nvSpPr>
          <p:cNvPr id="21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39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فُهُقُ</a:t>
            </a:r>
            <a:endParaRPr lang="ar-SA" sz="68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E4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200" dirty="0"/>
          </a:p>
        </p:txBody>
      </p:sp>
      <p:sp>
        <p:nvSpPr>
          <p:cNvPr id="16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42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6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4200" dirty="0"/>
          </a:p>
        </p:txBody>
      </p:sp>
      <p:sp>
        <p:nvSpPr>
          <p:cNvPr id="19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42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6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200" dirty="0"/>
          </a:p>
        </p:txBody>
      </p:sp>
      <p:sp>
        <p:nvSpPr>
          <p:cNvPr id="22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42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5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قُهُكُ</a:t>
            </a:r>
            <a:endParaRPr lang="ar-SA" sz="68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433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C642B"/>
          </a:solidFill>
          <a:ln w="12700">
            <a:solidFill>
              <a:srgbClr val="4C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A7934"/>
          </a:solidFill>
          <a:ln w="12700">
            <a:solidFill>
              <a:srgbClr val="3A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100" dirty="0"/>
          </a:p>
        </p:txBody>
      </p:sp>
      <p:sp>
        <p:nvSpPr>
          <p:cNvPr id="17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41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3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4100" dirty="0"/>
          </a:p>
        </p:txBody>
      </p:sp>
      <p:sp>
        <p:nvSpPr>
          <p:cNvPr id="20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41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3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100" dirty="0"/>
          </a:p>
        </p:txBody>
      </p:sp>
      <p:sp>
        <p:nvSpPr>
          <p:cNvPr id="23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41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E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كُهُلُ</a:t>
            </a:r>
            <a:endParaRPr lang="ar-SA" sz="67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C5E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855C"/>
          </a:solidFill>
          <a:ln w="12700">
            <a:solidFill>
              <a:srgbClr val="D685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7333"/>
          </a:solidFill>
          <a:ln w="12700">
            <a:solidFill>
              <a:srgbClr val="CC73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100" dirty="0"/>
          </a:p>
        </p:txBody>
      </p:sp>
      <p:sp>
        <p:nvSpPr>
          <p:cNvPr id="15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41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4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4100" dirty="0"/>
          </a:p>
        </p:txBody>
      </p:sp>
      <p:sp>
        <p:nvSpPr>
          <p:cNvPr id="18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41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4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100" dirty="0"/>
          </a:p>
        </p:txBody>
      </p:sp>
      <p:sp>
        <p:nvSpPr>
          <p:cNvPr id="21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41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A6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لُهُمُ</a:t>
            </a:r>
            <a:endParaRPr lang="ar-SA" sz="66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7C5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D6"/>
          </a:solidFill>
          <a:ln w="12700">
            <a:solidFill>
              <a:srgbClr val="ED5ED6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100" dirty="0"/>
          </a:p>
        </p:txBody>
      </p:sp>
      <p:sp>
        <p:nvSpPr>
          <p:cNvPr id="23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41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7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4100" dirty="0"/>
          </a:p>
        </p:txBody>
      </p:sp>
      <p:sp>
        <p:nvSpPr>
          <p:cNvPr id="26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41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7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100" dirty="0"/>
          </a:p>
        </p:txBody>
      </p:sp>
      <p:sp>
        <p:nvSpPr>
          <p:cNvPr id="29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41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A1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مُهُنُ</a:t>
            </a:r>
            <a:endParaRPr lang="ar-SA" sz="80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1E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7B"/>
          </a:solidFill>
          <a:ln w="12700">
            <a:solidFill>
              <a:srgbClr val="52E07B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DD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C570DB"/>
          </a:solidFill>
          <a:ln w="12700">
            <a:solidFill>
              <a:srgbClr val="C5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F47"/>
          </a:solidFill>
          <a:ln w="12700">
            <a:solidFill>
              <a:srgbClr val="854F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3400" dirty="0"/>
          </a:p>
        </p:txBody>
      </p:sp>
      <p:sp>
        <p:nvSpPr>
          <p:cNvPr id="20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34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B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3400" dirty="0"/>
          </a:p>
        </p:txBody>
      </p:sp>
      <p:sp>
        <p:nvSpPr>
          <p:cNvPr id="23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34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B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3400" dirty="0"/>
          </a:p>
        </p:txBody>
      </p:sp>
      <p:sp>
        <p:nvSpPr>
          <p:cNvPr id="26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34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7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نُهُأُ</a:t>
            </a:r>
            <a:endParaRPr lang="ar-SA" sz="50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C9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9E64D8"/>
          </a:solidFill>
          <a:ln w="12700">
            <a:solidFill>
              <a:srgbClr val="9E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7547D1"/>
          </a:solidFill>
          <a:ln w="12700">
            <a:solidFill>
              <a:srgbClr val="75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9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4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49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4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1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أُهُ</a:t>
            </a:r>
            <a:endParaRPr lang="ar-SA" sz="59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7D8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500" dirty="0"/>
          </a:p>
        </p:txBody>
      </p:sp>
      <p:sp>
        <p:nvSpPr>
          <p:cNvPr id="15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65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9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6500" dirty="0"/>
          </a:p>
        </p:txBody>
      </p:sp>
      <p:sp>
        <p:nvSpPr>
          <p:cNvPr id="18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65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3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بُهُ</a:t>
            </a:r>
            <a:endParaRPr lang="ar-SA" sz="97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1443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5B64"/>
          </a:solidFill>
          <a:ln w="12700">
            <a:solidFill>
              <a:srgbClr val="2B5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4B79"/>
          </a:solidFill>
          <a:ln w="12700">
            <a:solidFill>
              <a:srgbClr val="344B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800" dirty="0"/>
          </a:p>
        </p:txBody>
      </p:sp>
      <p:sp>
        <p:nvSpPr>
          <p:cNvPr id="16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68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6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6800" dirty="0"/>
          </a:p>
        </p:txBody>
      </p:sp>
      <p:sp>
        <p:nvSpPr>
          <p:cNvPr id="19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68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5C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تُهُ</a:t>
            </a:r>
            <a:endParaRPr lang="ar-SA" sz="87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5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70D65C"/>
          </a:solidFill>
          <a:ln w="12700">
            <a:solidFill>
              <a:srgbClr val="70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40CC33"/>
          </a:solidFill>
          <a:ln w="12700">
            <a:solidFill>
              <a:srgbClr val="40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1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61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61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61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8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ثُهُ</a:t>
            </a:r>
            <a:endParaRPr lang="ar-SA" sz="75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EA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E15E"/>
          </a:solidFill>
          <a:ln w="12700">
            <a:solidFill>
              <a:srgbClr val="EDE1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800" dirty="0"/>
          </a:p>
        </p:txBody>
      </p:sp>
      <p:sp>
        <p:nvSpPr>
          <p:cNvPr id="22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58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5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800" dirty="0"/>
          </a:p>
        </p:txBody>
      </p:sp>
      <p:sp>
        <p:nvSpPr>
          <p:cNvPr id="25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58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AC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جُهُ</a:t>
            </a:r>
            <a:endParaRPr lang="ar-SA" sz="97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1429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752E0"/>
          </a:solidFill>
          <a:ln w="12700">
            <a:solidFill>
              <a:srgbClr val="57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C3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AA70"/>
          </a:solidFill>
          <a:ln w="12700">
            <a:solidFill>
              <a:srgbClr val="DBAA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F8547"/>
          </a:solidFill>
          <a:ln w="12700">
            <a:solidFill>
              <a:srgbClr val="4F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800" dirty="0"/>
          </a:p>
        </p:txBody>
      </p:sp>
      <p:sp>
        <p:nvSpPr>
          <p:cNvPr id="19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58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8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800" dirty="0"/>
          </a:p>
        </p:txBody>
      </p:sp>
      <p:sp>
        <p:nvSpPr>
          <p:cNvPr id="22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58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حُهُ</a:t>
            </a:r>
            <a:endParaRPr lang="ar-SA" sz="97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7C5C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8164"/>
          </a:solidFill>
          <a:ln w="12700">
            <a:solidFill>
              <a:srgbClr val="D881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5347"/>
          </a:solidFill>
          <a:ln w="12700">
            <a:solidFill>
              <a:srgbClr val="D153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8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B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8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73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خُهُ</a:t>
            </a:r>
            <a:endParaRPr lang="ar-SA" sz="93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C5F7C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8000" dirty="0"/>
          </a:p>
        </p:txBody>
      </p:sp>
      <p:sp>
        <p:nvSpPr>
          <p:cNvPr id="15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80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C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8000" dirty="0"/>
          </a:p>
        </p:txBody>
      </p:sp>
      <p:sp>
        <p:nvSpPr>
          <p:cNvPr id="18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80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4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دُهُ</a:t>
            </a:r>
            <a:endParaRPr lang="ar-SA" sz="109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27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5F2B64"/>
          </a:solidFill>
          <a:ln w="12700">
            <a:solidFill>
              <a:srgbClr val="5F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5D"/>
          </a:solidFill>
          <a:ln w="12700">
            <a:solidFill>
              <a:srgbClr val="79345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500" dirty="0"/>
          </a:p>
        </p:txBody>
      </p:sp>
      <p:sp>
        <p:nvSpPr>
          <p:cNvPr id="16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65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8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6500" dirty="0"/>
          </a:p>
        </p:txBody>
      </p:sp>
      <p:sp>
        <p:nvSpPr>
          <p:cNvPr id="19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65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3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ذُهُ</a:t>
            </a:r>
            <a:endParaRPr lang="ar-SA" sz="81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7E8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70D6"/>
          </a:solidFill>
          <a:ln w="12700">
            <a:solidFill>
              <a:srgbClr val="5C70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40CC"/>
          </a:solidFill>
          <a:ln w="12700">
            <a:solidFill>
              <a:srgbClr val="3340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70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70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5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70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70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61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رُهُ</a:t>
            </a:r>
            <a:endParaRPr lang="ar-SA" sz="90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C5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BE"/>
          </a:solidFill>
          <a:ln w="12700">
            <a:solidFill>
              <a:srgbClr val="5EEDB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7000" dirty="0"/>
          </a:p>
        </p:txBody>
      </p:sp>
      <p:sp>
        <p:nvSpPr>
          <p:cNvPr id="22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70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7000" dirty="0"/>
          </a:p>
        </p:txBody>
      </p:sp>
      <p:sp>
        <p:nvSpPr>
          <p:cNvPr id="25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70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8A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زُهُ</a:t>
            </a:r>
            <a:endParaRPr lang="ar-SA" sz="90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4314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6F"/>
          </a:solidFill>
          <a:ln w="12700">
            <a:solidFill>
              <a:srgbClr val="E0526F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AA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8F"/>
          </a:solidFill>
          <a:ln w="12700">
            <a:solidFill>
              <a:srgbClr val="70DB8F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5E85"/>
          </a:solidFill>
          <a:ln w="12700">
            <a:solidFill>
              <a:srgbClr val="475E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800" dirty="0"/>
          </a:p>
        </p:txBody>
      </p:sp>
      <p:sp>
        <p:nvSpPr>
          <p:cNvPr id="19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58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800" dirty="0"/>
          </a:p>
        </p:txBody>
      </p:sp>
      <p:sp>
        <p:nvSpPr>
          <p:cNvPr id="22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58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سُهُ</a:t>
            </a:r>
            <a:endParaRPr lang="ar-SA" sz="97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DA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64"/>
          </a:solidFill>
          <a:ln w="12700">
            <a:solidFill>
              <a:srgbClr val="64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5ED147"/>
          </a:solidFill>
          <a:ln w="12700">
            <a:solidFill>
              <a:srgbClr val="5E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5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55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8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5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55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9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شُهُ</a:t>
            </a:r>
            <a:endParaRPr lang="ar-SA" sz="82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C5C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5600" dirty="0"/>
          </a:p>
        </p:txBody>
      </p:sp>
      <p:sp>
        <p:nvSpPr>
          <p:cNvPr id="15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56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C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600" dirty="0"/>
          </a:p>
        </p:txBody>
      </p:sp>
      <p:sp>
        <p:nvSpPr>
          <p:cNvPr id="18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56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6D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صُهُ</a:t>
            </a:r>
            <a:endParaRPr lang="ar-SA" sz="97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431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512B"/>
          </a:solidFill>
          <a:ln w="12700">
            <a:solidFill>
              <a:srgbClr val="6451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6E7934"/>
          </a:solidFill>
          <a:ln w="12700">
            <a:solidFill>
              <a:srgbClr val="6E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5600" dirty="0"/>
          </a:p>
        </p:txBody>
      </p:sp>
      <p:sp>
        <p:nvSpPr>
          <p:cNvPr id="16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56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B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600" dirty="0"/>
          </a:p>
        </p:txBody>
      </p:sp>
      <p:sp>
        <p:nvSpPr>
          <p:cNvPr id="19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56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45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ضُهُ</a:t>
            </a:r>
            <a:endParaRPr lang="ar-SA" sz="91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C5F7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AD"/>
          </a:solidFill>
          <a:ln w="12700">
            <a:solidFill>
              <a:srgbClr val="D65CAD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8C"/>
          </a:solidFill>
          <a:ln w="12700">
            <a:solidFill>
              <a:srgbClr val="CC338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6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8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6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3F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طُهُ</a:t>
            </a:r>
            <a:endParaRPr lang="ar-SA" sz="74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EA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9A5EED"/>
          </a:solidFill>
          <a:ln w="12700">
            <a:solidFill>
              <a:srgbClr val="9A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600" dirty="0"/>
          </a:p>
        </p:txBody>
      </p:sp>
      <p:sp>
        <p:nvSpPr>
          <p:cNvPr id="22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56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5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600" dirty="0"/>
          </a:p>
        </p:txBody>
      </p:sp>
      <p:sp>
        <p:nvSpPr>
          <p:cNvPr id="25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56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6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ظُهُ</a:t>
            </a:r>
            <a:endParaRPr lang="ar-SA" sz="74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41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93E052"/>
          </a:solidFill>
          <a:ln w="12700">
            <a:solidFill>
              <a:srgbClr val="93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91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570DB"/>
          </a:solidFill>
          <a:ln w="12700">
            <a:solidFill>
              <a:srgbClr val="75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6E"/>
          </a:solidFill>
          <a:ln w="12700">
            <a:solidFill>
              <a:srgbClr val="85476E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800" dirty="0"/>
          </a:p>
        </p:txBody>
      </p:sp>
      <p:sp>
        <p:nvSpPr>
          <p:cNvPr id="19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58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800" dirty="0"/>
          </a:p>
        </p:txBody>
      </p:sp>
      <p:sp>
        <p:nvSpPr>
          <p:cNvPr id="22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58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0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عُهُ</a:t>
            </a:r>
            <a:endParaRPr lang="ar-SA" sz="97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C5E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81D8"/>
          </a:solidFill>
          <a:ln w="12700">
            <a:solidFill>
              <a:srgbClr val="6481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81D1"/>
          </a:solidFill>
          <a:ln w="12700">
            <a:solidFill>
              <a:srgbClr val="4781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58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6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8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7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غُهُ</a:t>
            </a:r>
            <a:endParaRPr lang="ar-SA" sz="83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7C5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5600" dirty="0"/>
          </a:p>
        </p:txBody>
      </p:sp>
      <p:sp>
        <p:nvSpPr>
          <p:cNvPr id="15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56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600" dirty="0"/>
          </a:p>
        </p:txBody>
      </p:sp>
      <p:sp>
        <p:nvSpPr>
          <p:cNvPr id="18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56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8F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فُهُ</a:t>
            </a:r>
            <a:endParaRPr lang="ar-SA" sz="76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17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43"/>
          </a:solidFill>
          <a:ln w="12700">
            <a:solidFill>
              <a:srgbClr val="2B6443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74"/>
          </a:solidFill>
          <a:ln w="12700">
            <a:solidFill>
              <a:srgbClr val="34797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400" dirty="0"/>
          </a:p>
        </p:txBody>
      </p:sp>
      <p:sp>
        <p:nvSpPr>
          <p:cNvPr id="16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64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6400" dirty="0"/>
          </a:p>
        </p:txBody>
      </p:sp>
      <p:sp>
        <p:nvSpPr>
          <p:cNvPr id="19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64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6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قُهُ</a:t>
            </a:r>
            <a:endParaRPr lang="ar-SA" sz="76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CF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ADD65C"/>
          </a:solidFill>
          <a:ln w="12700">
            <a:solidFill>
              <a:srgbClr val="AD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8CCC33"/>
          </a:solidFill>
          <a:ln w="12700">
            <a:solidFill>
              <a:srgbClr val="8C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0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60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60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60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F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كُهُ</a:t>
            </a:r>
            <a:endParaRPr lang="ar-SA" sz="79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7DE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765E"/>
          </a:solidFill>
          <a:ln w="12700">
            <a:solidFill>
              <a:srgbClr val="ED76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900" dirty="0"/>
          </a:p>
        </p:txBody>
      </p:sp>
      <p:sp>
        <p:nvSpPr>
          <p:cNvPr id="22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59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7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900" dirty="0"/>
          </a:p>
        </p:txBody>
      </p:sp>
      <p:sp>
        <p:nvSpPr>
          <p:cNvPr id="25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59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45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لُهُ</a:t>
            </a:r>
            <a:endParaRPr lang="ar-SA" sz="74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1443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B7E0"/>
          </a:solidFill>
          <a:ln w="12700">
            <a:solidFill>
              <a:srgbClr val="52B7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A1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86"/>
          </a:solidFill>
          <a:ln w="12700">
            <a:solidFill>
              <a:srgbClr val="DB7086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7D8547"/>
          </a:solidFill>
          <a:ln w="12700">
            <a:solidFill>
              <a:srgbClr val="7D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000" dirty="0"/>
          </a:p>
        </p:txBody>
      </p:sp>
      <p:sp>
        <p:nvSpPr>
          <p:cNvPr id="19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60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4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6000" dirty="0"/>
          </a:p>
        </p:txBody>
      </p:sp>
      <p:sp>
        <p:nvSpPr>
          <p:cNvPr id="22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60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6D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مُهُ</a:t>
            </a:r>
            <a:endParaRPr lang="ar-SA" sz="97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7C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9E"/>
          </a:solidFill>
          <a:ln w="12700">
            <a:solidFill>
              <a:srgbClr val="D8649E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A3"/>
          </a:solidFill>
          <a:ln w="12700">
            <a:solidFill>
              <a:srgbClr val="D147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71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71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71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71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9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نُهُ</a:t>
            </a:r>
            <a:endParaRPr lang="ar-SA" sz="87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E4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1 W1 pill"/>
          <p:cNvSpPr/>
          <p:nvPr/>
        </p:nvSpPr>
        <p:spPr>
          <a:xfrm>
            <a:off x="4656270" y="896112"/>
            <a:ext cx="1858314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3E"/>
            </a:solidFill>
            <a:prstDash val="solid"/>
          </a:ln>
        </p:spPr>
      </p:sp>
      <p:sp>
        <p:nvSpPr>
          <p:cNvPr id="12" name="C1 W1 word"/>
          <p:cNvSpPr txBox="1"/>
          <p:nvPr/>
        </p:nvSpPr>
        <p:spPr>
          <a:xfrm>
            <a:off x="4656270" y="896112"/>
            <a:ext cx="1858314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فَهِمَهُ</a:t>
            </a:r>
            <a:endParaRPr lang="ar-SA" sz="4400" dirty="0"/>
          </a:p>
        </p:txBody>
      </p:sp>
      <p:sp>
        <p:nvSpPr>
          <p:cNvPr id="13" name="C2 W2 pill"/>
          <p:cNvSpPr/>
          <p:nvPr/>
        </p:nvSpPr>
        <p:spPr>
          <a:xfrm>
            <a:off x="2629416" y="896112"/>
            <a:ext cx="1706815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E36E2"/>
            </a:solidFill>
            <a:prstDash val="solid"/>
          </a:ln>
        </p:spPr>
      </p:sp>
      <p:sp>
        <p:nvSpPr>
          <p:cNvPr id="14" name="C2 W2 word"/>
          <p:cNvSpPr txBox="1"/>
          <p:nvPr/>
        </p:nvSpPr>
        <p:spPr>
          <a:xfrm>
            <a:off x="2629416" y="896112"/>
            <a:ext cx="1706815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عُمَرُ</a:t>
            </a:r>
            <a:endParaRPr lang="ar-SA" sz="4400" dirty="0"/>
          </a:p>
        </p:txBody>
      </p:sp>
      <p:sp>
        <p:nvSpPr>
          <p:cNvPr id="15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82E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3 S panel"/>
          <p:cNvSpPr/>
          <p:nvPr/>
        </p:nvSpPr>
        <p:spPr>
          <a:xfrm>
            <a:off x="2949046" y="2834640"/>
            <a:ext cx="3245908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3 S sentence"/>
          <p:cNvSpPr txBox="1"/>
          <p:nvPr/>
        </p:nvSpPr>
        <p:spPr>
          <a:xfrm>
            <a:off x="2949046" y="2834640"/>
            <a:ext cx="3245908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فَهِمَهُ عُمَرُ</a:t>
            </a:r>
            <a:endParaRPr lang="ar-SA" sz="45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1423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42B64"/>
          </a:solidFill>
          <a:ln w="12700">
            <a:solidFill>
              <a:srgbClr val="34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623479"/>
          </a:solidFill>
          <a:ln w="12700">
            <a:solidFill>
              <a:srgbClr val="623479"/>
            </a:solidFill>
            <a:prstDash val="solid"/>
          </a:ln>
        </p:spPr>
      </p:sp>
      <p:sp>
        <p:nvSpPr>
          <p:cNvPr id="12" name="C1 W1 pill"/>
          <p:cNvSpPr/>
          <p:nvPr/>
        </p:nvSpPr>
        <p:spPr>
          <a:xfrm>
            <a:off x="4590806" y="896112"/>
            <a:ext cx="2245257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7036E2"/>
            </a:solidFill>
            <a:prstDash val="solid"/>
          </a:ln>
        </p:spPr>
      </p:sp>
      <p:sp>
        <p:nvSpPr>
          <p:cNvPr id="13" name="C1 W1 word"/>
          <p:cNvSpPr txBox="1"/>
          <p:nvPr/>
        </p:nvSpPr>
        <p:spPr>
          <a:xfrm>
            <a:off x="4590806" y="896112"/>
            <a:ext cx="2245257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ذَهَبَ</a:t>
            </a:r>
            <a:endParaRPr lang="ar-SA" sz="5600" dirty="0"/>
          </a:p>
        </p:txBody>
      </p:sp>
      <p:sp>
        <p:nvSpPr>
          <p:cNvPr id="14" name="C2 W2 pill"/>
          <p:cNvSpPr/>
          <p:nvPr/>
        </p:nvSpPr>
        <p:spPr>
          <a:xfrm>
            <a:off x="2307937" y="896112"/>
            <a:ext cx="1962829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7036"/>
            </a:solidFill>
            <a:prstDash val="solid"/>
          </a:ln>
        </p:spPr>
      </p:sp>
      <p:sp>
        <p:nvSpPr>
          <p:cNvPr id="15" name="C2 W2 word"/>
          <p:cNvSpPr txBox="1"/>
          <p:nvPr/>
        </p:nvSpPr>
        <p:spPr>
          <a:xfrm>
            <a:off x="2307937" y="896112"/>
            <a:ext cx="1962829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عُمَرُ</a:t>
            </a:r>
            <a:endParaRPr lang="ar-SA" sz="5600" dirty="0"/>
          </a:p>
        </p:txBody>
      </p:sp>
      <p:sp>
        <p:nvSpPr>
          <p:cNvPr id="16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89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3 S panel"/>
          <p:cNvSpPr/>
          <p:nvPr/>
        </p:nvSpPr>
        <p:spPr>
          <a:xfrm>
            <a:off x="2669276" y="2834640"/>
            <a:ext cx="3805447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3 S sentence"/>
          <p:cNvSpPr txBox="1"/>
          <p:nvPr/>
        </p:nvSpPr>
        <p:spPr>
          <a:xfrm>
            <a:off x="2669276" y="2834640"/>
            <a:ext cx="3805447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ذَهَبَ عُمَرُ</a:t>
            </a:r>
            <a:endParaRPr lang="ar-SA" sz="57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F7C5C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C2"/>
          </a:solidFill>
          <a:ln w="12700">
            <a:solidFill>
              <a:srgbClr val="5CD6C2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BF"/>
          </a:solidFill>
          <a:ln w="12700">
            <a:solidFill>
              <a:srgbClr val="33CCBF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1 W1 pill"/>
          <p:cNvSpPr/>
          <p:nvPr/>
        </p:nvSpPr>
        <p:spPr>
          <a:xfrm>
            <a:off x="4959872" y="896112"/>
            <a:ext cx="2103348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A236"/>
            </a:solidFill>
            <a:prstDash val="solid"/>
          </a:ln>
        </p:spPr>
      </p:sp>
      <p:sp>
        <p:nvSpPr>
          <p:cNvPr id="11" name="C1 W1 word"/>
          <p:cNvSpPr txBox="1"/>
          <p:nvPr/>
        </p:nvSpPr>
        <p:spPr>
          <a:xfrm>
            <a:off x="4959872" y="896112"/>
            <a:ext cx="2103348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سَهُلَ</a:t>
            </a:r>
            <a:endParaRPr lang="ar-SA" sz="5400" dirty="0"/>
          </a:p>
        </p:txBody>
      </p:sp>
      <p:sp>
        <p:nvSpPr>
          <p:cNvPr id="12" name="C2 W2 pill"/>
          <p:cNvSpPr/>
          <p:nvPr/>
        </p:nvSpPr>
        <p:spPr>
          <a:xfrm>
            <a:off x="2080780" y="896112"/>
            <a:ext cx="2559052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A2"/>
            </a:solidFill>
            <a:prstDash val="solid"/>
          </a:ln>
        </p:spPr>
      </p:sp>
      <p:sp>
        <p:nvSpPr>
          <p:cNvPr id="13" name="C2 W2 word"/>
          <p:cNvSpPr txBox="1"/>
          <p:nvPr/>
        </p:nvSpPr>
        <p:spPr>
          <a:xfrm>
            <a:off x="2080780" y="896112"/>
            <a:ext cx="2559052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وَحَسُنَ</a:t>
            </a:r>
            <a:endParaRPr lang="ar-SA" sz="5400" dirty="0"/>
          </a:p>
        </p:txBody>
      </p:sp>
      <p:sp>
        <p:nvSpPr>
          <p:cNvPr id="14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2E61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C3 S panel"/>
          <p:cNvSpPr/>
          <p:nvPr/>
        </p:nvSpPr>
        <p:spPr>
          <a:xfrm>
            <a:off x="2406977" y="2834640"/>
            <a:ext cx="4330046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3 S sentence"/>
          <p:cNvSpPr txBox="1"/>
          <p:nvPr/>
        </p:nvSpPr>
        <p:spPr>
          <a:xfrm>
            <a:off x="2406977" y="2834640"/>
            <a:ext cx="4330046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سَهُلَ وَحَسُنَ</a:t>
            </a:r>
            <a:endParaRPr lang="ar-SA" sz="54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C5F7D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6AED5E"/>
          </a:solidFill>
          <a:ln w="12700">
            <a:solidFill>
              <a:srgbClr val="6A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1 W1 pill"/>
          <p:cNvSpPr/>
          <p:nvPr/>
        </p:nvSpPr>
        <p:spPr>
          <a:xfrm>
            <a:off x="4933888" y="896112"/>
            <a:ext cx="1815389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D4"/>
            </a:solidFill>
            <a:prstDash val="solid"/>
          </a:ln>
        </p:spPr>
      </p:sp>
      <p:sp>
        <p:nvSpPr>
          <p:cNvPr id="19" name="C1 W1 word"/>
          <p:cNvSpPr txBox="1"/>
          <p:nvPr/>
        </p:nvSpPr>
        <p:spPr>
          <a:xfrm>
            <a:off x="4933888" y="896112"/>
            <a:ext cx="1815389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طَهُرَ</a:t>
            </a:r>
            <a:endParaRPr lang="ar-SA" sz="4600" dirty="0"/>
          </a:p>
        </p:txBody>
      </p:sp>
      <p:sp>
        <p:nvSpPr>
          <p:cNvPr id="20" name="C2 W2 pill"/>
          <p:cNvSpPr/>
          <p:nvPr/>
        </p:nvSpPr>
        <p:spPr>
          <a:xfrm>
            <a:off x="2394723" y="896112"/>
            <a:ext cx="2219126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D436E2"/>
            </a:solidFill>
            <a:prstDash val="solid"/>
          </a:ln>
        </p:spPr>
      </p:sp>
      <p:sp>
        <p:nvSpPr>
          <p:cNvPr id="21" name="C2 W2 word"/>
          <p:cNvSpPr txBox="1"/>
          <p:nvPr/>
        </p:nvSpPr>
        <p:spPr>
          <a:xfrm>
            <a:off x="2394723" y="896112"/>
            <a:ext cx="2219126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وَنَظُفَ</a:t>
            </a:r>
            <a:endParaRPr lang="ar-SA" sz="4600" dirty="0"/>
          </a:p>
        </p:txBody>
      </p:sp>
      <p:sp>
        <p:nvSpPr>
          <p:cNvPr id="22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82E3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3 S panel"/>
          <p:cNvSpPr/>
          <p:nvPr/>
        </p:nvSpPr>
        <p:spPr>
          <a:xfrm>
            <a:off x="2736777" y="2834640"/>
            <a:ext cx="3670446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4" name="C3 S sentence"/>
          <p:cNvSpPr txBox="1"/>
          <p:nvPr/>
        </p:nvSpPr>
        <p:spPr>
          <a:xfrm>
            <a:off x="2736777" y="2834640"/>
            <a:ext cx="3670446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طَهُرَ وَنَظُفَ</a:t>
            </a:r>
            <a:endParaRPr lang="ar-SA" sz="47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80</Slides>
  <Notes>80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80</vt:i4>
      </vt:variant>
    </vt:vector>
  </HeadingPairs>
  <TitlesOfParts>
    <vt:vector size="8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Dammah reading 15-ha</dc:title>
  <dc:subject>PptxGenJS Presentation</dc:subject>
  <dc:creator>PptxGenJS</dc:creator>
  <cp:lastModifiedBy>PptxGenJS</cp:lastModifiedBy>
  <cp:revision>1</cp:revision>
  <dcterms:created xsi:type="dcterms:W3CDTF">2026-10-21T16:51:33Z</dcterms:created>
  <dcterms:modified xsi:type="dcterms:W3CDTF">2026-10-21T16:51:33Z</dcterms:modified>
</cp:coreProperties>
</file>