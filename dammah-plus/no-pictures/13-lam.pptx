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1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لُأُ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لُبُ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لُتُ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لُثُ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لُدُ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لُذُ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لُرُ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لُزُ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لُسُ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لُشُ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لُصُ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لُضُ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لُفُ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لُقُ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لُكُ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أُلُبُ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بُلُتُ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تُلُثُ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ثُلُجُ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جُلُحُ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52E0"/>
          </a:solidFill>
          <a:ln w="12700">
            <a:solidFill>
              <a:srgbClr val="6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حُلُخُ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B47"/>
          </a:solidFill>
          <a:ln w="12700">
            <a:solidFill>
              <a:srgbClr val="D15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خُلُدُ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دُلُذُ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ذُلُرُ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رُلُزُ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زُلُسُ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سُلُشُ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D147"/>
          </a:solidFill>
          <a:ln w="12700">
            <a:solidFill>
              <a:srgbClr val="5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شُلُصُ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صُلُضُ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ضُلُطُ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طُلُظُ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ظُلُعُ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عُلُغُ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AD8"/>
          </a:solidFill>
          <a:ln w="12700">
            <a:solidFill>
              <a:srgbClr val="647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غُلُفُ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فُلُقُ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قُلُكُ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كُلُأُ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F5E"/>
          </a:solidFill>
          <a:ln w="12700">
            <a:solidFill>
              <a:srgbClr val="ED7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EE0"/>
          </a:solidFill>
          <a:ln w="12700">
            <a:solidFill>
              <a:srgbClr val="52A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0"/>
          </a:solidFill>
          <a:ln w="12700">
            <a:solidFill>
              <a:srgbClr val="DB70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7"/>
          </a:solidFill>
          <a:ln w="12700">
            <a:solidFill>
              <a:srgbClr val="D864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D864"/>
          </a:solidFill>
          <a:ln w="12700">
            <a:solidFill>
              <a:srgbClr val="B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D147"/>
          </a:solidFill>
          <a:ln w="12700">
            <a:solidFill>
              <a:srgbClr val="B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5ED"/>
          </a:solidFill>
          <a:ln w="12700">
            <a:solidFill>
              <a:srgbClr val="5E8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8"/>
          </a:solidFill>
          <a:ln w="12700">
            <a:solidFill>
              <a:srgbClr val="52E0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49421" y="896112"/>
            <a:ext cx="20640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49421" y="896112"/>
            <a:ext cx="20640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430556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0556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2426" y="2834640"/>
            <a:ext cx="37191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2426" y="2834640"/>
            <a:ext cx="37191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 عُمَرُ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41914" y="896112"/>
            <a:ext cx="19723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41914" y="896112"/>
            <a:ext cx="19723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529721" y="896112"/>
            <a:ext cx="17921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9721" y="896112"/>
            <a:ext cx="17921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2946" y="2834640"/>
            <a:ext cx="34381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2946" y="2834640"/>
            <a:ext cx="34381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 عُمَرُ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4303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4303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186349" y="896112"/>
            <a:ext cx="23479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6349" y="896112"/>
            <a:ext cx="23479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وَجَمُلَ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546" y="2834640"/>
            <a:ext cx="4118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546" y="2834640"/>
            <a:ext cx="4118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وَجَمُلَ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9199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9199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373125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1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3125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7341" y="2834640"/>
            <a:ext cx="38293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7341" y="2834640"/>
            <a:ext cx="38293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عُمَرُ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13-lam</dc:title>
  <dc:subject>PptxGenJS Presentation</dc:subject>
  <dc:creator>PptxGenJS</dc:creator>
  <cp:lastModifiedBy>PptxGenJS</cp:lastModifiedBy>
  <cp:revision>1</cp:revision>
  <dcterms:created xsi:type="dcterms:W3CDTF">2026-10-21T16:51:33Z</dcterms:created>
  <dcterms:modified xsi:type="dcterms:W3CDTF">2026-10-21T16:51:33Z</dcterms:modified>
</cp:coreProperties>
</file>