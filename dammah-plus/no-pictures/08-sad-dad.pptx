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notesMaster" Target="notesMasters/notesMaster1.xml"/><Relationship Id="rId90" Type="http://schemas.openxmlformats.org/officeDocument/2006/relationships/presProps" Target="presProps.xml"/><Relationship Id="rId91" Type="http://schemas.openxmlformats.org/officeDocument/2006/relationships/viewProps" Target="viewProps.xml"/><Relationship Id="rId92" Type="http://schemas.openxmlformats.org/officeDocument/2006/relationships/theme" Target="theme/theme1.xml"/><Relationship Id="rId9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6642B"/>
          </a:solidFill>
          <a:ln w="12700">
            <a:solidFill>
              <a:srgbClr val="4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5"/>
          </a:solidFill>
          <a:ln w="12700">
            <a:solidFill>
              <a:srgbClr val="34793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0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108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صُأُ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7"/>
          </a:solidFill>
          <a:ln w="12700">
            <a:solidFill>
              <a:srgbClr val="ED5EC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صُبُ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A"/>
          </a:solidFill>
          <a:ln w="12700">
            <a:solidFill>
              <a:srgbClr val="52E08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070DB"/>
          </a:solidFill>
          <a:ln w="12700">
            <a:solidFill>
              <a:srgbClr val="D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547"/>
          </a:solidFill>
          <a:ln w="12700">
            <a:solidFill>
              <a:srgbClr val="855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صُتُ</a:t>
            </a:r>
            <a:endParaRPr lang="ar-SA" sz="9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A64D8"/>
          </a:solidFill>
          <a:ln w="12700">
            <a:solidFill>
              <a:srgbClr val="A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347D1"/>
          </a:solidFill>
          <a:ln w="12700">
            <a:solidFill>
              <a:srgbClr val="8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صُثُ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صُجُ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564"/>
          </a:solidFill>
          <a:ln w="12700">
            <a:solidFill>
              <a:srgbClr val="2B5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479"/>
          </a:solidFill>
          <a:ln w="12700">
            <a:solidFill>
              <a:srgbClr val="344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صُحُ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صُخُ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BED5E"/>
          </a:solidFill>
          <a:ln w="12700">
            <a:solidFill>
              <a:srgbClr val="E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صُدُ</a:t>
            </a:r>
            <a:endParaRPr lang="ar-SA" sz="10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652E0"/>
          </a:solidFill>
          <a:ln w="12700">
            <a:solidFill>
              <a:srgbClr val="6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570"/>
          </a:solidFill>
          <a:ln w="12700">
            <a:solidFill>
              <a:srgbClr val="DBB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8547"/>
          </a:solidFill>
          <a:ln w="12700">
            <a:solidFill>
              <a:srgbClr val="4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صُذُ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D64"/>
          </a:solidFill>
          <a:ln w="12700">
            <a:solidFill>
              <a:srgbClr val="D88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147"/>
          </a:solidFill>
          <a:ln w="12700">
            <a:solidFill>
              <a:srgbClr val="D16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صُرُ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صُزُ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3"/>
          </a:solidFill>
          <a:ln w="12700">
            <a:solidFill>
              <a:srgbClr val="642B6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5"/>
          </a:solidFill>
          <a:ln w="12700">
            <a:solidFill>
              <a:srgbClr val="79345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صُسُ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صُشُ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C"/>
          </a:solidFill>
          <a:ln w="12700">
            <a:solidFill>
              <a:srgbClr val="5EEDC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أُصُبُ</a:t>
            </a:r>
            <a:endParaRPr lang="ar-SA" sz="5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1"/>
          </a:solidFill>
          <a:ln w="12700">
            <a:solidFill>
              <a:srgbClr val="E0526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A"/>
          </a:solidFill>
          <a:ln w="12700">
            <a:solidFill>
              <a:srgbClr val="70DB9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885"/>
          </a:solidFill>
          <a:ln w="12700">
            <a:solidFill>
              <a:srgbClr val="475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بُصُتُ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0"/>
          </a:solidFill>
          <a:ln w="12700">
            <a:solidFill>
              <a:srgbClr val="64D87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0D147"/>
          </a:solidFill>
          <a:ln w="12700">
            <a:solidFill>
              <a:srgbClr val="5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تُصُثُ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ثُصُجُ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72B"/>
          </a:solidFill>
          <a:ln w="12700">
            <a:solidFill>
              <a:srgbClr val="645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77934"/>
          </a:solidFill>
          <a:ln w="12700">
            <a:solidFill>
              <a:srgbClr val="6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جُصُحُ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حُصُخُ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95EED"/>
          </a:solidFill>
          <a:ln w="12700">
            <a:solidFill>
              <a:srgbClr val="A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خُصُدُ</a:t>
            </a:r>
            <a:endParaRPr lang="ar-SA" sz="7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4E052"/>
          </a:solidFill>
          <a:ln w="12700">
            <a:solidFill>
              <a:srgbClr val="8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070DB"/>
          </a:solidFill>
          <a:ln w="12700">
            <a:solidFill>
              <a:srgbClr val="8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7"/>
          </a:solidFill>
          <a:ln w="12700">
            <a:solidFill>
              <a:srgbClr val="8547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دُصُذُ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5D8"/>
          </a:solidFill>
          <a:ln w="12700">
            <a:solidFill>
              <a:srgbClr val="647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3D1"/>
          </a:solidFill>
          <a:ln w="12700">
            <a:solidFill>
              <a:srgbClr val="477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ذُصُرُ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رُصُزُ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9"/>
          </a:solidFill>
          <a:ln w="12700">
            <a:solidFill>
              <a:srgbClr val="2B644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879"/>
          </a:solidFill>
          <a:ln w="12700">
            <a:solidFill>
              <a:srgbClr val="347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زُصُسُ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سُصُشُ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55E"/>
          </a:solidFill>
          <a:ln w="12700">
            <a:solidFill>
              <a:srgbClr val="ED8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شُصُأُ</a:t>
            </a:r>
            <a:endParaRPr lang="ar-SA" sz="5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8E0"/>
          </a:solidFill>
          <a:ln w="12700">
            <a:solidFill>
              <a:srgbClr val="52A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B"/>
          </a:solidFill>
          <a:ln w="12700">
            <a:solidFill>
              <a:srgbClr val="DB707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78547"/>
          </a:solidFill>
          <a:ln w="12700">
            <a:solidFill>
              <a:srgbClr val="7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أُصُ</a:t>
            </a:r>
            <a:endParaRPr lang="ar-SA" sz="5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2"/>
          </a:solidFill>
          <a:ln w="12700">
            <a:solidFill>
              <a:srgbClr val="D8649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5"/>
          </a:solidFill>
          <a:ln w="12700">
            <a:solidFill>
              <a:srgbClr val="D1479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بُصُ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تُصُ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2B64"/>
          </a:solidFill>
          <a:ln w="12700">
            <a:solidFill>
              <a:srgbClr val="3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3479"/>
          </a:solidFill>
          <a:ln w="12700">
            <a:solidFill>
              <a:srgbClr val="6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ثُصُ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جُصُ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1"/>
          </a:solidFill>
          <a:ln w="12700">
            <a:solidFill>
              <a:srgbClr val="5EED6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حُصُ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C"/>
          </a:solidFill>
          <a:ln w="12700">
            <a:solidFill>
              <a:srgbClr val="E052C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6DB70"/>
          </a:solidFill>
          <a:ln w="12700">
            <a:solidFill>
              <a:srgbClr val="9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3"/>
          </a:solidFill>
          <a:ln w="12700">
            <a:solidFill>
              <a:srgbClr val="4785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خُصُ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FD864"/>
          </a:solidFill>
          <a:ln w="12700">
            <a:solidFill>
              <a:srgbClr val="A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7D147"/>
          </a:solidFill>
          <a:ln w="12700">
            <a:solidFill>
              <a:srgbClr val="B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دُصُ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ذُصُ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C2B"/>
          </a:solidFill>
          <a:ln w="12700">
            <a:solidFill>
              <a:srgbClr val="642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834"/>
          </a:solidFill>
          <a:ln w="12700">
            <a:solidFill>
              <a:srgbClr val="795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رُصُ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زُصُ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FED"/>
          </a:solidFill>
          <a:ln w="12700">
            <a:solidFill>
              <a:srgbClr val="5E7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سُصُ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252"/>
          </a:solidFill>
          <a:ln w="12700">
            <a:solidFill>
              <a:srgbClr val="E0D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1DB"/>
          </a:solidFill>
          <a:ln w="12700">
            <a:solidFill>
              <a:srgbClr val="70B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4785"/>
          </a:solidFill>
          <a:ln w="12700">
            <a:solidFill>
              <a:srgbClr val="7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شُصُ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CD8"/>
          </a:solidFill>
          <a:ln w="12700">
            <a:solidFill>
              <a:srgbClr val="64C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9"/>
          </a:solidFill>
          <a:ln w="12700">
            <a:solidFill>
              <a:srgbClr val="47D1C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08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10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ضُأُ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642B"/>
          </a:solidFill>
          <a:ln w="12700">
            <a:solidFill>
              <a:srgbClr val="3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7"/>
          </a:solidFill>
          <a:ln w="12700">
            <a:solidFill>
              <a:srgbClr val="34794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ضُبُ</a:t>
            </a:r>
            <a:endParaRPr lang="ar-SA" sz="9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ضُتُ</a:t>
            </a:r>
            <a:endParaRPr lang="ar-SA" sz="9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3"/>
          </a:solidFill>
          <a:ln w="12700">
            <a:solidFill>
              <a:srgbClr val="ED5EA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ضُثُ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E"/>
          </a:solidFill>
          <a:ln w="12700">
            <a:solidFill>
              <a:srgbClr val="52E0A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B"/>
          </a:solidFill>
          <a:ln w="12700">
            <a:solidFill>
              <a:srgbClr val="DB70C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547"/>
          </a:solidFill>
          <a:ln w="12700">
            <a:solidFill>
              <a:srgbClr val="856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ضُجُ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864D8"/>
          </a:solidFill>
          <a:ln w="12700">
            <a:solidFill>
              <a:srgbClr val="C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647D1"/>
          </a:solidFill>
          <a:ln w="12700">
            <a:solidFill>
              <a:srgbClr val="A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ضُحُ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ضُخُ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664"/>
          </a:solidFill>
          <a:ln w="12700">
            <a:solidFill>
              <a:srgbClr val="2B4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3479"/>
          </a:solidFill>
          <a:ln w="12700">
            <a:solidFill>
              <a:srgbClr val="3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ضُدُ</a:t>
            </a:r>
            <a:endParaRPr lang="ar-SA" sz="9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ضُذُ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6ED5E"/>
          </a:solidFill>
          <a:ln w="12700">
            <a:solidFill>
              <a:srgbClr val="C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ضُرُ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B52E0"/>
          </a:solidFill>
          <a:ln w="12700">
            <a:solidFill>
              <a:srgbClr val="8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070"/>
          </a:solidFill>
          <a:ln w="12700">
            <a:solidFill>
              <a:srgbClr val="DBD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6"/>
          </a:solidFill>
          <a:ln w="12700">
            <a:solidFill>
              <a:srgbClr val="4785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ضُزُ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B64"/>
          </a:solidFill>
          <a:ln w="12700">
            <a:solidFill>
              <a:srgbClr val="D8A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447"/>
          </a:solidFill>
          <a:ln w="12700">
            <a:solidFill>
              <a:srgbClr val="D18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ضُسُ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ضُشُ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4"/>
          </a:solidFill>
          <a:ln w="12700">
            <a:solidFill>
              <a:srgbClr val="642B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4"/>
          </a:solidFill>
          <a:ln w="12700">
            <a:solidFill>
              <a:srgbClr val="7934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ضُصُ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أُضُبُ</a:t>
            </a:r>
            <a:endParaRPr lang="ar-SA" sz="5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AED"/>
          </a:solidFill>
          <a:ln w="12700">
            <a:solidFill>
              <a:srgbClr val="5EE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بُضُتُ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752"/>
          </a:solidFill>
          <a:ln w="12700">
            <a:solidFill>
              <a:srgbClr val="E06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6"/>
          </a:solidFill>
          <a:ln w="12700">
            <a:solidFill>
              <a:srgbClr val="70DBB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885"/>
          </a:solidFill>
          <a:ln w="12700">
            <a:solidFill>
              <a:srgbClr val="474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تُضُثُ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E"/>
          </a:solidFill>
          <a:ln w="12700">
            <a:solidFill>
              <a:srgbClr val="64D88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2"/>
          </a:solidFill>
          <a:ln w="12700">
            <a:solidFill>
              <a:srgbClr val="47D16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ثُضُجُ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جُضُحُ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642B"/>
          </a:solidFill>
          <a:ln w="12700">
            <a:solidFill>
              <a:srgbClr val="6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7934"/>
          </a:solidFill>
          <a:ln w="12700">
            <a:solidFill>
              <a:srgbClr val="5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حُضُخُ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خُضُدُ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D5EED"/>
          </a:solidFill>
          <a:ln w="12700">
            <a:solidFill>
              <a:srgbClr val="C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دُضُذُ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0E052"/>
          </a:solidFill>
          <a:ln w="12700">
            <a:solidFill>
              <a:srgbClr val="6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B70DB"/>
          </a:solidFill>
          <a:ln w="12700">
            <a:solidFill>
              <a:srgbClr val="9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8"/>
          </a:solidFill>
          <a:ln w="12700">
            <a:solidFill>
              <a:srgbClr val="8547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ذُضُرُ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164D8"/>
          </a:solidFill>
          <a:ln w="12700">
            <a:solidFill>
              <a:srgbClr val="7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FD1"/>
          </a:solidFill>
          <a:ln w="12700">
            <a:solidFill>
              <a:srgbClr val="474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رُضُزُ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زُضُسُ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7"/>
          </a:solidFill>
          <a:ln w="12700">
            <a:solidFill>
              <a:srgbClr val="2B645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679"/>
          </a:solidFill>
          <a:ln w="12700">
            <a:solidFill>
              <a:srgbClr val="346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8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سُضُشُ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شُضُصُ</a:t>
            </a:r>
            <a:endParaRPr lang="ar-SA" sz="5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95E"/>
          </a:solidFill>
          <a:ln w="12700">
            <a:solidFill>
              <a:srgbClr val="EDA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صُضُأُ</a:t>
            </a:r>
            <a:endParaRPr lang="ar-SA" sz="5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3E0"/>
          </a:solidFill>
          <a:ln w="12700">
            <a:solidFill>
              <a:srgbClr val="528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070"/>
          </a:solidFill>
          <a:ln w="12700">
            <a:solidFill>
              <a:srgbClr val="DB8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8547"/>
          </a:solidFill>
          <a:ln w="12700">
            <a:solidFill>
              <a:srgbClr val="6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أُضُ</a:t>
            </a:r>
            <a:endParaRPr lang="ar-SA" sz="5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4"/>
          </a:solidFill>
          <a:ln w="12700">
            <a:solidFill>
              <a:srgbClr val="D8647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2"/>
          </a:solidFill>
          <a:ln w="12700">
            <a:solidFill>
              <a:srgbClr val="D1477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بُضُ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تُضُ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2B64"/>
          </a:solidFill>
          <a:ln w="12700">
            <a:solidFill>
              <a:srgbClr val="4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8"/>
          </a:solidFill>
          <a:ln w="12700">
            <a:solidFill>
              <a:srgbClr val="7934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ثُضُ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جُضُ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6"/>
          </a:solidFill>
          <a:ln w="12700">
            <a:solidFill>
              <a:srgbClr val="5EED8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حُضُ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7"/>
          </a:solidFill>
          <a:ln w="12700">
            <a:solidFill>
              <a:srgbClr val="E052A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BDB70"/>
          </a:solidFill>
          <a:ln w="12700">
            <a:solidFill>
              <a:srgbClr val="7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685"/>
          </a:solidFill>
          <a:ln w="12700">
            <a:solidFill>
              <a:srgbClr val="4776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خُضُ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1D864"/>
          </a:solidFill>
          <a:ln w="12700">
            <a:solidFill>
              <a:srgbClr val="9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4D147"/>
          </a:solidFill>
          <a:ln w="12700">
            <a:solidFill>
              <a:srgbClr val="9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دُضُ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ذُضُ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B2B"/>
          </a:solidFill>
          <a:ln w="12700">
            <a:solidFill>
              <a:srgbClr val="643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A34"/>
          </a:solidFill>
          <a:ln w="12700">
            <a:solidFill>
              <a:srgbClr val="796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رُضُ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زُضُ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25EED"/>
          </a:solidFill>
          <a:ln w="12700">
            <a:solidFill>
              <a:srgbClr val="6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سُضُ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BE052"/>
          </a:solidFill>
          <a:ln w="12700">
            <a:solidFill>
              <a:srgbClr val="C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5DB"/>
          </a:solidFill>
          <a:ln w="12700">
            <a:solidFill>
              <a:srgbClr val="709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4785"/>
          </a:solidFill>
          <a:ln w="12700">
            <a:solidFill>
              <a:srgbClr val="8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شُضُ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ED8"/>
          </a:solidFill>
          <a:ln w="12700">
            <a:solidFill>
              <a:srgbClr val="64A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6D1"/>
          </a:solidFill>
          <a:ln w="12700">
            <a:solidFill>
              <a:srgbClr val="47B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صُضُ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554179" y="896112"/>
            <a:ext cx="231851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7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554179" y="896112"/>
            <a:ext cx="231851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صَنَعَهُ</a:t>
            </a:r>
            <a:endParaRPr lang="ar-SA" sz="5600" dirty="0"/>
          </a:p>
        </p:txBody>
      </p:sp>
      <p:sp>
        <p:nvSpPr>
          <p:cNvPr id="13" name="C2 W2 pill"/>
          <p:cNvSpPr/>
          <p:nvPr/>
        </p:nvSpPr>
        <p:spPr>
          <a:xfrm>
            <a:off x="2271310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7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271310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596512" y="2834640"/>
            <a:ext cx="395097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596512" y="2834640"/>
            <a:ext cx="395097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صَنَعَهُ عُمَرُ</a:t>
            </a:r>
            <a:endParaRPr lang="ar-SA" sz="5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C"/>
          </a:solidFill>
          <a:ln w="12700">
            <a:solidFill>
              <a:srgbClr val="2B64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9"/>
          </a:solidFill>
          <a:ln w="12700">
            <a:solidFill>
              <a:srgbClr val="34795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11449" y="896112"/>
            <a:ext cx="220397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8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11449" y="896112"/>
            <a:ext cx="220397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حَضَرَ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328581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8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28581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644060" y="2834640"/>
            <a:ext cx="385588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644060" y="2834640"/>
            <a:ext cx="38558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حَضَرَ عُمَرُ</a:t>
            </a:r>
            <a:endParaRPr lang="ar-SA" sz="5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479858" y="896112"/>
            <a:ext cx="2467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A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479858" y="896112"/>
            <a:ext cx="2467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ضَحِكَ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196990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A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196990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35715" y="2834640"/>
            <a:ext cx="407256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35715" y="2834640"/>
            <a:ext cx="407256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ضَحِكَ عُمَرُ</a:t>
            </a:r>
            <a:endParaRPr lang="ar-SA" sz="5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E"/>
          </a:solidFill>
          <a:ln w="12700">
            <a:solidFill>
              <a:srgbClr val="ED5E7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07853" y="896112"/>
            <a:ext cx="19764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C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07853" y="896112"/>
            <a:ext cx="19764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رَضِيَ</a:t>
            </a:r>
            <a:endParaRPr lang="ar-SA" sz="4500" dirty="0"/>
          </a:p>
        </p:txBody>
      </p:sp>
      <p:sp>
        <p:nvSpPr>
          <p:cNvPr id="20" name="C2 W2 pill"/>
          <p:cNvSpPr/>
          <p:nvPr/>
        </p:nvSpPr>
        <p:spPr>
          <a:xfrm>
            <a:off x="2559664" y="896112"/>
            <a:ext cx="17281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C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59664" y="896112"/>
            <a:ext cx="17281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5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94977" y="2834640"/>
            <a:ext cx="335404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94977" y="2834640"/>
            <a:ext cx="335404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رَضِيَ عُمَرُ</a:t>
            </a:r>
            <a:endParaRPr lang="ar-SA" sz="4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87</Slides>
  <Notes>87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87</vt:i4>
      </vt:variant>
    </vt:vector>
  </HeadingPairs>
  <TitlesOfParts>
    <vt:vector size="9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08-sad-dad</dc:title>
  <dc:subject>PptxGenJS Presentation</dc:subject>
  <dc:creator>PptxGenJS</dc:creator>
  <cp:lastModifiedBy>PptxGenJS</cp:lastModifiedBy>
  <cp:revision>1</cp:revision>
  <dcterms:created xsi:type="dcterms:W3CDTF">2026-10-21T16:51:32Z</dcterms:created>
  <dcterms:modified xsi:type="dcterms:W3CDTF">2026-10-21T16:51:32Z</dcterms:modified>
</cp:coreProperties>
</file>