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وُدُ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وُفُ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وُقُ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وُلُ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وُمُ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وُهُ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أُوُبُ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تُوُثُ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5EED"/>
          </a:solidFill>
          <a:ln w="12700">
            <a:solidFill>
              <a:srgbClr val="A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ثُوُجُ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جُوُحُ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5D1"/>
          </a:solidFill>
          <a:ln w="12700">
            <a:solidFill>
              <a:srgbClr val="477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حُوُخُ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خُوُدُ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دُوُذُ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ذُوُرُ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رُوُزُ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زُوُسُ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سُوُشُ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شُوُصُ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صُوُضُ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ضُوُطُ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طُوُظُ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E"/>
          </a:solidFill>
          <a:ln w="12700">
            <a:solidFill>
              <a:srgbClr val="E052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ظُوُعُ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عُوُغُ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غُوُفُ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فُوُقُ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قُوُكُ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كُوُلُ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لُوُمُ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مُوُنُ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نُوُهُ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هُوُأُ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5"/>
          </a:solidFill>
          <a:ln w="12700">
            <a:solidFill>
              <a:srgbClr val="ED5E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1224" y="896112"/>
            <a:ext cx="21417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1224" y="896112"/>
            <a:ext cx="21417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8102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102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180" y="2834640"/>
            <a:ext cx="373364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180" y="2834640"/>
            <a:ext cx="373364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عُمَرُ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12144" y="896112"/>
            <a:ext cx="220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12144" y="896112"/>
            <a:ext cx="220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2927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9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927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4952" y="2834640"/>
            <a:ext cx="39340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4952" y="2834640"/>
            <a:ext cx="39340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 عُمَرُ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9509" y="896112"/>
            <a:ext cx="21873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9509" y="896112"/>
            <a:ext cx="21873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017190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17190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20907" y="2834640"/>
            <a:ext cx="45021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20907" y="2834640"/>
            <a:ext cx="45021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 وَصَدَقَ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16-waw</dc:title>
  <dc:subject>PptxGenJS Presentation</dc:subject>
  <dc:creator>PptxGenJS</dc:creator>
  <cp:lastModifiedBy>PptxGenJS</cp:lastModifiedBy>
  <cp:revision>1</cp:revision>
  <dcterms:created xsi:type="dcterms:W3CDTF">2026-10-21T16:51:33Z</dcterms:created>
  <dcterms:modified xsi:type="dcterms:W3CDTF">2026-10-21T16:51:33Z</dcterms:modified>
</cp:coreProperties>
</file>