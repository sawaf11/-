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2ED5E"/>
          </a:solidFill>
          <a:ln w="12700">
            <a:solidFill>
              <a:srgbClr val="8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3300" dirty="0"/>
          </a:p>
        </p:txBody>
      </p:sp>
      <p:sp>
        <p:nvSpPr>
          <p:cNvPr id="20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133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F52E0"/>
          </a:solidFill>
          <a:ln w="12700">
            <a:solidFill>
              <a:srgbClr val="C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3DB70"/>
          </a:solidFill>
          <a:ln w="12700">
            <a:solidFill>
              <a:srgbClr val="B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3"/>
          </a:solidFill>
          <a:ln w="12700">
            <a:solidFill>
              <a:srgbClr val="4785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وُأُ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FD864"/>
          </a:solidFill>
          <a:ln w="12700">
            <a:solidFill>
              <a:srgbClr val="C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647"/>
          </a:solidFill>
          <a:ln w="12700">
            <a:solidFill>
              <a:srgbClr val="D1C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وُبُ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وُتُ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9"/>
          </a:solidFill>
          <a:ln w="12700">
            <a:solidFill>
              <a:srgbClr val="642B3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534"/>
          </a:solidFill>
          <a:ln w="12700">
            <a:solidFill>
              <a:srgbClr val="794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وُثُ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6ED"/>
          </a:solidFill>
          <a:ln w="12700">
            <a:solidFill>
              <a:srgbClr val="5EA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B52"/>
          </a:solidFill>
          <a:ln w="12700">
            <a:solidFill>
              <a:srgbClr val="E0A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EDB"/>
          </a:solidFill>
          <a:ln w="12700">
            <a:solidFill>
              <a:srgbClr val="70C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4785"/>
          </a:solidFill>
          <a:ln w="12700">
            <a:solidFill>
              <a:srgbClr val="6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وُخُ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5"/>
          </a:solidFill>
          <a:ln w="12700">
            <a:solidFill>
              <a:srgbClr val="64D8C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3"/>
          </a:solidFill>
          <a:ln w="12700">
            <a:solidFill>
              <a:srgbClr val="47D1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وُدُ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وُذُ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642B"/>
          </a:solidFill>
          <a:ln w="12700">
            <a:solidFill>
              <a:srgbClr val="4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4"/>
          </a:solidFill>
          <a:ln w="12700">
            <a:solidFill>
              <a:srgbClr val="3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وُرُ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وُزُ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9"/>
          </a:solidFill>
          <a:ln w="12700">
            <a:solidFill>
              <a:srgbClr val="ED5EC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وُسُ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7"/>
          </a:solidFill>
          <a:ln w="12700">
            <a:solidFill>
              <a:srgbClr val="52E08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E70DB"/>
          </a:solidFill>
          <a:ln w="12700">
            <a:solidFill>
              <a:srgbClr val="C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447"/>
          </a:solidFill>
          <a:ln w="12700">
            <a:solidFill>
              <a:srgbClr val="855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وُشُ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864D8"/>
          </a:solidFill>
          <a:ln w="12700">
            <a:solidFill>
              <a:srgbClr val="A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147D1"/>
          </a:solidFill>
          <a:ln w="12700">
            <a:solidFill>
              <a:srgbClr val="8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وُصُ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وُضُ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664"/>
          </a:solidFill>
          <a:ln w="12700">
            <a:solidFill>
              <a:srgbClr val="2B5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579"/>
          </a:solidFill>
          <a:ln w="12700">
            <a:solidFill>
              <a:srgbClr val="344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وُطُ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وُظُ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D5E"/>
          </a:solidFill>
          <a:ln w="12700">
            <a:solidFill>
              <a:srgbClr val="E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وُعُ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452E0"/>
          </a:solidFill>
          <a:ln w="12700">
            <a:solidFill>
              <a:srgbClr val="6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370"/>
          </a:solidFill>
          <a:ln w="12700">
            <a:solidFill>
              <a:srgbClr val="DBB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8547"/>
          </a:solidFill>
          <a:ln w="12700">
            <a:solidFill>
              <a:srgbClr val="4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وُغُ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B64"/>
          </a:solidFill>
          <a:ln w="12700">
            <a:solidFill>
              <a:srgbClr val="D88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F47"/>
          </a:solidFill>
          <a:ln w="12700">
            <a:solidFill>
              <a:srgbClr val="D15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وُفُ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وُقُ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4"/>
          </a:solidFill>
          <a:ln w="12700">
            <a:solidFill>
              <a:srgbClr val="6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6"/>
          </a:solidFill>
          <a:ln w="12700">
            <a:solidFill>
              <a:srgbClr val="7934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وُكُ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وُلُ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A"/>
          </a:solidFill>
          <a:ln w="12700">
            <a:solidFill>
              <a:srgbClr val="5EEDC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وُمُ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9"/>
          </a:solidFill>
          <a:ln w="12700">
            <a:solidFill>
              <a:srgbClr val="70DB9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985"/>
          </a:solidFill>
          <a:ln w="12700">
            <a:solidFill>
              <a:srgbClr val="475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وُنُ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E"/>
          </a:solidFill>
          <a:ln w="12700">
            <a:solidFill>
              <a:srgbClr val="64D86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2D147"/>
          </a:solidFill>
          <a:ln w="12700">
            <a:solidFill>
              <a:srgbClr val="5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وُهُ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أُوُبُ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62B"/>
          </a:solidFill>
          <a:ln w="12700">
            <a:solidFill>
              <a:srgbClr val="645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7934"/>
          </a:solidFill>
          <a:ln w="12700">
            <a:solidFill>
              <a:srgbClr val="6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بُوُتُ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تُوُثُ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65EED"/>
          </a:solidFill>
          <a:ln w="12700">
            <a:solidFill>
              <a:srgbClr val="A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ثُوُجُ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7E052"/>
          </a:solidFill>
          <a:ln w="12700">
            <a:solidFill>
              <a:srgbClr val="8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E70DB"/>
          </a:solidFill>
          <a:ln w="12700">
            <a:solidFill>
              <a:srgbClr val="7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8"/>
          </a:solidFill>
          <a:ln w="12700">
            <a:solidFill>
              <a:srgbClr val="8547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جُوُحُ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7D8"/>
          </a:solidFill>
          <a:ln w="12700">
            <a:solidFill>
              <a:srgbClr val="647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5D1"/>
          </a:solidFill>
          <a:ln w="12700">
            <a:solidFill>
              <a:srgbClr val="477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حُوُخُ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خُوُدُ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8"/>
          </a:solidFill>
          <a:ln w="12700">
            <a:solidFill>
              <a:srgbClr val="2B64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دُوُذُ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ذُوُرُ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35E"/>
          </a:solidFill>
          <a:ln w="12700">
            <a:solidFill>
              <a:srgbClr val="ED8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رُوُزُ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AE0"/>
          </a:solidFill>
          <a:ln w="12700">
            <a:solidFill>
              <a:srgbClr val="52A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D"/>
          </a:solidFill>
          <a:ln w="12700">
            <a:solidFill>
              <a:srgbClr val="DB707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8547"/>
          </a:solidFill>
          <a:ln w="12700">
            <a:solidFill>
              <a:srgbClr val="7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زُوُسُ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4"/>
          </a:solidFill>
          <a:ln w="12700">
            <a:solidFill>
              <a:srgbClr val="D8649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7"/>
          </a:solidFill>
          <a:ln w="12700">
            <a:solidFill>
              <a:srgbClr val="D1479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سُوُشُ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شُوُصُ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2B64"/>
          </a:solidFill>
          <a:ln w="12700">
            <a:solidFill>
              <a:srgbClr val="3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3479"/>
          </a:solidFill>
          <a:ln w="12700">
            <a:solidFill>
              <a:srgbClr val="6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صُوُضُ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ضُوُطُ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5F"/>
          </a:solidFill>
          <a:ln w="12700">
            <a:solidFill>
              <a:srgbClr val="5EED5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طُوُظُ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E"/>
          </a:solidFill>
          <a:ln w="12700">
            <a:solidFill>
              <a:srgbClr val="E052C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8DB70"/>
          </a:solidFill>
          <a:ln w="12700">
            <a:solidFill>
              <a:srgbClr val="9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2"/>
          </a:solidFill>
          <a:ln w="12700">
            <a:solidFill>
              <a:srgbClr val="4785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ظُوُعُ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1D864"/>
          </a:solidFill>
          <a:ln w="12700">
            <a:solidFill>
              <a:srgbClr val="B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9D147"/>
          </a:solidFill>
          <a:ln w="12700">
            <a:solidFill>
              <a:srgbClr val="B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عُوُغُ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غُوُفُ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734"/>
          </a:solidFill>
          <a:ln w="12700">
            <a:solidFill>
              <a:srgbClr val="795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فُوُقُ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قُوُكُ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1ED"/>
          </a:solidFill>
          <a:ln w="12700">
            <a:solidFill>
              <a:srgbClr val="5E8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كُوُلُ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F52"/>
          </a:solidFill>
          <a:ln w="12700">
            <a:solidFill>
              <a:srgbClr val="E0C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2DB"/>
          </a:solidFill>
          <a:ln w="12700">
            <a:solidFill>
              <a:srgbClr val="70B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4785"/>
          </a:solidFill>
          <a:ln w="12700">
            <a:solidFill>
              <a:srgbClr val="7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لُوُمُ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ED8"/>
          </a:solidFill>
          <a:ln w="12700">
            <a:solidFill>
              <a:srgbClr val="64C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7"/>
          </a:solidFill>
          <a:ln w="12700">
            <a:solidFill>
              <a:srgbClr val="47D1C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مُوُنُ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نُوُهُ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642B"/>
          </a:solidFill>
          <a:ln w="12700">
            <a:solidFill>
              <a:srgbClr val="3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6"/>
          </a:solidFill>
          <a:ln w="12700">
            <a:solidFill>
              <a:srgbClr val="3479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هُوُأُ</a:t>
            </a:r>
            <a:endParaRPr lang="ar-SA" sz="5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أُوُ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5"/>
          </a:solidFill>
          <a:ln w="12700">
            <a:solidFill>
              <a:srgbClr val="ED5EA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بُوُ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C"/>
          </a:solidFill>
          <a:ln w="12700">
            <a:solidFill>
              <a:srgbClr val="52E0A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D"/>
          </a:solidFill>
          <a:ln w="12700">
            <a:solidFill>
              <a:srgbClr val="DB70C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447"/>
          </a:solidFill>
          <a:ln w="12700">
            <a:solidFill>
              <a:srgbClr val="856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تُوُ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64D8"/>
          </a:solidFill>
          <a:ln w="12700">
            <a:solidFill>
              <a:srgbClr val="C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447D1"/>
          </a:solidFill>
          <a:ln w="12700">
            <a:solidFill>
              <a:srgbClr val="A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ثُوُ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جُوُ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764"/>
          </a:solidFill>
          <a:ln w="12700">
            <a:solidFill>
              <a:srgbClr val="2B4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3479"/>
          </a:solidFill>
          <a:ln w="12700">
            <a:solidFill>
              <a:srgbClr val="3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حُوُ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خُوُ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ED5E"/>
          </a:solidFill>
          <a:ln w="12700">
            <a:solidFill>
              <a:srgbClr val="C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852E0"/>
          </a:solidFill>
          <a:ln w="12700">
            <a:solidFill>
              <a:srgbClr val="8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F70"/>
          </a:solidFill>
          <a:ln w="12700">
            <a:solidFill>
              <a:srgbClr val="DBC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5"/>
          </a:solidFill>
          <a:ln w="12700">
            <a:solidFill>
              <a:srgbClr val="4785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ذُوُ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964"/>
          </a:solidFill>
          <a:ln w="12700">
            <a:solidFill>
              <a:srgbClr val="D8A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247"/>
          </a:solidFill>
          <a:ln w="12700">
            <a:solidFill>
              <a:srgbClr val="D18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رُوُ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زُوُ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5"/>
          </a:solidFill>
          <a:ln w="12700">
            <a:solidFill>
              <a:srgbClr val="642B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5"/>
          </a:solidFill>
          <a:ln w="12700">
            <a:solidFill>
              <a:srgbClr val="79344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شُوُ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CED"/>
          </a:solidFill>
          <a:ln w="12700">
            <a:solidFill>
              <a:srgbClr val="5EE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صُوُ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552"/>
          </a:solidFill>
          <a:ln w="12700">
            <a:solidFill>
              <a:srgbClr val="E06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4"/>
          </a:solidFill>
          <a:ln w="12700">
            <a:solidFill>
              <a:srgbClr val="70DBB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985"/>
          </a:solidFill>
          <a:ln w="12700">
            <a:solidFill>
              <a:srgbClr val="474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ضُوُ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C"/>
          </a:solidFill>
          <a:ln w="12700">
            <a:solidFill>
              <a:srgbClr val="64D88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0"/>
          </a:solidFill>
          <a:ln w="12700">
            <a:solidFill>
              <a:srgbClr val="47D16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642B"/>
          </a:solidFill>
          <a:ln w="12700">
            <a:solidFill>
              <a:srgbClr val="6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7934"/>
          </a:solidFill>
          <a:ln w="12700">
            <a:solidFill>
              <a:srgbClr val="5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غُوُ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B5EED"/>
          </a:solidFill>
          <a:ln w="12700">
            <a:solidFill>
              <a:srgbClr val="C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فُوُ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2E052"/>
          </a:solidFill>
          <a:ln w="12700">
            <a:solidFill>
              <a:srgbClr val="6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70DB"/>
          </a:solidFill>
          <a:ln w="12700">
            <a:solidFill>
              <a:srgbClr val="9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9"/>
          </a:solidFill>
          <a:ln w="12700">
            <a:solidFill>
              <a:srgbClr val="8547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4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قُوُ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F64D8"/>
          </a:solidFill>
          <a:ln w="12700">
            <a:solidFill>
              <a:srgbClr val="6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2D1"/>
          </a:solidFill>
          <a:ln w="12700">
            <a:solidFill>
              <a:srgbClr val="475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كُوُ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779"/>
          </a:solidFill>
          <a:ln w="12700">
            <a:solidFill>
              <a:srgbClr val="346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مُوُ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نُوُ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75E"/>
          </a:solidFill>
          <a:ln w="12700">
            <a:solidFill>
              <a:srgbClr val="EDA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هُوُ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6E0"/>
          </a:solidFill>
          <a:ln w="12700">
            <a:solidFill>
              <a:srgbClr val="528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F70"/>
          </a:solidFill>
          <a:ln w="12700">
            <a:solidFill>
              <a:srgbClr val="DB7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8547"/>
          </a:solidFill>
          <a:ln w="12700">
            <a:solidFill>
              <a:srgbClr val="68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51399" y="896112"/>
            <a:ext cx="208140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8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51399" y="896112"/>
            <a:ext cx="208140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5400" dirty="0"/>
          </a:p>
        </p:txBody>
      </p:sp>
      <p:sp>
        <p:nvSpPr>
          <p:cNvPr id="17" name="C2 W2 pill"/>
          <p:cNvSpPr/>
          <p:nvPr/>
        </p:nvSpPr>
        <p:spPr>
          <a:xfrm>
            <a:off x="2411199" y="896112"/>
            <a:ext cx="1920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8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11199" y="896112"/>
            <a:ext cx="1920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11647" y="2834640"/>
            <a:ext cx="372070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11647" y="2834640"/>
            <a:ext cx="372070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 عُمَرُ</a:t>
            </a:r>
            <a:endParaRPr lang="ar-SA" sz="5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6"/>
          </a:solidFill>
          <a:ln w="12700">
            <a:solidFill>
              <a:srgbClr val="D8647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4"/>
          </a:solidFill>
          <a:ln w="12700">
            <a:solidFill>
              <a:srgbClr val="D1477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21224" y="896112"/>
            <a:ext cx="21417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6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21224" y="896112"/>
            <a:ext cx="21417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وَصَلَ</a:t>
            </a:r>
            <a:endParaRPr lang="ar-SA" sz="5400" dirty="0"/>
          </a:p>
        </p:txBody>
      </p:sp>
      <p:sp>
        <p:nvSpPr>
          <p:cNvPr id="12" name="C2 W2 pill"/>
          <p:cNvSpPr/>
          <p:nvPr/>
        </p:nvSpPr>
        <p:spPr>
          <a:xfrm>
            <a:off x="2381024" y="896112"/>
            <a:ext cx="1920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81024" y="896112"/>
            <a:ext cx="1920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05180" y="2834640"/>
            <a:ext cx="373364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05180" y="2834640"/>
            <a:ext cx="373364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وَصَلَ عُمَرُ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12144" y="896112"/>
            <a:ext cx="220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9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12144" y="896112"/>
            <a:ext cx="220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وَجَدَهُ</a:t>
            </a:r>
            <a:endParaRPr lang="ar-SA" sz="5600" dirty="0"/>
          </a:p>
        </p:txBody>
      </p:sp>
      <p:sp>
        <p:nvSpPr>
          <p:cNvPr id="13" name="C2 W2 pill"/>
          <p:cNvSpPr/>
          <p:nvPr/>
        </p:nvSpPr>
        <p:spPr>
          <a:xfrm>
            <a:off x="2329275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9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29275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04952" y="2834640"/>
            <a:ext cx="39340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04952" y="2834640"/>
            <a:ext cx="39340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وَجَدَهُ عُمَرُ</a:t>
            </a:r>
            <a:endParaRPr lang="ar-SA" sz="5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2B64"/>
          </a:solidFill>
          <a:ln w="12700">
            <a:solidFill>
              <a:srgbClr val="4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39509" y="896112"/>
            <a:ext cx="218730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B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39509" y="896112"/>
            <a:ext cx="218730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وَعَدَهُ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017190" y="896112"/>
            <a:ext cx="26022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B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017190" y="896112"/>
            <a:ext cx="26022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وَصَدَقَ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320907" y="2834640"/>
            <a:ext cx="450218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320907" y="2834640"/>
            <a:ext cx="450218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وَعَدَهُ وَصَدَقَ</a:t>
            </a:r>
            <a:endParaRPr lang="ar-SA" sz="5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16-waw</dc:title>
  <dc:subject>PptxGenJS Presentation</dc:subject>
  <dc:creator>PptxGenJS</dc:creator>
  <cp:lastModifiedBy>PptxGenJS</cp:lastModifiedBy>
  <cp:revision>1</cp:revision>
  <dcterms:created xsi:type="dcterms:W3CDTF">2026-10-21T16:51:33Z</dcterms:created>
  <dcterms:modified xsi:type="dcterms:W3CDTF">2026-10-21T16:51:33Z</dcterms:modified>
</cp:coreProperties>
</file>