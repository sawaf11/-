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12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3"/>
          </a:solidFill>
          <a:ln w="12700">
            <a:solidFill>
              <a:srgbClr val="ED5E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3E0"/>
          </a:solidFill>
          <a:ln w="12700">
            <a:solidFill>
              <a:srgbClr val="52D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5"/>
          </a:solidFill>
          <a:ln w="12700">
            <a:solidFill>
              <a:srgbClr val="D864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أُبُتُ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52E0"/>
          </a:solidFill>
          <a:ln w="12700">
            <a:solidFill>
              <a:srgbClr val="C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تُبُثُ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D864"/>
          </a:solidFill>
          <a:ln w="12700">
            <a:solidFill>
              <a:srgbClr val="D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ثُبُجُ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جُبُحُ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حُبُخُ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خُبُدُ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AED"/>
          </a:solidFill>
          <a:ln w="12700">
            <a:solidFill>
              <a:srgbClr val="5EA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دُبُأُ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1DB"/>
          </a:solidFill>
          <a:ln w="12700">
            <a:solidFill>
              <a:srgbClr val="70D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F"/>
          </a:solidFill>
          <a:ln w="12700">
            <a:solidFill>
              <a:srgbClr val="47D1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3"/>
          </a:solidFill>
          <a:ln w="12700">
            <a:solidFill>
              <a:srgbClr val="52E0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70DB"/>
          </a:solidFill>
          <a:ln w="12700">
            <a:solidFill>
              <a:srgbClr val="C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47D1"/>
          </a:solidFill>
          <a:ln w="12700">
            <a:solidFill>
              <a:srgbClr val="7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13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95E"/>
          </a:solidFill>
          <a:ln w="12700">
            <a:solidFill>
              <a:srgbClr val="EDE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بُتُثُ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ثُتُجُ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جُتُحُ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حُتُخُ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خُتُدُ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دُتُأُ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5EED"/>
          </a:solidFill>
          <a:ln w="12700">
            <a:solidFill>
              <a:srgbClr val="A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E052"/>
          </a:solidFill>
          <a:ln w="12700">
            <a:solidFill>
              <a:srgbClr val="8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70DB"/>
          </a:solidFill>
          <a:ln w="12700">
            <a:solidFill>
              <a:srgbClr val="7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9D1"/>
          </a:solidFill>
          <a:ln w="12700">
            <a:solidFill>
              <a:srgbClr val="477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10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17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11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B"/>
          </a:solidFill>
          <a:ln w="12700">
            <a:solidFill>
              <a:srgbClr val="D147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ED5E"/>
          </a:solidFill>
          <a:ln w="12700">
            <a:solidFill>
              <a:srgbClr val="6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2"/>
          </a:solidFill>
          <a:ln w="12700">
            <a:solidFill>
              <a:srgbClr val="E052D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DB70"/>
          </a:solidFill>
          <a:ln w="12700">
            <a:solidFill>
              <a:srgbClr val="9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أُثُبُ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بُثُتُ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تُثُجُ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جُثُحُ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حُثُخُ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B52"/>
          </a:solidFill>
          <a:ln w="12700">
            <a:solidFill>
              <a:srgbClr val="E0C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خُثُدُ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9"/>
          </a:solidFill>
          <a:ln w="12700">
            <a:solidFill>
              <a:srgbClr val="ED5E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47D1"/>
          </a:solidFill>
          <a:ln w="12700">
            <a:solidFill>
              <a:srgbClr val="A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59716" y="896112"/>
            <a:ext cx="19074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4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59716" y="896112"/>
            <a:ext cx="19074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47684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7684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70488" y="2834640"/>
            <a:ext cx="3603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70488" y="2834640"/>
            <a:ext cx="3603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كَتَبَهُ عُمَرُ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8628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8628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كُتِبَ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67160" y="896112"/>
            <a:ext cx="20314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67160" y="896112"/>
            <a:ext cx="20314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وَقُرِئَ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26400" y="2834640"/>
            <a:ext cx="34912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26400" y="2834640"/>
            <a:ext cx="34912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كُتِبَ وَقُرِئَ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003548" y="896112"/>
            <a:ext cx="18995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003548" y="896112"/>
            <a:ext cx="18995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3784683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D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84683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22" name="C3 W3 pill"/>
          <p:cNvSpPr/>
          <p:nvPr/>
        </p:nvSpPr>
        <p:spPr>
          <a:xfrm>
            <a:off x="1240876" y="896112"/>
            <a:ext cx="22237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240876" y="896112"/>
            <a:ext cx="22237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وَصَبَرَ</a:t>
            </a:r>
            <a:endParaRPr lang="ar-SA" sz="53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1996522" y="2834640"/>
            <a:ext cx="51509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1996522" y="2834640"/>
            <a:ext cx="51509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 عُمَرُ وَصَبَرَ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52E0"/>
          </a:solidFill>
          <a:ln w="12700">
            <a:solidFill>
              <a:srgbClr val="8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22095" y="896112"/>
            <a:ext cx="1969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22095" y="896112"/>
            <a:ext cx="1969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5257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F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5257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55149" y="2834640"/>
            <a:ext cx="34337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55149" y="2834640"/>
            <a:ext cx="34337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 عُمَرُ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02-ba-ta-tha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