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2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أُبُتُ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تُبُثُ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ثُبُجُ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جُبُحُ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حُبُخُ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خُبُدُ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دُبُأُ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بُتُثُ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ثُتُجُ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جُتُحُ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حُتُخُ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خُتُدُ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دُتُأُ</a:t>
            </a:r>
            <a:endParaRPr lang="ar-SA" sz="5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10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7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1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2"/>
          </a:solidFill>
          <a:ln w="12700">
            <a:solidFill>
              <a:srgbClr val="E052D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أُثُبُ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تُثُجُ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جُثُحُ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خُثُدُ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8628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8628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67160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67160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6400" y="2834640"/>
            <a:ext cx="34912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6400" y="2834640"/>
            <a:ext cx="34912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كُتِبَ وَقُرِئَ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003548" y="896112"/>
            <a:ext cx="1899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003548" y="896112"/>
            <a:ext cx="1899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3784683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84683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22" name="C3 W3 pill"/>
          <p:cNvSpPr/>
          <p:nvPr/>
        </p:nvSpPr>
        <p:spPr>
          <a:xfrm>
            <a:off x="1240876" y="896112"/>
            <a:ext cx="22237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40876" y="896112"/>
            <a:ext cx="22237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53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1996522" y="2834640"/>
            <a:ext cx="51509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1996522" y="2834640"/>
            <a:ext cx="51509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 عُمَرُ وَصَبَرَ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02-ba-ta-tha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