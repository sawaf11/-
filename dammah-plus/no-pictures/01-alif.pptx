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E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2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300" dirty="0"/>
          </a:p>
        </p:txBody>
      </p:sp>
      <p:sp>
        <p:nvSpPr>
          <p:cNvPr id="13" name="C2 D1 damm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3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3D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064"/>
          </a:solidFill>
          <a:ln w="12700">
            <a:solidFill>
              <a:srgbClr val="2B40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D3479"/>
          </a:solidFill>
          <a:ln w="12700">
            <a:solidFill>
              <a:srgbClr val="3D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9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أُبُ</a:t>
            </a:r>
            <a:endParaRPr lang="ar-SA" sz="59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C5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9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أُتُ</a:t>
            </a:r>
            <a:endParaRPr lang="ar-SA" sz="59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D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8ED5E"/>
          </a:solidFill>
          <a:ln w="12700">
            <a:solidFill>
              <a:srgbClr val="B8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9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أُثُ</a:t>
            </a:r>
            <a:endParaRPr lang="ar-SA" sz="59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952E0"/>
          </a:solidFill>
          <a:ln w="12700">
            <a:solidFill>
              <a:srgbClr val="99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DB70"/>
          </a:solidFill>
          <a:ln w="12700">
            <a:solidFill>
              <a:srgbClr val="DB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C"/>
          </a:solidFill>
          <a:ln w="12700">
            <a:solidFill>
              <a:srgbClr val="47855C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أُجُ</a:t>
            </a:r>
            <a:endParaRPr lang="ar-SA" sz="59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D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B664"/>
          </a:solidFill>
          <a:ln w="12700">
            <a:solidFill>
              <a:srgbClr val="D8B6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9247"/>
          </a:solidFill>
          <a:ln w="12700">
            <a:solidFill>
              <a:srgbClr val="D192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أُحُ</a:t>
            </a:r>
            <a:endParaRPr lang="ar-SA" sz="59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C5F7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أُخُ</a:t>
            </a:r>
            <a:endParaRPr lang="ar-SA" sz="59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3D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E"/>
          </a:solidFill>
          <a:ln w="12700">
            <a:solidFill>
              <a:srgbClr val="642B4E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3D"/>
          </a:solidFill>
          <a:ln w="12700">
            <a:solidFill>
              <a:srgbClr val="79343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9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أُدُ</a:t>
            </a:r>
            <a:endParaRPr lang="ar-SA" sz="59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4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بُأُتُ</a:t>
            </a:r>
            <a:endParaRPr lang="ar-SA" sz="5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C5E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DBED"/>
          </a:solidFill>
          <a:ln w="12700">
            <a:solidFill>
              <a:srgbClr val="5EDB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4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4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تُأُثُ</a:t>
            </a:r>
            <a:endParaRPr lang="ar-SA" sz="5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43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7552"/>
          </a:solidFill>
          <a:ln w="12700">
            <a:solidFill>
              <a:srgbClr val="E075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9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C1"/>
          </a:solidFill>
          <a:ln w="12700">
            <a:solidFill>
              <a:srgbClr val="70DBC1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D4785"/>
          </a:solidFill>
          <a:ln w="12700">
            <a:solidFill>
              <a:srgbClr val="4D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4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3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34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ثُأُجُ</a:t>
            </a:r>
            <a:endParaRPr lang="ar-SA" sz="5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C5F7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99"/>
          </a:solidFill>
          <a:ln w="12700">
            <a:solidFill>
              <a:srgbClr val="64D899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70"/>
          </a:solidFill>
          <a:ln w="12700">
            <a:solidFill>
              <a:srgbClr val="47D17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D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D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جُأُحُ</a:t>
            </a:r>
            <a:endParaRPr lang="ar-SA" sz="50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D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34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حُأُخُ</a:t>
            </a:r>
            <a:endParaRPr lang="ar-SA" sz="5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4331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D642B"/>
          </a:solidFill>
          <a:ln w="12700">
            <a:solidFill>
              <a:srgbClr val="5D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E7934"/>
          </a:solidFill>
          <a:ln w="12700">
            <a:solidFill>
              <a:srgbClr val="4E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34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خُأُدُ</a:t>
            </a:r>
            <a:endParaRPr lang="ar-SA" sz="50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C5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دُأُبُ</a:t>
            </a:r>
            <a:endParaRPr lang="ar-SA" sz="52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C5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C5EED"/>
          </a:solidFill>
          <a:ln w="12700">
            <a:solidFill>
              <a:srgbClr val="DC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9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بُأُ</a:t>
            </a:r>
            <a:endParaRPr lang="ar-SA" sz="5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2B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52"/>
          </a:solidFill>
          <a:ln w="12700">
            <a:solidFill>
              <a:srgbClr val="52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F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670DB"/>
          </a:solidFill>
          <a:ln w="12700">
            <a:solidFill>
              <a:srgbClr val="A6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1"/>
          </a:solidFill>
          <a:ln w="12700">
            <a:solidFill>
              <a:srgbClr val="854751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9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تُأُ</a:t>
            </a:r>
            <a:endParaRPr lang="ar-SA" sz="56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C5C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C64D8"/>
          </a:solidFill>
          <a:ln w="12700">
            <a:solidFill>
              <a:srgbClr val="7C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D47D1"/>
          </a:solidFill>
          <a:ln w="12700">
            <a:solidFill>
              <a:srgbClr val="4D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9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ثُأُ</a:t>
            </a:r>
            <a:endParaRPr lang="ar-SA" sz="5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C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جُأُ</a:t>
            </a:r>
            <a:endParaRPr lang="ar-SA" sz="56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44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D"/>
          </a:solidFill>
          <a:ln w="12700">
            <a:solidFill>
              <a:srgbClr val="2B645D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F79"/>
          </a:solidFill>
          <a:ln w="12700">
            <a:solidFill>
              <a:srgbClr val="345F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حُأُ</a:t>
            </a:r>
            <a:endParaRPr lang="ar-SA" sz="56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E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خُأُ</a:t>
            </a:r>
            <a:endParaRPr lang="ar-SA" sz="56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F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B85E"/>
          </a:solidFill>
          <a:ln w="12700">
            <a:solidFill>
              <a:srgbClr val="EDB8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9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2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دُأُ</a:t>
            </a:r>
            <a:endParaRPr lang="ar-SA" sz="59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437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75E0"/>
          </a:solidFill>
          <a:ln w="12700">
            <a:solidFill>
              <a:srgbClr val="5275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6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8B70"/>
          </a:solidFill>
          <a:ln w="12700">
            <a:solidFill>
              <a:srgbClr val="DB8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18547"/>
          </a:solidFill>
          <a:ln w="12700">
            <a:solidFill>
              <a:srgbClr val="618547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671594" y="896112"/>
            <a:ext cx="182766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44E2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671594" y="896112"/>
            <a:ext cx="182766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أَخَذَهُ</a:t>
            </a:r>
            <a:endParaRPr lang="ar-SA" sz="4400" dirty="0"/>
          </a:p>
        </p:txBody>
      </p:sp>
      <p:sp>
        <p:nvSpPr>
          <p:cNvPr id="17" name="C2 W2 pill"/>
          <p:cNvSpPr/>
          <p:nvPr/>
        </p:nvSpPr>
        <p:spPr>
          <a:xfrm>
            <a:off x="2644740" y="896112"/>
            <a:ext cx="170681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44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644740" y="896112"/>
            <a:ext cx="170681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عُمَرُ</a:t>
            </a:r>
            <a:endParaRPr lang="ar-SA" sz="44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A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983066" y="2834640"/>
            <a:ext cx="317786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983066" y="2834640"/>
            <a:ext cx="317786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أَخَذَهُ عُمَرُ</a:t>
            </a:r>
            <a:endParaRPr lang="ar-SA" sz="44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C5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68"/>
          </a:solidFill>
          <a:ln w="12700">
            <a:solidFill>
              <a:srgbClr val="D8646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64"/>
          </a:solidFill>
          <a:ln w="12700">
            <a:solidFill>
              <a:srgbClr val="D1476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852009" y="896112"/>
            <a:ext cx="146683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5B3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852009" y="896112"/>
            <a:ext cx="146683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قَرَأَ</a:t>
            </a:r>
            <a:endParaRPr lang="ar-SA" sz="4400" dirty="0"/>
          </a:p>
        </p:txBody>
      </p:sp>
      <p:sp>
        <p:nvSpPr>
          <p:cNvPr id="12" name="C2 W2 pill"/>
          <p:cNvSpPr/>
          <p:nvPr/>
        </p:nvSpPr>
        <p:spPr>
          <a:xfrm>
            <a:off x="2825155" y="896112"/>
            <a:ext cx="170681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5B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825155" y="896112"/>
            <a:ext cx="170681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عُمَرُ</a:t>
            </a:r>
            <a:endParaRPr lang="ar-SA" sz="44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9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3183274" y="2834640"/>
            <a:ext cx="277745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3183274" y="2834640"/>
            <a:ext cx="277745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قَرَأَ عُمَرُ</a:t>
            </a:r>
            <a:endParaRPr lang="ar-SA" sz="44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C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764839" y="896112"/>
            <a:ext cx="164117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8D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764839" y="896112"/>
            <a:ext cx="164117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أَكَلَهُ</a:t>
            </a:r>
            <a:endParaRPr lang="ar-SA" sz="4400" dirty="0"/>
          </a:p>
        </p:txBody>
      </p:sp>
      <p:sp>
        <p:nvSpPr>
          <p:cNvPr id="13" name="C2 W2 pill"/>
          <p:cNvSpPr/>
          <p:nvPr/>
        </p:nvSpPr>
        <p:spPr>
          <a:xfrm>
            <a:off x="2737984" y="896112"/>
            <a:ext cx="170681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8D36E2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737984" y="896112"/>
            <a:ext cx="170681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عُمَرُ</a:t>
            </a:r>
            <a:endParaRPr lang="ar-SA" sz="44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3073517" y="2834640"/>
            <a:ext cx="299696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3073517" y="2834640"/>
            <a:ext cx="299696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أَكَلَهُ عُمَرُ</a:t>
            </a:r>
            <a:endParaRPr lang="ar-SA" sz="44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A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F2B64"/>
          </a:solidFill>
          <a:ln w="12700">
            <a:solidFill>
              <a:srgbClr val="4F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0"/>
          </a:solidFill>
          <a:ln w="12700">
            <a:solidFill>
              <a:srgbClr val="793470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691503" y="896112"/>
            <a:ext cx="172384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BF36E2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691503" y="896112"/>
            <a:ext cx="172384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سَأَلَهُ</a:t>
            </a:r>
            <a:endParaRPr lang="ar-SA" sz="4100" dirty="0"/>
          </a:p>
        </p:txBody>
      </p:sp>
      <p:sp>
        <p:nvSpPr>
          <p:cNvPr id="14" name="C2 W2 pill"/>
          <p:cNvSpPr/>
          <p:nvPr/>
        </p:nvSpPr>
        <p:spPr>
          <a:xfrm>
            <a:off x="2728652" y="896112"/>
            <a:ext cx="164281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BF36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728652" y="896112"/>
            <a:ext cx="164281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عُمَرُ</a:t>
            </a:r>
            <a:endParaRPr lang="ar-SA" sz="41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4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3048016" y="2834640"/>
            <a:ext cx="3047969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3048016" y="2834640"/>
            <a:ext cx="3047969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سَأَلَهُ عُمَرُ</a:t>
            </a:r>
            <a:endParaRPr lang="ar-SA" sz="4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Dammah reading 01-alif</dc:title>
  <dc:subject>PptxGenJS Presentation</dc:subject>
  <dc:creator>PptxGenJS</dc:creator>
  <cp:lastModifiedBy>PptxGenJS</cp:lastModifiedBy>
  <cp:revision>1</cp:revision>
  <dcterms:created xsi:type="dcterms:W3CDTF">2026-10-21T16:51:32Z</dcterms:created>
  <dcterms:modified xsi:type="dcterms:W3CDTF">2026-10-21T16:51:32Z</dcterms:modified>
</cp:coreProperties>
</file>