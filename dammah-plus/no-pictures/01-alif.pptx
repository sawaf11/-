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300" dirty="0"/>
          </a:p>
        </p:txBody>
      </p:sp>
      <p:sp>
        <p:nvSpPr>
          <p:cNvPr id="13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3479"/>
          </a:solidFill>
          <a:ln w="12700">
            <a:solidFill>
              <a:srgbClr val="3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أُبُ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أُتُ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8ED5E"/>
          </a:solidFill>
          <a:ln w="12700">
            <a:solidFill>
              <a:srgbClr val="B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أُثُ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952E0"/>
          </a:solidFill>
          <a:ln w="12700">
            <a:solidFill>
              <a:srgbClr val="9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B70"/>
          </a:solidFill>
          <a:ln w="12700">
            <a:solidFill>
              <a:srgbClr val="D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أُجُ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664"/>
          </a:solidFill>
          <a:ln w="12700">
            <a:solidFill>
              <a:srgbClr val="D8B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247"/>
          </a:solidFill>
          <a:ln w="12700">
            <a:solidFill>
              <a:srgbClr val="D19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أُحُ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أُخُ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E"/>
          </a:solidFill>
          <a:ln w="12700">
            <a:solidFill>
              <a:srgbClr val="642B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D"/>
          </a:solidFill>
          <a:ln w="12700">
            <a:solidFill>
              <a:srgbClr val="79343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أُدُ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بُأُتُ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BED"/>
          </a:solidFill>
          <a:ln w="12700">
            <a:solidFill>
              <a:srgbClr val="5ED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تُأُثُ</a:t>
            </a:r>
            <a:endParaRPr lang="ar-SA" sz="5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552"/>
          </a:solidFill>
          <a:ln w="12700">
            <a:solidFill>
              <a:srgbClr val="E07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1"/>
          </a:solidFill>
          <a:ln w="12700">
            <a:solidFill>
              <a:srgbClr val="70DBC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4785"/>
          </a:solidFill>
          <a:ln w="12700">
            <a:solidFill>
              <a:srgbClr val="4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ثُأُجُ</a:t>
            </a:r>
            <a:endParaRPr lang="ar-SA" sz="5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9"/>
          </a:solidFill>
          <a:ln w="12700">
            <a:solidFill>
              <a:srgbClr val="64D8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0"/>
          </a:solidFill>
          <a:ln w="12700">
            <a:solidFill>
              <a:srgbClr val="47D1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جُأُحُ</a:t>
            </a:r>
            <a:endParaRPr lang="ar-SA" sz="5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حُأُخُ</a:t>
            </a:r>
            <a:endParaRPr lang="ar-SA" sz="5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642B"/>
          </a:solidFill>
          <a:ln w="12700">
            <a:solidFill>
              <a:srgbClr val="5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7934"/>
          </a:solidFill>
          <a:ln w="12700">
            <a:solidFill>
              <a:srgbClr val="4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خُأُدُ</a:t>
            </a:r>
            <a:endParaRPr lang="ar-SA" sz="5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دُأُبُ</a:t>
            </a:r>
            <a:endParaRPr lang="ar-SA" sz="5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C5EED"/>
          </a:solidFill>
          <a:ln w="12700">
            <a:solidFill>
              <a:srgbClr val="D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بُأُ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2"/>
          </a:solidFill>
          <a:ln w="12700">
            <a:solidFill>
              <a:srgbClr val="5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670DB"/>
          </a:solidFill>
          <a:ln w="12700">
            <a:solidFill>
              <a:srgbClr val="A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1"/>
          </a:solidFill>
          <a:ln w="12700">
            <a:solidFill>
              <a:srgbClr val="8547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تُأُ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C64D8"/>
          </a:solidFill>
          <a:ln w="12700">
            <a:solidFill>
              <a:srgbClr val="7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D47D1"/>
          </a:solidFill>
          <a:ln w="12700">
            <a:solidFill>
              <a:srgbClr val="4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ثُأُ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جُأُ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D"/>
          </a:solidFill>
          <a:ln w="12700">
            <a:solidFill>
              <a:srgbClr val="2B64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F79"/>
          </a:solidFill>
          <a:ln w="12700">
            <a:solidFill>
              <a:srgbClr val="345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حُأُ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خُأُ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85E"/>
          </a:solidFill>
          <a:ln w="12700">
            <a:solidFill>
              <a:srgbClr val="EDB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دُأُ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5E0"/>
          </a:solidFill>
          <a:ln w="12700">
            <a:solidFill>
              <a:srgbClr val="527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B70"/>
          </a:solidFill>
          <a:ln w="12700">
            <a:solidFill>
              <a:srgbClr val="DB8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71594" y="896112"/>
            <a:ext cx="18276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4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71594" y="896112"/>
            <a:ext cx="18276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أَخَذَهُ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644740" y="896112"/>
            <a:ext cx="1706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4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44740" y="896112"/>
            <a:ext cx="1706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83066" y="2834640"/>
            <a:ext cx="317786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83066" y="2834640"/>
            <a:ext cx="317786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أَخَذَهُ عُمَرُ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8"/>
          </a:solidFill>
          <a:ln w="12700">
            <a:solidFill>
              <a:srgbClr val="D8646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4"/>
          </a:solidFill>
          <a:ln w="12700">
            <a:solidFill>
              <a:srgbClr val="D147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52009" y="896112"/>
            <a:ext cx="1466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B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52009" y="896112"/>
            <a:ext cx="1466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825155" y="896112"/>
            <a:ext cx="1706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B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825155" y="896112"/>
            <a:ext cx="1706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183274" y="2834640"/>
            <a:ext cx="27774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183274" y="2834640"/>
            <a:ext cx="27774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 عُمَرُ</a:t>
            </a:r>
            <a:endParaRPr lang="ar-SA" sz="4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64839" y="896112"/>
            <a:ext cx="16411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D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64839" y="896112"/>
            <a:ext cx="16411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أَكَلَهُ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737984" y="896112"/>
            <a:ext cx="1706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D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737984" y="896112"/>
            <a:ext cx="1706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73517" y="2834640"/>
            <a:ext cx="299696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73517" y="2834640"/>
            <a:ext cx="299696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أَكَلَهُ عُمَرُ</a:t>
            </a:r>
            <a:endParaRPr lang="ar-SA" sz="4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0"/>
          </a:solidFill>
          <a:ln w="12700">
            <a:solidFill>
              <a:srgbClr val="793470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91503" y="896112"/>
            <a:ext cx="172384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F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91503" y="896112"/>
            <a:ext cx="172384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سَأَلَهُ</a:t>
            </a:r>
            <a:endParaRPr lang="ar-SA" sz="4100" dirty="0"/>
          </a:p>
        </p:txBody>
      </p:sp>
      <p:sp>
        <p:nvSpPr>
          <p:cNvPr id="14" name="C2 W2 pill"/>
          <p:cNvSpPr/>
          <p:nvPr/>
        </p:nvSpPr>
        <p:spPr>
          <a:xfrm>
            <a:off x="2728652" y="896112"/>
            <a:ext cx="164281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F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728652" y="896112"/>
            <a:ext cx="164281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1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48016" y="2834640"/>
            <a:ext cx="304796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48016" y="2834640"/>
            <a:ext cx="304796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سَأَلَهُ عُمَرُ</a:t>
            </a:r>
            <a:endParaRPr lang="ar-SA" sz="4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01-alif</dc:title>
  <dc:subject>PptxGenJS Presentation</dc:subject>
  <dc:creator>PptxGenJS</dc:creator>
  <cp:lastModifiedBy>PptxGenJS</cp:lastModifiedBy>
  <cp:revision>1</cp:revision>
  <dcterms:created xsi:type="dcterms:W3CDTF">2026-10-21T16:51:32Z</dcterms:created>
  <dcterms:modified xsi:type="dcterms:W3CDTF">2026-10-21T16:51:32Z</dcterms:modified>
</cp:coreProperties>
</file>