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08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10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3ED"/>
          </a:solidFill>
          <a:ln w="12700">
            <a:solidFill>
              <a:srgbClr val="5E7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E52"/>
          </a:solidFill>
          <a:ln w="12700">
            <a:solidFill>
              <a:srgbClr val="E0D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8DB"/>
          </a:solidFill>
          <a:ln w="12700">
            <a:solidFill>
              <a:srgbClr val="70A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طُبُ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2D8"/>
          </a:solidFill>
          <a:ln w="12700">
            <a:solidFill>
              <a:srgbClr val="64C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ED1"/>
          </a:solidFill>
          <a:ln w="12700">
            <a:solidFill>
              <a:srgbClr val="47C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طُتُ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طُثُ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D"/>
          </a:solidFill>
          <a:ln w="12700">
            <a:solidFill>
              <a:srgbClr val="3479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6"/>
          </a:solidFill>
          <a:ln w="12700">
            <a:solidFill>
              <a:srgbClr val="ED5E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A"/>
          </a:solidFill>
          <a:ln w="12700">
            <a:solidFill>
              <a:srgbClr val="52E0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2"/>
          </a:solidFill>
          <a:ln w="12700">
            <a:solidFill>
              <a:srgbClr val="DB70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طُدُ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64D8"/>
          </a:solidFill>
          <a:ln w="12700">
            <a:solidFill>
              <a:srgbClr val="D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47D1"/>
          </a:solidFill>
          <a:ln w="12700">
            <a:solidFill>
              <a:srgbClr val="B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طُذُ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طُرُ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طُزُ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طُسُ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ED5E"/>
          </a:solidFill>
          <a:ln w="12700">
            <a:solidFill>
              <a:srgbClr val="B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طُشُ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52E0"/>
          </a:solidFill>
          <a:ln w="12700">
            <a:solidFill>
              <a:srgbClr val="9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A70"/>
          </a:solidFill>
          <a:ln w="12700">
            <a:solidFill>
              <a:srgbClr val="DBD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طُصُ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564"/>
          </a:solidFill>
          <a:ln w="12700">
            <a:solidFill>
              <a:srgbClr val="D8B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047"/>
          </a:solidFill>
          <a:ln w="12700">
            <a:solidFill>
              <a:srgbClr val="D19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طُضُ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أُطُبُ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بُطُتُ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تُطُثُ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DED"/>
          </a:solidFill>
          <a:ln w="12700">
            <a:solidFill>
              <a:srgbClr val="5ED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ثُطُجُ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352"/>
          </a:solidFill>
          <a:ln w="12700">
            <a:solidFill>
              <a:srgbClr val="E07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F"/>
          </a:solidFill>
          <a:ln w="12700">
            <a:solidFill>
              <a:srgbClr val="70DB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جُطُحُ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8"/>
          </a:solidFill>
          <a:ln w="12700">
            <a:solidFill>
              <a:srgbClr val="64D8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E"/>
          </a:solidFill>
          <a:ln w="12700">
            <a:solidFill>
              <a:srgbClr val="47D1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حُطُخُ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خُطُدُ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دُطُذُ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ذُطُرُ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5EED"/>
          </a:solidFill>
          <a:ln w="12700">
            <a:solidFill>
              <a:srgbClr val="D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رُطُزُ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E052"/>
          </a:solidFill>
          <a:ln w="12700">
            <a:solidFill>
              <a:srgbClr val="5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70DB"/>
          </a:solidFill>
          <a:ln w="12700">
            <a:solidFill>
              <a:srgbClr val="A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زُطُسُ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64D8"/>
          </a:solidFill>
          <a:ln w="12700">
            <a:solidFill>
              <a:srgbClr val="7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47D1"/>
          </a:solidFill>
          <a:ln w="12700">
            <a:solidFill>
              <a:srgbClr val="4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سُطُشُ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شُطُصُ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صُطُضُ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ضُطُأُ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65E"/>
          </a:solidFill>
          <a:ln w="12700">
            <a:solidFill>
              <a:srgbClr val="EDB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أُطُ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7E0"/>
          </a:solidFill>
          <a:ln w="12700">
            <a:solidFill>
              <a:srgbClr val="527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A70"/>
          </a:solidFill>
          <a:ln w="12700">
            <a:solidFill>
              <a:srgbClr val="DB8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بُطُ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A"/>
          </a:solidFill>
          <a:ln w="12700">
            <a:solidFill>
              <a:srgbClr val="D864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6"/>
          </a:solidFill>
          <a:ln w="12700">
            <a:solidFill>
              <a:srgbClr val="D147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ثُطُ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2B64"/>
          </a:solidFill>
          <a:ln w="12700">
            <a:solidFill>
              <a:srgbClr val="4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جُطُ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2"/>
          </a:solidFill>
          <a:ln w="12700">
            <a:solidFill>
              <a:srgbClr val="5EED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خُطُ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B"/>
          </a:solidFill>
          <a:ln w="12700">
            <a:solidFill>
              <a:srgbClr val="E052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DB70"/>
          </a:solidFill>
          <a:ln w="12700">
            <a:solidFill>
              <a:srgbClr val="7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دُطُ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D864"/>
          </a:solidFill>
          <a:ln w="12700">
            <a:solidFill>
              <a:srgbClr val="8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D147"/>
          </a:solidFill>
          <a:ln w="12700">
            <a:solidFill>
              <a:srgbClr val="8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ذُطُ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رُطُ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034"/>
          </a:solidFill>
          <a:ln w="12700">
            <a:solidFill>
              <a:srgbClr val="797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زُطُ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سُطُ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5EED"/>
          </a:solidFill>
          <a:ln w="12700">
            <a:solidFill>
              <a:srgbClr val="6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شُطُ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EE052"/>
          </a:solidFill>
          <a:ln w="12700">
            <a:solidFill>
              <a:srgbClr val="B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CDB"/>
          </a:solidFill>
          <a:ln w="12700">
            <a:solidFill>
              <a:srgbClr val="708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0"/>
          </a:solidFill>
          <a:ln w="12700">
            <a:solidFill>
              <a:srgbClr val="8547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صُطُ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4D8"/>
          </a:solidFill>
          <a:ln w="12700">
            <a:solidFill>
              <a:srgbClr val="64A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AD1"/>
          </a:solidFill>
          <a:ln w="12700">
            <a:solidFill>
              <a:srgbClr val="47A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ضُطُ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08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10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ظُأُ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ظُبُ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2"/>
          </a:solidFill>
          <a:ln w="12700">
            <a:solidFill>
              <a:srgbClr val="ED5E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ظُتُ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F"/>
          </a:solidFill>
          <a:ln w="12700">
            <a:solidFill>
              <a:srgbClr val="52E0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7"/>
          </a:solidFill>
          <a:ln w="12700">
            <a:solidFill>
              <a:srgbClr val="DB70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A47"/>
          </a:solidFill>
          <a:ln w="12700">
            <a:solidFill>
              <a:srgbClr val="857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ظُثُ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1"/>
          </a:solidFill>
          <a:ln w="12700">
            <a:solidFill>
              <a:srgbClr val="D864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D"/>
          </a:solidFill>
          <a:ln w="12700">
            <a:solidFill>
              <a:srgbClr val="D147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ظُجُ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ظُحُ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ظُخُ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ظُدُ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ED5E"/>
          </a:solidFill>
          <a:ln w="12700">
            <a:solidFill>
              <a:srgbClr val="9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ظُذُ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52E0"/>
          </a:solidFill>
          <a:ln w="12700">
            <a:solidFill>
              <a:srgbClr val="B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DB70"/>
          </a:solidFill>
          <a:ln w="12700">
            <a:solidFill>
              <a:srgbClr val="C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ظُرُ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347"/>
          </a:solidFill>
          <a:ln w="12700">
            <a:solidFill>
              <a:srgbClr val="D1B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ظُزُ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ظُسُ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ظُشُ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ظُصُ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9ED"/>
          </a:solidFill>
          <a:ln w="12700">
            <a:solidFill>
              <a:srgbClr val="5EB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ظُضُ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852"/>
          </a:solidFill>
          <a:ln w="12700">
            <a:solidFill>
              <a:srgbClr val="E09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A"/>
          </a:solidFill>
          <a:ln w="12700">
            <a:solidFill>
              <a:srgbClr val="70DB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ظُطُ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1"/>
          </a:solidFill>
          <a:ln w="12700">
            <a:solidFill>
              <a:srgbClr val="47D1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أُظُبُ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بُظُتُ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تُظُثُ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ثُظُجُ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C"/>
          </a:solidFill>
          <a:ln w="12700">
            <a:solidFill>
              <a:srgbClr val="ED5E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جُظُحُ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4"/>
          </a:solidFill>
          <a:ln w="12700">
            <a:solidFill>
              <a:srgbClr val="52E0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حُظُخُ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64D8"/>
          </a:solidFill>
          <a:ln w="12700">
            <a:solidFill>
              <a:srgbClr val="9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47D1"/>
          </a:solidFill>
          <a:ln w="12700">
            <a:solidFill>
              <a:srgbClr val="6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خُظُدُ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دُظُذُ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ذُظُرُ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رُظُزُ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A5E"/>
          </a:solidFill>
          <a:ln w="12700">
            <a:solidFill>
              <a:srgbClr val="EDD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زُظُسُ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3E0"/>
          </a:solidFill>
          <a:ln w="12700">
            <a:solidFill>
              <a:srgbClr val="525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570"/>
          </a:solidFill>
          <a:ln w="12700">
            <a:solidFill>
              <a:srgbClr val="DBA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سُظُشُ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B64"/>
          </a:solidFill>
          <a:ln w="12700">
            <a:solidFill>
              <a:srgbClr val="D87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C47"/>
          </a:solidFill>
          <a:ln w="12700">
            <a:solidFill>
              <a:srgbClr val="D14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شُظُصُ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صُظُضُ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ضُظُطُ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طُظُأُ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7"/>
          </a:solidFill>
          <a:ln w="12700">
            <a:solidFill>
              <a:srgbClr val="5EED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أُظُ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6"/>
          </a:solidFill>
          <a:ln w="12700">
            <a:solidFill>
              <a:srgbClr val="E052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بُظُ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D864"/>
          </a:solidFill>
          <a:ln w="12700">
            <a:solidFill>
              <a:srgbClr val="6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D147"/>
          </a:solidFill>
          <a:ln w="12700">
            <a:solidFill>
              <a:srgbClr val="6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ثُظُ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جُظُ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حُظُ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5EED"/>
          </a:solidFill>
          <a:ln w="12700">
            <a:solidFill>
              <a:srgbClr val="9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خُظُ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E052"/>
          </a:solidFill>
          <a:ln w="12700">
            <a:solidFill>
              <a:srgbClr val="9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دُظُ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6D8"/>
          </a:solidFill>
          <a:ln w="12700">
            <a:solidFill>
              <a:srgbClr val="648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7D1"/>
          </a:solidFill>
          <a:ln w="12700">
            <a:solidFill>
              <a:srgbClr val="478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رُظُ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زُظُ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سُظُ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05E"/>
          </a:solidFill>
          <a:ln w="12700">
            <a:solidFill>
              <a:srgbClr val="ED7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شُظُ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DE0"/>
          </a:solidFill>
          <a:ln w="12700">
            <a:solidFill>
              <a:srgbClr val="52B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B"/>
          </a:solidFill>
          <a:ln w="12700">
            <a:solidFill>
              <a:srgbClr val="DB70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صُظُ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3"/>
          </a:solidFill>
          <a:ln w="12700">
            <a:solidFill>
              <a:srgbClr val="D864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A"/>
          </a:solidFill>
          <a:ln w="12700">
            <a:solidFill>
              <a:srgbClr val="D147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ضُظُ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طُظُ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67194" y="896112"/>
            <a:ext cx="22924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8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67194" y="896112"/>
            <a:ext cx="22924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284325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8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84325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55580" y="2834640"/>
            <a:ext cx="40328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55580" y="2834640"/>
            <a:ext cx="40328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طَبَخَهُ عُمَرُ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3888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3888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394723" y="896112"/>
            <a:ext cx="22191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4723" y="896112"/>
            <a:ext cx="22191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وَنَظُفَ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36777" y="2834640"/>
            <a:ext cx="36704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36777" y="2834640"/>
            <a:ext cx="36704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 وَنَظُفَ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ED5E"/>
          </a:solidFill>
          <a:ln w="12700">
            <a:solidFill>
              <a:srgbClr val="7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496463" y="896112"/>
            <a:ext cx="24339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C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496463" y="896112"/>
            <a:ext cx="24339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حَفِظَهُ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213594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C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13594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483586" y="2834640"/>
            <a:ext cx="417682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483586" y="2834640"/>
            <a:ext cx="417682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حَفِظَهُ عُمَرُ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DB70"/>
          </a:solidFill>
          <a:ln w="12700">
            <a:solidFill>
              <a:srgbClr val="A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81853" y="896112"/>
            <a:ext cx="19991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81853" y="896112"/>
            <a:ext cx="19991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طَلَبَهُ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462988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6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62988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45470" y="2834640"/>
            <a:ext cx="36530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45470" y="2834640"/>
            <a:ext cx="36530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طَلَبَهُ عُمَرُ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09-ta-dha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