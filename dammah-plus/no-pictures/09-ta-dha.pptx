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</p:sldIdLst>
  <p:notesMasterIdLst>
    <p:notesMasterId r:id="rId10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notesMaster" Target="notesMasters/notesMaster1.xml"/><Relationship Id="rId102" Type="http://schemas.openxmlformats.org/officeDocument/2006/relationships/presProps" Target="presProps.xml"/><Relationship Id="rId103" Type="http://schemas.openxmlformats.org/officeDocument/2006/relationships/viewProps" Target="viewProps.xml"/><Relationship Id="rId104" Type="http://schemas.openxmlformats.org/officeDocument/2006/relationships/theme" Target="theme/theme1.xml"/><Relationship Id="rId10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08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10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3ED"/>
          </a:solidFill>
          <a:ln w="12700">
            <a:solidFill>
              <a:srgbClr val="5E7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طُأُ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E52"/>
          </a:solidFill>
          <a:ln w="12700">
            <a:solidFill>
              <a:srgbClr val="E0D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8DB"/>
          </a:solidFill>
          <a:ln w="12700">
            <a:solidFill>
              <a:srgbClr val="70A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4785"/>
          </a:solidFill>
          <a:ln w="12700">
            <a:solidFill>
              <a:srgbClr val="7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طُبُ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2D8"/>
          </a:solidFill>
          <a:ln w="12700">
            <a:solidFill>
              <a:srgbClr val="64C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ED1"/>
          </a:solidFill>
          <a:ln w="12700">
            <a:solidFill>
              <a:srgbClr val="47C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طُتُ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طُثُ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642B"/>
          </a:solidFill>
          <a:ln w="12700">
            <a:solidFill>
              <a:srgbClr val="3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D"/>
          </a:solidFill>
          <a:ln w="12700">
            <a:solidFill>
              <a:srgbClr val="34794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طُجُ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طُحُ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6"/>
          </a:solidFill>
          <a:ln w="12700">
            <a:solidFill>
              <a:srgbClr val="ED5E9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طُخُ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A"/>
          </a:solidFill>
          <a:ln w="12700">
            <a:solidFill>
              <a:srgbClr val="52E0B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2"/>
          </a:solidFill>
          <a:ln w="12700">
            <a:solidFill>
              <a:srgbClr val="DB70C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A47"/>
          </a:solidFill>
          <a:ln w="12700">
            <a:solidFill>
              <a:srgbClr val="856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طُدُ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264D8"/>
          </a:solidFill>
          <a:ln w="12700">
            <a:solidFill>
              <a:srgbClr val="D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247D1"/>
          </a:solidFill>
          <a:ln w="12700">
            <a:solidFill>
              <a:srgbClr val="B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طُذُ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طُرُ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164"/>
          </a:solidFill>
          <a:ln w="12700">
            <a:solidFill>
              <a:srgbClr val="2B4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3479"/>
          </a:solidFill>
          <a:ln w="12700">
            <a:solidFill>
              <a:srgbClr val="3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طُزُ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طُسُ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AED5E"/>
          </a:solidFill>
          <a:ln w="12700">
            <a:solidFill>
              <a:srgbClr val="B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طُشُ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752E0"/>
          </a:solidFill>
          <a:ln w="12700">
            <a:solidFill>
              <a:srgbClr val="9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A70"/>
          </a:solidFill>
          <a:ln w="12700">
            <a:solidFill>
              <a:srgbClr val="DBD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B"/>
          </a:solidFill>
          <a:ln w="12700">
            <a:solidFill>
              <a:srgbClr val="4785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طُصُ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564"/>
          </a:solidFill>
          <a:ln w="12700">
            <a:solidFill>
              <a:srgbClr val="D8B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047"/>
          </a:solidFill>
          <a:ln w="12700">
            <a:solidFill>
              <a:srgbClr val="D19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طُضُ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أُطُبُ</a:t>
            </a:r>
            <a:endParaRPr lang="ar-SA" sz="5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F"/>
          </a:solidFill>
          <a:ln w="12700">
            <a:solidFill>
              <a:srgbClr val="642B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E"/>
          </a:solidFill>
          <a:ln w="12700">
            <a:solidFill>
              <a:srgbClr val="7934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بُطُتُ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تُطُثُ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DED"/>
          </a:solidFill>
          <a:ln w="12700">
            <a:solidFill>
              <a:srgbClr val="5ED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ثُطُجُ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352"/>
          </a:solidFill>
          <a:ln w="12700">
            <a:solidFill>
              <a:srgbClr val="E07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F"/>
          </a:solidFill>
          <a:ln w="12700">
            <a:solidFill>
              <a:srgbClr val="70DBB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4785"/>
          </a:solidFill>
          <a:ln w="12700">
            <a:solidFill>
              <a:srgbClr val="4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جُطُحُ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8"/>
          </a:solidFill>
          <a:ln w="12700">
            <a:solidFill>
              <a:srgbClr val="64D89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E"/>
          </a:solidFill>
          <a:ln w="12700">
            <a:solidFill>
              <a:srgbClr val="47D16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حُطُخُ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خُطُدُ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642B"/>
          </a:solidFill>
          <a:ln w="12700">
            <a:solidFill>
              <a:srgbClr val="5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F7934"/>
          </a:solidFill>
          <a:ln w="12700">
            <a:solidFill>
              <a:srgbClr val="4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دُطُذُ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ذُطُرُ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95EED"/>
          </a:solidFill>
          <a:ln w="12700">
            <a:solidFill>
              <a:srgbClr val="D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رُطُزُ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3E052"/>
          </a:solidFill>
          <a:ln w="12700">
            <a:solidFill>
              <a:srgbClr val="5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470DB"/>
          </a:solidFill>
          <a:ln w="12700">
            <a:solidFill>
              <a:srgbClr val="A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2"/>
          </a:solidFill>
          <a:ln w="12700">
            <a:solidFill>
              <a:srgbClr val="8547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زُطُسُ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B64D8"/>
          </a:solidFill>
          <a:ln w="12700">
            <a:solidFill>
              <a:srgbClr val="7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B47D1"/>
          </a:solidFill>
          <a:ln w="12700">
            <a:solidFill>
              <a:srgbClr val="4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سُطُشُ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شُطُصُ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C"/>
          </a:solidFill>
          <a:ln w="12700">
            <a:solidFill>
              <a:srgbClr val="2B64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079"/>
          </a:solidFill>
          <a:ln w="12700">
            <a:solidFill>
              <a:srgbClr val="346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صُطُضُ</a:t>
            </a:r>
            <a:endParaRPr lang="ar-SA" sz="5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ضُطُأُ</a:t>
            </a:r>
            <a:endParaRPr lang="ar-SA" sz="5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65E"/>
          </a:solidFill>
          <a:ln w="12700">
            <a:solidFill>
              <a:srgbClr val="EDB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أُطُ</a:t>
            </a:r>
            <a:endParaRPr lang="ar-SA" sz="5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7E0"/>
          </a:solidFill>
          <a:ln w="12700">
            <a:solidFill>
              <a:srgbClr val="527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A70"/>
          </a:solidFill>
          <a:ln w="12700">
            <a:solidFill>
              <a:srgbClr val="DB8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8547"/>
          </a:solidFill>
          <a:ln w="12700">
            <a:solidFill>
              <a:srgbClr val="6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بُطُ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A"/>
          </a:solidFill>
          <a:ln w="12700">
            <a:solidFill>
              <a:srgbClr val="D8646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6"/>
          </a:solidFill>
          <a:ln w="12700">
            <a:solidFill>
              <a:srgbClr val="D147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تُطُ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ثُطُ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2B64"/>
          </a:solidFill>
          <a:ln w="12700">
            <a:solidFill>
              <a:srgbClr val="4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2"/>
          </a:solidFill>
          <a:ln w="12700">
            <a:solidFill>
              <a:srgbClr val="7934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جُطُ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حُطُ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2"/>
          </a:solidFill>
          <a:ln w="12700">
            <a:solidFill>
              <a:srgbClr val="5EED9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خُطُ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B"/>
          </a:solidFill>
          <a:ln w="12700">
            <a:solidFill>
              <a:srgbClr val="E0529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8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1DB70"/>
          </a:solidFill>
          <a:ln w="12700">
            <a:solidFill>
              <a:srgbClr val="7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185"/>
          </a:solidFill>
          <a:ln w="12700">
            <a:solidFill>
              <a:srgbClr val="477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دُطُ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7D864"/>
          </a:solidFill>
          <a:ln w="12700">
            <a:solidFill>
              <a:srgbClr val="8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8D147"/>
          </a:solidFill>
          <a:ln w="12700">
            <a:solidFill>
              <a:srgbClr val="8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ذُطُ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رُطُ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02B"/>
          </a:solidFill>
          <a:ln w="12700">
            <a:solidFill>
              <a:srgbClr val="644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034"/>
          </a:solidFill>
          <a:ln w="12700">
            <a:solidFill>
              <a:srgbClr val="797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زُطُ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سُطُ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F5EED"/>
          </a:solidFill>
          <a:ln w="12700">
            <a:solidFill>
              <a:srgbClr val="6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شُطُ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EE052"/>
          </a:solidFill>
          <a:ln w="12700">
            <a:solidFill>
              <a:srgbClr val="B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CDB"/>
          </a:solidFill>
          <a:ln w="12700">
            <a:solidFill>
              <a:srgbClr val="708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0"/>
          </a:solidFill>
          <a:ln w="12700">
            <a:solidFill>
              <a:srgbClr val="85478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صُطُ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4D8"/>
          </a:solidFill>
          <a:ln w="12700">
            <a:solidFill>
              <a:srgbClr val="64A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AD1"/>
          </a:solidFill>
          <a:ln w="12700">
            <a:solidFill>
              <a:srgbClr val="47A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ضُطُ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0800" dirty="0"/>
          </a:p>
        </p:txBody>
      </p:sp>
      <p:sp>
        <p:nvSpPr>
          <p:cNvPr id="13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10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1"/>
          </a:solidFill>
          <a:ln w="12700">
            <a:solidFill>
              <a:srgbClr val="2B64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F"/>
          </a:solidFill>
          <a:ln w="12700">
            <a:solidFill>
              <a:srgbClr val="34795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ظُأُ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ظُبُ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2"/>
          </a:solidFill>
          <a:ln w="12700">
            <a:solidFill>
              <a:srgbClr val="ED5E7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ظُتُ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F"/>
          </a:solidFill>
          <a:ln w="12700">
            <a:solidFill>
              <a:srgbClr val="52E0D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7"/>
          </a:solidFill>
          <a:ln w="12700">
            <a:solidFill>
              <a:srgbClr val="DB70A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A47"/>
          </a:solidFill>
          <a:ln w="12700">
            <a:solidFill>
              <a:srgbClr val="857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ظُثُ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1"/>
          </a:solidFill>
          <a:ln w="12700">
            <a:solidFill>
              <a:srgbClr val="D864C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D"/>
          </a:solidFill>
          <a:ln w="12700">
            <a:solidFill>
              <a:srgbClr val="D147C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ظُجُ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ظُحُ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364"/>
          </a:solidFill>
          <a:ln w="12700">
            <a:solidFill>
              <a:srgbClr val="2B3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D3479"/>
          </a:solidFill>
          <a:ln w="12700">
            <a:solidFill>
              <a:srgbClr val="4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ظُخُ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ظُدُ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5ED5E"/>
          </a:solidFill>
          <a:ln w="12700">
            <a:solidFill>
              <a:srgbClr val="9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ظُذُ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B52E0"/>
          </a:solidFill>
          <a:ln w="12700">
            <a:solidFill>
              <a:srgbClr val="B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2DB70"/>
          </a:solidFill>
          <a:ln w="12700">
            <a:solidFill>
              <a:srgbClr val="C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B"/>
          </a:solidFill>
          <a:ln w="12700">
            <a:solidFill>
              <a:srgbClr val="47856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ظُرُ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264"/>
          </a:solidFill>
          <a:ln w="12700">
            <a:solidFill>
              <a:srgbClr val="D8D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347"/>
          </a:solidFill>
          <a:ln w="12700">
            <a:solidFill>
              <a:srgbClr val="D1B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ظُزُ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ظُسُ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1"/>
          </a:solidFill>
          <a:ln w="12700">
            <a:solidFill>
              <a:srgbClr val="642B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C34"/>
          </a:solidFill>
          <a:ln w="12700">
            <a:solidFill>
              <a:srgbClr val="793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ظُشُ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ظُصُ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9ED"/>
          </a:solidFill>
          <a:ln w="12700">
            <a:solidFill>
              <a:srgbClr val="5EB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ظُضُ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852"/>
          </a:solidFill>
          <a:ln w="12700">
            <a:solidFill>
              <a:srgbClr val="E09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A"/>
          </a:solidFill>
          <a:ln w="12700">
            <a:solidFill>
              <a:srgbClr val="70DBD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4785"/>
          </a:solidFill>
          <a:ln w="12700">
            <a:solidFill>
              <a:srgbClr val="5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ظُطُ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5"/>
          </a:solidFill>
          <a:ln w="12700">
            <a:solidFill>
              <a:srgbClr val="64D8B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1"/>
          </a:solidFill>
          <a:ln w="12700">
            <a:solidFill>
              <a:srgbClr val="47D19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أُظُبُ</a:t>
            </a:r>
            <a:endParaRPr lang="ar-SA" sz="5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بُظُتُ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642B"/>
          </a:solidFill>
          <a:ln w="12700">
            <a:solidFill>
              <a:srgbClr val="4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D7934"/>
          </a:solidFill>
          <a:ln w="12700">
            <a:solidFill>
              <a:srgbClr val="3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تُظُثُ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ثُظُجُ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C"/>
          </a:solidFill>
          <a:ln w="12700">
            <a:solidFill>
              <a:srgbClr val="ED5ED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جُظُحُ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4"/>
          </a:solidFill>
          <a:ln w="12700">
            <a:solidFill>
              <a:srgbClr val="52E07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070DB"/>
          </a:solidFill>
          <a:ln w="12700">
            <a:solidFill>
              <a:srgbClr val="C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C47"/>
          </a:solidFill>
          <a:ln w="12700">
            <a:solidFill>
              <a:srgbClr val="854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حُظُخُ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864D8"/>
          </a:solidFill>
          <a:ln w="12700">
            <a:solidFill>
              <a:srgbClr val="9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F47D1"/>
          </a:solidFill>
          <a:ln w="12700">
            <a:solidFill>
              <a:srgbClr val="6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خُظُدُ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دُظُذُ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D64"/>
          </a:solidFill>
          <a:ln w="12700">
            <a:solidFill>
              <a:srgbClr val="2B5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F79"/>
          </a:solidFill>
          <a:ln w="12700">
            <a:solidFill>
              <a:srgbClr val="344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ذُظُرُ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رُظُزُ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A5E"/>
          </a:solidFill>
          <a:ln w="12700">
            <a:solidFill>
              <a:srgbClr val="EDD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زُظُسُ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3E0"/>
          </a:solidFill>
          <a:ln w="12700">
            <a:solidFill>
              <a:srgbClr val="525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570"/>
          </a:solidFill>
          <a:ln w="12700">
            <a:solidFill>
              <a:srgbClr val="DBA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28547"/>
          </a:solidFill>
          <a:ln w="12700">
            <a:solidFill>
              <a:srgbClr val="5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8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سُظُشُ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B64"/>
          </a:solidFill>
          <a:ln w="12700">
            <a:solidFill>
              <a:srgbClr val="D87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C47"/>
          </a:solidFill>
          <a:ln w="12700">
            <a:solidFill>
              <a:srgbClr val="D14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شُظُصُ</a:t>
            </a:r>
            <a:endParaRPr lang="ar-SA" sz="5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صُظُضُ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2B64"/>
          </a:solidFill>
          <a:ln w="12700">
            <a:solidFill>
              <a:srgbClr val="5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0"/>
          </a:solidFill>
          <a:ln w="12700">
            <a:solidFill>
              <a:srgbClr val="7934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ضُظُطُ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طُظُأُ</a:t>
            </a:r>
            <a:endParaRPr lang="ar-SA" sz="5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7"/>
          </a:solidFill>
          <a:ln w="12700">
            <a:solidFill>
              <a:srgbClr val="5EEDB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أُظُ</a:t>
            </a:r>
            <a:endParaRPr lang="ar-SA" sz="5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6"/>
          </a:solidFill>
          <a:ln w="12700">
            <a:solidFill>
              <a:srgbClr val="E0527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A"/>
          </a:solidFill>
          <a:ln w="12700">
            <a:solidFill>
              <a:srgbClr val="70DB8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185"/>
          </a:solidFill>
          <a:ln w="12700">
            <a:solidFill>
              <a:srgbClr val="476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بُظُ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9D864"/>
          </a:solidFill>
          <a:ln w="12700">
            <a:solidFill>
              <a:srgbClr val="6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5D147"/>
          </a:solidFill>
          <a:ln w="12700">
            <a:solidFill>
              <a:srgbClr val="6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تُظُ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ثُظُ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E2B"/>
          </a:solidFill>
          <a:ln w="12700">
            <a:solidFill>
              <a:srgbClr val="644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17934"/>
          </a:solidFill>
          <a:ln w="12700">
            <a:solidFill>
              <a:srgbClr val="7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جُظُ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حُظُ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35EED"/>
          </a:solidFill>
          <a:ln w="12700">
            <a:solidFill>
              <a:srgbClr val="9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خُظُ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AE052"/>
          </a:solidFill>
          <a:ln w="12700">
            <a:solidFill>
              <a:srgbClr val="9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1DB"/>
          </a:solidFill>
          <a:ln w="12700">
            <a:solidFill>
              <a:srgbClr val="707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1"/>
          </a:solidFill>
          <a:ln w="12700">
            <a:solidFill>
              <a:srgbClr val="8547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دُظُ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6D8"/>
          </a:solidFill>
          <a:ln w="12700">
            <a:solidFill>
              <a:srgbClr val="648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7D1"/>
          </a:solidFill>
          <a:ln w="12700">
            <a:solidFill>
              <a:srgbClr val="478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ذُظُ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رُظُ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0"/>
          </a:solidFill>
          <a:ln w="12700">
            <a:solidFill>
              <a:srgbClr val="2B64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0"/>
          </a:solidFill>
          <a:ln w="12700">
            <a:solidFill>
              <a:srgbClr val="3479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زُظُ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سُظُ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05E"/>
          </a:solidFill>
          <a:ln w="12700">
            <a:solidFill>
              <a:srgbClr val="ED7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شُظُ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DE0"/>
          </a:solidFill>
          <a:ln w="12700">
            <a:solidFill>
              <a:srgbClr val="52B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B"/>
          </a:solidFill>
          <a:ln w="12700">
            <a:solidFill>
              <a:srgbClr val="DB708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8547"/>
          </a:solidFill>
          <a:ln w="12700">
            <a:solidFill>
              <a:srgbClr val="8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صُظُ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3"/>
          </a:solidFill>
          <a:ln w="12700">
            <a:solidFill>
              <a:srgbClr val="D864A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A"/>
          </a:solidFill>
          <a:ln w="12700">
            <a:solidFill>
              <a:srgbClr val="D147A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ضُظُ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طُظُ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2B64"/>
          </a:solidFill>
          <a:ln w="12700">
            <a:solidFill>
              <a:srgbClr val="3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F3479"/>
          </a:solidFill>
          <a:ln w="12700">
            <a:solidFill>
              <a:srgbClr val="5F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567194" y="896112"/>
            <a:ext cx="22924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8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567194" y="896112"/>
            <a:ext cx="22924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طَبَخَهُ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284325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8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284325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555580" y="2834640"/>
            <a:ext cx="403284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555580" y="2834640"/>
            <a:ext cx="403284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طَبَخَهُ عُمَرُ</a:t>
            </a:r>
            <a:endParaRPr lang="ar-SA" sz="5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33888" y="896112"/>
            <a:ext cx="18153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A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33888" y="896112"/>
            <a:ext cx="18153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طَهُرَ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394723" y="896112"/>
            <a:ext cx="221912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9A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94723" y="896112"/>
            <a:ext cx="22191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وَنَظُفَ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36777" y="2834640"/>
            <a:ext cx="36704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36777" y="2834640"/>
            <a:ext cx="36704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طَهُرَ وَنَظُفَ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1ED5E"/>
          </a:solidFill>
          <a:ln w="12700">
            <a:solidFill>
              <a:srgbClr val="7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496463" y="896112"/>
            <a:ext cx="24339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C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496463" y="896112"/>
            <a:ext cx="24339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حَفِظَهُ</a:t>
            </a:r>
            <a:endParaRPr lang="ar-SA" sz="5600" dirty="0"/>
          </a:p>
        </p:txBody>
      </p:sp>
      <p:sp>
        <p:nvSpPr>
          <p:cNvPr id="20" name="C2 W2 pill"/>
          <p:cNvSpPr/>
          <p:nvPr/>
        </p:nvSpPr>
        <p:spPr>
          <a:xfrm>
            <a:off x="2213594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C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213594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483586" y="2834640"/>
            <a:ext cx="417682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483586" y="2834640"/>
            <a:ext cx="417682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حَفِظَهُ عُمَرُ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E0"/>
          </a:solidFill>
          <a:ln w="12700">
            <a:solidFill>
              <a:srgbClr val="E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6DB70"/>
          </a:solidFill>
          <a:ln w="12700">
            <a:solidFill>
              <a:srgbClr val="A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A"/>
          </a:solidFill>
          <a:ln w="12700">
            <a:solidFill>
              <a:srgbClr val="47857A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81853" y="896112"/>
            <a:ext cx="19991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81853" y="896112"/>
            <a:ext cx="19991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طَلَبَهُ</a:t>
            </a:r>
            <a:endParaRPr lang="ar-SA" sz="5300" dirty="0"/>
          </a:p>
        </p:txBody>
      </p:sp>
      <p:sp>
        <p:nvSpPr>
          <p:cNvPr id="17" name="C2 W2 pill"/>
          <p:cNvSpPr/>
          <p:nvPr/>
        </p:nvSpPr>
        <p:spPr>
          <a:xfrm>
            <a:off x="2462988" y="896112"/>
            <a:ext cx="18988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6E2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62988" y="896112"/>
            <a:ext cx="18988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3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45470" y="2834640"/>
            <a:ext cx="365305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45470" y="2834640"/>
            <a:ext cx="365305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طَلَبَهُ عُمَرُ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99</Slides>
  <Notes>99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99</vt:i4>
      </vt:variant>
    </vt:vector>
  </HeadingPairs>
  <TitlesOfParts>
    <vt:vector size="10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09-ta-dha</dc:title>
  <dc:subject>PptxGenJS Presentation</dc:subject>
  <dc:creator>PptxGenJS</dc:creator>
  <cp:lastModifiedBy>PptxGenJS</cp:lastModifiedBy>
  <cp:revision>1</cp:revision>
  <dcterms:created xsi:type="dcterms:W3CDTF">2026-10-21T16:51:32Z</dcterms:created>
  <dcterms:modified xsi:type="dcterms:W3CDTF">2026-10-21T16:51:32Z</dcterms:modified>
</cp:coreProperties>
</file>