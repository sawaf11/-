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12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112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سُأُ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سُبُ</a:t>
            </a:r>
            <a:endParaRPr lang="ar-SA" sz="9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F5E"/>
          </a:solidFill>
          <a:ln w="12700">
            <a:solidFill>
              <a:srgbClr val="EDB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سُتُ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EE0"/>
          </a:solidFill>
          <a:ln w="12700">
            <a:solidFill>
              <a:srgbClr val="526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070"/>
          </a:solidFill>
          <a:ln w="12700">
            <a:solidFill>
              <a:srgbClr val="DB9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سُثُ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564"/>
          </a:solidFill>
          <a:ln w="12700">
            <a:solidFill>
              <a:srgbClr val="D86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D"/>
          </a:solidFill>
          <a:ln w="12700">
            <a:solidFill>
              <a:srgbClr val="D147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D"/>
          </a:solidFill>
          <a:ln w="12700">
            <a:solidFill>
              <a:srgbClr val="7934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سُدُ</a:t>
            </a:r>
            <a:endParaRPr lang="ar-SA" sz="10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B"/>
          </a:solidFill>
          <a:ln w="12700">
            <a:solidFill>
              <a:srgbClr val="5EED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سُذُ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2"/>
          </a:solidFill>
          <a:ln w="12700">
            <a:solidFill>
              <a:srgbClr val="E052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6"/>
          </a:solidFill>
          <a:ln w="12700">
            <a:solidFill>
              <a:srgbClr val="70DB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سُرُ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0D864"/>
          </a:solidFill>
          <a:ln w="12700">
            <a:solidFill>
              <a:srgbClr val="8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FD147"/>
          </a:solidFill>
          <a:ln w="12700">
            <a:solidFill>
              <a:srgbClr val="7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سُزُ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أُسُبُ</a:t>
            </a:r>
            <a:endParaRPr lang="ar-SA" sz="5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32B"/>
          </a:solidFill>
          <a:ln w="12700">
            <a:solidFill>
              <a:srgbClr val="644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434"/>
          </a:solidFill>
          <a:ln w="12700">
            <a:solidFill>
              <a:srgbClr val="797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بُسُتُ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تُسُثُ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85EED"/>
          </a:solidFill>
          <a:ln w="12700">
            <a:solidFill>
              <a:srgbClr val="7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ثُسُجُ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5E052"/>
          </a:solidFill>
          <a:ln w="12700">
            <a:solidFill>
              <a:srgbClr val="B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5DB"/>
          </a:solidFill>
          <a:ln w="12700">
            <a:solidFill>
              <a:srgbClr val="708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C"/>
          </a:solidFill>
          <a:ln w="12700">
            <a:solidFill>
              <a:srgbClr val="8547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جُسُحُ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DD8"/>
          </a:solidFill>
          <a:ln w="12700">
            <a:solidFill>
              <a:srgbClr val="649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2D1"/>
          </a:solidFill>
          <a:ln w="12700">
            <a:solidFill>
              <a:srgbClr val="47A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حُسُخُ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خُسُدُ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5"/>
          </a:solidFill>
          <a:ln w="12700">
            <a:solidFill>
              <a:srgbClr val="2B643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3"/>
          </a:solidFill>
          <a:ln w="12700">
            <a:solidFill>
              <a:srgbClr val="34796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دُسُذُ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ذُسُرُ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9"/>
          </a:solidFill>
          <a:ln w="12700">
            <a:solidFill>
              <a:srgbClr val="ED5E6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رُسُزُ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9E0"/>
          </a:solidFill>
          <a:ln w="12700">
            <a:solidFill>
              <a:srgbClr val="52D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0"/>
          </a:solidFill>
          <a:ln w="12700">
            <a:solidFill>
              <a:srgbClr val="DB70A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E47"/>
          </a:solidFill>
          <a:ln w="12700">
            <a:solidFill>
              <a:srgbClr val="857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زُسُأُ</a:t>
            </a:r>
            <a:endParaRPr lang="ar-SA" sz="5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A"/>
          </a:solidFill>
          <a:ln w="12700">
            <a:solidFill>
              <a:srgbClr val="D864B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4"/>
          </a:solidFill>
          <a:ln w="12700">
            <a:solidFill>
              <a:srgbClr val="D147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أُسُ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بُسُ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F64"/>
          </a:solidFill>
          <a:ln w="12700">
            <a:solidFill>
              <a:srgbClr val="2B2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3479"/>
          </a:solidFill>
          <a:ln w="12700">
            <a:solidFill>
              <a:srgbClr val="5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تُسُ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ثُسُ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CED5E"/>
          </a:solidFill>
          <a:ln w="12700">
            <a:solidFill>
              <a:srgbClr val="8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جُسُ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52E0"/>
          </a:solidFill>
          <a:ln w="12700">
            <a:solidFill>
              <a:srgbClr val="C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BDB70"/>
          </a:solidFill>
          <a:ln w="12700">
            <a:solidFill>
              <a:srgbClr val="B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حُسُ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7D864"/>
          </a:solidFill>
          <a:ln w="12700">
            <a:solidFill>
              <a:srgbClr val="D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C47"/>
          </a:solidFill>
          <a:ln w="12700">
            <a:solidFill>
              <a:srgbClr val="D1B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خُسُ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دُسُ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D"/>
          </a:solidFill>
          <a:ln w="12700">
            <a:solidFill>
              <a:srgbClr val="642B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ذُسُ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رُسُ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0ED"/>
          </a:solidFill>
          <a:ln w="12700">
            <a:solidFill>
              <a:srgbClr val="5EB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زُسُ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152"/>
          </a:solidFill>
          <a:ln w="12700">
            <a:solidFill>
              <a:srgbClr val="E0A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5DB"/>
          </a:solidFill>
          <a:ln w="12700">
            <a:solidFill>
              <a:srgbClr val="70D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F4785"/>
          </a:solidFill>
          <a:ln w="12700">
            <a:solidFill>
              <a:srgbClr val="5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0600" dirty="0"/>
          </a:p>
        </p:txBody>
      </p:sp>
      <p:sp>
        <p:nvSpPr>
          <p:cNvPr id="17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10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D"/>
          </a:solidFill>
          <a:ln w="12700">
            <a:solidFill>
              <a:srgbClr val="64D8B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A"/>
          </a:solidFill>
          <a:ln w="12700">
            <a:solidFill>
              <a:srgbClr val="47D1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شُأُ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شُبُ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B642B"/>
          </a:solidFill>
          <a:ln w="12700">
            <a:solidFill>
              <a:srgbClr val="4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7934"/>
          </a:solidFill>
          <a:ln w="12700">
            <a:solidFill>
              <a:srgbClr val="3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شُتُ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شُثُ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3"/>
          </a:solidFill>
          <a:ln w="12700">
            <a:solidFill>
              <a:srgbClr val="ED5E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شُجُ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D"/>
          </a:solidFill>
          <a:ln w="12700">
            <a:solidFill>
              <a:srgbClr val="52E07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670DB"/>
          </a:solidFill>
          <a:ln w="12700">
            <a:solidFill>
              <a:srgbClr val="C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047"/>
          </a:solidFill>
          <a:ln w="12700">
            <a:solidFill>
              <a:srgbClr val="855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شُحُ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064D8"/>
          </a:solidFill>
          <a:ln w="12700">
            <a:solidFill>
              <a:srgbClr val="A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747D1"/>
          </a:solidFill>
          <a:ln w="12700">
            <a:solidFill>
              <a:srgbClr val="7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شُخُ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شُدُ</a:t>
            </a:r>
            <a:endParaRPr lang="ar-SA" sz="8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A79"/>
          </a:solidFill>
          <a:ln w="12700">
            <a:solidFill>
              <a:srgbClr val="344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شُذُ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شُرُ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35E"/>
          </a:solidFill>
          <a:ln w="12700">
            <a:solidFill>
              <a:srgbClr val="EDE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شُزُ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A52E0"/>
          </a:solidFill>
          <a:ln w="12700">
            <a:solidFill>
              <a:srgbClr val="5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C70"/>
          </a:solidFill>
          <a:ln w="12700">
            <a:solidFill>
              <a:srgbClr val="DBA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E8547"/>
          </a:solidFill>
          <a:ln w="12700">
            <a:solidFill>
              <a:srgbClr val="4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شُسُ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364"/>
          </a:solidFill>
          <a:ln w="12700">
            <a:solidFill>
              <a:srgbClr val="D88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547"/>
          </a:solidFill>
          <a:ln w="12700">
            <a:solidFill>
              <a:srgbClr val="D15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أُشُبُ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بُشُتُ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2B64"/>
          </a:solidFill>
          <a:ln w="12700">
            <a:solidFill>
              <a:srgbClr val="6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B"/>
          </a:solidFill>
          <a:ln w="12700">
            <a:solidFill>
              <a:srgbClr val="7934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تُشُثُ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ثُشُجُ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0"/>
          </a:solidFill>
          <a:ln w="12700">
            <a:solidFill>
              <a:srgbClr val="5EED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جُشُحُ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D"/>
          </a:solidFill>
          <a:ln w="12700">
            <a:solidFill>
              <a:srgbClr val="E0526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1"/>
          </a:solidFill>
          <a:ln w="12700">
            <a:solidFill>
              <a:srgbClr val="70DB9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D85"/>
          </a:solidFill>
          <a:ln w="12700">
            <a:solidFill>
              <a:srgbClr val="475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حُشُخُ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6"/>
          </a:solidFill>
          <a:ln w="12700">
            <a:solidFill>
              <a:srgbClr val="64D86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CD147"/>
          </a:solidFill>
          <a:ln w="12700">
            <a:solidFill>
              <a:srgbClr val="5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خُشُدُ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دُشُذُ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22B"/>
          </a:solidFill>
          <a:ln w="12700">
            <a:solidFill>
              <a:srgbClr val="645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7934"/>
          </a:solidFill>
          <a:ln w="12700">
            <a:solidFill>
              <a:srgbClr val="6D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ذُشُرُ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رُشُزُ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C5EED"/>
          </a:solidFill>
          <a:ln w="12700">
            <a:solidFill>
              <a:srgbClr val="9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زُشُسُ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E052"/>
          </a:solidFill>
          <a:ln w="12700">
            <a:solidFill>
              <a:srgbClr val="9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70DB"/>
          </a:solidFill>
          <a:ln w="12700">
            <a:solidFill>
              <a:srgbClr val="7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4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سُشُأُ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FD8"/>
          </a:solidFill>
          <a:ln w="12700">
            <a:solidFill>
              <a:srgbClr val="647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FD1"/>
          </a:solidFill>
          <a:ln w="12700">
            <a:solidFill>
              <a:srgbClr val="477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أُشُ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بُشُ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4"/>
          </a:solidFill>
          <a:ln w="12700">
            <a:solidFill>
              <a:srgbClr val="2B64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5"/>
          </a:solidFill>
          <a:ln w="12700">
            <a:solidFill>
              <a:srgbClr val="34797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تُشُ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ثُشُ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95E"/>
          </a:solidFill>
          <a:ln w="12700">
            <a:solidFill>
              <a:srgbClr val="ED7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جُشُ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4E0"/>
          </a:solidFill>
          <a:ln w="12700">
            <a:solidFill>
              <a:srgbClr val="52B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5"/>
          </a:solidFill>
          <a:ln w="12700">
            <a:solidFill>
              <a:srgbClr val="DB708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C8547"/>
          </a:solidFill>
          <a:ln w="12700">
            <a:solidFill>
              <a:srgbClr val="7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حُشُ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C"/>
          </a:solidFill>
          <a:ln w="12700">
            <a:solidFill>
              <a:srgbClr val="D8649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1"/>
          </a:solidFill>
          <a:ln w="12700">
            <a:solidFill>
              <a:srgbClr val="D147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خُشُ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دُشُ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ذُشُ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رُشُ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8ED5E"/>
          </a:solidFill>
          <a:ln w="12700">
            <a:solidFill>
              <a:srgbClr val="6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زُشُ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8"/>
          </a:solidFill>
          <a:ln w="12700">
            <a:solidFill>
              <a:srgbClr val="E052D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DB70"/>
          </a:solidFill>
          <a:ln w="12700">
            <a:solidFill>
              <a:srgbClr val="9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E"/>
          </a:solidFill>
          <a:ln w="12700">
            <a:solidFill>
              <a:srgbClr val="4785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5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سُشُ</a:t>
            </a:r>
            <a:endParaRPr lang="ar-SA" sz="8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9D864"/>
          </a:solidFill>
          <a:ln w="12700">
            <a:solidFill>
              <a:srgbClr val="B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3D147"/>
          </a:solidFill>
          <a:ln w="12700">
            <a:solidFill>
              <a:srgbClr val="C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513285" y="896112"/>
            <a:ext cx="2400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9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513285" y="896112"/>
            <a:ext cx="2400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سَمِعَهُ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230416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9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230416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503720" y="2834640"/>
            <a:ext cx="413656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503720" y="2834640"/>
            <a:ext cx="413656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سَمِعَهُ عُمَرُ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22095" y="896112"/>
            <a:ext cx="19693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7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22095" y="896112"/>
            <a:ext cx="19693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552571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7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552571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855149" y="2834640"/>
            <a:ext cx="34337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855149" y="2834640"/>
            <a:ext cx="34337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شَرِبَهُ عُمَرُ</a:t>
            </a:r>
            <a:endParaRPr lang="ar-SA" sz="4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234"/>
          </a:solidFill>
          <a:ln w="12700">
            <a:solidFill>
              <a:srgbClr val="7952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59872" y="896112"/>
            <a:ext cx="21033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48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59872" y="896112"/>
            <a:ext cx="21033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</a:t>
            </a:r>
            <a:endParaRPr lang="ar-SA" sz="5400" dirty="0"/>
          </a:p>
        </p:txBody>
      </p:sp>
      <p:sp>
        <p:nvSpPr>
          <p:cNvPr id="14" name="C2 W2 pill"/>
          <p:cNvSpPr/>
          <p:nvPr/>
        </p:nvSpPr>
        <p:spPr>
          <a:xfrm>
            <a:off x="2080780" y="896112"/>
            <a:ext cx="25590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8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080780" y="896112"/>
            <a:ext cx="25590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وَحَسُنَ</a:t>
            </a:r>
            <a:endParaRPr lang="ar-SA" sz="5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06977" y="2834640"/>
            <a:ext cx="43300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06977" y="2834640"/>
            <a:ext cx="43300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 وَحَسُنَ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38097" y="896112"/>
            <a:ext cx="19834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A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38097" y="896112"/>
            <a:ext cx="19834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شُكِرَ</a:t>
            </a:r>
            <a:endParaRPr lang="ar-SA" sz="5000" dirty="0"/>
          </a:p>
        </p:txBody>
      </p:sp>
      <p:sp>
        <p:nvSpPr>
          <p:cNvPr id="12" name="C2 W2 pill"/>
          <p:cNvSpPr/>
          <p:nvPr/>
        </p:nvSpPr>
        <p:spPr>
          <a:xfrm>
            <a:off x="2422414" y="896112"/>
            <a:ext cx="1995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A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22414" y="896112"/>
            <a:ext cx="1995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وَذُكِرَ</a:t>
            </a:r>
            <a:endParaRPr lang="ar-SA" sz="5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8539" y="2834640"/>
            <a:ext cx="36269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8539" y="2834640"/>
            <a:ext cx="36269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شُكِرَ وَذُكِرَ</a:t>
            </a:r>
            <a:endParaRPr lang="ar-SA" sz="5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07-seen-sheen</dc:title>
  <dc:subject>PptxGenJS Presentation</dc:subject>
  <dc:creator>PptxGenJS</dc:creator>
  <cp:lastModifiedBy>PptxGenJS</cp:lastModifiedBy>
  <cp:revision>1</cp:revision>
  <dcterms:created xsi:type="dcterms:W3CDTF">2026-10-21T16:51:32Z</dcterms:created>
  <dcterms:modified xsi:type="dcterms:W3CDTF">2026-10-21T16:51:32Z</dcterms:modified>
</cp:coreProperties>
</file>