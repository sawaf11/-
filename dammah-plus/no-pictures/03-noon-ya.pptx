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13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5EED"/>
          </a:solidFill>
          <a:ln w="12700">
            <a:solidFill>
              <a:srgbClr val="A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E052"/>
          </a:solidFill>
          <a:ln w="12700">
            <a:solidFill>
              <a:srgbClr val="7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70DB"/>
          </a:solidFill>
          <a:ln w="12700">
            <a:solidFill>
              <a:srgbClr val="8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نُبُ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1D8"/>
          </a:solidFill>
          <a:ln w="12700">
            <a:solidFill>
              <a:srgbClr val="647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DD1"/>
          </a:solidFill>
          <a:ln w="12700">
            <a:solidFill>
              <a:srgbClr val="476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نُتُ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B5E"/>
          </a:solidFill>
          <a:ln w="12700">
            <a:solidFill>
              <a:srgbClr val="ED8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2E0"/>
          </a:solidFill>
          <a:ln w="12700">
            <a:solidFill>
              <a:srgbClr val="52A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7"/>
          </a:solidFill>
          <a:ln w="12700">
            <a:solidFill>
              <a:srgbClr val="DB70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نُدُ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D"/>
          </a:solidFill>
          <a:ln w="12700">
            <a:solidFill>
              <a:srgbClr val="D864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0"/>
          </a:solidFill>
          <a:ln w="12700">
            <a:solidFill>
              <a:srgbClr val="D147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نُرُ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نُزُ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نُسُ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7"/>
          </a:solidFill>
          <a:ln w="12700">
            <a:solidFill>
              <a:srgbClr val="5EED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6"/>
          </a:solidFill>
          <a:ln w="12700">
            <a:solidFill>
              <a:srgbClr val="E052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DB70"/>
          </a:solidFill>
          <a:ln w="12700">
            <a:solidFill>
              <a:srgbClr val="9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نُصُ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D864"/>
          </a:solidFill>
          <a:ln w="12700">
            <a:solidFill>
              <a:srgbClr val="A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D147"/>
          </a:solidFill>
          <a:ln w="12700">
            <a:solidFill>
              <a:srgbClr val="B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نُضُ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9ED"/>
          </a:solidFill>
          <a:ln w="12700">
            <a:solidFill>
              <a:srgbClr val="5E7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752"/>
          </a:solidFill>
          <a:ln w="12700">
            <a:solidFill>
              <a:srgbClr val="E0D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DDB"/>
          </a:solidFill>
          <a:ln w="12700">
            <a:solidFill>
              <a:srgbClr val="70A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نُفُ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7D8"/>
          </a:solidFill>
          <a:ln w="12700">
            <a:solidFill>
              <a:srgbClr val="64C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E"/>
          </a:solidFill>
          <a:ln w="12700">
            <a:solidFill>
              <a:srgbClr val="47D1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نُقُ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نُكُ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نُلُ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نُمُ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أُنُبُ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4"/>
          </a:solidFill>
          <a:ln w="12700">
            <a:solidFill>
              <a:srgbClr val="52E0B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7"/>
          </a:solidFill>
          <a:ln w="12700">
            <a:solidFill>
              <a:srgbClr val="DB70C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بُنُتُ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C47D1"/>
          </a:solidFill>
          <a:ln w="12700">
            <a:solidFill>
              <a:srgbClr val="A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تُنُثُ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ثُنُجُ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جُنُحُ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حُنُخُ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خُنُدُ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52E0"/>
          </a:solidFill>
          <a:ln w="12700">
            <a:solidFill>
              <a:srgbClr val="9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570"/>
          </a:solidFill>
          <a:ln w="12700">
            <a:solidFill>
              <a:srgbClr val="DBD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دُنُذُ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ذُنُرُ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رُنُزُ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زُنُسُ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سُنُشُ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4ED"/>
          </a:solidFill>
          <a:ln w="12700">
            <a:solidFill>
              <a:srgbClr val="5EE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شُنُصُ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D52"/>
          </a:solidFill>
          <a:ln w="12700">
            <a:solidFill>
              <a:srgbClr val="E06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A"/>
          </a:solidFill>
          <a:ln w="12700">
            <a:solidFill>
              <a:srgbClr val="70DB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صُنُضُ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2"/>
          </a:solidFill>
          <a:ln w="12700">
            <a:solidFill>
              <a:srgbClr val="64D8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7"/>
          </a:solidFill>
          <a:ln w="12700">
            <a:solidFill>
              <a:srgbClr val="47D1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ضُنُطُ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طُنُظُ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ظُنُعُ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عُنُغُ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35EED"/>
          </a:solidFill>
          <a:ln w="12700">
            <a:solidFill>
              <a:srgbClr val="D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غُنُفُ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AE052"/>
          </a:solidFill>
          <a:ln w="12700">
            <a:solidFill>
              <a:srgbClr val="5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فُنُقُ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64D8"/>
          </a:solidFill>
          <a:ln w="12700">
            <a:solidFill>
              <a:srgbClr val="7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AD1"/>
          </a:solidFill>
          <a:ln w="12700">
            <a:solidFill>
              <a:srgbClr val="474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قُنُكُ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كُنُلُ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لُنُمُ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مُنُأُ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F5E"/>
          </a:solidFill>
          <a:ln w="12700">
            <a:solidFill>
              <a:srgbClr val="EDA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EE0"/>
          </a:solidFill>
          <a:ln w="12700">
            <a:solidFill>
              <a:srgbClr val="527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570"/>
          </a:solidFill>
          <a:ln w="12700">
            <a:solidFill>
              <a:srgbClr val="DB8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0"/>
          </a:solidFill>
          <a:ln w="12700">
            <a:solidFill>
              <a:srgbClr val="D864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C"/>
          </a:solidFill>
          <a:ln w="12700">
            <a:solidFill>
              <a:srgbClr val="D1476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تُنُ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ثُنُ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جُنُ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حُنُ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B"/>
          </a:solidFill>
          <a:ln w="12700">
            <a:solidFill>
              <a:srgbClr val="5EED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خُنُ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1"/>
          </a:solidFill>
          <a:ln w="12700">
            <a:solidFill>
              <a:srgbClr val="E052A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DB70"/>
          </a:solidFill>
          <a:ln w="12700">
            <a:solidFill>
              <a:srgbClr val="7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دُنُ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ذُنُ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رُنُ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زُنُ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سُنُ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5EED"/>
          </a:solidFill>
          <a:ln w="12700">
            <a:solidFill>
              <a:srgbClr val="6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شُنُ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1DB"/>
          </a:solidFill>
          <a:ln w="12700">
            <a:solidFill>
              <a:srgbClr val="709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صُنُ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ضُنُ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طُنُ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ظُنُ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عُنُ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8"/>
          </a:solidFill>
          <a:ln w="12700">
            <a:solidFill>
              <a:srgbClr val="ED5E7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غُنُ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فُنُ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قُنُ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كُنُ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لُنُ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مُنُ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07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10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52E0"/>
          </a:solidFill>
          <a:ln w="12700">
            <a:solidFill>
              <a:srgbClr val="B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يُأُ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D64"/>
          </a:solidFill>
          <a:ln w="12700">
            <a:solidFill>
              <a:srgbClr val="D8C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D47"/>
          </a:solidFill>
          <a:ln w="12700">
            <a:solidFill>
              <a:srgbClr val="D1A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يُبُ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يُتُ</a:t>
            </a:r>
            <a:endParaRPr lang="ar-SA" sz="9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يُثُ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يُجُ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0ED"/>
          </a:solidFill>
          <a:ln w="12700">
            <a:solidFill>
              <a:srgbClr val="5EC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يُحُ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يُخُ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0"/>
          </a:solidFill>
          <a:ln w="12700">
            <a:solidFill>
              <a:srgbClr val="64D8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يُدُ</a:t>
            </a:r>
            <a:endParaRPr lang="ar-SA" sz="9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يُذُ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يُرُ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يُزُ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3"/>
          </a:solidFill>
          <a:ln w="12700">
            <a:solidFill>
              <a:srgbClr val="ED5EE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يُسُ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D"/>
          </a:solidFill>
          <a:ln w="12700">
            <a:solidFill>
              <a:srgbClr val="52E0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70DB"/>
          </a:solidFill>
          <a:ln w="12700">
            <a:solidFill>
              <a:srgbClr val="B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يُشُ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يُصُ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يُضُ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يُطُ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يُظُ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45E"/>
          </a:solidFill>
          <a:ln w="12700">
            <a:solidFill>
              <a:srgbClr val="EDD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يُعُ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9E0"/>
          </a:solidFill>
          <a:ln w="12700">
            <a:solidFill>
              <a:srgbClr val="525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يُغُ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664"/>
          </a:solidFill>
          <a:ln w="12700">
            <a:solidFill>
              <a:srgbClr val="D87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9"/>
          </a:solidFill>
          <a:ln w="12700">
            <a:solidFill>
              <a:srgbClr val="D147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يُفُ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يُقُ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2B64"/>
          </a:solidFill>
          <a:ln w="12700">
            <a:solidFill>
              <a:srgbClr val="5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3"/>
          </a:solidFill>
          <a:ln w="12700">
            <a:solidFill>
              <a:srgbClr val="7934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يُكُ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يُلُ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0"/>
          </a:solidFill>
          <a:ln w="12700">
            <a:solidFill>
              <a:srgbClr val="5EEDB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يُمُ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D"/>
          </a:solidFill>
          <a:ln w="12700">
            <a:solidFill>
              <a:srgbClr val="E052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5"/>
          </a:solidFill>
          <a:ln w="12700">
            <a:solidFill>
              <a:srgbClr val="70DB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485"/>
          </a:solidFill>
          <a:ln w="12700">
            <a:solidFill>
              <a:srgbClr val="476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D864"/>
          </a:solidFill>
          <a:ln w="12700">
            <a:solidFill>
              <a:srgbClr val="6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D147"/>
          </a:solidFill>
          <a:ln w="12700">
            <a:solidFill>
              <a:srgbClr val="6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يُهُ</a:t>
            </a:r>
            <a:endParaRPr lang="ar-SA" sz="9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أُيُبُ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بُيُتُ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5EED"/>
          </a:solidFill>
          <a:ln w="12700">
            <a:solidFill>
              <a:srgbClr val="8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تُيُثُ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1E052"/>
          </a:solidFill>
          <a:ln w="12700">
            <a:solidFill>
              <a:srgbClr val="A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ثُيُجُ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CD8"/>
          </a:solidFill>
          <a:ln w="12700">
            <a:solidFill>
              <a:srgbClr val="648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ED1"/>
          </a:solidFill>
          <a:ln w="12700">
            <a:solidFill>
              <a:srgbClr val="478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جُيُحُ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حُيُخُ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خُيُدُ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دُيُذُ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95E"/>
          </a:solidFill>
          <a:ln w="12700">
            <a:solidFill>
              <a:srgbClr val="ED6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ذُيُرُ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4E0"/>
          </a:solidFill>
          <a:ln w="12700">
            <a:solidFill>
              <a:srgbClr val="52C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1"/>
          </a:solidFill>
          <a:ln w="12700">
            <a:solidFill>
              <a:srgbClr val="DB70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رُيُزُ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9"/>
          </a:solidFill>
          <a:ln w="12700">
            <a:solidFill>
              <a:srgbClr val="D864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0"/>
          </a:solidFill>
          <a:ln w="12700">
            <a:solidFill>
              <a:srgbClr val="D147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زُيُسُ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سُيُشُ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شُيُصُ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صُيُضُ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8ED5E"/>
          </a:solidFill>
          <a:ln w="12700">
            <a:solidFill>
              <a:srgbClr val="7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ضُيُطُ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52E0"/>
          </a:solidFill>
          <a:ln w="12700">
            <a:solidFill>
              <a:srgbClr val="D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طُيُظُ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ظُيُعُ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عُيُغُ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غُيُفُ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فُيُقُ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قُيُكُ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652"/>
          </a:solidFill>
          <a:ln w="12700">
            <a:solidFill>
              <a:srgbClr val="E0B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كُيُلُ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E"/>
          </a:solidFill>
          <a:ln w="12700">
            <a:solidFill>
              <a:srgbClr val="64D8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D"/>
          </a:solidFill>
          <a:ln w="12700">
            <a:solidFill>
              <a:srgbClr val="47D1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لُيُمُ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مُيُنُ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نُيُهُ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هُيُوُ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F"/>
          </a:solidFill>
          <a:ln w="12700">
            <a:solidFill>
              <a:srgbClr val="ED5EB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وُيُأُ</a:t>
            </a:r>
            <a:endParaRPr lang="ar-SA" sz="5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2"/>
          </a:solidFill>
          <a:ln w="12700">
            <a:solidFill>
              <a:srgbClr val="52E0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70DB"/>
          </a:solidFill>
          <a:ln w="12700">
            <a:solidFill>
              <a:srgbClr val="D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أُيُ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64D8"/>
          </a:solidFill>
          <a:ln w="12700">
            <a:solidFill>
              <a:srgbClr val="B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47D1"/>
          </a:solidFill>
          <a:ln w="12700">
            <a:solidFill>
              <a:srgbClr val="8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بُيُ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تُيُ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079"/>
          </a:solidFill>
          <a:ln w="12700">
            <a:solidFill>
              <a:srgbClr val="344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ثُيُ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جُيُ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ED5E"/>
          </a:solidFill>
          <a:ln w="12700">
            <a:solidFill>
              <a:srgbClr val="E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حُيُ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52E0"/>
          </a:solidFill>
          <a:ln w="12700">
            <a:solidFill>
              <a:srgbClr val="6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B70"/>
          </a:solidFill>
          <a:ln w="12700">
            <a:solidFill>
              <a:srgbClr val="DBB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خُيُ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464"/>
          </a:solidFill>
          <a:ln w="12700">
            <a:solidFill>
              <a:srgbClr val="D89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947"/>
          </a:solidFill>
          <a:ln w="12700">
            <a:solidFill>
              <a:srgbClr val="D16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دُيُ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ذُيُ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رُيُ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زُيُ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4"/>
          </a:solidFill>
          <a:ln w="12700">
            <a:solidFill>
              <a:srgbClr val="5EED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سُيُ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8"/>
          </a:solidFill>
          <a:ln w="12700">
            <a:solidFill>
              <a:srgbClr val="E052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شُيُ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D147"/>
          </a:solidFill>
          <a:ln w="12700">
            <a:solidFill>
              <a:srgbClr val="4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صُيُ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ضُيُ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طُيُ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ظُيُ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5EED"/>
          </a:solidFill>
          <a:ln w="12700">
            <a:solidFill>
              <a:srgbClr val="B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عُيُ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3B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E052"/>
          </a:solidFill>
          <a:ln w="12700">
            <a:solidFill>
              <a:srgbClr val="7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70DB"/>
          </a:solidFill>
          <a:ln w="12700">
            <a:solidFill>
              <a:srgbClr val="8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غُيُ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ED8"/>
          </a:solidFill>
          <a:ln w="12700">
            <a:solidFill>
              <a:srgbClr val="646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BD1"/>
          </a:solidFill>
          <a:ln w="12700">
            <a:solidFill>
              <a:srgbClr val="476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فُيُ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قُيُ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479"/>
          </a:solidFill>
          <a:ln w="12700">
            <a:solidFill>
              <a:srgbClr val="347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كُيُ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لُيُ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D5E"/>
          </a:solidFill>
          <a:ln w="12700">
            <a:solidFill>
              <a:srgbClr val="ED8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مُيُ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0E0"/>
          </a:solidFill>
          <a:ln w="12700">
            <a:solidFill>
              <a:srgbClr val="52A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5"/>
          </a:solidFill>
          <a:ln w="12700">
            <a:solidFill>
              <a:srgbClr val="DB707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نُيُ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6C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B"/>
          </a:solidFill>
          <a:ln w="12700">
            <a:solidFill>
              <a:srgbClr val="D864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D"/>
          </a:solidFill>
          <a:ln w="12700">
            <a:solidFill>
              <a:srgbClr val="D147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هُيُ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وُيُ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86417" y="896112"/>
            <a:ext cx="15517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86417" y="896112"/>
            <a:ext cx="15517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بُنِيَ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2505818" y="896112"/>
            <a:ext cx="22605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C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05818" y="896112"/>
            <a:ext cx="22605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45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47923" y="2834640"/>
            <a:ext cx="344815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47923" y="2834640"/>
            <a:ext cx="344815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بُنِيَ وَحَسُنَ</a:t>
            </a:r>
            <a:endParaRPr lang="ar-SA" sz="4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25005" y="896112"/>
            <a:ext cx="21768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25005" y="896112"/>
            <a:ext cx="21768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نَسِيَهُ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342136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E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2136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23418" y="2834640"/>
            <a:ext cx="389716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23418" y="2834640"/>
            <a:ext cx="389716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نَسِيَهُ عُمَرُ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A"/>
          </a:solidFill>
          <a:ln w="12700">
            <a:solidFill>
              <a:srgbClr val="5EED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83449" y="896112"/>
            <a:ext cx="1990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5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83449" y="896112"/>
            <a:ext cx="1990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نَظُفَ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269684" y="896112"/>
            <a:ext cx="22937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5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69684" y="896112"/>
            <a:ext cx="22937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76669" y="2834640"/>
            <a:ext cx="399066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76669" y="2834640"/>
            <a:ext cx="399066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نَظُفَ وَحَسُنَ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3"/>
          </a:solidFill>
          <a:ln w="12700">
            <a:solidFill>
              <a:srgbClr val="E052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DB70"/>
          </a:solidFill>
          <a:ln w="12700">
            <a:solidFill>
              <a:srgbClr val="9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02853" y="896112"/>
            <a:ext cx="19784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02853" y="896112"/>
            <a:ext cx="19784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نُصِرَ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462654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2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62654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08565" y="2834640"/>
            <a:ext cx="35268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08565" y="2834640"/>
            <a:ext cx="35268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نُصِرَ عُمَرُ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03-noon-ya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