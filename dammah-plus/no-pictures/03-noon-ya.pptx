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13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نُبُ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نُتُ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نُدُ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نُرُ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نُزُ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نُسُ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نُصُ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نُضُ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نُفُ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نُقُ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نُكُ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نُلُ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نُمُ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أُنُبُ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بُنُتُ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تُنُثُ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ثُنُجُ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جُنُحُ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حُنُخُ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خُنُدُ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دُنُذُ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ذُنُرُ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رُنُزُ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زُنُسُ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سُنُشُ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شُنُصُ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صُنُضُ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ضُنُطُ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طُنُظُ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ظُنُعُ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عُنُغُ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غُنُفُ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فُنُقُ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قُنُكُ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كُنُلُ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لُنُمُ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أُنُ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تُنُ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ثُنُ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جُنُ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حُنُ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دُنُ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ذُنُ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رُنُ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زُنُ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سُنُ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شُنُ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صُنُ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ضُنُ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طُنُ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ظُنُ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عُنُ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غُنُ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فُنُ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قُنُ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كُنُ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لُنُ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مُنُ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10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يُأُ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يُبُ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يُتُ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يُثُ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يُجُ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يُحُ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يُخُ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يُدُ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يُذُ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يُزُ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يُشُ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يُصُ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يُضُ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يُطُ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يُظُ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يُغُ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يُفُ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يُقُ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يُكُ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يُلُ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يُمُ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يُنُ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يُهُ</a:t>
            </a:r>
            <a:endParaRPr lang="ar-SA" sz="9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أُيُبُ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بُيُتُ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تُيُثُ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ثُيُجُ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جُيُحُ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خُيُدُ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دُيُذُ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ذُيُرُ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رُيُزُ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زُيُسُ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سُيُشُ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شُيُصُ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صُيُضُ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ضُيُطُ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طُيُظُ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ظُيُعُ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عُيُغُ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غُيُفُ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فُيُقُ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قُيُكُ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كُيُلُ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لُيُمُ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مُيُنُ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نُيُهُ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هُيُوُ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وُيُأُ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أُيُ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بُيُ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تُيُ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ثُيُ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جُيُ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حُيُ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خُيُ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دُيُ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ذُيُ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رُيُ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زُيُ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سُيُ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شُيُ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صُيُ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ضُيُ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طُيُ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ظُيُ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عُيُ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3B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غُيُ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فُيُ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قُيُ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كُيُ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لُيُ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مُيُ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نُيُ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6C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هُيُ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وُيُ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86417" y="896112"/>
            <a:ext cx="15517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86417" y="896112"/>
            <a:ext cx="15517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505818" y="896112"/>
            <a:ext cx="22605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C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05818" y="896112"/>
            <a:ext cx="22605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7923" y="2834640"/>
            <a:ext cx="34481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7923" y="2834640"/>
            <a:ext cx="34481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بُنِيَ وَحَسُنَ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5005" y="896112"/>
            <a:ext cx="21768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5005" y="896112"/>
            <a:ext cx="21768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213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213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3418" y="2834640"/>
            <a:ext cx="38971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3418" y="2834640"/>
            <a:ext cx="38971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نَسِيَهُ عُمَرُ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3449" y="896112"/>
            <a:ext cx="1990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3449" y="896112"/>
            <a:ext cx="1990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269684" y="896112"/>
            <a:ext cx="22937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9684" y="896112"/>
            <a:ext cx="22937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76669" y="2834640"/>
            <a:ext cx="39906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76669" y="2834640"/>
            <a:ext cx="39906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نَظُفَ وَحَسُنَ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853" y="896112"/>
            <a:ext cx="19784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853" y="896112"/>
            <a:ext cx="19784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6265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65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8565" y="2834640"/>
            <a:ext cx="35268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8565" y="2834640"/>
            <a:ext cx="35268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نُصِرَ عُمَرُ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03-noon-ya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