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C"/>
          </a:solidFill>
          <a:ln w="12700">
            <a:solidFill>
              <a:srgbClr val="D147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3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13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رُأُ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رُبُ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رُتُ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DB70"/>
          </a:solidFill>
          <a:ln w="12700">
            <a:solidFill>
              <a:srgbClr val="8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D864"/>
          </a:solidFill>
          <a:ln w="12700">
            <a:solidFill>
              <a:srgbClr val="A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D147"/>
          </a:solidFill>
          <a:ln w="12700">
            <a:solidFill>
              <a:srgbClr val="A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رُدُ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B52"/>
          </a:solidFill>
          <a:ln w="12700">
            <a:solidFill>
              <a:srgbClr val="E0D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بُرُتُ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5D8"/>
          </a:solidFill>
          <a:ln w="12700">
            <a:solidFill>
              <a:srgbClr val="64C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تُرُثُ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ثُرُجُ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جُرُحُ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حُرُخُ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A"/>
          </a:solidFill>
          <a:ln w="12700">
            <a:solidFill>
              <a:srgbClr val="ED5E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خُرُدُ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دُرُذُ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64D8"/>
          </a:solidFill>
          <a:ln w="12700">
            <a:solidFill>
              <a:srgbClr val="C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ذُرُأُ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ED5E"/>
          </a:solidFill>
          <a:ln w="12700">
            <a:solidFill>
              <a:srgbClr val="B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D47"/>
          </a:solidFill>
          <a:ln w="12700">
            <a:solidFill>
              <a:srgbClr val="D18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3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13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052"/>
          </a:solidFill>
          <a:ln w="12700">
            <a:solidFill>
              <a:srgbClr val="E07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زُأُ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زُبُ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زُتُ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زُثُ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زُجُ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زُحُ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70DB"/>
          </a:solidFill>
          <a:ln w="12700">
            <a:solidFill>
              <a:srgbClr val="A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زُخُ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زُدُ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زُذُ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زُرُ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أُزُبُ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بُزُتُ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AE0"/>
          </a:solidFill>
          <a:ln w="12700">
            <a:solidFill>
              <a:srgbClr val="527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تُزُثُ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ثُزُجُ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جُزُحُ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حُزُخُ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خُزُدُ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F"/>
          </a:solidFill>
          <a:ln w="12700">
            <a:solidFill>
              <a:srgbClr val="5EED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دُزُذُ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ذُزُرُ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D147"/>
          </a:solidFill>
          <a:ln w="12700">
            <a:solidFill>
              <a:srgbClr val="8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رُزُأُ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5EED"/>
          </a:solidFill>
          <a:ln w="12700">
            <a:solidFill>
              <a:srgbClr val="6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485211" y="896112"/>
            <a:ext cx="24564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B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485211" y="896112"/>
            <a:ext cx="24564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رَسَمَهُ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0234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0234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472134" y="2834640"/>
            <a:ext cx="419973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472134" y="2834640"/>
            <a:ext cx="419973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رَسَمَهُ عُمَرُ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6872" y="896112"/>
            <a:ext cx="17615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6872" y="896112"/>
            <a:ext cx="17615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رُزِقَ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45549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45549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8864" y="2834640"/>
            <a:ext cx="36262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8864" y="2834640"/>
            <a:ext cx="36262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رُزِقَ وَشَكَرَ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7372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7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7372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37450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7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7450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50988" y="2834640"/>
            <a:ext cx="3842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50988" y="2834640"/>
            <a:ext cx="3842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عُمَرُ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04844" y="896112"/>
            <a:ext cx="221718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04844" y="896112"/>
            <a:ext cx="22171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2197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8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197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93903" y="2834640"/>
            <a:ext cx="395619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93903" y="2834640"/>
            <a:ext cx="395619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زَرَعَهُ عُمَرُ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06-ra-zay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