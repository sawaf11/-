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رُدُ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تُرُثُ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ثُرُجُ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جُرُحُ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حُرُخُ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خُرُدُ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دُرُذُ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ذُرُأُ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زُدُ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زُذُ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زُرُ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أُزُبُ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تُزُثُ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ثُزُجُ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جُزُحُ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حُزُخُ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خُزُدُ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دُزُذُ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ذُزُرُ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رُزُأُ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5211" y="896112"/>
            <a:ext cx="24564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5211" y="896112"/>
            <a:ext cx="24564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0234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234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72134" y="2834640"/>
            <a:ext cx="41997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72134" y="2834640"/>
            <a:ext cx="41997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 عُمَرُ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872" y="896112"/>
            <a:ext cx="17615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872" y="896112"/>
            <a:ext cx="17615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45549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5549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864" y="2834640"/>
            <a:ext cx="36262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864" y="2834640"/>
            <a:ext cx="36262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 وَشَكَرَ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04844" y="896112"/>
            <a:ext cx="22171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04844" y="896112"/>
            <a:ext cx="22171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197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197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03" y="2834640"/>
            <a:ext cx="3956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03" y="2834640"/>
            <a:ext cx="3956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 عُمَرُ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06-ra-zay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