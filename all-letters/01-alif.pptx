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Snd1" Type="http://schemas.openxmlformats.org/officeDocument/2006/relationships/audio" Target="../media/pop.wav"/><Relationship Id="rIdSnd2" Type="http://schemas.openxmlformats.org/officeDocument/2006/relationships/audio" Target="../media/ding.wav"/><Relationship Id="rIdSnd3" Type="http://schemas.openxmlformats.org/officeDocument/2006/relationships/audio" Target="../media/tick.wav"/><Relationship Id="rIdSnd4" Type="http://schemas.openxmlformats.org/officeDocument/2006/relationships/audio" Target="../media/win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L1 letter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19000" dirty="0"/>
          </a:p>
        </p:txBody>
      </p:sp>
      <p:sp>
        <p:nvSpPr>
          <p:cNvPr id="14" name="F1 fathah"/>
          <p:cNvSpPr txBox="1"/>
          <p:nvPr/>
        </p:nvSpPr>
        <p:spPr>
          <a:xfrm>
            <a:off x="3017520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1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بَأَتَ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خَأَبَ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7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8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9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600" dirty="0"/>
          </a:p>
        </p:txBody>
      </p:sp>
      <p:sp>
        <p:nvSpPr>
          <p:cNvPr id="20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600" dirty="0"/>
          </a:p>
        </p:txBody>
      </p:sp>
      <p:sp>
        <p:nvSpPr>
          <p:cNvPr id="21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600" dirty="0"/>
          </a:p>
        </p:txBody>
      </p:sp>
      <p:sp>
        <p:nvSpPr>
          <p:cNvPr id="22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600" dirty="0"/>
          </a:p>
        </p:txBody>
      </p:sp>
      <p:sp>
        <p:nvSpPr>
          <p:cNvPr id="23" name="L3 letter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600" dirty="0"/>
          </a:p>
        </p:txBody>
      </p:sp>
      <p:sp>
        <p:nvSpPr>
          <p:cNvPr id="24" name="F3 fathah"/>
          <p:cNvSpPr txBox="1"/>
          <p:nvPr/>
        </p:nvSpPr>
        <p:spPr>
          <a:xfrm>
            <a:off x="370332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600" dirty="0"/>
          </a:p>
        </p:txBody>
      </p:sp>
      <p:sp>
        <p:nvSpPr>
          <p:cNvPr id="25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بَأَسَ</a:t>
            </a:r>
            <a:endParaRPr lang="ar-SA" sz="72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8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9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10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/>
      <p:bldP spid="16" grpId="0" animBg="1"/>
      <p:bldP spid="21" grpId="0"/>
      <p:bldP spid="22" grpId="0"/>
      <p:bldP spid="17" grpId="0" animBg="1"/>
      <p:bldP spid="23" grpId="0"/>
      <p:bldP spid="24" grpId="0"/>
      <p:bldP spid="18" grpId="0" animBg="1"/>
      <p:bldP spid="25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DF1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617720"/>
            <a:ext cx="4572000" cy="1371600"/>
          </a:xfrm>
          <a:prstGeom prst="ellips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206240" y="4709160"/>
            <a:ext cx="5669280" cy="1371600"/>
          </a:xfrm>
          <a:prstGeom prst="ellipse">
            <a:avLst/>
          </a:prstGeom>
          <a:solidFill>
            <a:srgbClr val="6CCB7A"/>
          </a:solidFill>
          <a:ln w="12700">
            <a:solidFill>
              <a:srgbClr val="6CCB7A"/>
            </a:solidFill>
            <a:prstDash val="solid"/>
          </a:ln>
        </p:spPr>
      </p:sp>
      <p:sp>
        <p:nvSpPr>
          <p:cNvPr id="4" name="Deco top left"/>
          <p:cNvSpPr/>
          <p:nvPr/>
        </p:nvSpPr>
        <p:spPr>
          <a:xfrm>
            <a:off x="320040" y="228600"/>
            <a:ext cx="914400" cy="9144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949440" y="228600"/>
            <a:ext cx="1554480" cy="8229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772400" y="777240"/>
            <a:ext cx="914400" cy="502920"/>
          </a:xfrm>
          <a:prstGeom prst="cloud">
            <a:avLst/>
          </a:prstGeom>
          <a:solidFill>
            <a:srgbClr val="F2FAFF"/>
          </a:solidFill>
          <a:ln w="12700">
            <a:solidFill>
              <a:srgbClr val="F2FAFF"/>
            </a:solidFill>
            <a:prstDash val="solid"/>
          </a:ln>
        </p:spPr>
      </p:sp>
      <p:sp>
        <p:nvSpPr>
          <p:cNvPr id="7" name="Deco friend left"/>
          <p:cNvSpPr/>
          <p:nvPr/>
        </p:nvSpPr>
        <p:spPr>
          <a:xfrm>
            <a:off x="365760" y="3977640"/>
            <a:ext cx="731520" cy="731520"/>
          </a:xfrm>
          <a:prstGeom prst="smileyFace">
            <a:avLst/>
          </a:prstGeom>
          <a:solidFill>
            <a:srgbClr val="FF9EC4"/>
          </a:solidFill>
          <a:ln w="12700">
            <a:solidFill>
              <a:srgbClr val="FF9EC4"/>
            </a:solidFill>
            <a:prstDash val="solid"/>
          </a:ln>
        </p:spPr>
      </p:sp>
      <p:sp>
        <p:nvSpPr>
          <p:cNvPr id="8" name="Deco friend right"/>
          <p:cNvSpPr/>
          <p:nvPr/>
        </p:nvSpPr>
        <p:spPr>
          <a:xfrm>
            <a:off x="8046720" y="3977640"/>
            <a:ext cx="731520" cy="731520"/>
          </a:xfrm>
          <a:prstGeom prst="smileyFac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star 1"/>
          <p:cNvSpPr/>
          <p:nvPr/>
        </p:nvSpPr>
        <p:spPr>
          <a:xfrm>
            <a:off x="137160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Deco star 2"/>
          <p:cNvSpPr/>
          <p:nvPr/>
        </p:nvSpPr>
        <p:spPr>
          <a:xfrm>
            <a:off x="7406640" y="4297680"/>
            <a:ext cx="365760" cy="36576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heart"/>
          <p:cNvSpPr/>
          <p:nvPr/>
        </p:nvSpPr>
        <p:spPr>
          <a:xfrm>
            <a:off x="1737360" y="457200"/>
            <a:ext cx="320040" cy="292608"/>
          </a:xfrm>
          <a:prstGeom prst="heart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2994A"/>
          </a:solidFill>
          <a:ln w="12700">
            <a:solidFill>
              <a:srgbClr val="F2994A"/>
            </a:solidFill>
            <a:prstDash val="solid"/>
          </a:ln>
        </p:spPr>
      </p:sp>
      <p:sp>
        <p:nvSpPr>
          <p:cNvPr id="16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7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9000" dirty="0"/>
          </a:p>
        </p:txBody>
      </p:sp>
      <p:sp>
        <p:nvSpPr>
          <p:cNvPr id="18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9000" dirty="0"/>
          </a:p>
        </p:txBody>
      </p:sp>
      <p:sp>
        <p:nvSpPr>
          <p:cNvPr id="19" name="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9000" dirty="0"/>
          </a:p>
        </p:txBody>
      </p:sp>
      <p:sp>
        <p:nvSpPr>
          <p:cNvPr id="20" name="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9000" dirty="0"/>
          </a:p>
        </p:txBody>
      </p:sp>
      <p:sp>
        <p:nvSpPr>
          <p:cNvPr id="21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خَأَ</a:t>
            </a:r>
            <a:endParaRPr lang="ar-SA" sz="9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1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2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3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4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1" name="pop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5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2" name="ding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6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3" name="tick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udio>
                                      <p:cMediaNode vol="80000">
                                        <p:cTn id="1007" display="0">
                                          <p:stCondLst>
                                            <p:cond delay="0"/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Snd4" name="win.wav"/>
                                        </p:tgtEl>
                                      </p:cMediaNode>
                                    </p:audio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15" grpId="0" animBg="1"/>
      <p:bldP spid="19" grpId="0"/>
      <p:bldP spid="20" grpId="0"/>
      <p:bldP spid="16" grpId="0" animBg="1"/>
      <p:bldP spid="21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letters with fathah 01-alif</dc:title>
  <dc:subject>PptxGenJS Presentation</dc:subject>
  <dc:creator>PptxGenJS</dc:creator>
  <cp:lastModifiedBy>PptxGenJS</cp:lastModifiedBy>
  <cp:revision>1</cp:revision>
  <dcterms:created xsi:type="dcterms:W3CDTF">2026-10-10T04:41:15Z</dcterms:created>
  <dcterms:modified xsi:type="dcterms:W3CDTF">2026-10-10T04:41:15Z</dcterms:modified>
</cp:coreProperties>
</file>