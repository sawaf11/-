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3DB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D5E9FF"/>
          </a:solidFill>
          <a:ln w="12700">
            <a:solidFill>
              <a:srgbClr val="D5E9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3EEFF"/>
          </a:solidFill>
          <a:ln w="12700">
            <a:solidFill>
              <a:srgbClr val="F3EE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3C6"/>
          </a:solidFill>
          <a:ln w="12700">
            <a:solidFill>
              <a:srgbClr val="FFB3C6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0D8EF"/>
          </a:solidFill>
          <a:ln w="12700">
            <a:solidFill>
              <a:srgbClr val="A0D8E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9FD3FF"/>
          </a:solidFill>
          <a:ln w="12700">
            <a:solidFill>
              <a:srgbClr val="9FD3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A2"/>
          </a:solidFill>
          <a:ln w="12700">
            <a:solidFill>
              <a:srgbClr val="FF7AA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3FD0"/>
          </a:solidFill>
          <a:ln w="12700">
            <a:solidFill>
              <a:srgbClr val="5B3F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