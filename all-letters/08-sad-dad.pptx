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notesMaster" Target="notesMasters/notesMaster1.xml"/><Relationship Id="rId86" Type="http://schemas.openxmlformats.org/officeDocument/2006/relationships/presProps" Target="presProps.xml"/><Relationship Id="rId87" Type="http://schemas.openxmlformats.org/officeDocument/2006/relationships/viewProps" Target="viewProps.xml"/><Relationship Id="rId88" Type="http://schemas.openxmlformats.org/officeDocument/2006/relationships/theme" Target="theme/theme1.xml"/><Relationship Id="rId8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L1 letter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19000" dirty="0"/>
          </a:p>
        </p:txBody>
      </p:sp>
      <p:sp>
        <p:nvSpPr>
          <p:cNvPr id="14" name="F1 fathah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1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صَأَ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صَبَ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صَتَ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صَثَ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صَجَ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صَحَ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صَخَ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صَدَ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صَذَ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صَرَ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صَزَ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صَسَ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صَشَ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أَصَبَ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بَصَتَ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تَصَثَ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ثَصَجَ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جَصَحَ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حَصَخَ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خَصَدَ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دَصَذَ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ذَصَرَ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رَصَزَ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زَصَسَ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سَصَشَ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شَصَأَ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أَصَ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بَصَ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تَصَ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ثَصَ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جَصَ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حَصَ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خَصَ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دَصَ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ذَصَ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رَصَ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زَصَ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سَصَ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شَصَ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L1 letter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19000" dirty="0"/>
          </a:p>
        </p:txBody>
      </p:sp>
      <p:sp>
        <p:nvSpPr>
          <p:cNvPr id="14" name="F1 fathah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1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ضَأَ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ضَبَ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ضَتَ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ضَثَ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ضَجَ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ضَحَ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ضَخَ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ضَدَ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ضَذَ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ضَرَ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ضَزَ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ضَسَ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ضَشَ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ضَصَ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أَضَبَ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بَضَتَ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تَضَثَ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ثَضَجَ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جَضَحَ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حَضَخَ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خَضَدَ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دَضَذَ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ذَضَرَ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رَضَزَ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زَضَسَ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سَضَشَ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شَضَصَ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صَضَأَ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أَضَ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بَضَ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تَضَ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ثَضَ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جَضَ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حَضَ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خَضَ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دَضَ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ذَضَ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رَضَ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زَضَ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سَضَ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شَضَ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صَضَ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83</Slides>
  <Notes>83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83</vt:i4>
      </vt:variant>
    </vt:vector>
  </HeadingPairs>
  <TitlesOfParts>
    <vt:vector size="8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Arabic letters with fathah 08-sad-dad</dc:title>
  <dc:subject>PptxGenJS Presentation</dc:subject>
  <dc:creator>PptxGenJS</dc:creator>
  <cp:lastModifiedBy>PptxGenJS</cp:lastModifiedBy>
  <cp:revision>1</cp:revision>
  <dcterms:created xsi:type="dcterms:W3CDTF">2026-10-10T05:02:25Z</dcterms:created>
  <dcterms:modified xsi:type="dcterms:W3CDTF">2026-10-10T05:02:25Z</dcterms:modified>
</cp:coreProperties>
</file>