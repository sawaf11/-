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notesMaster" Target="notesMasters/notesMaster1.xml"/><Relationship Id="rId82" Type="http://schemas.openxmlformats.org/officeDocument/2006/relationships/presProps" Target="presProps.xml"/><Relationship Id="rId83" Type="http://schemas.openxmlformats.org/officeDocument/2006/relationships/viewProps" Target="viewProps.xml"/><Relationship Id="rId84" Type="http://schemas.openxmlformats.org/officeDocument/2006/relationships/theme" Target="theme/theme1.xml"/><Relationship Id="rId8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19000" dirty="0"/>
          </a:p>
        </p:txBody>
      </p:sp>
      <p:sp>
        <p:nvSpPr>
          <p:cNvPr id="14" name="F1 fathah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19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وَأَ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وَبَ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وَتَ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وَثَ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وَجَ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وَخَ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وَدَ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وَذَ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وَزَ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وَسَ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وَشَ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وَصَ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وَضَ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وَطَ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وَظَ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وَعَ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وَغَ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وَفَ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وَقَ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وَكَ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وَلَ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وَمَ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وَنَ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وَهَ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أَوَبَ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بَوَتَ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تَوَثَ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ثَوَجَ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جَوَحَ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حَوَخَ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خَوَدَ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دَوَذَ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ذَوَرَ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رَوَزَ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زَوَسَ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سَوَشَ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شَوَصَ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صَوَضَ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ضَوَطَ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طَوَظَ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ظَوَعَ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عَوَغَ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غَوَفَ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فَوَقَ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قَوَكَ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كَوَلَ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لَوَمَ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مَوَنَ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نَوَهَ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7" name="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8" name="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9" name="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6600" dirty="0"/>
          </a:p>
        </p:txBody>
      </p:sp>
      <p:sp>
        <p:nvSpPr>
          <p:cNvPr id="20" name="F1 fathah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6600" dirty="0"/>
          </a:p>
        </p:txBody>
      </p:sp>
      <p:sp>
        <p:nvSpPr>
          <p:cNvPr id="21" name="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6600" dirty="0"/>
          </a:p>
        </p:txBody>
      </p:sp>
      <p:sp>
        <p:nvSpPr>
          <p:cNvPr id="22" name="F2 fathah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6600" dirty="0"/>
          </a:p>
        </p:txBody>
      </p:sp>
      <p:sp>
        <p:nvSpPr>
          <p:cNvPr id="23" name="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4" name="F3 fathah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5" name="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هَوَأَ</a:t>
            </a:r>
            <a:endParaRPr lang="ar-SA" sz="7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16" grpId="0" animBg="1"/>
      <p:bldP spid="21" grpId="0"/>
      <p:bldP spid="22" grpId="0"/>
      <p:bldP spid="17" grpId="0" animBg="1"/>
      <p:bldP spid="23" grpId="0"/>
      <p:bldP spid="24" grpId="0"/>
      <p:bldP spid="18" grpId="0" animBg="1"/>
      <p:bldP spid="25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أَوَ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بَوَ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تَوَ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ثَوَ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جَوَ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حَوَ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خَوَ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دَوَ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ذَوَ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رَوَ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زَوَ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سَوَ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شَوَ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صَوَ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ضَوَ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طَوَ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ظَوَ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عَوَ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غَوَ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فَوَ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قَوَ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كَوَ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لَوَ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مَوَ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نَوَ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2B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5C2A6F"/>
          </a:solidFill>
          <a:ln w="12700">
            <a:solidFill>
              <a:srgbClr val="5C2A6F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7B3A8F"/>
          </a:solidFill>
          <a:ln w="12700">
            <a:solidFill>
              <a:srgbClr val="7B3A8F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moon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6B4A8F"/>
          </a:solidFill>
          <a:ln w="12700">
            <a:solidFill>
              <a:srgbClr val="6B4A8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553678"/>
          </a:solidFill>
          <a:ln w="12700">
            <a:solidFill>
              <a:srgbClr val="553678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D6F6"/>
          </a:solidFill>
          <a:ln w="12700">
            <a:solidFill>
              <a:srgbClr val="FFD6F6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7AA2"/>
          </a:solidFill>
          <a:ln w="12700">
            <a:solidFill>
              <a:srgbClr val="FF7AA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6" name="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DF9FF"/>
          </a:solidFill>
          <a:ln w="12700">
            <a:solidFill>
              <a:srgbClr val="7DF9FF"/>
            </a:solidFill>
            <a:prstDash val="solid"/>
          </a:ln>
        </p:spPr>
      </p:sp>
      <p:sp>
        <p:nvSpPr>
          <p:cNvPr id="17" name="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</a:t>
            </a:r>
            <a:endParaRPr lang="ar-SA" sz="9000" dirty="0"/>
          </a:p>
        </p:txBody>
      </p:sp>
      <p:sp>
        <p:nvSpPr>
          <p:cNvPr id="18" name="F1 fath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9000" dirty="0"/>
          </a:p>
        </p:txBody>
      </p:sp>
      <p:sp>
        <p:nvSpPr>
          <p:cNvPr id="19" name="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9000" dirty="0"/>
          </a:p>
        </p:txBody>
      </p:sp>
      <p:sp>
        <p:nvSpPr>
          <p:cNvPr id="20" name="F2 fath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</a:t>
            </a:r>
            <a:endParaRPr lang="ar-SA" sz="9000" dirty="0"/>
          </a:p>
        </p:txBody>
      </p:sp>
      <p:sp>
        <p:nvSpPr>
          <p:cNvPr id="21" name="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هَوَ</a:t>
            </a:r>
            <a:endParaRPr lang="ar-SA" sz="96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5" grpId="0" animBg="1"/>
      <p:bldP spid="19" grpId="0"/>
      <p:bldP spid="20" grpId="0"/>
      <p:bldP spid="16" grpId="0" animBg="1"/>
      <p:bldP spid="2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79</Slides>
  <Notes>79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Arabic letters with fathah 16-waw</dc:title>
  <dc:subject>PptxGenJS Presentation</dc:subject>
  <dc:creator>PptxGenJS</dc:creator>
  <cp:lastModifiedBy>PptxGenJS</cp:lastModifiedBy>
  <cp:revision>1</cp:revision>
  <dcterms:created xsi:type="dcterms:W3CDTF">2026-10-10T05:02:25Z</dcterms:created>
  <dcterms:modified xsi:type="dcterms:W3CDTF">2026-10-10T05:02:25Z</dcterms:modified>
</cp:coreProperties>
</file>