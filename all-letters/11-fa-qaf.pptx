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notesMaster" Target="notesMasters/notesMaster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11-fa-qaf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