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notesMasterIdLst>
    <p:notesMasterId r:id="rId4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notesMaster" Target="notesMasters/notesMaster1.xml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heme" Target="theme/theme1.xml"/><Relationship Id="rId5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19000" dirty="0"/>
          </a:p>
        </p:txBody>
      </p:sp>
      <p:sp>
        <p:nvSpPr>
          <p:cNvPr id="14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1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فَأَ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فَبَ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فَتَ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فَثَ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فَجَ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فَحَ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فَخَ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بَفَتَ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تَفَبَ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ثَفَبَ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جَفَبَ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حَفَبَ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خَفَبَ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بَفَأَ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أَفَ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بَفَ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تَفَ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ثَفَ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جَفَ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حَفَ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خَفَ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19000" dirty="0"/>
          </a:p>
        </p:txBody>
      </p:sp>
      <p:sp>
        <p:nvSpPr>
          <p:cNvPr id="14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1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قَأَ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قَبَ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قَتَ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قَثَ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قَجَ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قَحَ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قَخَ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بَقَتَ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تَقَبَ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ثَقَبَ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جَقَبَ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حَقَبَ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خَقَبَ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بَقَأَ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أَقَ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بَقَ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تَقَ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ثَقَ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جَقَ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حَقَ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خَقَ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fathah 11-fa-qaf</dc:title>
  <dc:subject>PptxGenJS Presentation</dc:subject>
  <dc:creator>PptxGenJS</dc:creator>
  <cp:lastModifiedBy>PptxGenJS</cp:lastModifiedBy>
  <cp:revision>1</cp:revision>
  <dcterms:created xsi:type="dcterms:W3CDTF">2026-10-10T04:38:03Z</dcterms:created>
  <dcterms:modified xsi:type="dcterms:W3CDTF">2026-10-10T04:38:03Z</dcterms:modified>
</cp:coreProperties>
</file>