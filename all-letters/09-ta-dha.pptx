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notesMaster" Target="notesMasters/notesMaster1.xml"/><Relationship Id="rId98" Type="http://schemas.openxmlformats.org/officeDocument/2006/relationships/presProps" Target="presProps.xml"/><Relationship Id="rId99" Type="http://schemas.openxmlformats.org/officeDocument/2006/relationships/viewProps" Target="viewProps.xml"/><Relationship Id="rId100" Type="http://schemas.openxmlformats.org/officeDocument/2006/relationships/theme" Target="theme/theme1.xml"/><Relationship Id="rId10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ذَطَرَ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رَطَزَ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زَطَسَ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سَطَشَ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شَطَصَ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صَطَضَ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ذَظَرَ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رَظَزَ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زَظَسَ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سَظَشَ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شَظَصَ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صَظَضَ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ضَظَطَ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95</Slides>
  <Notes>95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fathah 09-ta-dha</dc:title>
  <dc:subject>PptxGenJS Presentation</dc:subject>
  <dc:creator>PptxGenJS</dc:creator>
  <cp:lastModifiedBy>PptxGenJS</cp:lastModifiedBy>
  <cp:revision>1</cp:revision>
  <dcterms:created xsi:type="dcterms:W3CDTF">2026-10-10T05:02:25Z</dcterms:created>
  <dcterms:modified xsi:type="dcterms:W3CDTF">2026-10-10T05:02:25Z</dcterms:modified>
</cp:coreProperties>
</file>