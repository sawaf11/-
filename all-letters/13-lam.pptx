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لَرَ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لَزَ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لَشَ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لَطَ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لَظَ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لَعَ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لَغَ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لَفَ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لَكَ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تَلَثَ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ثَلَجَ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جَلَحَ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حَلَخَ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خَلَدَ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دَلَذَ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ذَلَرَ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رَلَزَ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سَلَشَ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ضَلَطَ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طَلَظَ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ظَلَعَ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عَلَغَ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غَلَفَ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فَلَقَ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قَلَكَ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1D6FA3"/>
          </a:solidFill>
          <a:ln w="12700">
            <a:solidFill>
              <a:srgbClr val="1D6FA3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328CC1"/>
          </a:solidFill>
          <a:ln w="12700">
            <a:solidFill>
              <a:srgbClr val="328CC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moon">
            <a:avLst/>
          </a:prstGeom>
          <a:solidFill>
            <a:srgbClr val="FFE9A0"/>
          </a:solidFill>
          <a:ln w="12700">
            <a:solidFill>
              <a:srgbClr val="FFE9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2F80B5"/>
          </a:solidFill>
          <a:ln w="12700">
            <a:solidFill>
              <a:srgbClr val="2F80B5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1E5F8C"/>
          </a:solidFill>
          <a:ln w="12700">
            <a:solidFill>
              <a:srgbClr val="1E5F8C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BDEBFF"/>
          </a:solidFill>
          <a:ln w="12700">
            <a:solidFill>
              <a:srgbClr val="BDEB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3"/>
          </a:solidFill>
          <a:ln w="12700">
            <a:solidFill>
              <a:srgbClr val="FF8FA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C857"/>
          </a:solidFill>
          <a:ln w="12700">
            <a:solidFill>
              <a:srgbClr val="FFC857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F9FF"/>
          </a:solidFill>
          <a:ln w="12700">
            <a:solidFill>
              <a:srgbClr val="7DF9FF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13-lam</dc:title>
  <dc:subject>PptxGenJS Presentation</dc:subject>
  <dc:creator>PptxGenJS</dc:creator>
  <cp:lastModifiedBy>PptxGenJS</cp:lastModifiedBy>
  <cp:revision>1</cp:revision>
  <dcterms:created xsi:type="dcterms:W3CDTF">2026-10-10T05:02:25Z</dcterms:created>
  <dcterms:modified xsi:type="dcterms:W3CDTF">2026-10-10T05:02:25Z</dcterms:modified>
</cp:coreProperties>
</file>