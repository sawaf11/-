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1B6B4A"/>
          </a:solidFill>
          <a:ln w="12700">
            <a:solidFill>
              <a:srgbClr val="1B6B4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1F6F47"/>
          </a:solidFill>
          <a:ln w="12700">
            <a:solidFill>
              <a:srgbClr val="1F6F47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B8F2A1"/>
          </a:solidFill>
          <a:ln w="12700">
            <a:solidFill>
              <a:srgbClr val="B8F2A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9EB5"/>
          </a:solidFill>
          <a:ln w="12700">
            <a:solidFill>
              <a:srgbClr val="FF9EB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F6FF"/>
          </a:solidFill>
          <a:ln w="12700">
            <a:solidFill>
              <a:srgbClr val="9BF6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10-ain-ghain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