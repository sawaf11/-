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3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E07A5F"/>
          </a:solidFill>
          <a:ln w="12700">
            <a:solidFill>
              <a:srgbClr val="E07A5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9533A"/>
          </a:solidFill>
          <a:ln w="12700">
            <a:solidFill>
              <a:srgbClr val="C9533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1E8"/>
          </a:solidFill>
          <a:ln w="12700">
            <a:solidFill>
              <a:srgbClr val="FFF1E8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DCCB"/>
          </a:solidFill>
          <a:ln w="12700">
            <a:solidFill>
              <a:srgbClr val="FFDCC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7E8BD"/>
          </a:solidFill>
          <a:ln w="12700">
            <a:solidFill>
              <a:srgbClr val="A7E8B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9B1D20"/>
          </a:solidFill>
          <a:ln w="12700">
            <a:solidFill>
              <a:srgbClr val="9B1D2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915"/>
          </a:solidFill>
          <a:ln w="12700">
            <a:solidFill>
              <a:srgbClr val="9B2915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348B"/>
          </a:solidFill>
          <a:ln w="12700">
            <a:solidFill>
              <a:srgbClr val="3D348B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12-kaf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