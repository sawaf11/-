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ظَمَعَ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عَمَغَ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غَمَفَ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فَمَقَ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قَمَكَ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كَمَلَ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14-meem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