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notesMaster" Target="notesMasters/notesMaster1.xml"/><Relationship Id="rId158" Type="http://schemas.openxmlformats.org/officeDocument/2006/relationships/presProps" Target="presProps.xml"/><Relationship Id="rId159" Type="http://schemas.openxmlformats.org/officeDocument/2006/relationships/viewProps" Target="viewProps.xml"/><Relationship Id="rId160" Type="http://schemas.openxmlformats.org/officeDocument/2006/relationships/theme" Target="theme/theme1.xml"/><Relationship Id="rId1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ضَنَطَ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طَنَظَ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ظَنَعَ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عَنَغَ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غَنَفَ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فَنَقَ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قَنَكَ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كَنَلَ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لَنَمَ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ضَيَطَ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طَيَظَ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ظَيَعَ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عَيَغَ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غَيَفَ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فَيَقَ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قَيَكَ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كَيَلَ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لَيَمَ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مَيَنَ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نَيَهَ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هَيَوَ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155</Slides>
  <Notes>155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03-noon-ya</dc:title>
  <dc:subject>PptxGenJS Presentation</dc:subject>
  <dc:creator>PptxGenJS</dc:creator>
  <cp:lastModifiedBy>PptxGenJS</cp:lastModifiedBy>
  <cp:revision>1</cp:revision>
  <dcterms:created xsi:type="dcterms:W3CDTF">2026-10-10T05:02:24Z</dcterms:created>
  <dcterms:modified xsi:type="dcterms:W3CDTF">2026-10-10T05:02:24Z</dcterms:modified>
</cp:coreProperties>
</file>