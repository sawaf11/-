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بَخَأَ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D8F3C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4FAE5B"/>
          </a:solidFill>
          <a:ln w="12700">
            <a:solidFill>
              <a:srgbClr val="4FAE5B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2F8F4E"/>
          </a:solidFill>
          <a:ln w="12700">
            <a:solidFill>
              <a:srgbClr val="2F8F4E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AF9DF"/>
          </a:solidFill>
          <a:ln w="12700">
            <a:solidFill>
              <a:srgbClr val="EAF9D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B4A2"/>
          </a:solidFill>
          <a:ln w="12700">
            <a:solidFill>
              <a:srgbClr val="FFB4A2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66D"/>
          </a:solidFill>
          <a:ln w="12700">
            <a:solidFill>
              <a:srgbClr val="FFE66D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1A8"/>
          </a:solidFill>
          <a:ln w="12700">
            <a:solidFill>
              <a:srgbClr val="FFF1A8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07A1F"/>
          </a:solidFill>
          <a:ln w="12700">
            <a:solidFill>
              <a:srgbClr val="E07A1F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A7F62"/>
          </a:solidFill>
          <a:ln w="12700">
            <a:solidFill>
              <a:srgbClr val="2A7F62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04-jeem-ha-kha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