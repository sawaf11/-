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audio" Target="../media/snd_boin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10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slide" Target="slide14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" Target="slide17.xml"/><Relationship Id="rId7" Type="http://schemas.openxmlformats.org/officeDocument/2006/relationships/slide" Target="slide16.xml"/><Relationship Id="rId8" Type="http://schemas.openxmlformats.org/officeDocument/2006/relationships/slide" Target="slide19.xml"/><Relationship Id="rId9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" Target="slide17.xml"/><Relationship Id="rId7" Type="http://schemas.openxmlformats.org/officeDocument/2006/relationships/slide" Target="slide16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18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audio" Target="../media/snd_spla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18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22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.xml"/><Relationship Id="rId6" Type="http://schemas.openxmlformats.org/officeDocument/2006/relationships/slide" Target="slide38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4.xml"/><Relationship Id="rId6" Type="http://schemas.openxmlformats.org/officeDocument/2006/relationships/slide" Target="slide38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slide" Target="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0.xml"/><Relationship Id="rId7" Type="http://schemas.openxmlformats.org/officeDocument/2006/relationships/slide" Target="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1.xml"/><Relationship Id="rId6" Type="http://schemas.openxmlformats.org/officeDocument/2006/relationships/slide" Target="slide54.xml"/><Relationship Id="rId7" Type="http://schemas.openxmlformats.org/officeDocument/2006/relationships/slide" Target="slide56.xml"/><Relationship Id="rId8" Type="http://schemas.openxmlformats.org/officeDocument/2006/relationships/audio" Target="../media/snd_ding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2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5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.xml"/><Relationship Id="rId6" Type="http://schemas.openxmlformats.org/officeDocument/2006/relationships/slide" Target="slide50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1.xml"/><Relationship Id="rId6" Type="http://schemas.openxmlformats.org/officeDocument/2006/relationships/slide" Target="slide54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8.xml"/><Relationship Id="rId4" Type="http://schemas.openxmlformats.org/officeDocument/2006/relationships/slide" Target="slide63.xml"/><Relationship Id="rId5" Type="http://schemas.openxmlformats.org/officeDocument/2006/relationships/slide" Target="slide6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4.xml"/><Relationship Id="rId4" Type="http://schemas.openxmlformats.org/officeDocument/2006/relationships/slide" Target="slide59.xml"/><Relationship Id="rId5" Type="http://schemas.openxmlformats.org/officeDocument/2006/relationships/slide" Target="slide68.xml"/><Relationship Id="rId6" Type="http://schemas.openxmlformats.org/officeDocument/2006/relationships/audio" Target="../media/snd_d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5.xml"/><Relationship Id="rId4" Type="http://schemas.openxmlformats.org/officeDocument/2006/relationships/slide" Target="slide60.xml"/><Relationship Id="rId5" Type="http://schemas.openxmlformats.org/officeDocument/2006/relationships/slide" Target="slide68.xml"/><Relationship Id="rId6" Type="http://schemas.openxmlformats.org/officeDocument/2006/relationships/audio" Target="../media/snd_d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1.xml"/><Relationship Id="rId4" Type="http://schemas.openxmlformats.org/officeDocument/2006/relationships/slide" Target="slide66.xml"/><Relationship Id="rId5" Type="http://schemas.openxmlformats.org/officeDocument/2006/relationships/slide" Target="slide68.xml"/><Relationship Id="rId6" Type="http://schemas.openxmlformats.org/officeDocument/2006/relationships/audio" Target="../media/snd_d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7.xml"/><Relationship Id="rId4" Type="http://schemas.openxmlformats.org/officeDocument/2006/relationships/slide" Target="slide62.xml"/><Relationship Id="rId5" Type="http://schemas.openxmlformats.org/officeDocument/2006/relationships/slide" Target="slide68.xml"/><Relationship Id="rId6" Type="http://schemas.openxmlformats.org/officeDocument/2006/relationships/audio" Target="../media/snd_d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8.xml"/><Relationship Id="rId4" Type="http://schemas.openxmlformats.org/officeDocument/2006/relationships/slide" Target="slide63.xml"/><Relationship Id="rId5" Type="http://schemas.openxmlformats.org/officeDocument/2006/relationships/slide" Target="slide68.xml"/><Relationship Id="rId6" Type="http://schemas.openxmlformats.org/officeDocument/2006/relationships/audio" Target="../media/snd_boing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4.xml"/><Relationship Id="rId4" Type="http://schemas.openxmlformats.org/officeDocument/2006/relationships/slide" Target="slide59.xml"/><Relationship Id="rId5" Type="http://schemas.openxmlformats.org/officeDocument/2006/relationships/slide" Target="slide68.xml"/><Relationship Id="rId6" Type="http://schemas.openxmlformats.org/officeDocument/2006/relationships/audio" Target="../media/snd_boing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5.xml"/><Relationship Id="rId4" Type="http://schemas.openxmlformats.org/officeDocument/2006/relationships/slide" Target="slide60.xml"/><Relationship Id="rId5" Type="http://schemas.openxmlformats.org/officeDocument/2006/relationships/slide" Target="slide68.xml"/><Relationship Id="rId6" Type="http://schemas.openxmlformats.org/officeDocument/2006/relationships/audio" Target="../media/snd_boing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1.xml"/><Relationship Id="rId4" Type="http://schemas.openxmlformats.org/officeDocument/2006/relationships/slide" Target="slide66.xml"/><Relationship Id="rId5" Type="http://schemas.openxmlformats.org/officeDocument/2006/relationships/slide" Target="slide68.xml"/><Relationship Id="rId6" Type="http://schemas.openxmlformats.org/officeDocument/2006/relationships/audio" Target="../media/snd_boing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67.xml"/><Relationship Id="rId4" Type="http://schemas.openxmlformats.org/officeDocument/2006/relationships/slide" Target="slide62.xml"/><Relationship Id="rId5" Type="http://schemas.openxmlformats.org/officeDocument/2006/relationships/slide" Target="slide68.xml"/><Relationship Id="rId6" Type="http://schemas.openxmlformats.org/officeDocument/2006/relationships/audio" Target="../media/snd_boing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slide" Target="slide70.xml"/><Relationship Id="rId7" Type="http://schemas.openxmlformats.org/officeDocument/2006/relationships/slide" Target="slide69.xml"/><Relationship Id="rId8" Type="http://schemas.openxmlformats.org/officeDocument/2006/relationships/slide" Target="slide72.xml"/><Relationship Id="rId9" Type="http://schemas.openxmlformats.org/officeDocument/2006/relationships/slide" Target="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slide" Target="slide70.xml"/><Relationship Id="rId7" Type="http://schemas.openxmlformats.org/officeDocument/2006/relationships/slide" Target="slide69.xml"/><Relationship Id="rId8" Type="http://schemas.openxmlformats.org/officeDocument/2006/relationships/slide" Target="slide72.xml"/><Relationship Id="rId9" Type="http://schemas.openxmlformats.org/officeDocument/2006/relationships/slide" Target="slide75.xml"/><Relationship Id="rId10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slide" Target="slide71.xml"/><Relationship Id="rId7" Type="http://schemas.openxmlformats.org/officeDocument/2006/relationships/slide" Target="slide74.xml"/><Relationship Id="rId8" Type="http://schemas.openxmlformats.org/officeDocument/2006/relationships/slide" Target="slide75.xml"/><Relationship Id="rId9" Type="http://schemas.openxmlformats.org/officeDocument/2006/relationships/audio" Target="../media/snd_pop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slide" Target="slide71.xml"/><Relationship Id="rId7" Type="http://schemas.openxmlformats.org/officeDocument/2006/relationships/slide" Target="slide74.xml"/><Relationship Id="rId8" Type="http://schemas.openxmlformats.org/officeDocument/2006/relationships/slide" Target="slide75.xml"/><Relationship Id="rId9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slide" Target="slide74.xml"/><Relationship Id="rId7" Type="http://schemas.openxmlformats.org/officeDocument/2006/relationships/slide" Target="slide73.xml"/><Relationship Id="rId8" Type="http://schemas.openxmlformats.org/officeDocument/2006/relationships/slide" Target="slide75.xml"/><Relationship Id="rId9" Type="http://schemas.openxmlformats.org/officeDocument/2006/relationships/audio" Target="../media/snd_pop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slide" Target="slide74.xml"/><Relationship Id="rId7" Type="http://schemas.openxmlformats.org/officeDocument/2006/relationships/slide" Target="slide73.xml"/><Relationship Id="rId8" Type="http://schemas.openxmlformats.org/officeDocument/2006/relationships/slide" Target="slide75.xml"/><Relationship Id="rId9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slide" Target="slide75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png"/><Relationship Id="rId4" Type="http://schemas.openxmlformats.org/officeDocument/2006/relationships/slide" Target="slide7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77.xml"/><Relationship Id="rId12" Type="http://schemas.openxmlformats.org/officeDocument/2006/relationships/slide" Target="slide78.xml"/><Relationship Id="rId13" Type="http://schemas.openxmlformats.org/officeDocument/2006/relationships/slide" Target="slide79.xml"/><Relationship Id="rId14" Type="http://schemas.openxmlformats.org/officeDocument/2006/relationships/slide" Target="slide80.xml"/><Relationship Id="rId15" Type="http://schemas.openxmlformats.org/officeDocument/2006/relationships/slide" Target="slide81.xml"/><Relationship Id="rId16" Type="http://schemas.openxmlformats.org/officeDocument/2006/relationships/slide" Target="slide82.xml"/><Relationship Id="rId17" Type="http://schemas.openxmlformats.org/officeDocument/2006/relationships/slide" Target="slide83.xml"/><Relationship Id="rId18" Type="http://schemas.openxmlformats.org/officeDocument/2006/relationships/slide" Target="slide84.xml"/><Relationship Id="rId19" Type="http://schemas.openxmlformats.org/officeDocument/2006/relationships/slide" Target="slide8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76.xml"/><Relationship Id="rId6" Type="http://schemas.openxmlformats.org/officeDocument/2006/relationships/slide" Target="slide85.xml"/><Relationship Id="rId7" Type="http://schemas.openxmlformats.org/officeDocument/2006/relationships/audio" Target="../media/snd_tada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slide" Target="slide87.xml"/><Relationship Id="rId8" Type="http://schemas.openxmlformats.org/officeDocument/2006/relationships/slide" Target="slide86.xml"/><Relationship Id="rId9" Type="http://schemas.openxmlformats.org/officeDocument/2006/relationships/slide" Target="slide8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slide" Target="slide87.xml"/><Relationship Id="rId8" Type="http://schemas.openxmlformats.org/officeDocument/2006/relationships/slide" Target="slide86.xml"/><Relationship Id="rId9" Type="http://schemas.openxmlformats.org/officeDocument/2006/relationships/slide" Target="slide88.xml"/><Relationship Id="rId10" Type="http://schemas.openxmlformats.org/officeDocument/2006/relationships/audio" Target="../media/snd_boing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slide" Target="slide88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15.png"/><Relationship Id="rId6" Type="http://schemas.openxmlformats.org/officeDocument/2006/relationships/slide" Target="slide89.xml"/><Relationship Id="rId7" Type="http://schemas.openxmlformats.org/officeDocument/2006/relationships/slide" Target="slide90.xml"/><Relationship Id="rId8" Type="http://schemas.openxmlformats.org/officeDocument/2006/relationships/slide" Target="slide92.xml"/><Relationship Id="rId9" Type="http://schemas.openxmlformats.org/officeDocument/2006/relationships/slide" Target="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15.png"/><Relationship Id="rId6" Type="http://schemas.openxmlformats.org/officeDocument/2006/relationships/slide" Target="slide89.xml"/><Relationship Id="rId7" Type="http://schemas.openxmlformats.org/officeDocument/2006/relationships/slide" Target="slide90.xml"/><Relationship Id="rId8" Type="http://schemas.openxmlformats.org/officeDocument/2006/relationships/slide" Target="slide92.xml"/><Relationship Id="rId9" Type="http://schemas.openxmlformats.org/officeDocument/2006/relationships/slide" Target="slide95.xml"/><Relationship Id="rId10" Type="http://schemas.openxmlformats.org/officeDocument/2006/relationships/audio" Target="../media/snd_boing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15.png"/><Relationship Id="rId6" Type="http://schemas.openxmlformats.org/officeDocument/2006/relationships/slide" Target="slide91.xml"/><Relationship Id="rId7" Type="http://schemas.openxmlformats.org/officeDocument/2006/relationships/slide" Target="slide94.xml"/><Relationship Id="rId8" Type="http://schemas.openxmlformats.org/officeDocument/2006/relationships/slide" Target="slide95.xml"/><Relationship Id="rId9" Type="http://schemas.openxmlformats.org/officeDocument/2006/relationships/audio" Target="../media/snd_splash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15.png"/><Relationship Id="rId6" Type="http://schemas.openxmlformats.org/officeDocument/2006/relationships/slide" Target="slide91.xml"/><Relationship Id="rId7" Type="http://schemas.openxmlformats.org/officeDocument/2006/relationships/slide" Target="slide94.xml"/><Relationship Id="rId8" Type="http://schemas.openxmlformats.org/officeDocument/2006/relationships/slide" Target="slide95.xml"/><Relationship Id="rId9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slide" Target="slide93.xml"/><Relationship Id="rId6" Type="http://schemas.openxmlformats.org/officeDocument/2006/relationships/slide" Target="slide94.xml"/><Relationship Id="rId7" Type="http://schemas.openxmlformats.org/officeDocument/2006/relationships/slide" Target="slide95.xml"/><Relationship Id="rId8" Type="http://schemas.openxmlformats.org/officeDocument/2006/relationships/audio" Target="../media/snd_splash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slide" Target="slide93.xml"/><Relationship Id="rId6" Type="http://schemas.openxmlformats.org/officeDocument/2006/relationships/slide" Target="slide94.xml"/><Relationship Id="rId7" Type="http://schemas.openxmlformats.org/officeDocument/2006/relationships/slide" Target="slide95.xml"/><Relationship Id="rId8" Type="http://schemas.openxmlformats.org/officeDocument/2006/relationships/audio" Target="../media/snd_boin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slide" Target="slide95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97.xml"/><Relationship Id="rId4" Type="http://schemas.openxmlformats.org/officeDocument/2006/relationships/slide" Target="slide96.xml"/><Relationship Id="rId5" Type="http://schemas.openxmlformats.org/officeDocument/2006/relationships/slide" Target="slide99.xml"/><Relationship Id="rId6" Type="http://schemas.openxmlformats.org/officeDocument/2006/relationships/slide" Target="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97.xml"/><Relationship Id="rId4" Type="http://schemas.openxmlformats.org/officeDocument/2006/relationships/slide" Target="slide96.xml"/><Relationship Id="rId5" Type="http://schemas.openxmlformats.org/officeDocument/2006/relationships/slide" Target="slide99.xml"/><Relationship Id="rId6" Type="http://schemas.openxmlformats.org/officeDocument/2006/relationships/slide" Target="slide102.xml"/><Relationship Id="rId7" Type="http://schemas.openxmlformats.org/officeDocument/2006/relationships/audio" Target="../media/snd_bo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98.xml"/><Relationship Id="rId4" Type="http://schemas.openxmlformats.org/officeDocument/2006/relationships/slide" Target="slide101.xml"/><Relationship Id="rId5" Type="http://schemas.openxmlformats.org/officeDocument/2006/relationships/slide" Target="slide102.xml"/><Relationship Id="rId6" Type="http://schemas.openxmlformats.org/officeDocument/2006/relationships/audio" Target="../media/snd_bonk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98.xml"/><Relationship Id="rId4" Type="http://schemas.openxmlformats.org/officeDocument/2006/relationships/slide" Target="slide101.xml"/><Relationship Id="rId5" Type="http://schemas.openxmlformats.org/officeDocument/2006/relationships/slide" Target="slide102.xml"/><Relationship Id="rId6" Type="http://schemas.openxmlformats.org/officeDocument/2006/relationships/audio" Target="../media/snd_bo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01.xml"/><Relationship Id="rId4" Type="http://schemas.openxmlformats.org/officeDocument/2006/relationships/slide" Target="slide100.xml"/><Relationship Id="rId5" Type="http://schemas.openxmlformats.org/officeDocument/2006/relationships/slide" Target="slide102.xml"/><Relationship Id="rId6" Type="http://schemas.openxmlformats.org/officeDocument/2006/relationships/audio" Target="../media/snd_bonk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01.xml"/><Relationship Id="rId4" Type="http://schemas.openxmlformats.org/officeDocument/2006/relationships/slide" Target="slide100.xml"/><Relationship Id="rId5" Type="http://schemas.openxmlformats.org/officeDocument/2006/relationships/slide" Target="slide102.xml"/><Relationship Id="rId6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02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03.xml"/><Relationship Id="rId4" Type="http://schemas.openxmlformats.org/officeDocument/2006/relationships/slide" Target="slide104.xml"/><Relationship Id="rId5" Type="http://schemas.openxmlformats.org/officeDocument/2006/relationships/slide" Target="slide10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03.xml"/><Relationship Id="rId4" Type="http://schemas.openxmlformats.org/officeDocument/2006/relationships/slide" Target="slide104.xml"/><Relationship Id="rId5" Type="http://schemas.openxmlformats.org/officeDocument/2006/relationships/slide" Target="slide105.xml"/><Relationship Id="rId6" Type="http://schemas.openxmlformats.org/officeDocument/2006/relationships/audio" Target="../media/snd_boing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05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9.xml"/><Relationship Id="rId6" Type="http://schemas.openxmlformats.org/officeDocument/2006/relationships/slide" Target="slide106.xml"/><Relationship Id="rId7" Type="http://schemas.openxmlformats.org/officeDocument/2006/relationships/slide" Target="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7.xml"/><Relationship Id="rId6" Type="http://schemas.openxmlformats.org/officeDocument/2006/relationships/slide" Target="slide110.xml"/><Relationship Id="rId7" Type="http://schemas.openxmlformats.org/officeDocument/2006/relationships/slide" Target="slide112.xml"/><Relationship Id="rId8" Type="http://schemas.openxmlformats.org/officeDocument/2006/relationships/audio" Target="../media/snd_d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8.xml"/><Relationship Id="rId6" Type="http://schemas.openxmlformats.org/officeDocument/2006/relationships/slide" Target="slide112.xml"/><Relationship Id="rId7" Type="http://schemas.openxmlformats.org/officeDocument/2006/relationships/audio" Target="../media/snd_d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11.xml"/><Relationship Id="rId6" Type="http://schemas.openxmlformats.org/officeDocument/2006/relationships/slide" Target="slide112.xml"/><Relationship Id="rId7" Type="http://schemas.openxmlformats.org/officeDocument/2006/relationships/audio" Target="../media/snd_d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9.xml"/><Relationship Id="rId6" Type="http://schemas.openxmlformats.org/officeDocument/2006/relationships/slide" Target="slide106.xml"/><Relationship Id="rId7" Type="http://schemas.openxmlformats.org/officeDocument/2006/relationships/slide" Target="slide112.xml"/><Relationship Id="rId8" Type="http://schemas.openxmlformats.org/officeDocument/2006/relationships/audio" Target="../media/snd_boing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7.xml"/><Relationship Id="rId6" Type="http://schemas.openxmlformats.org/officeDocument/2006/relationships/slide" Target="slide110.xml"/><Relationship Id="rId7" Type="http://schemas.openxmlformats.org/officeDocument/2006/relationships/slide" Target="slide112.xml"/><Relationship Id="rId8" Type="http://schemas.openxmlformats.org/officeDocument/2006/relationships/audio" Target="../media/snd_boing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12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19.xml"/><Relationship Id="rId6" Type="http://schemas.openxmlformats.org/officeDocument/2006/relationships/slide" Target="slide113.xml"/><Relationship Id="rId7" Type="http://schemas.openxmlformats.org/officeDocument/2006/relationships/slide" Target="slide12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14.xml"/><Relationship Id="rId6" Type="http://schemas.openxmlformats.org/officeDocument/2006/relationships/slide" Target="slide120.xml"/><Relationship Id="rId7" Type="http://schemas.openxmlformats.org/officeDocument/2006/relationships/slide" Target="slide125.xml"/><Relationship Id="rId8" Type="http://schemas.openxmlformats.org/officeDocument/2006/relationships/audio" Target="../media/snd_ding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21.xml"/><Relationship Id="rId6" Type="http://schemas.openxmlformats.org/officeDocument/2006/relationships/slide" Target="slide115.xml"/><Relationship Id="rId7" Type="http://schemas.openxmlformats.org/officeDocument/2006/relationships/slide" Target="slide125.xml"/><Relationship Id="rId8" Type="http://schemas.openxmlformats.org/officeDocument/2006/relationships/audio" Target="../media/snd_d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22.xml"/><Relationship Id="rId6" Type="http://schemas.openxmlformats.org/officeDocument/2006/relationships/slide" Target="slide116.xml"/><Relationship Id="rId7" Type="http://schemas.openxmlformats.org/officeDocument/2006/relationships/slide" Target="slide125.xml"/><Relationship Id="rId8" Type="http://schemas.openxmlformats.org/officeDocument/2006/relationships/audio" Target="../media/snd_ding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17.xml"/><Relationship Id="rId6" Type="http://schemas.openxmlformats.org/officeDocument/2006/relationships/slide" Target="slide123.xml"/><Relationship Id="rId7" Type="http://schemas.openxmlformats.org/officeDocument/2006/relationships/slide" Target="slide125.xml"/><Relationship Id="rId8" Type="http://schemas.openxmlformats.org/officeDocument/2006/relationships/audio" Target="../media/snd_d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24.xml"/><Relationship Id="rId6" Type="http://schemas.openxmlformats.org/officeDocument/2006/relationships/slide" Target="slide118.xml"/><Relationship Id="rId7" Type="http://schemas.openxmlformats.org/officeDocument/2006/relationships/slide" Target="slide125.xml"/><Relationship Id="rId8" Type="http://schemas.openxmlformats.org/officeDocument/2006/relationships/audio" Target="../media/snd_ding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5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19.xml"/><Relationship Id="rId6" Type="http://schemas.openxmlformats.org/officeDocument/2006/relationships/slide" Target="slide113.xml"/><Relationship Id="rId7" Type="http://schemas.openxmlformats.org/officeDocument/2006/relationships/slide" Target="slide125.xml"/><Relationship Id="rId8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14.xml"/><Relationship Id="rId6" Type="http://schemas.openxmlformats.org/officeDocument/2006/relationships/slide" Target="slide120.xml"/><Relationship Id="rId7" Type="http://schemas.openxmlformats.org/officeDocument/2006/relationships/slide" Target="slide125.xml"/><Relationship Id="rId8" Type="http://schemas.openxmlformats.org/officeDocument/2006/relationships/audio" Target="../media/snd_boing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21.xml"/><Relationship Id="rId6" Type="http://schemas.openxmlformats.org/officeDocument/2006/relationships/slide" Target="slide115.xml"/><Relationship Id="rId7" Type="http://schemas.openxmlformats.org/officeDocument/2006/relationships/slide" Target="slide125.xml"/><Relationship Id="rId8" Type="http://schemas.openxmlformats.org/officeDocument/2006/relationships/audio" Target="../media/snd_bo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22.xml"/><Relationship Id="rId6" Type="http://schemas.openxmlformats.org/officeDocument/2006/relationships/slide" Target="slide116.xml"/><Relationship Id="rId7" Type="http://schemas.openxmlformats.org/officeDocument/2006/relationships/slide" Target="slide125.xml"/><Relationship Id="rId8" Type="http://schemas.openxmlformats.org/officeDocument/2006/relationships/audio" Target="../media/snd_bo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17.xml"/><Relationship Id="rId6" Type="http://schemas.openxmlformats.org/officeDocument/2006/relationships/slide" Target="slide123.xml"/><Relationship Id="rId7" Type="http://schemas.openxmlformats.org/officeDocument/2006/relationships/slide" Target="slide125.xml"/><Relationship Id="rId8" Type="http://schemas.openxmlformats.org/officeDocument/2006/relationships/audio" Target="../media/snd_bo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24.xml"/><Relationship Id="rId6" Type="http://schemas.openxmlformats.org/officeDocument/2006/relationships/slide" Target="slide118.xml"/><Relationship Id="rId7" Type="http://schemas.openxmlformats.org/officeDocument/2006/relationships/slide" Target="slide125.xml"/><Relationship Id="rId8" Type="http://schemas.openxmlformats.org/officeDocument/2006/relationships/audio" Target="../media/snd_bo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26.xml"/><Relationship Id="rId4" Type="http://schemas.openxmlformats.org/officeDocument/2006/relationships/slide" Target="slide131.xml"/><Relationship Id="rId5" Type="http://schemas.openxmlformats.org/officeDocument/2006/relationships/slide" Target="slide13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32.xml"/><Relationship Id="rId4" Type="http://schemas.openxmlformats.org/officeDocument/2006/relationships/slide" Target="slide127.xml"/><Relationship Id="rId5" Type="http://schemas.openxmlformats.org/officeDocument/2006/relationships/slide" Target="slide136.xml"/><Relationship Id="rId6" Type="http://schemas.openxmlformats.org/officeDocument/2006/relationships/audio" Target="../media/snd_d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33.xml"/><Relationship Id="rId4" Type="http://schemas.openxmlformats.org/officeDocument/2006/relationships/slide" Target="slide128.xml"/><Relationship Id="rId5" Type="http://schemas.openxmlformats.org/officeDocument/2006/relationships/slide" Target="slide136.xml"/><Relationship Id="rId6" Type="http://schemas.openxmlformats.org/officeDocument/2006/relationships/audio" Target="../media/snd_d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29.xml"/><Relationship Id="rId4" Type="http://schemas.openxmlformats.org/officeDocument/2006/relationships/slide" Target="slide134.xml"/><Relationship Id="rId5" Type="http://schemas.openxmlformats.org/officeDocument/2006/relationships/slide" Target="slide136.xml"/><Relationship Id="rId6" Type="http://schemas.openxmlformats.org/officeDocument/2006/relationships/audio" Target="../media/snd_d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35.xml"/><Relationship Id="rId4" Type="http://schemas.openxmlformats.org/officeDocument/2006/relationships/slide" Target="slide130.xml"/><Relationship Id="rId5" Type="http://schemas.openxmlformats.org/officeDocument/2006/relationships/slide" Target="slide136.xml"/><Relationship Id="rId6" Type="http://schemas.openxmlformats.org/officeDocument/2006/relationships/audio" Target="../media/snd_d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36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26.xml"/><Relationship Id="rId4" Type="http://schemas.openxmlformats.org/officeDocument/2006/relationships/slide" Target="slide131.xml"/><Relationship Id="rId5" Type="http://schemas.openxmlformats.org/officeDocument/2006/relationships/slide" Target="slide136.xml"/><Relationship Id="rId6" Type="http://schemas.openxmlformats.org/officeDocument/2006/relationships/audio" Target="../media/snd_boing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32.xml"/><Relationship Id="rId4" Type="http://schemas.openxmlformats.org/officeDocument/2006/relationships/slide" Target="slide127.xml"/><Relationship Id="rId5" Type="http://schemas.openxmlformats.org/officeDocument/2006/relationships/slide" Target="slide136.xml"/><Relationship Id="rId6" Type="http://schemas.openxmlformats.org/officeDocument/2006/relationships/audio" Target="../media/snd_boing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33.xml"/><Relationship Id="rId4" Type="http://schemas.openxmlformats.org/officeDocument/2006/relationships/slide" Target="slide128.xml"/><Relationship Id="rId5" Type="http://schemas.openxmlformats.org/officeDocument/2006/relationships/slide" Target="slide136.xml"/><Relationship Id="rId6" Type="http://schemas.openxmlformats.org/officeDocument/2006/relationships/audio" Target="../media/snd_bo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29.xml"/><Relationship Id="rId4" Type="http://schemas.openxmlformats.org/officeDocument/2006/relationships/slide" Target="slide134.xml"/><Relationship Id="rId5" Type="http://schemas.openxmlformats.org/officeDocument/2006/relationships/slide" Target="slide136.xml"/><Relationship Id="rId6" Type="http://schemas.openxmlformats.org/officeDocument/2006/relationships/audio" Target="../media/snd_boing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35.xml"/><Relationship Id="rId4" Type="http://schemas.openxmlformats.org/officeDocument/2006/relationships/slide" Target="slide130.xml"/><Relationship Id="rId5" Type="http://schemas.openxmlformats.org/officeDocument/2006/relationships/slide" Target="slide136.xml"/><Relationship Id="rId6" Type="http://schemas.openxmlformats.org/officeDocument/2006/relationships/audio" Target="../media/snd_bo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slide" Target="slide138.xml"/><Relationship Id="rId9" Type="http://schemas.openxmlformats.org/officeDocument/2006/relationships/slide" Target="slide137.xml"/><Relationship Id="rId10" Type="http://schemas.openxmlformats.org/officeDocument/2006/relationships/slide" Target="slide140.xml"/><Relationship Id="rId11" Type="http://schemas.openxmlformats.org/officeDocument/2006/relationships/slide" Target="slide14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slide" Target="slide138.xml"/><Relationship Id="rId9" Type="http://schemas.openxmlformats.org/officeDocument/2006/relationships/slide" Target="slide137.xml"/><Relationship Id="rId10" Type="http://schemas.openxmlformats.org/officeDocument/2006/relationships/slide" Target="slide140.xml"/><Relationship Id="rId11" Type="http://schemas.openxmlformats.org/officeDocument/2006/relationships/slide" Target="slide143.xml"/><Relationship Id="rId12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" Target="slide139.xml"/><Relationship Id="rId8" Type="http://schemas.openxmlformats.org/officeDocument/2006/relationships/slide" Target="slide142.xml"/><Relationship Id="rId9" Type="http://schemas.openxmlformats.org/officeDocument/2006/relationships/slide" Target="slide143.xml"/><Relationship Id="rId10" Type="http://schemas.openxmlformats.org/officeDocument/2006/relationships/audio" Target="../media/snd_pop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" Target="slide139.xml"/><Relationship Id="rId8" Type="http://schemas.openxmlformats.org/officeDocument/2006/relationships/slide" Target="slide142.xml"/><Relationship Id="rId9" Type="http://schemas.openxmlformats.org/officeDocument/2006/relationships/slide" Target="slide143.xml"/><Relationship Id="rId10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" Target="slide142.xml"/><Relationship Id="rId8" Type="http://schemas.openxmlformats.org/officeDocument/2006/relationships/slide" Target="slide141.xml"/><Relationship Id="rId9" Type="http://schemas.openxmlformats.org/officeDocument/2006/relationships/slide" Target="slide143.xml"/><Relationship Id="rId10" Type="http://schemas.openxmlformats.org/officeDocument/2006/relationships/audio" Target="../media/snd_pop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" Target="slide142.xml"/><Relationship Id="rId8" Type="http://schemas.openxmlformats.org/officeDocument/2006/relationships/slide" Target="slide141.xml"/><Relationship Id="rId9" Type="http://schemas.openxmlformats.org/officeDocument/2006/relationships/slide" Target="slide143.xml"/><Relationship Id="rId10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143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7.png"/><Relationship Id="rId6" Type="http://schemas.openxmlformats.org/officeDocument/2006/relationships/image" Target="../media/image36.png"/><Relationship Id="rId7" Type="http://schemas.openxmlformats.org/officeDocument/2006/relationships/image" Target="../media/image9.png"/><Relationship Id="rId8" Type="http://schemas.openxmlformats.org/officeDocument/2006/relationships/slide" Target="slide144.xml"/><Relationship Id="rId9" Type="http://schemas.openxmlformats.org/officeDocument/2006/relationships/slide" Target="slide145.xml"/><Relationship Id="rId10" Type="http://schemas.openxmlformats.org/officeDocument/2006/relationships/slide" Target="slide14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7.png"/><Relationship Id="rId6" Type="http://schemas.openxmlformats.org/officeDocument/2006/relationships/image" Target="../media/image36.png"/><Relationship Id="rId7" Type="http://schemas.openxmlformats.org/officeDocument/2006/relationships/image" Target="../media/image9.png"/><Relationship Id="rId8" Type="http://schemas.openxmlformats.org/officeDocument/2006/relationships/slide" Target="slide144.xml"/><Relationship Id="rId9" Type="http://schemas.openxmlformats.org/officeDocument/2006/relationships/slide" Target="slide145.xml"/><Relationship Id="rId10" Type="http://schemas.openxmlformats.org/officeDocument/2006/relationships/slide" Target="slide146.xml"/><Relationship Id="rId11" Type="http://schemas.openxmlformats.org/officeDocument/2006/relationships/audio" Target="../media/snd_boing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4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slide" Target="slide146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147.xml"/><Relationship Id="rId12" Type="http://schemas.openxmlformats.org/officeDocument/2006/relationships/slide" Target="slide148.xml"/><Relationship Id="rId13" Type="http://schemas.openxmlformats.org/officeDocument/2006/relationships/slide" Target="slide149.xml"/><Relationship Id="rId14" Type="http://schemas.openxmlformats.org/officeDocument/2006/relationships/slide" Target="slide150.xml"/><Relationship Id="rId15" Type="http://schemas.openxmlformats.org/officeDocument/2006/relationships/slide" Target="slide151.xml"/><Relationship Id="rId16" Type="http://schemas.openxmlformats.org/officeDocument/2006/relationships/slide" Target="slide152.xml"/><Relationship Id="rId17" Type="http://schemas.openxmlformats.org/officeDocument/2006/relationships/slide" Target="slide153.xml"/><Relationship Id="rId18" Type="http://schemas.openxmlformats.org/officeDocument/2006/relationships/slide" Target="slide154.xml"/><Relationship Id="rId19" Type="http://schemas.openxmlformats.org/officeDocument/2006/relationships/slide" Target="slide155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46.xml"/><Relationship Id="rId6" Type="http://schemas.openxmlformats.org/officeDocument/2006/relationships/slide" Target="slide155.xml"/><Relationship Id="rId7" Type="http://schemas.openxmlformats.org/officeDocument/2006/relationships/audio" Target="../media/snd_tada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156.xml"/><Relationship Id="rId7" Type="http://schemas.openxmlformats.org/officeDocument/2006/relationships/slide" Target="slide157.xml"/><Relationship Id="rId8" Type="http://schemas.openxmlformats.org/officeDocument/2006/relationships/slide" Target="slide159.xml"/><Relationship Id="rId9" Type="http://schemas.openxmlformats.org/officeDocument/2006/relationships/slide" Target="slide16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156.xml"/><Relationship Id="rId7" Type="http://schemas.openxmlformats.org/officeDocument/2006/relationships/slide" Target="slide157.xml"/><Relationship Id="rId8" Type="http://schemas.openxmlformats.org/officeDocument/2006/relationships/slide" Target="slide159.xml"/><Relationship Id="rId9" Type="http://schemas.openxmlformats.org/officeDocument/2006/relationships/slide" Target="slide162.xml"/><Relationship Id="rId10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158.xml"/><Relationship Id="rId7" Type="http://schemas.openxmlformats.org/officeDocument/2006/relationships/slide" Target="slide161.xml"/><Relationship Id="rId8" Type="http://schemas.openxmlformats.org/officeDocument/2006/relationships/slide" Target="slide162.xml"/><Relationship Id="rId9" Type="http://schemas.openxmlformats.org/officeDocument/2006/relationships/audio" Target="../media/snd_splas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158.xml"/><Relationship Id="rId7" Type="http://schemas.openxmlformats.org/officeDocument/2006/relationships/slide" Target="slide161.xml"/><Relationship Id="rId8" Type="http://schemas.openxmlformats.org/officeDocument/2006/relationships/slide" Target="slide162.xml"/><Relationship Id="rId9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160.xml"/><Relationship Id="rId7" Type="http://schemas.openxmlformats.org/officeDocument/2006/relationships/slide" Target="slide161.xml"/><Relationship Id="rId8" Type="http://schemas.openxmlformats.org/officeDocument/2006/relationships/slide" Target="slide162.xml"/><Relationship Id="rId9" Type="http://schemas.openxmlformats.org/officeDocument/2006/relationships/audio" Target="../media/snd_splash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160.xml"/><Relationship Id="rId7" Type="http://schemas.openxmlformats.org/officeDocument/2006/relationships/slide" Target="slide161.xml"/><Relationship Id="rId8" Type="http://schemas.openxmlformats.org/officeDocument/2006/relationships/slide" Target="slide162.xml"/><Relationship Id="rId9" Type="http://schemas.openxmlformats.org/officeDocument/2006/relationships/audio" Target="../media/snd_boing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slide" Target="slide162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4.xml"/><Relationship Id="rId4" Type="http://schemas.openxmlformats.org/officeDocument/2006/relationships/slide" Target="slide166.xml"/><Relationship Id="rId5" Type="http://schemas.openxmlformats.org/officeDocument/2006/relationships/slide" Target="slide163.xml"/><Relationship Id="rId6" Type="http://schemas.openxmlformats.org/officeDocument/2006/relationships/slide" Target="slide16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4.xml"/><Relationship Id="rId4" Type="http://schemas.openxmlformats.org/officeDocument/2006/relationships/slide" Target="slide166.xml"/><Relationship Id="rId5" Type="http://schemas.openxmlformats.org/officeDocument/2006/relationships/slide" Target="slide163.xml"/><Relationship Id="rId6" Type="http://schemas.openxmlformats.org/officeDocument/2006/relationships/slide" Target="slide169.xml"/><Relationship Id="rId7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8.xml"/><Relationship Id="rId4" Type="http://schemas.openxmlformats.org/officeDocument/2006/relationships/slide" Target="slide165.xml"/><Relationship Id="rId5" Type="http://schemas.openxmlformats.org/officeDocument/2006/relationships/slide" Target="slide169.xml"/><Relationship Id="rId6" Type="http://schemas.openxmlformats.org/officeDocument/2006/relationships/audio" Target="../media/snd_bonk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8.xml"/><Relationship Id="rId4" Type="http://schemas.openxmlformats.org/officeDocument/2006/relationships/slide" Target="slide165.xml"/><Relationship Id="rId5" Type="http://schemas.openxmlformats.org/officeDocument/2006/relationships/slide" Target="slide169.xml"/><Relationship Id="rId6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8.xml"/><Relationship Id="rId4" Type="http://schemas.openxmlformats.org/officeDocument/2006/relationships/slide" Target="slide167.xml"/><Relationship Id="rId5" Type="http://schemas.openxmlformats.org/officeDocument/2006/relationships/slide" Target="slide169.xml"/><Relationship Id="rId6" Type="http://schemas.openxmlformats.org/officeDocument/2006/relationships/audio" Target="../media/snd_bonk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8.xml"/><Relationship Id="rId4" Type="http://schemas.openxmlformats.org/officeDocument/2006/relationships/slide" Target="slide167.xml"/><Relationship Id="rId5" Type="http://schemas.openxmlformats.org/officeDocument/2006/relationships/slide" Target="slide169.xml"/><Relationship Id="rId6" Type="http://schemas.openxmlformats.org/officeDocument/2006/relationships/audio" Target="../media/snd_boing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9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73.xml"/><Relationship Id="rId6" Type="http://schemas.openxmlformats.org/officeDocument/2006/relationships/slide" Target="slide170.xml"/><Relationship Id="rId7" Type="http://schemas.openxmlformats.org/officeDocument/2006/relationships/slide" Target="slide17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74.xml"/><Relationship Id="rId6" Type="http://schemas.openxmlformats.org/officeDocument/2006/relationships/slide" Target="slide171.xml"/><Relationship Id="rId7" Type="http://schemas.openxmlformats.org/officeDocument/2006/relationships/slide" Target="slide176.xml"/><Relationship Id="rId8" Type="http://schemas.openxmlformats.org/officeDocument/2006/relationships/audio" Target="../media/snd_d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72.xml"/><Relationship Id="rId6" Type="http://schemas.openxmlformats.org/officeDocument/2006/relationships/slide" Target="slide176.xml"/><Relationship Id="rId7" Type="http://schemas.openxmlformats.org/officeDocument/2006/relationships/audio" Target="../media/snd_d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75.xml"/><Relationship Id="rId6" Type="http://schemas.openxmlformats.org/officeDocument/2006/relationships/slide" Target="slide176.xml"/><Relationship Id="rId7" Type="http://schemas.openxmlformats.org/officeDocument/2006/relationships/audio" Target="../media/snd_d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73.xml"/><Relationship Id="rId6" Type="http://schemas.openxmlformats.org/officeDocument/2006/relationships/slide" Target="slide170.xml"/><Relationship Id="rId7" Type="http://schemas.openxmlformats.org/officeDocument/2006/relationships/slide" Target="slide176.xml"/><Relationship Id="rId8" Type="http://schemas.openxmlformats.org/officeDocument/2006/relationships/audio" Target="../media/snd_bo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74.xml"/><Relationship Id="rId6" Type="http://schemas.openxmlformats.org/officeDocument/2006/relationships/slide" Target="slide171.xml"/><Relationship Id="rId7" Type="http://schemas.openxmlformats.org/officeDocument/2006/relationships/slide" Target="slide176.xml"/><Relationship Id="rId8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7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77.xml"/><Relationship Id="rId4" Type="http://schemas.openxmlformats.org/officeDocument/2006/relationships/slide" Target="slide178.xml"/><Relationship Id="rId5" Type="http://schemas.openxmlformats.org/officeDocument/2006/relationships/slide" Target="slide179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77.xml"/><Relationship Id="rId4" Type="http://schemas.openxmlformats.org/officeDocument/2006/relationships/slide" Target="slide178.xml"/><Relationship Id="rId5" Type="http://schemas.openxmlformats.org/officeDocument/2006/relationships/slide" Target="slide179.xml"/><Relationship Id="rId6" Type="http://schemas.openxmlformats.org/officeDocument/2006/relationships/audio" Target="../media/snd_bo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79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0.xml"/><Relationship Id="rId6" Type="http://schemas.openxmlformats.org/officeDocument/2006/relationships/slide" Target="slide186.xml"/><Relationship Id="rId7" Type="http://schemas.openxmlformats.org/officeDocument/2006/relationships/slide" Target="slide19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7.xml"/><Relationship Id="rId6" Type="http://schemas.openxmlformats.org/officeDocument/2006/relationships/slide" Target="slide181.xml"/><Relationship Id="rId7" Type="http://schemas.openxmlformats.org/officeDocument/2006/relationships/slide" Target="slide192.xml"/><Relationship Id="rId8" Type="http://schemas.openxmlformats.org/officeDocument/2006/relationships/audio" Target="../media/snd_d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8.xml"/><Relationship Id="rId6" Type="http://schemas.openxmlformats.org/officeDocument/2006/relationships/slide" Target="slide182.xml"/><Relationship Id="rId7" Type="http://schemas.openxmlformats.org/officeDocument/2006/relationships/slide" Target="slide192.xml"/><Relationship Id="rId8" Type="http://schemas.openxmlformats.org/officeDocument/2006/relationships/audio" Target="../media/snd_ding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9.xml"/><Relationship Id="rId6" Type="http://schemas.openxmlformats.org/officeDocument/2006/relationships/slide" Target="slide183.xml"/><Relationship Id="rId7" Type="http://schemas.openxmlformats.org/officeDocument/2006/relationships/slide" Target="slide192.xml"/><Relationship Id="rId8" Type="http://schemas.openxmlformats.org/officeDocument/2006/relationships/audio" Target="../media/snd_d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4.xml"/><Relationship Id="rId6" Type="http://schemas.openxmlformats.org/officeDocument/2006/relationships/slide" Target="slide190.xml"/><Relationship Id="rId7" Type="http://schemas.openxmlformats.org/officeDocument/2006/relationships/slide" Target="slide192.xml"/><Relationship Id="rId8" Type="http://schemas.openxmlformats.org/officeDocument/2006/relationships/audio" Target="../media/snd_ding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5.xml"/><Relationship Id="rId6" Type="http://schemas.openxmlformats.org/officeDocument/2006/relationships/slide" Target="slide191.xml"/><Relationship Id="rId7" Type="http://schemas.openxmlformats.org/officeDocument/2006/relationships/slide" Target="slide192.xml"/><Relationship Id="rId8" Type="http://schemas.openxmlformats.org/officeDocument/2006/relationships/audio" Target="../media/snd_ding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92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0.xml"/><Relationship Id="rId6" Type="http://schemas.openxmlformats.org/officeDocument/2006/relationships/slide" Target="slide186.xml"/><Relationship Id="rId7" Type="http://schemas.openxmlformats.org/officeDocument/2006/relationships/slide" Target="slide192.xml"/><Relationship Id="rId8" Type="http://schemas.openxmlformats.org/officeDocument/2006/relationships/audio" Target="../media/snd_boing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7.xml"/><Relationship Id="rId6" Type="http://schemas.openxmlformats.org/officeDocument/2006/relationships/slide" Target="slide181.xml"/><Relationship Id="rId7" Type="http://schemas.openxmlformats.org/officeDocument/2006/relationships/slide" Target="slide192.xml"/><Relationship Id="rId8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8.xml"/><Relationship Id="rId6" Type="http://schemas.openxmlformats.org/officeDocument/2006/relationships/slide" Target="slide182.xml"/><Relationship Id="rId7" Type="http://schemas.openxmlformats.org/officeDocument/2006/relationships/slide" Target="slide192.xml"/><Relationship Id="rId8" Type="http://schemas.openxmlformats.org/officeDocument/2006/relationships/audio" Target="../media/snd_boing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9.xml"/><Relationship Id="rId6" Type="http://schemas.openxmlformats.org/officeDocument/2006/relationships/slide" Target="slide183.xml"/><Relationship Id="rId7" Type="http://schemas.openxmlformats.org/officeDocument/2006/relationships/slide" Target="slide192.xml"/><Relationship Id="rId8" Type="http://schemas.openxmlformats.org/officeDocument/2006/relationships/audio" Target="../media/snd_boing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4.xml"/><Relationship Id="rId6" Type="http://schemas.openxmlformats.org/officeDocument/2006/relationships/slide" Target="slide190.xml"/><Relationship Id="rId7" Type="http://schemas.openxmlformats.org/officeDocument/2006/relationships/slide" Target="slide192.xml"/><Relationship Id="rId8" Type="http://schemas.openxmlformats.org/officeDocument/2006/relationships/audio" Target="../media/snd_boing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185.xml"/><Relationship Id="rId6" Type="http://schemas.openxmlformats.org/officeDocument/2006/relationships/slide" Target="slide191.xml"/><Relationship Id="rId7" Type="http://schemas.openxmlformats.org/officeDocument/2006/relationships/slide" Target="slide192.xml"/><Relationship Id="rId8" Type="http://schemas.openxmlformats.org/officeDocument/2006/relationships/audio" Target="../media/snd_boing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98.xml"/><Relationship Id="rId4" Type="http://schemas.openxmlformats.org/officeDocument/2006/relationships/slide" Target="slide193.xml"/><Relationship Id="rId5" Type="http://schemas.openxmlformats.org/officeDocument/2006/relationships/slide" Target="slide203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99.xml"/><Relationship Id="rId4" Type="http://schemas.openxmlformats.org/officeDocument/2006/relationships/slide" Target="slide194.xml"/><Relationship Id="rId5" Type="http://schemas.openxmlformats.org/officeDocument/2006/relationships/slide" Target="slide203.xml"/><Relationship Id="rId6" Type="http://schemas.openxmlformats.org/officeDocument/2006/relationships/audio" Target="../media/snd_ding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95.xml"/><Relationship Id="rId4" Type="http://schemas.openxmlformats.org/officeDocument/2006/relationships/slide" Target="slide200.xml"/><Relationship Id="rId5" Type="http://schemas.openxmlformats.org/officeDocument/2006/relationships/slide" Target="slide203.xml"/><Relationship Id="rId6" Type="http://schemas.openxmlformats.org/officeDocument/2006/relationships/audio" Target="../media/snd_ding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01.xml"/><Relationship Id="rId4" Type="http://schemas.openxmlformats.org/officeDocument/2006/relationships/slide" Target="slide196.xml"/><Relationship Id="rId5" Type="http://schemas.openxmlformats.org/officeDocument/2006/relationships/slide" Target="slide203.xml"/><Relationship Id="rId6" Type="http://schemas.openxmlformats.org/officeDocument/2006/relationships/audio" Target="../media/snd_ding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02.xml"/><Relationship Id="rId4" Type="http://schemas.openxmlformats.org/officeDocument/2006/relationships/slide" Target="slide197.xml"/><Relationship Id="rId5" Type="http://schemas.openxmlformats.org/officeDocument/2006/relationships/slide" Target="slide203.xml"/><Relationship Id="rId6" Type="http://schemas.openxmlformats.org/officeDocument/2006/relationships/audio" Target="../media/snd_ding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03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98.xml"/><Relationship Id="rId4" Type="http://schemas.openxmlformats.org/officeDocument/2006/relationships/slide" Target="slide193.xml"/><Relationship Id="rId5" Type="http://schemas.openxmlformats.org/officeDocument/2006/relationships/slide" Target="slide203.xml"/><Relationship Id="rId6" Type="http://schemas.openxmlformats.org/officeDocument/2006/relationships/audio" Target="../media/snd_boing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99.xml"/><Relationship Id="rId4" Type="http://schemas.openxmlformats.org/officeDocument/2006/relationships/slide" Target="slide194.xml"/><Relationship Id="rId5" Type="http://schemas.openxmlformats.org/officeDocument/2006/relationships/slide" Target="slide203.xml"/><Relationship Id="rId6" Type="http://schemas.openxmlformats.org/officeDocument/2006/relationships/audio" Target="../media/snd_boing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195.xml"/><Relationship Id="rId4" Type="http://schemas.openxmlformats.org/officeDocument/2006/relationships/slide" Target="slide200.xml"/><Relationship Id="rId5" Type="http://schemas.openxmlformats.org/officeDocument/2006/relationships/slide" Target="slide203.xml"/><Relationship Id="rId6" Type="http://schemas.openxmlformats.org/officeDocument/2006/relationships/audio" Target="../media/snd_boing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01.xml"/><Relationship Id="rId4" Type="http://schemas.openxmlformats.org/officeDocument/2006/relationships/slide" Target="slide196.xml"/><Relationship Id="rId5" Type="http://schemas.openxmlformats.org/officeDocument/2006/relationships/slide" Target="slide203.xml"/><Relationship Id="rId6" Type="http://schemas.openxmlformats.org/officeDocument/2006/relationships/audio" Target="../media/snd_bo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02.xml"/><Relationship Id="rId4" Type="http://schemas.openxmlformats.org/officeDocument/2006/relationships/slide" Target="slide197.xml"/><Relationship Id="rId5" Type="http://schemas.openxmlformats.org/officeDocument/2006/relationships/slide" Target="slide203.xml"/><Relationship Id="rId6" Type="http://schemas.openxmlformats.org/officeDocument/2006/relationships/audio" Target="../media/snd_bo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204.xml"/><Relationship Id="rId7" Type="http://schemas.openxmlformats.org/officeDocument/2006/relationships/slide" Target="slide205.xml"/><Relationship Id="rId8" Type="http://schemas.openxmlformats.org/officeDocument/2006/relationships/slide" Target="slide207.xml"/><Relationship Id="rId9" Type="http://schemas.openxmlformats.org/officeDocument/2006/relationships/slide" Target="slide210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204.xml"/><Relationship Id="rId7" Type="http://schemas.openxmlformats.org/officeDocument/2006/relationships/slide" Target="slide205.xml"/><Relationship Id="rId8" Type="http://schemas.openxmlformats.org/officeDocument/2006/relationships/slide" Target="slide207.xml"/><Relationship Id="rId9" Type="http://schemas.openxmlformats.org/officeDocument/2006/relationships/slide" Target="slide210.xml"/><Relationship Id="rId10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206.xml"/><Relationship Id="rId7" Type="http://schemas.openxmlformats.org/officeDocument/2006/relationships/slide" Target="slide209.xml"/><Relationship Id="rId8" Type="http://schemas.openxmlformats.org/officeDocument/2006/relationships/slide" Target="slide210.xml"/><Relationship Id="rId9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206.xml"/><Relationship Id="rId7" Type="http://schemas.openxmlformats.org/officeDocument/2006/relationships/slide" Target="slide209.xml"/><Relationship Id="rId8" Type="http://schemas.openxmlformats.org/officeDocument/2006/relationships/slide" Target="slide210.xml"/><Relationship Id="rId9" Type="http://schemas.openxmlformats.org/officeDocument/2006/relationships/audio" Target="../media/snd_boing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208.xml"/><Relationship Id="rId7" Type="http://schemas.openxmlformats.org/officeDocument/2006/relationships/slide" Target="slide209.xml"/><Relationship Id="rId8" Type="http://schemas.openxmlformats.org/officeDocument/2006/relationships/slide" Target="slide210.xml"/><Relationship Id="rId9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208.xml"/><Relationship Id="rId7" Type="http://schemas.openxmlformats.org/officeDocument/2006/relationships/slide" Target="slide209.xml"/><Relationship Id="rId8" Type="http://schemas.openxmlformats.org/officeDocument/2006/relationships/slide" Target="slide210.xml"/><Relationship Id="rId9" Type="http://schemas.openxmlformats.org/officeDocument/2006/relationships/audio" Target="../media/snd_boing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" Target="slide210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8.png"/><Relationship Id="rId8" Type="http://schemas.openxmlformats.org/officeDocument/2006/relationships/slide" Target="slide212.xml"/><Relationship Id="rId9" Type="http://schemas.openxmlformats.org/officeDocument/2006/relationships/slide" Target="slide211.xml"/><Relationship Id="rId10" Type="http://schemas.openxmlformats.org/officeDocument/2006/relationships/slide" Target="slide213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8.png"/><Relationship Id="rId8" Type="http://schemas.openxmlformats.org/officeDocument/2006/relationships/slide" Target="slide212.xml"/><Relationship Id="rId9" Type="http://schemas.openxmlformats.org/officeDocument/2006/relationships/slide" Target="slide211.xml"/><Relationship Id="rId10" Type="http://schemas.openxmlformats.org/officeDocument/2006/relationships/slide" Target="slide213.xml"/><Relationship Id="rId11" Type="http://schemas.openxmlformats.org/officeDocument/2006/relationships/audio" Target="../media/snd_boing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8.png"/><Relationship Id="rId7" Type="http://schemas.openxmlformats.org/officeDocument/2006/relationships/slide" Target="slide213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214.xml"/><Relationship Id="rId6" Type="http://schemas.openxmlformats.org/officeDocument/2006/relationships/slide" Target="slide215.xml"/><Relationship Id="rId7" Type="http://schemas.openxmlformats.org/officeDocument/2006/relationships/slide" Target="slide217.xml"/><Relationship Id="rId8" Type="http://schemas.openxmlformats.org/officeDocument/2006/relationships/slide" Target="slide220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214.xml"/><Relationship Id="rId6" Type="http://schemas.openxmlformats.org/officeDocument/2006/relationships/slide" Target="slide215.xml"/><Relationship Id="rId7" Type="http://schemas.openxmlformats.org/officeDocument/2006/relationships/slide" Target="slide217.xml"/><Relationship Id="rId8" Type="http://schemas.openxmlformats.org/officeDocument/2006/relationships/slide" Target="slide220.xml"/><Relationship Id="rId9" Type="http://schemas.openxmlformats.org/officeDocument/2006/relationships/audio" Target="../media/snd_boing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216.xml"/><Relationship Id="rId6" Type="http://schemas.openxmlformats.org/officeDocument/2006/relationships/slide" Target="slide219.xml"/><Relationship Id="rId7" Type="http://schemas.openxmlformats.org/officeDocument/2006/relationships/slide" Target="slide220.xml"/><Relationship Id="rId8" Type="http://schemas.openxmlformats.org/officeDocument/2006/relationships/audio" Target="../media/snd_splash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216.xml"/><Relationship Id="rId6" Type="http://schemas.openxmlformats.org/officeDocument/2006/relationships/slide" Target="slide219.xml"/><Relationship Id="rId7" Type="http://schemas.openxmlformats.org/officeDocument/2006/relationships/slide" Target="slide220.xml"/><Relationship Id="rId8" Type="http://schemas.openxmlformats.org/officeDocument/2006/relationships/audio" Target="../media/snd_boing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218.xml"/><Relationship Id="rId6" Type="http://schemas.openxmlformats.org/officeDocument/2006/relationships/slide" Target="slide219.xml"/><Relationship Id="rId7" Type="http://schemas.openxmlformats.org/officeDocument/2006/relationships/slide" Target="slide220.xml"/><Relationship Id="rId8" Type="http://schemas.openxmlformats.org/officeDocument/2006/relationships/audio" Target="../media/snd_splash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218.xml"/><Relationship Id="rId6" Type="http://schemas.openxmlformats.org/officeDocument/2006/relationships/slide" Target="slide219.xml"/><Relationship Id="rId7" Type="http://schemas.openxmlformats.org/officeDocument/2006/relationships/slide" Target="slide220.xml"/><Relationship Id="rId8" Type="http://schemas.openxmlformats.org/officeDocument/2006/relationships/audio" Target="../media/snd_bo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" Target="slide220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221.xml"/><Relationship Id="rId12" Type="http://schemas.openxmlformats.org/officeDocument/2006/relationships/slide" Target="slide222.xml"/><Relationship Id="rId13" Type="http://schemas.openxmlformats.org/officeDocument/2006/relationships/slide" Target="slide223.xml"/><Relationship Id="rId14" Type="http://schemas.openxmlformats.org/officeDocument/2006/relationships/slide" Target="slide224.xml"/><Relationship Id="rId15" Type="http://schemas.openxmlformats.org/officeDocument/2006/relationships/slide" Target="slide225.xml"/><Relationship Id="rId16" Type="http://schemas.openxmlformats.org/officeDocument/2006/relationships/slide" Target="slide226.xml"/><Relationship Id="rId17" Type="http://schemas.openxmlformats.org/officeDocument/2006/relationships/slide" Target="slide227.xml"/><Relationship Id="rId18" Type="http://schemas.openxmlformats.org/officeDocument/2006/relationships/slide" Target="slide228.xml"/><Relationship Id="rId19" Type="http://schemas.openxmlformats.org/officeDocument/2006/relationships/slide" Target="slide229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20.xml"/><Relationship Id="rId6" Type="http://schemas.openxmlformats.org/officeDocument/2006/relationships/slide" Target="slide229.xml"/><Relationship Id="rId7" Type="http://schemas.openxmlformats.org/officeDocument/2006/relationships/audio" Target="../media/snd_tada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30.xml"/><Relationship Id="rId6" Type="http://schemas.openxmlformats.org/officeDocument/2006/relationships/slide" Target="slide232.xml"/><Relationship Id="rId7" Type="http://schemas.openxmlformats.org/officeDocument/2006/relationships/slide" Target="slide234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31.xml"/><Relationship Id="rId6" Type="http://schemas.openxmlformats.org/officeDocument/2006/relationships/slide" Target="slide234.xml"/><Relationship Id="rId7" Type="http://schemas.openxmlformats.org/officeDocument/2006/relationships/audio" Target="../media/snd_ding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33.xml"/><Relationship Id="rId6" Type="http://schemas.openxmlformats.org/officeDocument/2006/relationships/slide" Target="slide234.xml"/><Relationship Id="rId7" Type="http://schemas.openxmlformats.org/officeDocument/2006/relationships/audio" Target="../media/snd_ding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30.xml"/><Relationship Id="rId6" Type="http://schemas.openxmlformats.org/officeDocument/2006/relationships/slide" Target="slide232.xml"/><Relationship Id="rId7" Type="http://schemas.openxmlformats.org/officeDocument/2006/relationships/slide" Target="slide234.xml"/><Relationship Id="rId8" Type="http://schemas.openxmlformats.org/officeDocument/2006/relationships/audio" Target="../media/snd_boing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34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36.xml"/><Relationship Id="rId4" Type="http://schemas.openxmlformats.org/officeDocument/2006/relationships/slide" Target="slide235.xml"/><Relationship Id="rId5" Type="http://schemas.openxmlformats.org/officeDocument/2006/relationships/slide" Target="slide238.xml"/><Relationship Id="rId6" Type="http://schemas.openxmlformats.org/officeDocument/2006/relationships/slide" Target="slide24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36.xml"/><Relationship Id="rId4" Type="http://schemas.openxmlformats.org/officeDocument/2006/relationships/slide" Target="slide235.xml"/><Relationship Id="rId5" Type="http://schemas.openxmlformats.org/officeDocument/2006/relationships/slide" Target="slide238.xml"/><Relationship Id="rId6" Type="http://schemas.openxmlformats.org/officeDocument/2006/relationships/slide" Target="slide241.xml"/><Relationship Id="rId7" Type="http://schemas.openxmlformats.org/officeDocument/2006/relationships/audio" Target="../media/snd_boing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37.xml"/><Relationship Id="rId4" Type="http://schemas.openxmlformats.org/officeDocument/2006/relationships/slide" Target="slide240.xml"/><Relationship Id="rId5" Type="http://schemas.openxmlformats.org/officeDocument/2006/relationships/slide" Target="slide241.xml"/><Relationship Id="rId6" Type="http://schemas.openxmlformats.org/officeDocument/2006/relationships/audio" Target="../media/snd_bonk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37.xml"/><Relationship Id="rId4" Type="http://schemas.openxmlformats.org/officeDocument/2006/relationships/slide" Target="slide240.xml"/><Relationship Id="rId5" Type="http://schemas.openxmlformats.org/officeDocument/2006/relationships/slide" Target="slide241.xml"/><Relationship Id="rId6" Type="http://schemas.openxmlformats.org/officeDocument/2006/relationships/audio" Target="../media/snd_boing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0.xml"/><Relationship Id="rId4" Type="http://schemas.openxmlformats.org/officeDocument/2006/relationships/slide" Target="slide239.xml"/><Relationship Id="rId5" Type="http://schemas.openxmlformats.org/officeDocument/2006/relationships/slide" Target="slide241.xml"/><Relationship Id="rId6" Type="http://schemas.openxmlformats.org/officeDocument/2006/relationships/audio" Target="../media/snd_bonk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0.xml"/><Relationship Id="rId4" Type="http://schemas.openxmlformats.org/officeDocument/2006/relationships/slide" Target="slide239.xml"/><Relationship Id="rId5" Type="http://schemas.openxmlformats.org/officeDocument/2006/relationships/slide" Target="slide241.xml"/><Relationship Id="rId6" Type="http://schemas.openxmlformats.org/officeDocument/2006/relationships/audio" Target="../media/snd_boing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41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2.xml"/><Relationship Id="rId4" Type="http://schemas.openxmlformats.org/officeDocument/2006/relationships/slide" Target="slide243.xml"/><Relationship Id="rId5" Type="http://schemas.openxmlformats.org/officeDocument/2006/relationships/slide" Target="slide244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2.xml"/><Relationship Id="rId4" Type="http://schemas.openxmlformats.org/officeDocument/2006/relationships/slide" Target="slide243.xml"/><Relationship Id="rId5" Type="http://schemas.openxmlformats.org/officeDocument/2006/relationships/slide" Target="slide244.xml"/><Relationship Id="rId6" Type="http://schemas.openxmlformats.org/officeDocument/2006/relationships/audio" Target="../media/snd_boing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45.xml"/><Relationship Id="rId6" Type="http://schemas.openxmlformats.org/officeDocument/2006/relationships/slide" Target="slide251.xml"/><Relationship Id="rId7" Type="http://schemas.openxmlformats.org/officeDocument/2006/relationships/slide" Target="slide25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2.xml"/><Relationship Id="rId6" Type="http://schemas.openxmlformats.org/officeDocument/2006/relationships/slide" Target="slide246.xml"/><Relationship Id="rId7" Type="http://schemas.openxmlformats.org/officeDocument/2006/relationships/slide" Target="slide257.xml"/><Relationship Id="rId8" Type="http://schemas.openxmlformats.org/officeDocument/2006/relationships/audio" Target="../media/snd_ding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3.xml"/><Relationship Id="rId6" Type="http://schemas.openxmlformats.org/officeDocument/2006/relationships/slide" Target="slide247.xml"/><Relationship Id="rId7" Type="http://schemas.openxmlformats.org/officeDocument/2006/relationships/slide" Target="slide257.xml"/><Relationship Id="rId8" Type="http://schemas.openxmlformats.org/officeDocument/2006/relationships/audio" Target="../media/snd_ding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slide" Target="slide257.xml"/><Relationship Id="rId8" Type="http://schemas.openxmlformats.org/officeDocument/2006/relationships/audio" Target="../media/snd_ding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5.xml"/><Relationship Id="rId6" Type="http://schemas.openxmlformats.org/officeDocument/2006/relationships/slide" Target="slide249.xml"/><Relationship Id="rId7" Type="http://schemas.openxmlformats.org/officeDocument/2006/relationships/slide" Target="slide257.xml"/><Relationship Id="rId8" Type="http://schemas.openxmlformats.org/officeDocument/2006/relationships/audio" Target="../media/snd_ding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0.xml"/><Relationship Id="rId6" Type="http://schemas.openxmlformats.org/officeDocument/2006/relationships/slide" Target="slide256.xml"/><Relationship Id="rId7" Type="http://schemas.openxmlformats.org/officeDocument/2006/relationships/slide" Target="slide257.xml"/><Relationship Id="rId8" Type="http://schemas.openxmlformats.org/officeDocument/2006/relationships/audio" Target="../media/snd_ding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57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45.xml"/><Relationship Id="rId6" Type="http://schemas.openxmlformats.org/officeDocument/2006/relationships/slide" Target="slide251.xml"/><Relationship Id="rId7" Type="http://schemas.openxmlformats.org/officeDocument/2006/relationships/slide" Target="slide257.xml"/><Relationship Id="rId8" Type="http://schemas.openxmlformats.org/officeDocument/2006/relationships/audio" Target="../media/snd_boing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2.xml"/><Relationship Id="rId6" Type="http://schemas.openxmlformats.org/officeDocument/2006/relationships/slide" Target="slide246.xml"/><Relationship Id="rId7" Type="http://schemas.openxmlformats.org/officeDocument/2006/relationships/slide" Target="slide257.xml"/><Relationship Id="rId8" Type="http://schemas.openxmlformats.org/officeDocument/2006/relationships/audio" Target="../media/snd_boing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3.xml"/><Relationship Id="rId6" Type="http://schemas.openxmlformats.org/officeDocument/2006/relationships/slide" Target="slide247.xml"/><Relationship Id="rId7" Type="http://schemas.openxmlformats.org/officeDocument/2006/relationships/slide" Target="slide257.xml"/><Relationship Id="rId8" Type="http://schemas.openxmlformats.org/officeDocument/2006/relationships/audio" Target="../media/snd_boing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slide" Target="slide257.xml"/><Relationship Id="rId8" Type="http://schemas.openxmlformats.org/officeDocument/2006/relationships/audio" Target="../media/snd_boing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5.xml"/><Relationship Id="rId6" Type="http://schemas.openxmlformats.org/officeDocument/2006/relationships/slide" Target="slide249.xml"/><Relationship Id="rId7" Type="http://schemas.openxmlformats.org/officeDocument/2006/relationships/slide" Target="slide257.xml"/><Relationship Id="rId8" Type="http://schemas.openxmlformats.org/officeDocument/2006/relationships/audio" Target="../media/snd_boing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250.xml"/><Relationship Id="rId6" Type="http://schemas.openxmlformats.org/officeDocument/2006/relationships/slide" Target="slide256.xml"/><Relationship Id="rId7" Type="http://schemas.openxmlformats.org/officeDocument/2006/relationships/slide" Target="slide257.xml"/><Relationship Id="rId8" Type="http://schemas.openxmlformats.org/officeDocument/2006/relationships/audio" Target="../media/snd_boing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3.xml"/><Relationship Id="rId4" Type="http://schemas.openxmlformats.org/officeDocument/2006/relationships/slide" Target="slide258.xml"/><Relationship Id="rId5" Type="http://schemas.openxmlformats.org/officeDocument/2006/relationships/slide" Target="slide268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4.xml"/><Relationship Id="rId4" Type="http://schemas.openxmlformats.org/officeDocument/2006/relationships/slide" Target="slide259.xml"/><Relationship Id="rId5" Type="http://schemas.openxmlformats.org/officeDocument/2006/relationships/slide" Target="slide268.xml"/><Relationship Id="rId6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0.xml"/><Relationship Id="rId4" Type="http://schemas.openxmlformats.org/officeDocument/2006/relationships/slide" Target="slide265.xml"/><Relationship Id="rId5" Type="http://schemas.openxmlformats.org/officeDocument/2006/relationships/slide" Target="slide268.xml"/><Relationship Id="rId6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6.xml"/><Relationship Id="rId4" Type="http://schemas.openxmlformats.org/officeDocument/2006/relationships/slide" Target="slide261.xml"/><Relationship Id="rId5" Type="http://schemas.openxmlformats.org/officeDocument/2006/relationships/slide" Target="slide268.xml"/><Relationship Id="rId6" Type="http://schemas.openxmlformats.org/officeDocument/2006/relationships/audio" Target="../media/snd_d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7.xml"/><Relationship Id="rId4" Type="http://schemas.openxmlformats.org/officeDocument/2006/relationships/slide" Target="slide262.xml"/><Relationship Id="rId5" Type="http://schemas.openxmlformats.org/officeDocument/2006/relationships/slide" Target="slide268.xml"/><Relationship Id="rId6" Type="http://schemas.openxmlformats.org/officeDocument/2006/relationships/audio" Target="../media/snd_d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3.xml"/><Relationship Id="rId4" Type="http://schemas.openxmlformats.org/officeDocument/2006/relationships/slide" Target="slide258.xml"/><Relationship Id="rId5" Type="http://schemas.openxmlformats.org/officeDocument/2006/relationships/slide" Target="slide268.xml"/><Relationship Id="rId6" Type="http://schemas.openxmlformats.org/officeDocument/2006/relationships/audio" Target="../media/snd_boing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4.xml"/><Relationship Id="rId4" Type="http://schemas.openxmlformats.org/officeDocument/2006/relationships/slide" Target="slide259.xml"/><Relationship Id="rId5" Type="http://schemas.openxmlformats.org/officeDocument/2006/relationships/slide" Target="slide268.xml"/><Relationship Id="rId6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0.xml"/><Relationship Id="rId4" Type="http://schemas.openxmlformats.org/officeDocument/2006/relationships/slide" Target="slide265.xml"/><Relationship Id="rId5" Type="http://schemas.openxmlformats.org/officeDocument/2006/relationships/slide" Target="slide268.xml"/><Relationship Id="rId6" Type="http://schemas.openxmlformats.org/officeDocument/2006/relationships/audio" Target="../media/snd_boing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6.xml"/><Relationship Id="rId4" Type="http://schemas.openxmlformats.org/officeDocument/2006/relationships/slide" Target="slide261.xml"/><Relationship Id="rId5" Type="http://schemas.openxmlformats.org/officeDocument/2006/relationships/slide" Target="slide268.xml"/><Relationship Id="rId6" Type="http://schemas.openxmlformats.org/officeDocument/2006/relationships/audio" Target="../media/snd_bo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267.xml"/><Relationship Id="rId4" Type="http://schemas.openxmlformats.org/officeDocument/2006/relationships/slide" Target="slide262.xml"/><Relationship Id="rId5" Type="http://schemas.openxmlformats.org/officeDocument/2006/relationships/slide" Target="slide268.xml"/><Relationship Id="rId6" Type="http://schemas.openxmlformats.org/officeDocument/2006/relationships/audio" Target="../media/snd_bo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1.png"/><Relationship Id="rId4" Type="http://schemas.openxmlformats.org/officeDocument/2006/relationships/slide" Target="slide269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4.xml"/><Relationship Id="rId6" Type="http://schemas.openxmlformats.org/officeDocument/2006/relationships/slide" Target="slide270.xml"/><Relationship Id="rId7" Type="http://schemas.openxmlformats.org/officeDocument/2006/relationships/slide" Target="slide296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5.xml"/><Relationship Id="rId6" Type="http://schemas.openxmlformats.org/officeDocument/2006/relationships/slide" Target="slide271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6.xml"/><Relationship Id="rId6" Type="http://schemas.openxmlformats.org/officeDocument/2006/relationships/slide" Target="slide272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7.xml"/><Relationship Id="rId6" Type="http://schemas.openxmlformats.org/officeDocument/2006/relationships/slide" Target="slide273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8.xml"/><Relationship Id="rId6" Type="http://schemas.openxmlformats.org/officeDocument/2006/relationships/slide" Target="slide295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9.xml"/><Relationship Id="rId6" Type="http://schemas.openxmlformats.org/officeDocument/2006/relationships/slide" Target="slide275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0.xml"/><Relationship Id="rId6" Type="http://schemas.openxmlformats.org/officeDocument/2006/relationships/slide" Target="slide276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1.xml"/><Relationship Id="rId6" Type="http://schemas.openxmlformats.org/officeDocument/2006/relationships/slide" Target="slide277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2.xml"/><Relationship Id="rId6" Type="http://schemas.openxmlformats.org/officeDocument/2006/relationships/slide" Target="slide278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3.xml"/><Relationship Id="rId6" Type="http://schemas.openxmlformats.org/officeDocument/2006/relationships/slide" Target="slide295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4.xml"/><Relationship Id="rId6" Type="http://schemas.openxmlformats.org/officeDocument/2006/relationships/slide" Target="slide280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5.xml"/><Relationship Id="rId6" Type="http://schemas.openxmlformats.org/officeDocument/2006/relationships/slide" Target="slide281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6.xml"/><Relationship Id="rId6" Type="http://schemas.openxmlformats.org/officeDocument/2006/relationships/slide" Target="slide282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7.xml"/><Relationship Id="rId6" Type="http://schemas.openxmlformats.org/officeDocument/2006/relationships/slide" Target="slide283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8.xml"/><Relationship Id="rId6" Type="http://schemas.openxmlformats.org/officeDocument/2006/relationships/slide" Target="slide295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89.xml"/><Relationship Id="rId6" Type="http://schemas.openxmlformats.org/officeDocument/2006/relationships/slide" Target="slide285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0.xml"/><Relationship Id="rId6" Type="http://schemas.openxmlformats.org/officeDocument/2006/relationships/slide" Target="slide286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1.xml"/><Relationship Id="rId6" Type="http://schemas.openxmlformats.org/officeDocument/2006/relationships/slide" Target="slide287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2.xml"/><Relationship Id="rId6" Type="http://schemas.openxmlformats.org/officeDocument/2006/relationships/slide" Target="slide288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3.xml"/><Relationship Id="rId6" Type="http://schemas.openxmlformats.org/officeDocument/2006/relationships/slide" Target="slide295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4.xml"/><Relationship Id="rId6" Type="http://schemas.openxmlformats.org/officeDocument/2006/relationships/slide" Target="slide290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4.xml"/><Relationship Id="rId6" Type="http://schemas.openxmlformats.org/officeDocument/2006/relationships/slide" Target="slide291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4.xml"/><Relationship Id="rId6" Type="http://schemas.openxmlformats.org/officeDocument/2006/relationships/slide" Target="slide292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4.xml"/><Relationship Id="rId6" Type="http://schemas.openxmlformats.org/officeDocument/2006/relationships/slide" Target="slide293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94.xml"/><Relationship Id="rId6" Type="http://schemas.openxmlformats.org/officeDocument/2006/relationships/slide" Target="slide295.xml"/><Relationship Id="rId7" Type="http://schemas.openxmlformats.org/officeDocument/2006/relationships/slide" Target="slide296.xml"/><Relationship Id="rId8" Type="http://schemas.openxmlformats.org/officeDocument/2006/relationships/audio" Target="../media/snd_vroom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296.xml"/><Relationship Id="rId5" Type="http://schemas.openxmlformats.org/officeDocument/2006/relationships/audio" Target="../media/snd_cheer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296.xml"/><Relationship Id="rId5" Type="http://schemas.openxmlformats.org/officeDocument/2006/relationships/audio" Target="../media/snd_cheer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slide" Target="slide297.xml"/><Relationship Id="rId8" Type="http://schemas.openxmlformats.org/officeDocument/2006/relationships/slide" Target="slide298.xml"/><Relationship Id="rId9" Type="http://schemas.openxmlformats.org/officeDocument/2006/relationships/slide" Target="slide300.xml"/><Relationship Id="rId10" Type="http://schemas.openxmlformats.org/officeDocument/2006/relationships/slide" Target="slide303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slide" Target="slide297.xml"/><Relationship Id="rId8" Type="http://schemas.openxmlformats.org/officeDocument/2006/relationships/slide" Target="slide298.xml"/><Relationship Id="rId9" Type="http://schemas.openxmlformats.org/officeDocument/2006/relationships/slide" Target="slide300.xml"/><Relationship Id="rId10" Type="http://schemas.openxmlformats.org/officeDocument/2006/relationships/slide" Target="slide303.xml"/><Relationship Id="rId11" Type="http://schemas.openxmlformats.org/officeDocument/2006/relationships/audio" Target="../media/snd_bo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4.png"/><Relationship Id="rId6" Type="http://schemas.openxmlformats.org/officeDocument/2006/relationships/slide" Target="slide299.xml"/><Relationship Id="rId7" Type="http://schemas.openxmlformats.org/officeDocument/2006/relationships/slide" Target="slide302.xml"/><Relationship Id="rId8" Type="http://schemas.openxmlformats.org/officeDocument/2006/relationships/slide" Target="slide303.xml"/><Relationship Id="rId9" Type="http://schemas.openxmlformats.org/officeDocument/2006/relationships/audio" Target="../media/snd_pop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4.png"/><Relationship Id="rId6" Type="http://schemas.openxmlformats.org/officeDocument/2006/relationships/slide" Target="slide299.xml"/><Relationship Id="rId7" Type="http://schemas.openxmlformats.org/officeDocument/2006/relationships/slide" Target="slide302.xml"/><Relationship Id="rId8" Type="http://schemas.openxmlformats.org/officeDocument/2006/relationships/slide" Target="slide303.xml"/><Relationship Id="rId9" Type="http://schemas.openxmlformats.org/officeDocument/2006/relationships/audio" Target="../media/snd_boing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slide" Target="slide301.xml"/><Relationship Id="rId7" Type="http://schemas.openxmlformats.org/officeDocument/2006/relationships/slide" Target="slide302.xml"/><Relationship Id="rId8" Type="http://schemas.openxmlformats.org/officeDocument/2006/relationships/slide" Target="slide303.xml"/><Relationship Id="rId9" Type="http://schemas.openxmlformats.org/officeDocument/2006/relationships/audio" Target="../media/snd_pop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slide" Target="slide301.xml"/><Relationship Id="rId7" Type="http://schemas.openxmlformats.org/officeDocument/2006/relationships/slide" Target="slide302.xml"/><Relationship Id="rId8" Type="http://schemas.openxmlformats.org/officeDocument/2006/relationships/slide" Target="slide303.xml"/><Relationship Id="rId9" Type="http://schemas.openxmlformats.org/officeDocument/2006/relationships/audio" Target="../media/snd_boing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slide" Target="slide303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" Target="slide304.xml"/><Relationship Id="rId7" Type="http://schemas.openxmlformats.org/officeDocument/2006/relationships/slide" Target="slide305.xml"/><Relationship Id="rId8" Type="http://schemas.openxmlformats.org/officeDocument/2006/relationships/slide" Target="slide306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" Target="slide304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boing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" Target="slide306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07.xml"/><Relationship Id="rId6" Type="http://schemas.openxmlformats.org/officeDocument/2006/relationships/slide" Target="slide309.xml"/><Relationship Id="rId7" Type="http://schemas.openxmlformats.org/officeDocument/2006/relationships/slide" Target="slide311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08.xml"/><Relationship Id="rId6" Type="http://schemas.openxmlformats.org/officeDocument/2006/relationships/slide" Target="slide311.xml"/><Relationship Id="rId7" Type="http://schemas.openxmlformats.org/officeDocument/2006/relationships/audio" Target="../media/snd_d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10.xml"/><Relationship Id="rId6" Type="http://schemas.openxmlformats.org/officeDocument/2006/relationships/slide" Target="slide311.xml"/><Relationship Id="rId7" Type="http://schemas.openxmlformats.org/officeDocument/2006/relationships/audio" Target="../media/snd_ding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07.xml"/><Relationship Id="rId6" Type="http://schemas.openxmlformats.org/officeDocument/2006/relationships/slide" Target="slide309.xml"/><Relationship Id="rId7" Type="http://schemas.openxmlformats.org/officeDocument/2006/relationships/slide" Target="slide311.xml"/><Relationship Id="rId8" Type="http://schemas.openxmlformats.org/officeDocument/2006/relationships/audio" Target="../media/snd_bo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11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37.png"/><Relationship Id="rId8" Type="http://schemas.openxmlformats.org/officeDocument/2006/relationships/slide" Target="slide312.xml"/><Relationship Id="rId9" Type="http://schemas.openxmlformats.org/officeDocument/2006/relationships/slide" Target="slide313.xml"/><Relationship Id="rId10" Type="http://schemas.openxmlformats.org/officeDocument/2006/relationships/slide" Target="slide315.xml"/><Relationship Id="rId11" Type="http://schemas.openxmlformats.org/officeDocument/2006/relationships/slide" Target="slide318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37.png"/><Relationship Id="rId8" Type="http://schemas.openxmlformats.org/officeDocument/2006/relationships/slide" Target="slide312.xml"/><Relationship Id="rId9" Type="http://schemas.openxmlformats.org/officeDocument/2006/relationships/slide" Target="slide313.xml"/><Relationship Id="rId10" Type="http://schemas.openxmlformats.org/officeDocument/2006/relationships/slide" Target="slide315.xml"/><Relationship Id="rId11" Type="http://schemas.openxmlformats.org/officeDocument/2006/relationships/slide" Target="slide318.xml"/><Relationship Id="rId12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37.png"/><Relationship Id="rId7" Type="http://schemas.openxmlformats.org/officeDocument/2006/relationships/slide" Target="slide314.xml"/><Relationship Id="rId8" Type="http://schemas.openxmlformats.org/officeDocument/2006/relationships/slide" Target="slide317.xml"/><Relationship Id="rId9" Type="http://schemas.openxmlformats.org/officeDocument/2006/relationships/slide" Target="slide318.xml"/><Relationship Id="rId10" Type="http://schemas.openxmlformats.org/officeDocument/2006/relationships/audio" Target="../media/snd_spla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37.png"/><Relationship Id="rId7" Type="http://schemas.openxmlformats.org/officeDocument/2006/relationships/slide" Target="slide314.xml"/><Relationship Id="rId8" Type="http://schemas.openxmlformats.org/officeDocument/2006/relationships/slide" Target="slide317.xml"/><Relationship Id="rId9" Type="http://schemas.openxmlformats.org/officeDocument/2006/relationships/slide" Target="slide318.xml"/><Relationship Id="rId10" Type="http://schemas.openxmlformats.org/officeDocument/2006/relationships/audio" Target="../media/snd_bo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37.png"/><Relationship Id="rId7" Type="http://schemas.openxmlformats.org/officeDocument/2006/relationships/slide" Target="slide316.xml"/><Relationship Id="rId8" Type="http://schemas.openxmlformats.org/officeDocument/2006/relationships/slide" Target="slide317.xml"/><Relationship Id="rId9" Type="http://schemas.openxmlformats.org/officeDocument/2006/relationships/slide" Target="slide318.xml"/><Relationship Id="rId10" Type="http://schemas.openxmlformats.org/officeDocument/2006/relationships/audio" Target="../media/snd_splash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37.png"/><Relationship Id="rId7" Type="http://schemas.openxmlformats.org/officeDocument/2006/relationships/slide" Target="slide316.xml"/><Relationship Id="rId8" Type="http://schemas.openxmlformats.org/officeDocument/2006/relationships/slide" Target="slide317.xml"/><Relationship Id="rId9" Type="http://schemas.openxmlformats.org/officeDocument/2006/relationships/slide" Target="slide318.xml"/><Relationship Id="rId10" Type="http://schemas.openxmlformats.org/officeDocument/2006/relationships/audio" Target="../media/snd_boing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37.png"/><Relationship Id="rId6" Type="http://schemas.openxmlformats.org/officeDocument/2006/relationships/slide" Target="slide318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19.xml"/><Relationship Id="rId4" Type="http://schemas.openxmlformats.org/officeDocument/2006/relationships/slide" Target="slide320.xml"/><Relationship Id="rId5" Type="http://schemas.openxmlformats.org/officeDocument/2006/relationships/slide" Target="slide322.xml"/><Relationship Id="rId6" Type="http://schemas.openxmlformats.org/officeDocument/2006/relationships/slide" Target="slide325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19.xml"/><Relationship Id="rId4" Type="http://schemas.openxmlformats.org/officeDocument/2006/relationships/slide" Target="slide320.xml"/><Relationship Id="rId5" Type="http://schemas.openxmlformats.org/officeDocument/2006/relationships/slide" Target="slide322.xml"/><Relationship Id="rId6" Type="http://schemas.openxmlformats.org/officeDocument/2006/relationships/slide" Target="slide325.xml"/><Relationship Id="rId7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1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1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3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nk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3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ing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25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326.xml"/><Relationship Id="rId12" Type="http://schemas.openxmlformats.org/officeDocument/2006/relationships/slide" Target="slide327.xml"/><Relationship Id="rId13" Type="http://schemas.openxmlformats.org/officeDocument/2006/relationships/slide" Target="slide328.xml"/><Relationship Id="rId14" Type="http://schemas.openxmlformats.org/officeDocument/2006/relationships/slide" Target="slide329.xml"/><Relationship Id="rId15" Type="http://schemas.openxmlformats.org/officeDocument/2006/relationships/slide" Target="slide330.xml"/><Relationship Id="rId16" Type="http://schemas.openxmlformats.org/officeDocument/2006/relationships/slide" Target="slide331.xml"/><Relationship Id="rId17" Type="http://schemas.openxmlformats.org/officeDocument/2006/relationships/slide" Target="slide332.xml"/><Relationship Id="rId18" Type="http://schemas.openxmlformats.org/officeDocument/2006/relationships/slide" Target="slide333.xml"/><Relationship Id="rId19" Type="http://schemas.openxmlformats.org/officeDocument/2006/relationships/slide" Target="slide334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25.xml"/><Relationship Id="rId6" Type="http://schemas.openxmlformats.org/officeDocument/2006/relationships/slide" Target="slide334.xml"/><Relationship Id="rId7" Type="http://schemas.openxmlformats.org/officeDocument/2006/relationships/audio" Target="../media/snd_tada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35.xml"/><Relationship Id="rId4" Type="http://schemas.openxmlformats.org/officeDocument/2006/relationships/slide" Target="slide336.xml"/><Relationship Id="rId5" Type="http://schemas.openxmlformats.org/officeDocument/2006/relationships/slide" Target="slide33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35.xml"/><Relationship Id="rId4" Type="http://schemas.openxmlformats.org/officeDocument/2006/relationships/slide" Target="slide336.xml"/><Relationship Id="rId5" Type="http://schemas.openxmlformats.org/officeDocument/2006/relationships/slide" Target="slide337.xml"/><Relationship Id="rId6" Type="http://schemas.openxmlformats.org/officeDocument/2006/relationships/audio" Target="../media/snd_bo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37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4.xml"/><Relationship Id="rId6" Type="http://schemas.openxmlformats.org/officeDocument/2006/relationships/slide" Target="slide338.xml"/><Relationship Id="rId7" Type="http://schemas.openxmlformats.org/officeDocument/2006/relationships/slide" Target="slide350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9.xml"/><Relationship Id="rId6" Type="http://schemas.openxmlformats.org/officeDocument/2006/relationships/slide" Target="slide345.xml"/><Relationship Id="rId7" Type="http://schemas.openxmlformats.org/officeDocument/2006/relationships/slide" Target="slide350.xml"/><Relationship Id="rId8" Type="http://schemas.openxmlformats.org/officeDocument/2006/relationships/audio" Target="../media/snd_d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6.xml"/><Relationship Id="rId6" Type="http://schemas.openxmlformats.org/officeDocument/2006/relationships/slide" Target="slide340.xml"/><Relationship Id="rId7" Type="http://schemas.openxmlformats.org/officeDocument/2006/relationships/slide" Target="slide350.xml"/><Relationship Id="rId8" Type="http://schemas.openxmlformats.org/officeDocument/2006/relationships/audio" Target="../media/snd_d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1.xml"/><Relationship Id="rId6" Type="http://schemas.openxmlformats.org/officeDocument/2006/relationships/slide" Target="slide347.xml"/><Relationship Id="rId7" Type="http://schemas.openxmlformats.org/officeDocument/2006/relationships/slide" Target="slide350.xml"/><Relationship Id="rId8" Type="http://schemas.openxmlformats.org/officeDocument/2006/relationships/audio" Target="../media/snd_d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2.xml"/><Relationship Id="rId6" Type="http://schemas.openxmlformats.org/officeDocument/2006/relationships/slide" Target="slide348.xml"/><Relationship Id="rId7" Type="http://schemas.openxmlformats.org/officeDocument/2006/relationships/slide" Target="slide350.xml"/><Relationship Id="rId8" Type="http://schemas.openxmlformats.org/officeDocument/2006/relationships/audio" Target="../media/snd_d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3.xml"/><Relationship Id="rId6" Type="http://schemas.openxmlformats.org/officeDocument/2006/relationships/slide" Target="slide349.xml"/><Relationship Id="rId7" Type="http://schemas.openxmlformats.org/officeDocument/2006/relationships/slide" Target="slide350.xml"/><Relationship Id="rId8" Type="http://schemas.openxmlformats.org/officeDocument/2006/relationships/audio" Target="../media/snd_d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50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4.xml"/><Relationship Id="rId6" Type="http://schemas.openxmlformats.org/officeDocument/2006/relationships/slide" Target="slide338.xml"/><Relationship Id="rId7" Type="http://schemas.openxmlformats.org/officeDocument/2006/relationships/slide" Target="slide350.xml"/><Relationship Id="rId8" Type="http://schemas.openxmlformats.org/officeDocument/2006/relationships/audio" Target="../media/snd_bo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39.xml"/><Relationship Id="rId6" Type="http://schemas.openxmlformats.org/officeDocument/2006/relationships/slide" Target="slide345.xml"/><Relationship Id="rId7" Type="http://schemas.openxmlformats.org/officeDocument/2006/relationships/slide" Target="slide350.xml"/><Relationship Id="rId8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6.xml"/><Relationship Id="rId6" Type="http://schemas.openxmlformats.org/officeDocument/2006/relationships/slide" Target="slide340.xml"/><Relationship Id="rId7" Type="http://schemas.openxmlformats.org/officeDocument/2006/relationships/slide" Target="slide350.xml"/><Relationship Id="rId8" Type="http://schemas.openxmlformats.org/officeDocument/2006/relationships/audio" Target="../media/snd_bo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1.xml"/><Relationship Id="rId6" Type="http://schemas.openxmlformats.org/officeDocument/2006/relationships/slide" Target="slide347.xml"/><Relationship Id="rId7" Type="http://schemas.openxmlformats.org/officeDocument/2006/relationships/slide" Target="slide350.xml"/><Relationship Id="rId8" Type="http://schemas.openxmlformats.org/officeDocument/2006/relationships/audio" Target="../media/snd_boing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2.xml"/><Relationship Id="rId6" Type="http://schemas.openxmlformats.org/officeDocument/2006/relationships/slide" Target="slide348.xml"/><Relationship Id="rId7" Type="http://schemas.openxmlformats.org/officeDocument/2006/relationships/slide" Target="slide350.xml"/><Relationship Id="rId8" Type="http://schemas.openxmlformats.org/officeDocument/2006/relationships/audio" Target="../media/snd_bo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343.xml"/><Relationship Id="rId6" Type="http://schemas.openxmlformats.org/officeDocument/2006/relationships/slide" Target="slide349.xml"/><Relationship Id="rId7" Type="http://schemas.openxmlformats.org/officeDocument/2006/relationships/slide" Target="slide350.xml"/><Relationship Id="rId8" Type="http://schemas.openxmlformats.org/officeDocument/2006/relationships/audio" Target="../media/snd_boing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6.xml"/><Relationship Id="rId4" Type="http://schemas.openxmlformats.org/officeDocument/2006/relationships/slide" Target="slide351.xml"/><Relationship Id="rId5" Type="http://schemas.openxmlformats.org/officeDocument/2006/relationships/slide" Target="slide361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2.xml"/><Relationship Id="rId4" Type="http://schemas.openxmlformats.org/officeDocument/2006/relationships/slide" Target="slide357.xml"/><Relationship Id="rId5" Type="http://schemas.openxmlformats.org/officeDocument/2006/relationships/slide" Target="slide361.xml"/><Relationship Id="rId6" Type="http://schemas.openxmlformats.org/officeDocument/2006/relationships/audio" Target="../media/snd_d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8.xml"/><Relationship Id="rId4" Type="http://schemas.openxmlformats.org/officeDocument/2006/relationships/slide" Target="slide353.xml"/><Relationship Id="rId5" Type="http://schemas.openxmlformats.org/officeDocument/2006/relationships/slide" Target="slide361.xml"/><Relationship Id="rId6" Type="http://schemas.openxmlformats.org/officeDocument/2006/relationships/audio" Target="../media/snd_d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9.xml"/><Relationship Id="rId4" Type="http://schemas.openxmlformats.org/officeDocument/2006/relationships/slide" Target="slide354.xml"/><Relationship Id="rId5" Type="http://schemas.openxmlformats.org/officeDocument/2006/relationships/slide" Target="slide361.xml"/><Relationship Id="rId6" Type="http://schemas.openxmlformats.org/officeDocument/2006/relationships/audio" Target="../media/snd_d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5.xml"/><Relationship Id="rId4" Type="http://schemas.openxmlformats.org/officeDocument/2006/relationships/slide" Target="slide360.xml"/><Relationship Id="rId5" Type="http://schemas.openxmlformats.org/officeDocument/2006/relationships/slide" Target="slide361.xml"/><Relationship Id="rId6" Type="http://schemas.openxmlformats.org/officeDocument/2006/relationships/audio" Target="../media/snd_ding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61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6.xml"/><Relationship Id="rId4" Type="http://schemas.openxmlformats.org/officeDocument/2006/relationships/slide" Target="slide351.xml"/><Relationship Id="rId5" Type="http://schemas.openxmlformats.org/officeDocument/2006/relationships/slide" Target="slide361.xml"/><Relationship Id="rId6" Type="http://schemas.openxmlformats.org/officeDocument/2006/relationships/audio" Target="../media/snd_boing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2.xml"/><Relationship Id="rId4" Type="http://schemas.openxmlformats.org/officeDocument/2006/relationships/slide" Target="slide357.xml"/><Relationship Id="rId5" Type="http://schemas.openxmlformats.org/officeDocument/2006/relationships/slide" Target="slide361.xml"/><Relationship Id="rId6" Type="http://schemas.openxmlformats.org/officeDocument/2006/relationships/audio" Target="../media/snd_boing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8.xml"/><Relationship Id="rId4" Type="http://schemas.openxmlformats.org/officeDocument/2006/relationships/slide" Target="slide353.xml"/><Relationship Id="rId5" Type="http://schemas.openxmlformats.org/officeDocument/2006/relationships/slide" Target="slide361.xml"/><Relationship Id="rId6" Type="http://schemas.openxmlformats.org/officeDocument/2006/relationships/audio" Target="../media/snd_boing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9.xml"/><Relationship Id="rId4" Type="http://schemas.openxmlformats.org/officeDocument/2006/relationships/slide" Target="slide354.xml"/><Relationship Id="rId5" Type="http://schemas.openxmlformats.org/officeDocument/2006/relationships/slide" Target="slide361.xml"/><Relationship Id="rId6" Type="http://schemas.openxmlformats.org/officeDocument/2006/relationships/audio" Target="../media/snd_boing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355.xml"/><Relationship Id="rId4" Type="http://schemas.openxmlformats.org/officeDocument/2006/relationships/slide" Target="slide360.xml"/><Relationship Id="rId5" Type="http://schemas.openxmlformats.org/officeDocument/2006/relationships/slide" Target="slide361.xml"/><Relationship Id="rId6" Type="http://schemas.openxmlformats.org/officeDocument/2006/relationships/audio" Target="../media/snd_boing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6.png"/><Relationship Id="rId6" Type="http://schemas.openxmlformats.org/officeDocument/2006/relationships/image" Target="../media/image2.png"/><Relationship Id="rId7" Type="http://schemas.openxmlformats.org/officeDocument/2006/relationships/slide" Target="slide362.xml"/><Relationship Id="rId8" Type="http://schemas.openxmlformats.org/officeDocument/2006/relationships/slide" Target="slide363.xml"/><Relationship Id="rId9" Type="http://schemas.openxmlformats.org/officeDocument/2006/relationships/slide" Target="slide365.xml"/><Relationship Id="rId10" Type="http://schemas.openxmlformats.org/officeDocument/2006/relationships/slide" Target="slide368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6.png"/><Relationship Id="rId6" Type="http://schemas.openxmlformats.org/officeDocument/2006/relationships/image" Target="../media/image2.png"/><Relationship Id="rId7" Type="http://schemas.openxmlformats.org/officeDocument/2006/relationships/slide" Target="slide362.xml"/><Relationship Id="rId8" Type="http://schemas.openxmlformats.org/officeDocument/2006/relationships/slide" Target="slide363.xml"/><Relationship Id="rId9" Type="http://schemas.openxmlformats.org/officeDocument/2006/relationships/slide" Target="slide365.xml"/><Relationship Id="rId10" Type="http://schemas.openxmlformats.org/officeDocument/2006/relationships/slide" Target="slide368.xml"/><Relationship Id="rId11" Type="http://schemas.openxmlformats.org/officeDocument/2006/relationships/audio" Target="../media/snd_boing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slide" Target="slide364.xml"/><Relationship Id="rId7" Type="http://schemas.openxmlformats.org/officeDocument/2006/relationships/slide" Target="slide367.xml"/><Relationship Id="rId8" Type="http://schemas.openxmlformats.org/officeDocument/2006/relationships/slide" Target="slide368.xml"/><Relationship Id="rId9" Type="http://schemas.openxmlformats.org/officeDocument/2006/relationships/audio" Target="../media/snd_pop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slide" Target="slide364.xml"/><Relationship Id="rId7" Type="http://schemas.openxmlformats.org/officeDocument/2006/relationships/slide" Target="slide367.xml"/><Relationship Id="rId8" Type="http://schemas.openxmlformats.org/officeDocument/2006/relationships/slide" Target="slide368.xml"/><Relationship Id="rId9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6.png"/><Relationship Id="rId6" Type="http://schemas.openxmlformats.org/officeDocument/2006/relationships/slide" Target="slide366.xml"/><Relationship Id="rId7" Type="http://schemas.openxmlformats.org/officeDocument/2006/relationships/slide" Target="slide367.xml"/><Relationship Id="rId8" Type="http://schemas.openxmlformats.org/officeDocument/2006/relationships/slide" Target="slide368.xml"/><Relationship Id="rId9" Type="http://schemas.openxmlformats.org/officeDocument/2006/relationships/audio" Target="../media/snd_pop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6.png"/><Relationship Id="rId6" Type="http://schemas.openxmlformats.org/officeDocument/2006/relationships/slide" Target="slide366.xml"/><Relationship Id="rId7" Type="http://schemas.openxmlformats.org/officeDocument/2006/relationships/slide" Target="slide367.xml"/><Relationship Id="rId8" Type="http://schemas.openxmlformats.org/officeDocument/2006/relationships/slide" Target="slide368.xml"/><Relationship Id="rId9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slide" Target="slide368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2.xml"/><Relationship Id="rId6" Type="http://schemas.openxmlformats.org/officeDocument/2006/relationships/slide" Target="slide369.xml"/><Relationship Id="rId7" Type="http://schemas.openxmlformats.org/officeDocument/2006/relationships/slide" Target="slide375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0.xml"/><Relationship Id="rId6" Type="http://schemas.openxmlformats.org/officeDocument/2006/relationships/slide" Target="slide373.xml"/><Relationship Id="rId7" Type="http://schemas.openxmlformats.org/officeDocument/2006/relationships/slide" Target="slide375.xml"/><Relationship Id="rId8" Type="http://schemas.openxmlformats.org/officeDocument/2006/relationships/audio" Target="../media/snd_ding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1.xml"/><Relationship Id="rId6" Type="http://schemas.openxmlformats.org/officeDocument/2006/relationships/slide" Target="slide375.xml"/><Relationship Id="rId7" Type="http://schemas.openxmlformats.org/officeDocument/2006/relationships/audio" Target="../media/snd_ding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4.xml"/><Relationship Id="rId6" Type="http://schemas.openxmlformats.org/officeDocument/2006/relationships/slide" Target="slide375.xml"/><Relationship Id="rId7" Type="http://schemas.openxmlformats.org/officeDocument/2006/relationships/audio" Target="../media/snd_d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2.xml"/><Relationship Id="rId6" Type="http://schemas.openxmlformats.org/officeDocument/2006/relationships/slide" Target="slide369.xml"/><Relationship Id="rId7" Type="http://schemas.openxmlformats.org/officeDocument/2006/relationships/slide" Target="slide375.xml"/><Relationship Id="rId8" Type="http://schemas.openxmlformats.org/officeDocument/2006/relationships/audio" Target="../media/snd_bo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0.xml"/><Relationship Id="rId6" Type="http://schemas.openxmlformats.org/officeDocument/2006/relationships/slide" Target="slide373.xml"/><Relationship Id="rId7" Type="http://schemas.openxmlformats.org/officeDocument/2006/relationships/slide" Target="slide375.xml"/><Relationship Id="rId8" Type="http://schemas.openxmlformats.org/officeDocument/2006/relationships/audio" Target="../media/snd_boing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5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7.png"/><Relationship Id="rId7" Type="http://schemas.openxmlformats.org/officeDocument/2006/relationships/slide" Target="slide377.xml"/><Relationship Id="rId8" Type="http://schemas.openxmlformats.org/officeDocument/2006/relationships/slide" Target="slide376.xml"/><Relationship Id="rId9" Type="http://schemas.openxmlformats.org/officeDocument/2006/relationships/slide" Target="slide378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7.png"/><Relationship Id="rId7" Type="http://schemas.openxmlformats.org/officeDocument/2006/relationships/slide" Target="slide377.xml"/><Relationship Id="rId8" Type="http://schemas.openxmlformats.org/officeDocument/2006/relationships/slide" Target="slide376.xml"/><Relationship Id="rId9" Type="http://schemas.openxmlformats.org/officeDocument/2006/relationships/slide" Target="slide378.xml"/><Relationship Id="rId10" Type="http://schemas.openxmlformats.org/officeDocument/2006/relationships/audio" Target="../media/snd_bo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7.png"/><Relationship Id="rId6" Type="http://schemas.openxmlformats.org/officeDocument/2006/relationships/slide" Target="slide378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379.xml"/><Relationship Id="rId6" Type="http://schemas.openxmlformats.org/officeDocument/2006/relationships/slide" Target="slide380.xml"/><Relationship Id="rId7" Type="http://schemas.openxmlformats.org/officeDocument/2006/relationships/slide" Target="slide382.xml"/><Relationship Id="rId8" Type="http://schemas.openxmlformats.org/officeDocument/2006/relationships/slide" Target="slide385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379.xml"/><Relationship Id="rId6" Type="http://schemas.openxmlformats.org/officeDocument/2006/relationships/slide" Target="slide380.xml"/><Relationship Id="rId7" Type="http://schemas.openxmlformats.org/officeDocument/2006/relationships/slide" Target="slide382.xml"/><Relationship Id="rId8" Type="http://schemas.openxmlformats.org/officeDocument/2006/relationships/slide" Target="slide385.xml"/><Relationship Id="rId9" Type="http://schemas.openxmlformats.org/officeDocument/2006/relationships/audio" Target="../media/snd_boing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381.xml"/><Relationship Id="rId6" Type="http://schemas.openxmlformats.org/officeDocument/2006/relationships/slide" Target="slide384.xml"/><Relationship Id="rId7" Type="http://schemas.openxmlformats.org/officeDocument/2006/relationships/slide" Target="slide385.xml"/><Relationship Id="rId8" Type="http://schemas.openxmlformats.org/officeDocument/2006/relationships/audio" Target="../media/snd_splash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381.xml"/><Relationship Id="rId6" Type="http://schemas.openxmlformats.org/officeDocument/2006/relationships/slide" Target="slide384.xml"/><Relationship Id="rId7" Type="http://schemas.openxmlformats.org/officeDocument/2006/relationships/slide" Target="slide385.xml"/><Relationship Id="rId8" Type="http://schemas.openxmlformats.org/officeDocument/2006/relationships/audio" Target="../media/snd_boing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383.xml"/><Relationship Id="rId6" Type="http://schemas.openxmlformats.org/officeDocument/2006/relationships/slide" Target="slide384.xml"/><Relationship Id="rId7" Type="http://schemas.openxmlformats.org/officeDocument/2006/relationships/slide" Target="slide385.xml"/><Relationship Id="rId8" Type="http://schemas.openxmlformats.org/officeDocument/2006/relationships/audio" Target="../media/snd_splash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383.xml"/><Relationship Id="rId6" Type="http://schemas.openxmlformats.org/officeDocument/2006/relationships/slide" Target="slide384.xml"/><Relationship Id="rId7" Type="http://schemas.openxmlformats.org/officeDocument/2006/relationships/slide" Target="slide385.xml"/><Relationship Id="rId8" Type="http://schemas.openxmlformats.org/officeDocument/2006/relationships/audio" Target="../media/snd_boing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385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87.xml"/><Relationship Id="rId4" Type="http://schemas.openxmlformats.org/officeDocument/2006/relationships/slide" Target="slide389.xml"/><Relationship Id="rId5" Type="http://schemas.openxmlformats.org/officeDocument/2006/relationships/slide" Target="slide386.xml"/><Relationship Id="rId6" Type="http://schemas.openxmlformats.org/officeDocument/2006/relationships/slide" Target="slide392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87.xml"/><Relationship Id="rId4" Type="http://schemas.openxmlformats.org/officeDocument/2006/relationships/slide" Target="slide389.xml"/><Relationship Id="rId5" Type="http://schemas.openxmlformats.org/officeDocument/2006/relationships/slide" Target="slide386.xml"/><Relationship Id="rId6" Type="http://schemas.openxmlformats.org/officeDocument/2006/relationships/slide" Target="slide392.xml"/><Relationship Id="rId7" Type="http://schemas.openxmlformats.org/officeDocument/2006/relationships/audio" Target="../media/snd_boing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91.xml"/><Relationship Id="rId4" Type="http://schemas.openxmlformats.org/officeDocument/2006/relationships/slide" Target="slide388.xml"/><Relationship Id="rId5" Type="http://schemas.openxmlformats.org/officeDocument/2006/relationships/slide" Target="slide392.xml"/><Relationship Id="rId6" Type="http://schemas.openxmlformats.org/officeDocument/2006/relationships/audio" Target="../media/snd_bonk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91.xml"/><Relationship Id="rId4" Type="http://schemas.openxmlformats.org/officeDocument/2006/relationships/slide" Target="slide388.xml"/><Relationship Id="rId5" Type="http://schemas.openxmlformats.org/officeDocument/2006/relationships/slide" Target="slide392.xml"/><Relationship Id="rId6" Type="http://schemas.openxmlformats.org/officeDocument/2006/relationships/audio" Target="../media/snd_bo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91.xml"/><Relationship Id="rId4" Type="http://schemas.openxmlformats.org/officeDocument/2006/relationships/slide" Target="slide390.xml"/><Relationship Id="rId5" Type="http://schemas.openxmlformats.org/officeDocument/2006/relationships/slide" Target="slide392.xml"/><Relationship Id="rId6" Type="http://schemas.openxmlformats.org/officeDocument/2006/relationships/audio" Target="../media/snd_bonk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91.xml"/><Relationship Id="rId4" Type="http://schemas.openxmlformats.org/officeDocument/2006/relationships/slide" Target="slide390.xml"/><Relationship Id="rId5" Type="http://schemas.openxmlformats.org/officeDocument/2006/relationships/slide" Target="slide392.xml"/><Relationship Id="rId6" Type="http://schemas.openxmlformats.org/officeDocument/2006/relationships/audio" Target="../media/snd_boing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92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3.xml"/><Relationship Id="rId4" Type="http://schemas.openxmlformats.org/officeDocument/2006/relationships/slide" Target="slide394.xml"/><Relationship Id="rId5" Type="http://schemas.openxmlformats.org/officeDocument/2006/relationships/slide" Target="slide395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3.xml"/><Relationship Id="rId4" Type="http://schemas.openxmlformats.org/officeDocument/2006/relationships/slide" Target="slide394.xml"/><Relationship Id="rId5" Type="http://schemas.openxmlformats.org/officeDocument/2006/relationships/slide" Target="slide395.xml"/><Relationship Id="rId6" Type="http://schemas.openxmlformats.org/officeDocument/2006/relationships/audio" Target="../media/snd_boing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5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396.xml"/><Relationship Id="rId12" Type="http://schemas.openxmlformats.org/officeDocument/2006/relationships/slide" Target="slide397.xml"/><Relationship Id="rId13" Type="http://schemas.openxmlformats.org/officeDocument/2006/relationships/slide" Target="slide398.xml"/><Relationship Id="rId14" Type="http://schemas.openxmlformats.org/officeDocument/2006/relationships/slide" Target="slide399.xml"/><Relationship Id="rId15" Type="http://schemas.openxmlformats.org/officeDocument/2006/relationships/slide" Target="slide400.xml"/><Relationship Id="rId16" Type="http://schemas.openxmlformats.org/officeDocument/2006/relationships/slide" Target="slide401.xml"/><Relationship Id="rId17" Type="http://schemas.openxmlformats.org/officeDocument/2006/relationships/slide" Target="slide402.xml"/><Relationship Id="rId18" Type="http://schemas.openxmlformats.org/officeDocument/2006/relationships/slide" Target="slide403.xml"/><Relationship Id="rId19" Type="http://schemas.openxmlformats.org/officeDocument/2006/relationships/slide" Target="slide404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tada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1.xml"/><Relationship Id="rId6" Type="http://schemas.openxmlformats.org/officeDocument/2006/relationships/slide" Target="slide405.xml"/><Relationship Id="rId7" Type="http://schemas.openxmlformats.org/officeDocument/2006/relationships/slide" Target="slide41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6.xml"/><Relationship Id="rId6" Type="http://schemas.openxmlformats.org/officeDocument/2006/relationships/slide" Target="slide412.xml"/><Relationship Id="rId7" Type="http://schemas.openxmlformats.org/officeDocument/2006/relationships/slide" Target="slide417.xml"/><Relationship Id="rId8" Type="http://schemas.openxmlformats.org/officeDocument/2006/relationships/audio" Target="../media/snd_ding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7.xml"/><Relationship Id="rId6" Type="http://schemas.openxmlformats.org/officeDocument/2006/relationships/slide" Target="slide413.xml"/><Relationship Id="rId7" Type="http://schemas.openxmlformats.org/officeDocument/2006/relationships/slide" Target="slide417.xml"/><Relationship Id="rId8" Type="http://schemas.openxmlformats.org/officeDocument/2006/relationships/audio" Target="../media/snd_ding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4.xml"/><Relationship Id="rId6" Type="http://schemas.openxmlformats.org/officeDocument/2006/relationships/slide" Target="slide408.xml"/><Relationship Id="rId7" Type="http://schemas.openxmlformats.org/officeDocument/2006/relationships/slide" Target="slide417.xml"/><Relationship Id="rId8" Type="http://schemas.openxmlformats.org/officeDocument/2006/relationships/audio" Target="../media/snd_ding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5.xml"/><Relationship Id="rId6" Type="http://schemas.openxmlformats.org/officeDocument/2006/relationships/slide" Target="slide409.xml"/><Relationship Id="rId7" Type="http://schemas.openxmlformats.org/officeDocument/2006/relationships/slide" Target="slide417.xml"/><Relationship Id="rId8" Type="http://schemas.openxmlformats.org/officeDocument/2006/relationships/audio" Target="../media/snd_ding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6.xml"/><Relationship Id="rId6" Type="http://schemas.openxmlformats.org/officeDocument/2006/relationships/slide" Target="slide410.xml"/><Relationship Id="rId7" Type="http://schemas.openxmlformats.org/officeDocument/2006/relationships/slide" Target="slide417.xml"/><Relationship Id="rId8" Type="http://schemas.openxmlformats.org/officeDocument/2006/relationships/audio" Target="../media/snd_ding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17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1.xml"/><Relationship Id="rId6" Type="http://schemas.openxmlformats.org/officeDocument/2006/relationships/slide" Target="slide405.xml"/><Relationship Id="rId7" Type="http://schemas.openxmlformats.org/officeDocument/2006/relationships/slide" Target="slide417.xml"/><Relationship Id="rId8" Type="http://schemas.openxmlformats.org/officeDocument/2006/relationships/audio" Target="../media/snd_boing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6.xml"/><Relationship Id="rId6" Type="http://schemas.openxmlformats.org/officeDocument/2006/relationships/slide" Target="slide412.xml"/><Relationship Id="rId7" Type="http://schemas.openxmlformats.org/officeDocument/2006/relationships/slide" Target="slide417.xml"/><Relationship Id="rId8" Type="http://schemas.openxmlformats.org/officeDocument/2006/relationships/audio" Target="../media/snd_boing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07.xml"/><Relationship Id="rId6" Type="http://schemas.openxmlformats.org/officeDocument/2006/relationships/slide" Target="slide413.xml"/><Relationship Id="rId7" Type="http://schemas.openxmlformats.org/officeDocument/2006/relationships/slide" Target="slide417.xml"/><Relationship Id="rId8" Type="http://schemas.openxmlformats.org/officeDocument/2006/relationships/audio" Target="../media/snd_boing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4.xml"/><Relationship Id="rId6" Type="http://schemas.openxmlformats.org/officeDocument/2006/relationships/slide" Target="slide408.xml"/><Relationship Id="rId7" Type="http://schemas.openxmlformats.org/officeDocument/2006/relationships/slide" Target="slide417.xml"/><Relationship Id="rId8" Type="http://schemas.openxmlformats.org/officeDocument/2006/relationships/audio" Target="../media/snd_boing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5.xml"/><Relationship Id="rId6" Type="http://schemas.openxmlformats.org/officeDocument/2006/relationships/slide" Target="slide409.xml"/><Relationship Id="rId7" Type="http://schemas.openxmlformats.org/officeDocument/2006/relationships/slide" Target="slide417.xml"/><Relationship Id="rId8" Type="http://schemas.openxmlformats.org/officeDocument/2006/relationships/audio" Target="../media/snd_boing.wav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16.xml"/><Relationship Id="rId6" Type="http://schemas.openxmlformats.org/officeDocument/2006/relationships/slide" Target="slide410.xml"/><Relationship Id="rId7" Type="http://schemas.openxmlformats.org/officeDocument/2006/relationships/slide" Target="slide417.xml"/><Relationship Id="rId8" Type="http://schemas.openxmlformats.org/officeDocument/2006/relationships/audio" Target="../media/snd_bo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3.xml"/><Relationship Id="rId4" Type="http://schemas.openxmlformats.org/officeDocument/2006/relationships/slide" Target="slide418.xml"/><Relationship Id="rId5" Type="http://schemas.openxmlformats.org/officeDocument/2006/relationships/slide" Target="slide428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19.xml"/><Relationship Id="rId4" Type="http://schemas.openxmlformats.org/officeDocument/2006/relationships/slide" Target="slide424.xml"/><Relationship Id="rId5" Type="http://schemas.openxmlformats.org/officeDocument/2006/relationships/slide" Target="slide428.xml"/><Relationship Id="rId6" Type="http://schemas.openxmlformats.org/officeDocument/2006/relationships/audio" Target="../media/snd_ding.wav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5.xml"/><Relationship Id="rId4" Type="http://schemas.openxmlformats.org/officeDocument/2006/relationships/slide" Target="slide420.xml"/><Relationship Id="rId5" Type="http://schemas.openxmlformats.org/officeDocument/2006/relationships/slide" Target="slide428.xml"/><Relationship Id="rId6" Type="http://schemas.openxmlformats.org/officeDocument/2006/relationships/audio" Target="../media/snd_d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6.xml"/><Relationship Id="rId4" Type="http://schemas.openxmlformats.org/officeDocument/2006/relationships/slide" Target="slide421.xml"/><Relationship Id="rId5" Type="http://schemas.openxmlformats.org/officeDocument/2006/relationships/slide" Target="slide428.xml"/><Relationship Id="rId6" Type="http://schemas.openxmlformats.org/officeDocument/2006/relationships/audio" Target="../media/snd_ding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2.xml"/><Relationship Id="rId4" Type="http://schemas.openxmlformats.org/officeDocument/2006/relationships/slide" Target="slide427.xml"/><Relationship Id="rId5" Type="http://schemas.openxmlformats.org/officeDocument/2006/relationships/slide" Target="slide428.xml"/><Relationship Id="rId6" Type="http://schemas.openxmlformats.org/officeDocument/2006/relationships/audio" Target="../media/snd_ding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3.xml"/><Relationship Id="rId4" Type="http://schemas.openxmlformats.org/officeDocument/2006/relationships/slide" Target="slide418.xml"/><Relationship Id="rId5" Type="http://schemas.openxmlformats.org/officeDocument/2006/relationships/slide" Target="slide428.xml"/><Relationship Id="rId6" Type="http://schemas.openxmlformats.org/officeDocument/2006/relationships/audio" Target="../media/snd_boing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19.xml"/><Relationship Id="rId4" Type="http://schemas.openxmlformats.org/officeDocument/2006/relationships/slide" Target="slide424.xml"/><Relationship Id="rId5" Type="http://schemas.openxmlformats.org/officeDocument/2006/relationships/slide" Target="slide428.xml"/><Relationship Id="rId6" Type="http://schemas.openxmlformats.org/officeDocument/2006/relationships/audio" Target="../media/snd_boing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5.xml"/><Relationship Id="rId4" Type="http://schemas.openxmlformats.org/officeDocument/2006/relationships/slide" Target="slide420.xml"/><Relationship Id="rId5" Type="http://schemas.openxmlformats.org/officeDocument/2006/relationships/slide" Target="slide428.xml"/><Relationship Id="rId6" Type="http://schemas.openxmlformats.org/officeDocument/2006/relationships/audio" Target="../media/snd_boing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6.xml"/><Relationship Id="rId4" Type="http://schemas.openxmlformats.org/officeDocument/2006/relationships/slide" Target="slide421.xml"/><Relationship Id="rId5" Type="http://schemas.openxmlformats.org/officeDocument/2006/relationships/slide" Target="slide428.xml"/><Relationship Id="rId6" Type="http://schemas.openxmlformats.org/officeDocument/2006/relationships/audio" Target="../media/snd_boing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22.xml"/><Relationship Id="rId4" Type="http://schemas.openxmlformats.org/officeDocument/2006/relationships/slide" Target="slide427.xml"/><Relationship Id="rId5" Type="http://schemas.openxmlformats.org/officeDocument/2006/relationships/slide" Target="slide428.xml"/><Relationship Id="rId6" Type="http://schemas.openxmlformats.org/officeDocument/2006/relationships/audio" Target="../media/snd_boing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2.xml"/><Relationship Id="rId6" Type="http://schemas.openxmlformats.org/officeDocument/2006/relationships/slide" Target="slide429.xml"/><Relationship Id="rId7" Type="http://schemas.openxmlformats.org/officeDocument/2006/relationships/slide" Target="slide435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3.xml"/><Relationship Id="rId6" Type="http://schemas.openxmlformats.org/officeDocument/2006/relationships/slide" Target="slide430.xml"/><Relationship Id="rId7" Type="http://schemas.openxmlformats.org/officeDocument/2006/relationships/slide" Target="slide435.xml"/><Relationship Id="rId8" Type="http://schemas.openxmlformats.org/officeDocument/2006/relationships/audio" Target="../media/snd_d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1.xml"/><Relationship Id="rId6" Type="http://schemas.openxmlformats.org/officeDocument/2006/relationships/slide" Target="slide435.xml"/><Relationship Id="rId7" Type="http://schemas.openxmlformats.org/officeDocument/2006/relationships/audio" Target="../media/snd_d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4.xml"/><Relationship Id="rId6" Type="http://schemas.openxmlformats.org/officeDocument/2006/relationships/slide" Target="slide435.xml"/><Relationship Id="rId7" Type="http://schemas.openxmlformats.org/officeDocument/2006/relationships/audio" Target="../media/snd_d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2.xml"/><Relationship Id="rId6" Type="http://schemas.openxmlformats.org/officeDocument/2006/relationships/slide" Target="slide429.xml"/><Relationship Id="rId7" Type="http://schemas.openxmlformats.org/officeDocument/2006/relationships/slide" Target="slide435.xml"/><Relationship Id="rId8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3.xml"/><Relationship Id="rId6" Type="http://schemas.openxmlformats.org/officeDocument/2006/relationships/slide" Target="slide430.xml"/><Relationship Id="rId7" Type="http://schemas.openxmlformats.org/officeDocument/2006/relationships/slide" Target="slide435.xml"/><Relationship Id="rId8" Type="http://schemas.openxmlformats.org/officeDocument/2006/relationships/audio" Target="../media/snd_boing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5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4.png"/><Relationship Id="rId8" Type="http://schemas.openxmlformats.org/officeDocument/2006/relationships/slide" Target="slide437.xml"/><Relationship Id="rId9" Type="http://schemas.openxmlformats.org/officeDocument/2006/relationships/slide" Target="slide436.xml"/><Relationship Id="rId10" Type="http://schemas.openxmlformats.org/officeDocument/2006/relationships/slide" Target="slide439.xml"/><Relationship Id="rId11" Type="http://schemas.openxmlformats.org/officeDocument/2006/relationships/slide" Target="slide442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4.png"/><Relationship Id="rId8" Type="http://schemas.openxmlformats.org/officeDocument/2006/relationships/slide" Target="slide437.xml"/><Relationship Id="rId9" Type="http://schemas.openxmlformats.org/officeDocument/2006/relationships/slide" Target="slide436.xml"/><Relationship Id="rId10" Type="http://schemas.openxmlformats.org/officeDocument/2006/relationships/slide" Target="slide439.xml"/><Relationship Id="rId11" Type="http://schemas.openxmlformats.org/officeDocument/2006/relationships/slide" Target="slide442.xml"/><Relationship Id="rId12" Type="http://schemas.openxmlformats.org/officeDocument/2006/relationships/audio" Target="../media/snd_boing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4.png"/><Relationship Id="rId7" Type="http://schemas.openxmlformats.org/officeDocument/2006/relationships/slide" Target="slide438.xml"/><Relationship Id="rId8" Type="http://schemas.openxmlformats.org/officeDocument/2006/relationships/slide" Target="slide441.xml"/><Relationship Id="rId9" Type="http://schemas.openxmlformats.org/officeDocument/2006/relationships/slide" Target="slide442.xml"/><Relationship Id="rId10" Type="http://schemas.openxmlformats.org/officeDocument/2006/relationships/audio" Target="../media/snd_pop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4.png"/><Relationship Id="rId7" Type="http://schemas.openxmlformats.org/officeDocument/2006/relationships/slide" Target="slide438.xml"/><Relationship Id="rId8" Type="http://schemas.openxmlformats.org/officeDocument/2006/relationships/slide" Target="slide441.xml"/><Relationship Id="rId9" Type="http://schemas.openxmlformats.org/officeDocument/2006/relationships/slide" Target="slide442.xml"/><Relationship Id="rId10" Type="http://schemas.openxmlformats.org/officeDocument/2006/relationships/audio" Target="../media/snd_boing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slide" Target="slide441.xml"/><Relationship Id="rId8" Type="http://schemas.openxmlformats.org/officeDocument/2006/relationships/slide" Target="slide440.xml"/><Relationship Id="rId9" Type="http://schemas.openxmlformats.org/officeDocument/2006/relationships/slide" Target="slide442.xml"/><Relationship Id="rId10" Type="http://schemas.openxmlformats.org/officeDocument/2006/relationships/audio" Target="../media/snd_pop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slide" Target="slide441.xml"/><Relationship Id="rId8" Type="http://schemas.openxmlformats.org/officeDocument/2006/relationships/slide" Target="slide440.xml"/><Relationship Id="rId9" Type="http://schemas.openxmlformats.org/officeDocument/2006/relationships/slide" Target="slide442.xml"/><Relationship Id="rId10" Type="http://schemas.openxmlformats.org/officeDocument/2006/relationships/audio" Target="../media/snd_boing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slide" Target="slide442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0.png"/><Relationship Id="rId6" Type="http://schemas.openxmlformats.org/officeDocument/2006/relationships/image" Target="../media/image9.png"/><Relationship Id="rId7" Type="http://schemas.openxmlformats.org/officeDocument/2006/relationships/slide" Target="slide443.xml"/><Relationship Id="rId8" Type="http://schemas.openxmlformats.org/officeDocument/2006/relationships/slide" Target="slide444.xml"/><Relationship Id="rId9" Type="http://schemas.openxmlformats.org/officeDocument/2006/relationships/slide" Target="slide445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40.png"/><Relationship Id="rId6" Type="http://schemas.openxmlformats.org/officeDocument/2006/relationships/image" Target="../media/image9.png"/><Relationship Id="rId7" Type="http://schemas.openxmlformats.org/officeDocument/2006/relationships/slide" Target="slide443.xml"/><Relationship Id="rId8" Type="http://schemas.openxmlformats.org/officeDocument/2006/relationships/slide" Target="slide444.xml"/><Relationship Id="rId9" Type="http://schemas.openxmlformats.org/officeDocument/2006/relationships/slide" Target="slide445.xml"/><Relationship Id="rId10" Type="http://schemas.openxmlformats.org/officeDocument/2006/relationships/audio" Target="../media/snd_boing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40.png"/><Relationship Id="rId6" Type="http://schemas.openxmlformats.org/officeDocument/2006/relationships/image" Target="../media/image9.png"/><Relationship Id="rId7" Type="http://schemas.openxmlformats.org/officeDocument/2006/relationships/slide" Target="slide445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" Target="slide446.xml"/><Relationship Id="rId7" Type="http://schemas.openxmlformats.org/officeDocument/2006/relationships/slide" Target="slide447.xml"/><Relationship Id="rId8" Type="http://schemas.openxmlformats.org/officeDocument/2006/relationships/slide" Target="slide449.xml"/><Relationship Id="rId9" Type="http://schemas.openxmlformats.org/officeDocument/2006/relationships/slide" Target="slide452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" Target="slide446.xml"/><Relationship Id="rId7" Type="http://schemas.openxmlformats.org/officeDocument/2006/relationships/slide" Target="slide447.xml"/><Relationship Id="rId8" Type="http://schemas.openxmlformats.org/officeDocument/2006/relationships/slide" Target="slide449.xml"/><Relationship Id="rId9" Type="http://schemas.openxmlformats.org/officeDocument/2006/relationships/slide" Target="slide452.xml"/><Relationship Id="rId10" Type="http://schemas.openxmlformats.org/officeDocument/2006/relationships/audio" Target="../media/snd_boing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" Target="slide448.xml"/><Relationship Id="rId7" Type="http://schemas.openxmlformats.org/officeDocument/2006/relationships/slide" Target="slide451.xml"/><Relationship Id="rId8" Type="http://schemas.openxmlformats.org/officeDocument/2006/relationships/slide" Target="slide452.xml"/><Relationship Id="rId9" Type="http://schemas.openxmlformats.org/officeDocument/2006/relationships/audio" Target="../media/snd_splash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" Target="slide448.xml"/><Relationship Id="rId7" Type="http://schemas.openxmlformats.org/officeDocument/2006/relationships/slide" Target="slide451.xml"/><Relationship Id="rId8" Type="http://schemas.openxmlformats.org/officeDocument/2006/relationships/slide" Target="slide452.xml"/><Relationship Id="rId9" Type="http://schemas.openxmlformats.org/officeDocument/2006/relationships/audio" Target="../media/snd_boing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" Target="slide450.xml"/><Relationship Id="rId7" Type="http://schemas.openxmlformats.org/officeDocument/2006/relationships/slide" Target="slide451.xml"/><Relationship Id="rId8" Type="http://schemas.openxmlformats.org/officeDocument/2006/relationships/slide" Target="slide452.xml"/><Relationship Id="rId9" Type="http://schemas.openxmlformats.org/officeDocument/2006/relationships/audio" Target="../media/snd_splash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" Target="slide450.xml"/><Relationship Id="rId7" Type="http://schemas.openxmlformats.org/officeDocument/2006/relationships/slide" Target="slide451.xml"/><Relationship Id="rId8" Type="http://schemas.openxmlformats.org/officeDocument/2006/relationships/slide" Target="slide452.xml"/><Relationship Id="rId9" Type="http://schemas.openxmlformats.org/officeDocument/2006/relationships/audio" Target="../media/snd_boing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" Target="slide452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53.xml"/><Relationship Id="rId4" Type="http://schemas.openxmlformats.org/officeDocument/2006/relationships/slide" Target="slide454.xml"/><Relationship Id="rId5" Type="http://schemas.openxmlformats.org/officeDocument/2006/relationships/slide" Target="slide456.xml"/><Relationship Id="rId6" Type="http://schemas.openxmlformats.org/officeDocument/2006/relationships/slide" Target="slide459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53.xml"/><Relationship Id="rId4" Type="http://schemas.openxmlformats.org/officeDocument/2006/relationships/slide" Target="slide454.xml"/><Relationship Id="rId5" Type="http://schemas.openxmlformats.org/officeDocument/2006/relationships/slide" Target="slide456.xml"/><Relationship Id="rId6" Type="http://schemas.openxmlformats.org/officeDocument/2006/relationships/slide" Target="slide459.xml"/><Relationship Id="rId7" Type="http://schemas.openxmlformats.org/officeDocument/2006/relationships/audio" Target="../media/snd_boing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55.xml"/><Relationship Id="rId4" Type="http://schemas.openxmlformats.org/officeDocument/2006/relationships/slide" Target="slide458.xml"/><Relationship Id="rId5" Type="http://schemas.openxmlformats.org/officeDocument/2006/relationships/slide" Target="slide459.xml"/><Relationship Id="rId6" Type="http://schemas.openxmlformats.org/officeDocument/2006/relationships/audio" Target="../media/snd_bonk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55.xml"/><Relationship Id="rId4" Type="http://schemas.openxmlformats.org/officeDocument/2006/relationships/slide" Target="slide458.xml"/><Relationship Id="rId5" Type="http://schemas.openxmlformats.org/officeDocument/2006/relationships/slide" Target="slide459.xml"/><Relationship Id="rId6" Type="http://schemas.openxmlformats.org/officeDocument/2006/relationships/audio" Target="../media/snd_boing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57.xml"/><Relationship Id="rId4" Type="http://schemas.openxmlformats.org/officeDocument/2006/relationships/slide" Target="slide458.xml"/><Relationship Id="rId5" Type="http://schemas.openxmlformats.org/officeDocument/2006/relationships/slide" Target="slide459.xml"/><Relationship Id="rId6" Type="http://schemas.openxmlformats.org/officeDocument/2006/relationships/audio" Target="../media/snd_bonk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57.xml"/><Relationship Id="rId4" Type="http://schemas.openxmlformats.org/officeDocument/2006/relationships/slide" Target="slide458.xml"/><Relationship Id="rId5" Type="http://schemas.openxmlformats.org/officeDocument/2006/relationships/slide" Target="slide459.xml"/><Relationship Id="rId6" Type="http://schemas.openxmlformats.org/officeDocument/2006/relationships/audio" Target="../media/snd_boing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59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60.xml"/><Relationship Id="rId4" Type="http://schemas.openxmlformats.org/officeDocument/2006/relationships/slide" Target="slide461.xml"/><Relationship Id="rId5" Type="http://schemas.openxmlformats.org/officeDocument/2006/relationships/slide" Target="slide462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60.xml"/><Relationship Id="rId4" Type="http://schemas.openxmlformats.org/officeDocument/2006/relationships/slide" Target="slide461.xml"/><Relationship Id="rId5" Type="http://schemas.openxmlformats.org/officeDocument/2006/relationships/slide" Target="slide462.xml"/><Relationship Id="rId6" Type="http://schemas.openxmlformats.org/officeDocument/2006/relationships/audio" Target="../media/snd_boing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62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3.xml"/><Relationship Id="rId6" Type="http://schemas.openxmlformats.org/officeDocument/2006/relationships/slide" Target="slide469.xml"/><Relationship Id="rId7" Type="http://schemas.openxmlformats.org/officeDocument/2006/relationships/slide" Target="slide475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70.xml"/><Relationship Id="rId6" Type="http://schemas.openxmlformats.org/officeDocument/2006/relationships/slide" Target="slide464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5.xml"/><Relationship Id="rId6" Type="http://schemas.openxmlformats.org/officeDocument/2006/relationships/slide" Target="slide471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6.xml"/><Relationship Id="rId6" Type="http://schemas.openxmlformats.org/officeDocument/2006/relationships/slide" Target="slide472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73.xml"/><Relationship Id="rId6" Type="http://schemas.openxmlformats.org/officeDocument/2006/relationships/slide" Target="slide467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8.xml"/><Relationship Id="rId6" Type="http://schemas.openxmlformats.org/officeDocument/2006/relationships/slide" Target="slide474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75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3.xml"/><Relationship Id="rId6" Type="http://schemas.openxmlformats.org/officeDocument/2006/relationships/slide" Target="slide469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70.xml"/><Relationship Id="rId6" Type="http://schemas.openxmlformats.org/officeDocument/2006/relationships/slide" Target="slide464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5.xml"/><Relationship Id="rId6" Type="http://schemas.openxmlformats.org/officeDocument/2006/relationships/slide" Target="slide471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6.xml"/><Relationship Id="rId6" Type="http://schemas.openxmlformats.org/officeDocument/2006/relationships/slide" Target="slide472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73.xml"/><Relationship Id="rId6" Type="http://schemas.openxmlformats.org/officeDocument/2006/relationships/slide" Target="slide467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468.xml"/><Relationship Id="rId6" Type="http://schemas.openxmlformats.org/officeDocument/2006/relationships/slide" Target="slide474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476.xml"/><Relationship Id="rId12" Type="http://schemas.openxmlformats.org/officeDocument/2006/relationships/slide" Target="slide477.xml"/><Relationship Id="rId13" Type="http://schemas.openxmlformats.org/officeDocument/2006/relationships/slide" Target="slide478.xml"/><Relationship Id="rId14" Type="http://schemas.openxmlformats.org/officeDocument/2006/relationships/slide" Target="slide479.xml"/><Relationship Id="rId15" Type="http://schemas.openxmlformats.org/officeDocument/2006/relationships/slide" Target="slide480.xml"/><Relationship Id="rId16" Type="http://schemas.openxmlformats.org/officeDocument/2006/relationships/slide" Target="slide481.xml"/><Relationship Id="rId17" Type="http://schemas.openxmlformats.org/officeDocument/2006/relationships/slide" Target="slide482.xml"/><Relationship Id="rId18" Type="http://schemas.openxmlformats.org/officeDocument/2006/relationships/slide" Target="slide483.xml"/><Relationship Id="rId19" Type="http://schemas.openxmlformats.org/officeDocument/2006/relationships/slide" Target="slide484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75.xml"/><Relationship Id="rId6" Type="http://schemas.openxmlformats.org/officeDocument/2006/relationships/slide" Target="slide484.xml"/><Relationship Id="rId7" Type="http://schemas.openxmlformats.org/officeDocument/2006/relationships/audio" Target="../media/snd_tada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8.xml"/><Relationship Id="rId6" Type="http://schemas.openxmlformats.org/officeDocument/2006/relationships/slide" Target="slide485.xml"/><Relationship Id="rId7" Type="http://schemas.openxmlformats.org/officeDocument/2006/relationships/slide" Target="slide491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9.xml"/><Relationship Id="rId6" Type="http://schemas.openxmlformats.org/officeDocument/2006/relationships/slide" Target="slide486.xml"/><Relationship Id="rId7" Type="http://schemas.openxmlformats.org/officeDocument/2006/relationships/slide" Target="slide491.xml"/><Relationship Id="rId8" Type="http://schemas.openxmlformats.org/officeDocument/2006/relationships/audio" Target="../media/snd_ding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7.xml"/><Relationship Id="rId6" Type="http://schemas.openxmlformats.org/officeDocument/2006/relationships/slide" Target="slide491.xml"/><Relationship Id="rId7" Type="http://schemas.openxmlformats.org/officeDocument/2006/relationships/audio" Target="../media/snd_ding.wav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90.xml"/><Relationship Id="rId6" Type="http://schemas.openxmlformats.org/officeDocument/2006/relationships/slide" Target="slide491.xml"/><Relationship Id="rId7" Type="http://schemas.openxmlformats.org/officeDocument/2006/relationships/audio" Target="../media/snd_ding.wav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8.xml"/><Relationship Id="rId6" Type="http://schemas.openxmlformats.org/officeDocument/2006/relationships/slide" Target="slide485.xml"/><Relationship Id="rId7" Type="http://schemas.openxmlformats.org/officeDocument/2006/relationships/slide" Target="slide491.xml"/><Relationship Id="rId8" Type="http://schemas.openxmlformats.org/officeDocument/2006/relationships/audio" Target="../media/snd_boing.wav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9.xml"/><Relationship Id="rId6" Type="http://schemas.openxmlformats.org/officeDocument/2006/relationships/slide" Target="slide486.xml"/><Relationship Id="rId7" Type="http://schemas.openxmlformats.org/officeDocument/2006/relationships/slide" Target="slide491.xml"/><Relationship Id="rId8" Type="http://schemas.openxmlformats.org/officeDocument/2006/relationships/audio" Target="../media/snd_boing.wav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91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2.xml"/><Relationship Id="rId4" Type="http://schemas.openxmlformats.org/officeDocument/2006/relationships/slide" Target="slide497.xml"/><Relationship Id="rId5" Type="http://schemas.openxmlformats.org/officeDocument/2006/relationships/slide" Target="slide502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8.xml"/><Relationship Id="rId4" Type="http://schemas.openxmlformats.org/officeDocument/2006/relationships/slide" Target="slide493.xml"/><Relationship Id="rId5" Type="http://schemas.openxmlformats.org/officeDocument/2006/relationships/slide" Target="slide502.xml"/><Relationship Id="rId6" Type="http://schemas.openxmlformats.org/officeDocument/2006/relationships/audio" Target="../media/snd_ding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9.xml"/><Relationship Id="rId4" Type="http://schemas.openxmlformats.org/officeDocument/2006/relationships/slide" Target="slide494.xml"/><Relationship Id="rId5" Type="http://schemas.openxmlformats.org/officeDocument/2006/relationships/slide" Target="slide502.xml"/><Relationship Id="rId6" Type="http://schemas.openxmlformats.org/officeDocument/2006/relationships/audio" Target="../media/snd_ding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5.xml"/><Relationship Id="rId4" Type="http://schemas.openxmlformats.org/officeDocument/2006/relationships/slide" Target="slide500.xml"/><Relationship Id="rId5" Type="http://schemas.openxmlformats.org/officeDocument/2006/relationships/slide" Target="slide502.xml"/><Relationship Id="rId6" Type="http://schemas.openxmlformats.org/officeDocument/2006/relationships/audio" Target="../media/snd_ding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01.xml"/><Relationship Id="rId4" Type="http://schemas.openxmlformats.org/officeDocument/2006/relationships/slide" Target="slide496.xml"/><Relationship Id="rId5" Type="http://schemas.openxmlformats.org/officeDocument/2006/relationships/slide" Target="slide502.xml"/><Relationship Id="rId6" Type="http://schemas.openxmlformats.org/officeDocument/2006/relationships/audio" Target="../media/snd_ding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02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2.xml"/><Relationship Id="rId4" Type="http://schemas.openxmlformats.org/officeDocument/2006/relationships/slide" Target="slide497.xml"/><Relationship Id="rId5" Type="http://schemas.openxmlformats.org/officeDocument/2006/relationships/slide" Target="slide502.xml"/><Relationship Id="rId6" Type="http://schemas.openxmlformats.org/officeDocument/2006/relationships/audio" Target="../media/snd_boing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8.xml"/><Relationship Id="rId4" Type="http://schemas.openxmlformats.org/officeDocument/2006/relationships/slide" Target="slide493.xml"/><Relationship Id="rId5" Type="http://schemas.openxmlformats.org/officeDocument/2006/relationships/slide" Target="slide502.xml"/><Relationship Id="rId6" Type="http://schemas.openxmlformats.org/officeDocument/2006/relationships/audio" Target="../media/snd_boing.wav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9.xml"/><Relationship Id="rId4" Type="http://schemas.openxmlformats.org/officeDocument/2006/relationships/slide" Target="slide494.xml"/><Relationship Id="rId5" Type="http://schemas.openxmlformats.org/officeDocument/2006/relationships/slide" Target="slide502.xml"/><Relationship Id="rId6" Type="http://schemas.openxmlformats.org/officeDocument/2006/relationships/audio" Target="../media/snd_boing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495.xml"/><Relationship Id="rId4" Type="http://schemas.openxmlformats.org/officeDocument/2006/relationships/slide" Target="slide500.xml"/><Relationship Id="rId5" Type="http://schemas.openxmlformats.org/officeDocument/2006/relationships/slide" Target="slide502.xml"/><Relationship Id="rId6" Type="http://schemas.openxmlformats.org/officeDocument/2006/relationships/audio" Target="../media/snd_boing.wav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01.xml"/><Relationship Id="rId4" Type="http://schemas.openxmlformats.org/officeDocument/2006/relationships/slide" Target="slide496.xml"/><Relationship Id="rId5" Type="http://schemas.openxmlformats.org/officeDocument/2006/relationships/slide" Target="slide502.xml"/><Relationship Id="rId6" Type="http://schemas.openxmlformats.org/officeDocument/2006/relationships/audio" Target="../media/snd_boing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2.png"/><Relationship Id="rId7" Type="http://schemas.openxmlformats.org/officeDocument/2006/relationships/slide" Target="slide503.xml"/><Relationship Id="rId8" Type="http://schemas.openxmlformats.org/officeDocument/2006/relationships/slide" Target="slide504.xml"/><Relationship Id="rId9" Type="http://schemas.openxmlformats.org/officeDocument/2006/relationships/slide" Target="slide506.xml"/><Relationship Id="rId10" Type="http://schemas.openxmlformats.org/officeDocument/2006/relationships/slide" Target="slide509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2.png"/><Relationship Id="rId7" Type="http://schemas.openxmlformats.org/officeDocument/2006/relationships/slide" Target="slide503.xml"/><Relationship Id="rId8" Type="http://schemas.openxmlformats.org/officeDocument/2006/relationships/slide" Target="slide504.xml"/><Relationship Id="rId9" Type="http://schemas.openxmlformats.org/officeDocument/2006/relationships/slide" Target="slide506.xml"/><Relationship Id="rId10" Type="http://schemas.openxmlformats.org/officeDocument/2006/relationships/slide" Target="slide509.xml"/><Relationship Id="rId11" Type="http://schemas.openxmlformats.org/officeDocument/2006/relationships/audio" Target="../media/snd_boing.wav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5" Type="http://schemas.openxmlformats.org/officeDocument/2006/relationships/image" Target="../media/image2.png"/><Relationship Id="rId6" Type="http://schemas.openxmlformats.org/officeDocument/2006/relationships/slide" Target="slide505.xml"/><Relationship Id="rId7" Type="http://schemas.openxmlformats.org/officeDocument/2006/relationships/slide" Target="slide508.xml"/><Relationship Id="rId8" Type="http://schemas.openxmlformats.org/officeDocument/2006/relationships/slide" Target="slide509.xml"/><Relationship Id="rId9" Type="http://schemas.openxmlformats.org/officeDocument/2006/relationships/audio" Target="../media/snd_pop.wav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5" Type="http://schemas.openxmlformats.org/officeDocument/2006/relationships/image" Target="../media/image2.png"/><Relationship Id="rId6" Type="http://schemas.openxmlformats.org/officeDocument/2006/relationships/slide" Target="slide505.xml"/><Relationship Id="rId7" Type="http://schemas.openxmlformats.org/officeDocument/2006/relationships/slide" Target="slide508.xml"/><Relationship Id="rId8" Type="http://schemas.openxmlformats.org/officeDocument/2006/relationships/slide" Target="slide509.xml"/><Relationship Id="rId9" Type="http://schemas.openxmlformats.org/officeDocument/2006/relationships/audio" Target="../media/snd_boing.wav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slide" Target="slide507.xml"/><Relationship Id="rId7" Type="http://schemas.openxmlformats.org/officeDocument/2006/relationships/slide" Target="slide508.xml"/><Relationship Id="rId8" Type="http://schemas.openxmlformats.org/officeDocument/2006/relationships/slide" Target="slide509.xml"/><Relationship Id="rId9" Type="http://schemas.openxmlformats.org/officeDocument/2006/relationships/audio" Target="../media/snd_pop.wav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slide" Target="slide507.xml"/><Relationship Id="rId7" Type="http://schemas.openxmlformats.org/officeDocument/2006/relationships/slide" Target="slide508.xml"/><Relationship Id="rId8" Type="http://schemas.openxmlformats.org/officeDocument/2006/relationships/slide" Target="slide509.xml"/><Relationship Id="rId9" Type="http://schemas.openxmlformats.org/officeDocument/2006/relationships/audio" Target="../media/snd_boing.wav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509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6.png"/><Relationship Id="rId7" Type="http://schemas.openxmlformats.org/officeDocument/2006/relationships/slide" Target="slide510.xml"/><Relationship Id="rId8" Type="http://schemas.openxmlformats.org/officeDocument/2006/relationships/slide" Target="slide511.xml"/><Relationship Id="rId9" Type="http://schemas.openxmlformats.org/officeDocument/2006/relationships/slide" Target="slide512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6.png"/><Relationship Id="rId7" Type="http://schemas.openxmlformats.org/officeDocument/2006/relationships/slide" Target="slide510.xml"/><Relationship Id="rId8" Type="http://schemas.openxmlformats.org/officeDocument/2006/relationships/slide" Target="slide511.xml"/><Relationship Id="rId9" Type="http://schemas.openxmlformats.org/officeDocument/2006/relationships/slide" Target="slide512.xml"/><Relationship Id="rId10" Type="http://schemas.openxmlformats.org/officeDocument/2006/relationships/audio" Target="../media/snd_boing.wav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6.png"/><Relationship Id="rId7" Type="http://schemas.openxmlformats.org/officeDocument/2006/relationships/slide" Target="slide512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513.xml"/><Relationship Id="rId7" Type="http://schemas.openxmlformats.org/officeDocument/2006/relationships/slide" Target="slide514.xml"/><Relationship Id="rId8" Type="http://schemas.openxmlformats.org/officeDocument/2006/relationships/slide" Target="slide516.xml"/><Relationship Id="rId9" Type="http://schemas.openxmlformats.org/officeDocument/2006/relationships/slide" Target="slide519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513.xml"/><Relationship Id="rId7" Type="http://schemas.openxmlformats.org/officeDocument/2006/relationships/slide" Target="slide514.xml"/><Relationship Id="rId8" Type="http://schemas.openxmlformats.org/officeDocument/2006/relationships/slide" Target="slide516.xml"/><Relationship Id="rId9" Type="http://schemas.openxmlformats.org/officeDocument/2006/relationships/slide" Target="slide519.xml"/><Relationship Id="rId10" Type="http://schemas.openxmlformats.org/officeDocument/2006/relationships/audio" Target="../media/snd_boing.wav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515.xml"/><Relationship Id="rId7" Type="http://schemas.openxmlformats.org/officeDocument/2006/relationships/slide" Target="slide518.xml"/><Relationship Id="rId8" Type="http://schemas.openxmlformats.org/officeDocument/2006/relationships/slide" Target="slide519.xml"/><Relationship Id="rId9" Type="http://schemas.openxmlformats.org/officeDocument/2006/relationships/audio" Target="../media/snd_splash.wav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515.xml"/><Relationship Id="rId7" Type="http://schemas.openxmlformats.org/officeDocument/2006/relationships/slide" Target="slide518.xml"/><Relationship Id="rId8" Type="http://schemas.openxmlformats.org/officeDocument/2006/relationships/slide" Target="slide519.xml"/><Relationship Id="rId9" Type="http://schemas.openxmlformats.org/officeDocument/2006/relationships/audio" Target="../media/snd_boing.wav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517.xml"/><Relationship Id="rId7" Type="http://schemas.openxmlformats.org/officeDocument/2006/relationships/slide" Target="slide518.xml"/><Relationship Id="rId8" Type="http://schemas.openxmlformats.org/officeDocument/2006/relationships/slide" Target="slide519.xml"/><Relationship Id="rId9" Type="http://schemas.openxmlformats.org/officeDocument/2006/relationships/audio" Target="../media/snd_splash.wav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517.xml"/><Relationship Id="rId7" Type="http://schemas.openxmlformats.org/officeDocument/2006/relationships/slide" Target="slide518.xml"/><Relationship Id="rId8" Type="http://schemas.openxmlformats.org/officeDocument/2006/relationships/slide" Target="slide519.xml"/><Relationship Id="rId9" Type="http://schemas.openxmlformats.org/officeDocument/2006/relationships/audio" Target="../media/snd_boing.wav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slide" Target="slide519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20.xml"/><Relationship Id="rId4" Type="http://schemas.openxmlformats.org/officeDocument/2006/relationships/slide" Target="slide521.xml"/><Relationship Id="rId5" Type="http://schemas.openxmlformats.org/officeDocument/2006/relationships/slide" Target="slide523.xml"/><Relationship Id="rId6" Type="http://schemas.openxmlformats.org/officeDocument/2006/relationships/slide" Target="slide526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20.xml"/><Relationship Id="rId4" Type="http://schemas.openxmlformats.org/officeDocument/2006/relationships/slide" Target="slide521.xml"/><Relationship Id="rId5" Type="http://schemas.openxmlformats.org/officeDocument/2006/relationships/slide" Target="slide523.xml"/><Relationship Id="rId6" Type="http://schemas.openxmlformats.org/officeDocument/2006/relationships/slide" Target="slide526.xml"/><Relationship Id="rId7" Type="http://schemas.openxmlformats.org/officeDocument/2006/relationships/audio" Target="../media/snd_boing.wav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22.xml"/><Relationship Id="rId4" Type="http://schemas.openxmlformats.org/officeDocument/2006/relationships/slide" Target="slide525.xml"/><Relationship Id="rId5" Type="http://schemas.openxmlformats.org/officeDocument/2006/relationships/slide" Target="slide526.xml"/><Relationship Id="rId6" Type="http://schemas.openxmlformats.org/officeDocument/2006/relationships/audio" Target="../media/snd_bonk.wav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22.xml"/><Relationship Id="rId4" Type="http://schemas.openxmlformats.org/officeDocument/2006/relationships/slide" Target="slide525.xml"/><Relationship Id="rId5" Type="http://schemas.openxmlformats.org/officeDocument/2006/relationships/slide" Target="slide526.xml"/><Relationship Id="rId6" Type="http://schemas.openxmlformats.org/officeDocument/2006/relationships/audio" Target="../media/snd_boing.wav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24.xml"/><Relationship Id="rId4" Type="http://schemas.openxmlformats.org/officeDocument/2006/relationships/slide" Target="slide525.xml"/><Relationship Id="rId5" Type="http://schemas.openxmlformats.org/officeDocument/2006/relationships/slide" Target="slide526.xml"/><Relationship Id="rId6" Type="http://schemas.openxmlformats.org/officeDocument/2006/relationships/audio" Target="../media/snd_bonk.wav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24.xml"/><Relationship Id="rId4" Type="http://schemas.openxmlformats.org/officeDocument/2006/relationships/slide" Target="slide525.xml"/><Relationship Id="rId5" Type="http://schemas.openxmlformats.org/officeDocument/2006/relationships/slide" Target="slide526.xml"/><Relationship Id="rId6" Type="http://schemas.openxmlformats.org/officeDocument/2006/relationships/audio" Target="../media/snd_boing.wav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26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527.xml"/><Relationship Id="rId4" Type="http://schemas.openxmlformats.org/officeDocument/2006/relationships/slide" Target="slide528.xml"/><Relationship Id="rId5" Type="http://schemas.openxmlformats.org/officeDocument/2006/relationships/slide" Target="slide529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527.xml"/><Relationship Id="rId4" Type="http://schemas.openxmlformats.org/officeDocument/2006/relationships/slide" Target="slide528.xml"/><Relationship Id="rId5" Type="http://schemas.openxmlformats.org/officeDocument/2006/relationships/slide" Target="slide529.xml"/><Relationship Id="rId6" Type="http://schemas.openxmlformats.org/officeDocument/2006/relationships/audio" Target="../media/snd_boing.wav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529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3.xml"/><Relationship Id="rId6" Type="http://schemas.openxmlformats.org/officeDocument/2006/relationships/slide" Target="slide530.xml"/><Relationship Id="rId7" Type="http://schemas.openxmlformats.org/officeDocument/2006/relationships/slide" Target="slide536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4.xml"/><Relationship Id="rId6" Type="http://schemas.openxmlformats.org/officeDocument/2006/relationships/slide" Target="slide531.xml"/><Relationship Id="rId7" Type="http://schemas.openxmlformats.org/officeDocument/2006/relationships/slide" Target="slide536.xml"/><Relationship Id="rId8" Type="http://schemas.openxmlformats.org/officeDocument/2006/relationships/audio" Target="../media/snd_ding.wav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2.xml"/><Relationship Id="rId6" Type="http://schemas.openxmlformats.org/officeDocument/2006/relationships/slide" Target="slide536.xml"/><Relationship Id="rId7" Type="http://schemas.openxmlformats.org/officeDocument/2006/relationships/audio" Target="../media/snd_ding.wav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5.xml"/><Relationship Id="rId6" Type="http://schemas.openxmlformats.org/officeDocument/2006/relationships/slide" Target="slide536.xml"/><Relationship Id="rId7" Type="http://schemas.openxmlformats.org/officeDocument/2006/relationships/audio" Target="../media/snd_ding.wav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3.xml"/><Relationship Id="rId6" Type="http://schemas.openxmlformats.org/officeDocument/2006/relationships/slide" Target="slide530.xml"/><Relationship Id="rId7" Type="http://schemas.openxmlformats.org/officeDocument/2006/relationships/slide" Target="slide536.xml"/><Relationship Id="rId8" Type="http://schemas.openxmlformats.org/officeDocument/2006/relationships/audio" Target="../media/snd_boing.wav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4.xml"/><Relationship Id="rId6" Type="http://schemas.openxmlformats.org/officeDocument/2006/relationships/slide" Target="slide531.xml"/><Relationship Id="rId7" Type="http://schemas.openxmlformats.org/officeDocument/2006/relationships/slide" Target="slide536.xml"/><Relationship Id="rId8" Type="http://schemas.openxmlformats.org/officeDocument/2006/relationships/audio" Target="../media/snd_boing.wav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3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37.xml"/><Relationship Id="rId6" Type="http://schemas.openxmlformats.org/officeDocument/2006/relationships/slide" Target="slide543.xml"/><Relationship Id="rId7" Type="http://schemas.openxmlformats.org/officeDocument/2006/relationships/slide" Target="slide549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4.xml"/><Relationship Id="rId6" Type="http://schemas.openxmlformats.org/officeDocument/2006/relationships/slide" Target="slide538.xml"/><Relationship Id="rId7" Type="http://schemas.openxmlformats.org/officeDocument/2006/relationships/slide" Target="slide549.xml"/><Relationship Id="rId8" Type="http://schemas.openxmlformats.org/officeDocument/2006/relationships/audio" Target="../media/snd_ding.wav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39.xml"/><Relationship Id="rId6" Type="http://schemas.openxmlformats.org/officeDocument/2006/relationships/slide" Target="slide545.xml"/><Relationship Id="rId7" Type="http://schemas.openxmlformats.org/officeDocument/2006/relationships/slide" Target="slide549.xml"/><Relationship Id="rId8" Type="http://schemas.openxmlformats.org/officeDocument/2006/relationships/audio" Target="../media/snd_ding.wav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6.xml"/><Relationship Id="rId6" Type="http://schemas.openxmlformats.org/officeDocument/2006/relationships/slide" Target="slide540.xml"/><Relationship Id="rId7" Type="http://schemas.openxmlformats.org/officeDocument/2006/relationships/slide" Target="slide549.xml"/><Relationship Id="rId8" Type="http://schemas.openxmlformats.org/officeDocument/2006/relationships/audio" Target="../media/snd_ding.wav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7.xml"/><Relationship Id="rId6" Type="http://schemas.openxmlformats.org/officeDocument/2006/relationships/slide" Target="slide541.xml"/><Relationship Id="rId7" Type="http://schemas.openxmlformats.org/officeDocument/2006/relationships/slide" Target="slide549.xml"/><Relationship Id="rId8" Type="http://schemas.openxmlformats.org/officeDocument/2006/relationships/audio" Target="../media/snd_ding.wav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8.xml"/><Relationship Id="rId6" Type="http://schemas.openxmlformats.org/officeDocument/2006/relationships/slide" Target="slide542.xml"/><Relationship Id="rId7" Type="http://schemas.openxmlformats.org/officeDocument/2006/relationships/slide" Target="slide549.xml"/><Relationship Id="rId8" Type="http://schemas.openxmlformats.org/officeDocument/2006/relationships/audio" Target="../media/snd_ding.wav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549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37.xml"/><Relationship Id="rId6" Type="http://schemas.openxmlformats.org/officeDocument/2006/relationships/slide" Target="slide543.xml"/><Relationship Id="rId7" Type="http://schemas.openxmlformats.org/officeDocument/2006/relationships/slide" Target="slide549.xml"/><Relationship Id="rId8" Type="http://schemas.openxmlformats.org/officeDocument/2006/relationships/audio" Target="../media/snd_boing.wav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4.xml"/><Relationship Id="rId6" Type="http://schemas.openxmlformats.org/officeDocument/2006/relationships/slide" Target="slide538.xml"/><Relationship Id="rId7" Type="http://schemas.openxmlformats.org/officeDocument/2006/relationships/slide" Target="slide549.xml"/><Relationship Id="rId8" Type="http://schemas.openxmlformats.org/officeDocument/2006/relationships/audio" Target="../media/snd_boing.wav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39.xml"/><Relationship Id="rId6" Type="http://schemas.openxmlformats.org/officeDocument/2006/relationships/slide" Target="slide545.xml"/><Relationship Id="rId7" Type="http://schemas.openxmlformats.org/officeDocument/2006/relationships/slide" Target="slide549.xml"/><Relationship Id="rId8" Type="http://schemas.openxmlformats.org/officeDocument/2006/relationships/audio" Target="../media/snd_boing.wav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6.xml"/><Relationship Id="rId6" Type="http://schemas.openxmlformats.org/officeDocument/2006/relationships/slide" Target="slide540.xml"/><Relationship Id="rId7" Type="http://schemas.openxmlformats.org/officeDocument/2006/relationships/slide" Target="slide549.xml"/><Relationship Id="rId8" Type="http://schemas.openxmlformats.org/officeDocument/2006/relationships/audio" Target="../media/snd_boing.wav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7.xml"/><Relationship Id="rId6" Type="http://schemas.openxmlformats.org/officeDocument/2006/relationships/slide" Target="slide541.xml"/><Relationship Id="rId7" Type="http://schemas.openxmlformats.org/officeDocument/2006/relationships/slide" Target="slide549.xml"/><Relationship Id="rId8" Type="http://schemas.openxmlformats.org/officeDocument/2006/relationships/audio" Target="../media/snd_boing.wav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slide" Target="slide548.xml"/><Relationship Id="rId6" Type="http://schemas.openxmlformats.org/officeDocument/2006/relationships/slide" Target="slide542.xml"/><Relationship Id="rId7" Type="http://schemas.openxmlformats.org/officeDocument/2006/relationships/slide" Target="slide549.xml"/><Relationship Id="rId8" Type="http://schemas.openxmlformats.org/officeDocument/2006/relationships/audio" Target="../media/snd_boing.wav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0.xml"/><Relationship Id="rId4" Type="http://schemas.openxmlformats.org/officeDocument/2006/relationships/slide" Target="slide555.xml"/><Relationship Id="rId5" Type="http://schemas.openxmlformats.org/officeDocument/2006/relationships/slide" Target="slide560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6.xml"/><Relationship Id="rId4" Type="http://schemas.openxmlformats.org/officeDocument/2006/relationships/slide" Target="slide551.xml"/><Relationship Id="rId5" Type="http://schemas.openxmlformats.org/officeDocument/2006/relationships/slide" Target="slide560.xml"/><Relationship Id="rId6" Type="http://schemas.openxmlformats.org/officeDocument/2006/relationships/audio" Target="../media/snd_ding.wav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7.xml"/><Relationship Id="rId4" Type="http://schemas.openxmlformats.org/officeDocument/2006/relationships/slide" Target="slide552.xml"/><Relationship Id="rId5" Type="http://schemas.openxmlformats.org/officeDocument/2006/relationships/slide" Target="slide560.xml"/><Relationship Id="rId6" Type="http://schemas.openxmlformats.org/officeDocument/2006/relationships/audio" Target="../media/snd_ding.wav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8.xml"/><Relationship Id="rId4" Type="http://schemas.openxmlformats.org/officeDocument/2006/relationships/slide" Target="slide553.xml"/><Relationship Id="rId5" Type="http://schemas.openxmlformats.org/officeDocument/2006/relationships/slide" Target="slide560.xml"/><Relationship Id="rId6" Type="http://schemas.openxmlformats.org/officeDocument/2006/relationships/audio" Target="../media/snd_ding.wav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9.xml"/><Relationship Id="rId4" Type="http://schemas.openxmlformats.org/officeDocument/2006/relationships/slide" Target="slide554.xml"/><Relationship Id="rId5" Type="http://schemas.openxmlformats.org/officeDocument/2006/relationships/slide" Target="slide560.xml"/><Relationship Id="rId6" Type="http://schemas.openxmlformats.org/officeDocument/2006/relationships/audio" Target="../media/snd_ding.wav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60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0.xml"/><Relationship Id="rId4" Type="http://schemas.openxmlformats.org/officeDocument/2006/relationships/slide" Target="slide555.xml"/><Relationship Id="rId5" Type="http://schemas.openxmlformats.org/officeDocument/2006/relationships/slide" Target="slide560.xml"/><Relationship Id="rId6" Type="http://schemas.openxmlformats.org/officeDocument/2006/relationships/audio" Target="../media/snd_boing.wav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6.xml"/><Relationship Id="rId4" Type="http://schemas.openxmlformats.org/officeDocument/2006/relationships/slide" Target="slide551.xml"/><Relationship Id="rId5" Type="http://schemas.openxmlformats.org/officeDocument/2006/relationships/slide" Target="slide560.xml"/><Relationship Id="rId6" Type="http://schemas.openxmlformats.org/officeDocument/2006/relationships/audio" Target="../media/snd_boing.wav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7.xml"/><Relationship Id="rId4" Type="http://schemas.openxmlformats.org/officeDocument/2006/relationships/slide" Target="slide552.xml"/><Relationship Id="rId5" Type="http://schemas.openxmlformats.org/officeDocument/2006/relationships/slide" Target="slide560.xml"/><Relationship Id="rId6" Type="http://schemas.openxmlformats.org/officeDocument/2006/relationships/audio" Target="../media/snd_boing.wav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8.xml"/><Relationship Id="rId4" Type="http://schemas.openxmlformats.org/officeDocument/2006/relationships/slide" Target="slide553.xml"/><Relationship Id="rId5" Type="http://schemas.openxmlformats.org/officeDocument/2006/relationships/slide" Target="slide560.xml"/><Relationship Id="rId6" Type="http://schemas.openxmlformats.org/officeDocument/2006/relationships/audio" Target="../media/snd_boing.wav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slide" Target="slide559.xml"/><Relationship Id="rId4" Type="http://schemas.openxmlformats.org/officeDocument/2006/relationships/slide" Target="slide554.xml"/><Relationship Id="rId5" Type="http://schemas.openxmlformats.org/officeDocument/2006/relationships/slide" Target="slide560.xml"/><Relationship Id="rId6" Type="http://schemas.openxmlformats.org/officeDocument/2006/relationships/audio" Target="../media/snd_boing.wav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561.xml"/><Relationship Id="rId12" Type="http://schemas.openxmlformats.org/officeDocument/2006/relationships/slide" Target="slide562.xml"/><Relationship Id="rId13" Type="http://schemas.openxmlformats.org/officeDocument/2006/relationships/slide" Target="slide563.xml"/><Relationship Id="rId14" Type="http://schemas.openxmlformats.org/officeDocument/2006/relationships/slide" Target="slide564.xml"/><Relationship Id="rId15" Type="http://schemas.openxmlformats.org/officeDocument/2006/relationships/slide" Target="slide565.xml"/><Relationship Id="rId16" Type="http://schemas.openxmlformats.org/officeDocument/2006/relationships/slide" Target="slide566.xml"/><Relationship Id="rId17" Type="http://schemas.openxmlformats.org/officeDocument/2006/relationships/slide" Target="slide567.xml"/><Relationship Id="rId18" Type="http://schemas.openxmlformats.org/officeDocument/2006/relationships/slide" Target="slide568.xml"/><Relationship Id="rId19" Type="http://schemas.openxmlformats.org/officeDocument/2006/relationships/slide" Target="slide569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560.xml"/><Relationship Id="rId6" Type="http://schemas.openxmlformats.org/officeDocument/2006/relationships/slide" Target="slide569.xml"/><Relationship Id="rId7" Type="http://schemas.openxmlformats.org/officeDocument/2006/relationships/audio" Target="../media/snd_tada.wav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74.xml"/><Relationship Id="rId6" Type="http://schemas.openxmlformats.org/officeDocument/2006/relationships/slide" Target="slide570.xml"/><Relationship Id="rId7" Type="http://schemas.openxmlformats.org/officeDocument/2006/relationships/slide" Target="slide596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75.xml"/><Relationship Id="rId6" Type="http://schemas.openxmlformats.org/officeDocument/2006/relationships/slide" Target="slide571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76.xml"/><Relationship Id="rId6" Type="http://schemas.openxmlformats.org/officeDocument/2006/relationships/slide" Target="slide572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77.xml"/><Relationship Id="rId6" Type="http://schemas.openxmlformats.org/officeDocument/2006/relationships/slide" Target="slide573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78.xml"/><Relationship Id="rId6" Type="http://schemas.openxmlformats.org/officeDocument/2006/relationships/slide" Target="slide595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79.xml"/><Relationship Id="rId6" Type="http://schemas.openxmlformats.org/officeDocument/2006/relationships/slide" Target="slide575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0.xml"/><Relationship Id="rId6" Type="http://schemas.openxmlformats.org/officeDocument/2006/relationships/slide" Target="slide576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1.xml"/><Relationship Id="rId6" Type="http://schemas.openxmlformats.org/officeDocument/2006/relationships/slide" Target="slide577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2.xml"/><Relationship Id="rId6" Type="http://schemas.openxmlformats.org/officeDocument/2006/relationships/slide" Target="slide578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3.xml"/><Relationship Id="rId6" Type="http://schemas.openxmlformats.org/officeDocument/2006/relationships/slide" Target="slide595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4.xml"/><Relationship Id="rId6" Type="http://schemas.openxmlformats.org/officeDocument/2006/relationships/slide" Target="slide580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5.xml"/><Relationship Id="rId6" Type="http://schemas.openxmlformats.org/officeDocument/2006/relationships/slide" Target="slide581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6.xml"/><Relationship Id="rId6" Type="http://schemas.openxmlformats.org/officeDocument/2006/relationships/slide" Target="slide582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7.xml"/><Relationship Id="rId6" Type="http://schemas.openxmlformats.org/officeDocument/2006/relationships/slide" Target="slide583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8.xml"/><Relationship Id="rId6" Type="http://schemas.openxmlformats.org/officeDocument/2006/relationships/slide" Target="slide595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89.xml"/><Relationship Id="rId6" Type="http://schemas.openxmlformats.org/officeDocument/2006/relationships/slide" Target="slide585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0.xml"/><Relationship Id="rId6" Type="http://schemas.openxmlformats.org/officeDocument/2006/relationships/slide" Target="slide586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1.xml"/><Relationship Id="rId6" Type="http://schemas.openxmlformats.org/officeDocument/2006/relationships/slide" Target="slide587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2.xml"/><Relationship Id="rId6" Type="http://schemas.openxmlformats.org/officeDocument/2006/relationships/slide" Target="slide588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3.xml"/><Relationship Id="rId6" Type="http://schemas.openxmlformats.org/officeDocument/2006/relationships/slide" Target="slide595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4.xml"/><Relationship Id="rId6" Type="http://schemas.openxmlformats.org/officeDocument/2006/relationships/slide" Target="slide590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4.xml"/><Relationship Id="rId6" Type="http://schemas.openxmlformats.org/officeDocument/2006/relationships/slide" Target="slide591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4.xml"/><Relationship Id="rId6" Type="http://schemas.openxmlformats.org/officeDocument/2006/relationships/slide" Target="slide592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4.xml"/><Relationship Id="rId6" Type="http://schemas.openxmlformats.org/officeDocument/2006/relationships/slide" Target="slide593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94.xml"/><Relationship Id="rId6" Type="http://schemas.openxmlformats.org/officeDocument/2006/relationships/slide" Target="slide595.xml"/><Relationship Id="rId7" Type="http://schemas.openxmlformats.org/officeDocument/2006/relationships/slide" Target="slide596.xml"/><Relationship Id="rId8" Type="http://schemas.openxmlformats.org/officeDocument/2006/relationships/audio" Target="../media/snd_vroom.wav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596.xml"/><Relationship Id="rId5" Type="http://schemas.openxmlformats.org/officeDocument/2006/relationships/audio" Target="../media/snd_cheer.wav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596.xml"/><Relationship Id="rId5" Type="http://schemas.openxmlformats.org/officeDocument/2006/relationships/audio" Target="../media/snd_cheer.wav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4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Madd Mix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8A6CF0"/>
                </a:solidFill>
                <a:latin typeface="Arial"/>
                <a:cs typeface="Arial"/>
              </a:rPr>
              <a:t>Madd Mix Games</a:t>
            </a:r>
          </a:p>
        </p:txBody>
      </p:sp>
      <p:sp>
        <p:nvSpPr>
          <p:cNvPr id="5" name="Sample" descr="بَا  تُو  نِي  مَا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Arial"/>
                <a:cs typeface="Arial"/>
              </a:rPr>
              <a:t>بَا  تُو  نِي  مَا</a:t>
            </a:r>
          </a:p>
        </p:txBody>
      </p:sp>
      <p:sp>
        <p:nvSpPr>
          <p:cNvPr id="6" name="Subtitle" descr="Stretch the sound: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Stretch the sound: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Look at the soun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Look at the sound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981" y="2095500"/>
            <a:ext cx="1099038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و" descr="ش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و" descr="أ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ُو" descr="أ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و" descr="ش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و" descr="أ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ُو" descr="أ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و" descr="ش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أُو" descr="أ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و" descr="ش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أُو" descr="أ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و" descr="ش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و" descr="أ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و" descr="ش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و" descr="أ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و" descr="شُو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ُ" descr="أ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أُو" descr="أ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إِي" descr="إِي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ضُو" descr="ضُو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ُ" descr="أ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أُو" descr="أ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إِي" descr="إِي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ضُو" descr="ضُو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ُ" descr="أ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إِي" descr="إِي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ضُو" descr="ضُو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99393"/>
            <a:ext cx="2095500" cy="1297214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ا" descr="ب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ُو" descr="م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ُ" descr="ب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ُو" descr="بُو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ا" descr="ب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ُو" descr="م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ُ" descr="ب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ُو" descr="بُو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َا" descr="ب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ُو" descr="م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بُ" descr="ب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ُو" descr="ب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َا" descr="ب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ُو" descr="م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بُ" descr="ب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ُو" descr="ب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ا" descr="ب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ُو" descr="م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ُ" descr="ب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ا" descr="بَا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ُو" descr="م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ُ" descr="ب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َا" descr="بَا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ُو" descr="مُو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بُ" descr="ب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طِي" descr="ط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طِ" descr="ط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ِ" descr="ب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بِي" descr="ب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ِ" descr="ق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وِ" descr="و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طِي" descr="ط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طِ" descr="ط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ِ" descr="ب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بِي" descr="ب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ِ" descr="ق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وِ" descr="و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طِ" descr="ط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بِ" descr="ب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بِي" descr="ب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قِ" descr="ق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وِ" descr="و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طِ" descr="ط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بِ" descr="ب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بِي" descr="ب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قِ" descr="ق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وِ" descr="و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طِي" descr="ط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طِ" descr="ط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ِ" descr="ب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قِ" descr="ق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وِ" descr="و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طِي" descr="ط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طِ" descr="ط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ِ" descr="ب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قِ" descr="ق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وِ" descr="و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طِ" descr="ط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بِ" descr="ب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5 قِ" descr="ق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5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6 وِ" descr="و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nd It!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Find It!</a:t>
            </a:r>
          </a:p>
        </p:txBody>
      </p:sp>
      <p:sp>
        <p:nvSpPr>
          <p:cNvPr id="5" name="Line 1" descr="1.  Read every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every card.</a:t>
            </a:r>
          </a:p>
        </p:txBody>
      </p:sp>
      <p:sp>
        <p:nvSpPr>
          <p:cNvPr id="6" name="Line 2" descr="2.  Tap the card the question asks f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Tap the card the question asks for.</a:t>
            </a:r>
          </a:p>
        </p:txBody>
      </p:sp>
      <p:sp>
        <p:nvSpPr>
          <p:cNvPr id="7" name="Line 3" descr="3.  Ding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Ding!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َا" descr="ذ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7" name="Card 2 تِ" descr="تِ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8" name="Card 3 جِي" descr="ج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9" name="Card 4 رُو" descr="رُو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َا" descr="ذ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7" name="Card 2 تِ" descr="تِ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8" name="Card 3 جِي" descr="ج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9" name="Card 4 رُو" descr="رُو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َا" descr="ذ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7" name="Card 3 جِي" descr="جِي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8" name="Card 4 رُو" descr="رُو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hort or Long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Short or Long?</a:t>
            </a:r>
          </a:p>
        </p:txBody>
      </p:sp>
      <p:sp>
        <p:nvSpPr>
          <p:cNvPr id="5" name="Line 1" descr="1.  Read the sound on the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the sound on the card.</a:t>
            </a:r>
          </a:p>
        </p:txBody>
      </p:sp>
      <p:sp>
        <p:nvSpPr>
          <p:cNvPr id="6" name="Line 2" descr="2.  Short sound: the short caterpilla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Short sound: the short caterpillar.</a:t>
            </a:r>
          </a:p>
        </p:txBody>
      </p:sp>
      <p:sp>
        <p:nvSpPr>
          <p:cNvPr id="7" name="Line 3" descr="3.  Long sound (madd): the long on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Long sound (madd): the long one!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713302"/>
            <a:ext cx="2095500" cy="66939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تِي" descr="ت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ِي" descr="ت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" descr="ج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" descr="ج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ُو" descr="س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ُو" descr="س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" descr="غ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َ" descr="غ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ُ" descr="ز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ُ" descr="ز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ُ" descr="ز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تِي" descr="ت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ِي" descr="ت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" descr="ج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" descr="ج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ُو" descr="س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ُو" descr="س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" descr="غ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َ" descr="غ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ُ" descr="ز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the letters in ord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the letters in order.</a:t>
            </a:r>
          </a:p>
        </p:txBody>
      </p:sp>
      <p:sp>
        <p:nvSpPr>
          <p:cNvPr id="6" name="Line 2" descr="2.  They ride in the wagon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They ride in the wagons.</a:t>
            </a:r>
          </a:p>
        </p:txBody>
      </p:sp>
      <p:sp>
        <p:nvSpPr>
          <p:cNvPr id="7" name="Line 3" descr="3.  Tap GO and read the wor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Tap GO and read the word!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96353"/>
            <a:ext cx="2095500" cy="150329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عَامٌ" descr="طَعَا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عَا" descr="ع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طَ" descr="ط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عَامٌ" descr="طَعَا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عَا" descr="ع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2" name="Card مٌ" descr="م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عَامٌ" descr="طَعَا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card 2" descr="ع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2" name="Card مٌ" descr="م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عَامٌ" descr="طَعَا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card 2" descr="ع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عَامٌ" descr="طَعَا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عَا" descr="ع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طَ" descr="ط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عَامٌ" descr="طَعَا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عَا" descr="عَا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2" name="Card مٌ" descr="م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عَامٌ" descr="طَعَا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card 2" descr="عَا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Word" descr="طَعَام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hich Madd Letter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8A6CF0"/>
                </a:solidFill>
                <a:latin typeface="Arial"/>
                <a:cs typeface="Arial"/>
              </a:rPr>
              <a:t>How to play: Which Madd Letter?</a:t>
            </a:r>
          </a:p>
        </p:txBody>
      </p:sp>
      <p:sp>
        <p:nvSpPr>
          <p:cNvPr id="5" name="Line 1" descr="1.  Look at the vowel on the lett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Look at the vowel on the letter.</a:t>
            </a:r>
          </a:p>
        </p:txBody>
      </p:sp>
      <p:sp>
        <p:nvSpPr>
          <p:cNvPr id="6" name="Line 2" descr="2.  Fathah: ا    Dammah: و    Kasrah: ي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Fathah: ا    Dammah: و    Kasrah: ي</a:t>
            </a:r>
          </a:p>
        </p:txBody>
      </p:sp>
      <p:sp>
        <p:nvSpPr>
          <p:cNvPr id="7" name="Line 3" descr="3.  Tap the madd letter that fits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Tap the madd letter that fits.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ثَ" descr="ث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شُ" descr="ش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ُو" descr="ش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خَ" descr="خ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خَا" descr="خ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ذُ" descr="ذ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ذُو" descr="ذ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ذُو" descr="ذ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ثَ" descr="ث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شُ" descr="ش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ُو" descr="ش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خَ" descr="خ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خَا" descr="خ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ذُ" descr="ذ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ثُو" descr="ث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َا" descr="ث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" descr="ث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و" descr="ث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ِي" descr="ث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ثُو" descr="ث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َا" descr="ث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" descr="ث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و" descr="ث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ِي" descr="ث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ثَا" descr="ث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" descr="ث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و" descr="ث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ِي" descr="ث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ثَا" descr="ثَا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" descr="ث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و" descr="ث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ِي" descr="ث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ثُو" descr="ث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َا" descr="ث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" descr="ث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ِي" descr="ث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ثُو" descr="ث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َا" descr="ثَا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" descr="ث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ِي" descr="ث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ثَا" descr="ثَا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" descr="ث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ثِي" descr="ثِي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524125"/>
            <a:ext cx="2095500" cy="104775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ُأُو" descr="ذُأ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ذُأُو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ثَا" descr="دَث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دَثَا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ِي" descr="ت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ُو" descr="أ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و" descr="ب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تِي" descr="بِت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بِتِي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َا" descr="ث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ُبُو" descr="نُب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نُبُو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و" descr="نُو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ا" descr="نَا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وُو" descr="و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نُ" descr="ن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و" descr="نُو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ا" descr="نَا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وُو" descr="و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نُ" descr="ن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نَا" descr="نَا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وُو" descr="وُو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نُ" descr="ن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ِي" descr="ن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" descr="ن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ا" descr="ن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نِي" descr="ن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ِي" descr="ن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" descr="ن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ا" descr="ن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نِي" descr="ن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ِ" descr="ن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ا" descr="ن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نِي" descr="ن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ِ" descr="ن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ا" descr="ن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نِي" descr="ن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ِي" descr="ن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" descr="نِ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ا" descr="نَا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ِي" descr="ن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" descr="نِ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ا" descr="نَا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ِ" descr="ن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ا" descr="نَا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يِي" descr="ي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كِ" descr="ك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ثِي" descr="ث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ِ" descr="ث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ِ" descr="ي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يِي" descr="ي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كِ" descr="ك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ثِي" descr="ث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ِ" descr="ث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ِ" descr="ي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جِ" descr="ج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كِ" descr="ك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ثِي" descr="ث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ثِ" descr="ث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يِ" descr="ي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جِ" descr="ج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كِ" descr="ك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ثِي" descr="ث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ثِ" descr="ث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يِ" descr="ي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يِي" descr="ي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كِ" descr="ك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ثِ" descr="ث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يِ" descr="ي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يِي" descr="ي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ِ" descr="ج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كِ" descr="ك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ثِ" descr="ث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يِ" descr="ي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جِ" descr="ج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كِ" descr="ك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5 ثِ" descr="ث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6 يِ" descr="ي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َا" descr="ج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7" name="Card 2 وِي" descr="و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8" name="Card 3 ثُو" descr="ث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9" name="Card 4 يَ" descr="ي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َا" descr="ج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7" name="Card 2 وِي" descr="و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8" name="Card 3 ثُو" descr="ث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9" name="Card 4 يَ" descr="يَ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َا" descr="ج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7" name="Card 2 وِي" descr="وِي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8" name="Card 3 ثُو" descr="ثُو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صِ" descr="ص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نَا" descr="ن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Card صِ" descr="ص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Card رٌ" descr="ر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Wagon card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Wagon card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صِ" descr="ص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نَا" descr="نَا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Card صِ" descr="صِ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Card رٌ" descr="ر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اصِرٌ" descr="نَاصِ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نَاصِرٌ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َا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Wagon card 2" descr="ص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نَاصِ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نَاصِرٌ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ُ" descr="ع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ُ" descr="ع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ي" descr="د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ِي" descr="د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ا" descr="ش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ُ" descr="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ُ" descr="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ُ" descr="ع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ُ" descr="ع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ي" descr="د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ِي" descr="د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َا" descr="ش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َا" descr="ش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ُ" descr="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ُ" descr="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جَ" descr="ج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تُ" descr="ت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ُو" descr="ت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نِ" descr="ن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ِي" descr="ن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وَ" descr="و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دُ" descr="د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ُو" descr="د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دُو" descr="د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جَ" descr="ج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تُ" descr="ت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ُو" descr="ت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نِ" descr="ن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ِي" descr="ن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وَ" descr="و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دُ" descr="د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ُو" descr="حُو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حِي" descr="حِي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2" name="Balloon 3" descr="Balloon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حُو" descr="حُو">
            <a:hlinkClick action="ppaction://hlinksldjump" r:id="rId10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حُ" descr="حُ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حَا" descr="ح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ُو" descr="حُو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حِي" descr="حِي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2" name="Balloon 3" descr="Balloon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حُو" descr="حُو">
            <a:hlinkClick action="ppaction://hlinksldjump" r:id="rId10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حُ" descr="حُ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حَا" descr="حَا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حِي" descr="ح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حُو" descr="ح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حِي" descr="ح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حُو" descr="ح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ُو" descr="ح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حِي" descr="ح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حُو" descr="ح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حِي" descr="ح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حَا" descr="حَا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حِي" descr="حِي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حُ" descr="ح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حَا" descr="حَا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ي" descr="لِي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ِي" descr="حِي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حَا" descr="ح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ي" descr="لِي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ِي" descr="حِي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حَا" descr="ح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ي" descr="لِي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ِ" descr="ح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حَا" descr="ح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ُو" descr="ح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َا" descr="ج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ِي" descr="ي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ِيِي" descr="نِي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نِيِي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ُحُو" descr="تُح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تُحُو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جَا" descr="قَج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قَجَا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ُنُو" descr="كُن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كُنُو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ُو" descr="ن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ِي" descr="خ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ِي" descr="و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ي" descr="خ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َا" descr="خ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خِي" descr="خ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ِي" descr="خ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ِي" descr="و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ي" descr="خ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َا" descr="خ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خِي" descr="خ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ِي" descr="خ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ِي" descr="و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خَا" descr="خ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ِي" descr="خ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ِي" descr="خ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ِي" descr="و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خَا" descr="خ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ِي" descr="خ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ِي" descr="خ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ِي" descr="و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ي" descr="خ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َا" descr="خ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ِي" descr="خ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ِي" descr="و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ِي" descr="خ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َا" descr="خ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خِي" descr="خ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ِي" descr="وِي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" descr="خ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خَا" descr="خَا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حَا" descr="ح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خَا" descr="خَا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سَ" descr="سَ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طَ" descr="ط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حَ" descr="ح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حَا" descr="ح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خَا" descr="خَا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سَ" descr="سَ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طَ" descr="ط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حَ" descr="ح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خَا" descr="خَا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حَ" descr="ح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خَا" descr="خَا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حَ" descr="ح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حَا" descr="ح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حَ" descr="ح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حَا" descr="ح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طَ" descr="ط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حَ" descr="ح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خَ" descr="خ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3 سَ" descr="س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4 طَ" descr="ط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5 حَ" descr="ح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6 خَ" descr="خ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109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غِي" descr="غ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ard صَ" descr="ص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غِي" descr="غ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Wagon card 2" descr="غ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Wagon card 2" descr="غ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غِي" descr="غ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ard صَ" descr="ص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غِي" descr="غ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Wagon card 2" descr="غ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صَغِي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صَغِيرٌ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رِ" descr="ر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7" name="Card 2 دَا" descr="دَ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8" name="Card 3 زَ" descr="ز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9" name="Card 4 عُ" descr="ع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رِ" descr="ر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7" name="Card 2 دَا" descr="دَ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8" name="Card 3 زَ" descr="ز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9" name="Card 4 عُ" descr="ع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رِ" descr="ر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7" name="Card 3 زَ" descr="ز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8" name="Card 4 عُ" descr="ع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دَ" descr="د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" descr="د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ُو" descr="ر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ُو" descr="ر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ِي" descr="ج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ِي" descr="ج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ا" descr="ث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ُ" descr="ق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ُ" descr="ق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ِ" descr="ز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ِ" descr="ز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ِ" descr="ز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دَ" descr="د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َ" descr="د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ُو" descr="ر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ُو" descr="ر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ِي" descr="ج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ِي" descr="ج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َا" descr="ث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َا" descr="ث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ُ" descr="ق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ُ" descr="ق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ِ" descr="ز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ذُ" descr="ذ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ذُو" descr="ذ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لَ" descr="ل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" descr="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هُ" descr="ه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ُو" descr="ه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طِ" descr="ط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طِي" descr="ط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طِي" descr="ط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ذُ" descr="ذ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ذُو" descr="ذ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لَ" descr="ل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" descr="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هُ" descr="ه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هُو" descr="ه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طِ" descr="ط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ِي" descr="ذ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ِ" descr="ذ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و" descr="ذ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ذِي" descr="ذ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ِي" descr="ذ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ِ" descr="ذ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و" descr="ذ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ذِي" descr="ذ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ذِ" descr="ذ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و" descr="ذ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ذِي" descr="ذ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ذِ" descr="ذ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و" descr="ذ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ذِي" descr="ذ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ِي" descr="ذ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ِ" descr="ذ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و" descr="ذ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ِي" descr="ذ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ِ" descr="ذ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و" descr="ذ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ذَا" descr="ذَا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ذِ" descr="ذ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و" descr="ذُو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رِي" descr="ر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رِي" descr="رِي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رَا" descr="رَا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غِي" descr="غِي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رِ" descr="رِ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رِي" descr="ر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رِي" descr="رِي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رَا" descr="رَا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غِي" descr="غِي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رِ" descr="رِ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رِي" descr="ر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رَا" descr="رَا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غِي" descr="غِي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رِ" descr="ر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ا" descr="ح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" descr="ر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و" descr="ر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ا" descr="ر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ا" descr="ر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ا" descr="ح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" descr="ر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و" descr="ر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ا" descr="ر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ا" descr="رَا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ا" descr="ح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" descr="ر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و" descr="ر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َا" descr="ر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ا" descr="ح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" descr="ر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و" descr="ر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َا" descr="ر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ا" descr="ح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" descr="ر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و" descr="ر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ا" descr="ر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ا" descr="حَا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" descr="ر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و" descr="ر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ا" descr="رَا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ا" descr="ر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ا" descr="حَا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َ" descr="ر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و" descr="رُو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ِي" descr="خ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ا" descr="د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ِرِي" descr="مِر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مِرِي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ِي" descr="ر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ُو" descr="ذ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ُذُو" descr="لُذ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لُذُو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ِخِي" descr="ضِخ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ضِخِي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دَا" descr="يَد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يَدَا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ِينٌ" descr="ط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طِي" descr="ط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Card نٌ" descr="ن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ِينٌ" descr="ط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ط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Card نٌ" descr="ن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ِينٌ" descr="ط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ط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Wagon card 2" descr="ن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ِينٌ" descr="ط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طِي" descr="ط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Card نٌ" descr="ن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ِينٌ" descr="ط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ط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Wagon card 2" descr="ن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Word" descr="طِين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طِينٌ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رَا" descr="ر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َ" descr="ج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زَا" descr="زَا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َ" descr="ف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َ" descr="ر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زَ" descr="ز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رَا" descr="ر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َ" descr="ج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زَا" descr="زَا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َ" descr="ف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َ" descr="ر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زَ" descr="ز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جَ" descr="ج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زَا" descr="ز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زَ" descr="ز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جَ" descr="ج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زَا" descr="زَا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رَ" descr="ر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زَ" descr="ز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رَا" descr="ر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َ" descr="ج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فَ" descr="ف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رَ" descr="ر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زَ" descr="ز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رَا" descr="رَا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جَ" descr="ج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فَ" descr="ف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رَ" descr="ر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زَ" descr="ز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جَ" descr="ج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4 فَ" descr="ف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5 رَ" descr="ر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6 زَ" descr="ز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مِ" descr="م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7" name="Card 2 بَ" descr="ب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Card 3 أُ" descr="أ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Card 4 زُو" descr="زُو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مِ" descr="م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7" name="Card 2 بَ" descr="ب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Card 3 أُ" descr="أ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Card 4 زُو" descr="زُو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مِ" descr="م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7" name="Card 2 بَ" descr="ب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Card 3 أُ" descr="أ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سُ" descr="س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ُ" descr="س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ِي" descr="ض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ِي" descr="ض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ُ" descr="غ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ُ" descr="غ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ِي" descr="م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َ" descr="ق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َ" descr="ق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َ" descr="ق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سُ" descr="س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ُ" descr="س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ِي" descr="ض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ِي" descr="ض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َا" descr="ج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َا" descr="ج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ُ" descr="غ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ُ" descr="غ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ِي" descr="م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َ" descr="ق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سُ" descr="س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و" descr="س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تِ" descr="ت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ِي" descr="ت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وَ" descr="و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حُ" descr="ح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حُو" descr="ح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غِ" descr="غ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سُ" descr="س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و" descr="س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تِ" descr="ت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تِي" descr="ت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وَ" descr="و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حُ" descr="ح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حُو" descr="ح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غِ" descr="غ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474232"/>
            <a:ext cx="2095500" cy="114753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قُومُ" descr="يَقُوم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يَقُومُ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مِيرٌ" descr="أَم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أَمِيرٌ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ُيُورٌ" descr="طُي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طُيُورٌ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بِيرٌ" descr="كَب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كَبِيرٌ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ُلُوبٌ" descr="قُل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قُلُوبٌ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مِيرٌ" descr="أَم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أَمِيرٌ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ُيُورٌ" descr="طُي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طُيُورٌ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بِيرٌ" descr="كَب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كَبِيرٌ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ُلُوبٌ" descr="قُل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قُلُوبٌ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شِيدٌ" descr="نَش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نَشِيدٌ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ُيُورٌ" descr="طُي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طُيُورٌ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بِيرٌ" descr="كَب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كَبِيرٌ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ُلُوبٌ" descr="قُل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قُلُوبٌ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شِيدٌ" descr="نَش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نَشِيدٌ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دِيدٌ" descr="جَد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جَدِيدٌ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بِيرٌ" descr="كَب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كَبِيرٌ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ُلُوبٌ" descr="قُل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قُلُوبٌ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شِيدٌ" descr="نَش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نَشِيدٌ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دِيدٌ" descr="جَد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جَدِيدٌ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دِرٌ" descr="قَاد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قَادِرٌ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ُلُوبٌ" descr="قُل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قُلُوبٌ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شِيدٌ" descr="نَش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نَشِيدٌ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دِيدٌ" descr="جَد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جَدِيدٌ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ادِرٌ" descr="قَاد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قَادِرٌ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ارَ" descr="سَا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سَارَ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ِي" descr="ش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ِ" descr="ش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ُو" descr="ش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ِي" descr="ش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ا" descr="ش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شِي" descr="ش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ِي" descr="ش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ِ" descr="ش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ُو" descr="ش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ِي" descr="ش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ا" descr="ش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شِي" descr="ش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ِي" descr="ش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ِ" descr="ش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ُو" descr="ش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َا" descr="ش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شِي" descr="ش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ِي" descr="ش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ِ" descr="ش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ُو" descr="ش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َا" descr="ش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شِي" descr="ش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ِي" descr="ش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ِ" descr="ش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ُو" descr="ش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ِي" descr="ش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ا" descr="ش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ِي" descr="ش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ِ" descr="ش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ُو" descr="ش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ِي" descr="ش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َا" descr="ش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ِي" descr="ش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ِ" descr="ش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ُو" descr="شُو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َا" descr="ش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َا" descr="قَا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و" descr="شُو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شَا" descr="ش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َا" descr="قَا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و" descr="شُو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شَا" descr="ش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ا" descr="ش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َا" descr="قَا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و" descr="شُو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رُو" descr="ر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Card حٌ" descr="ح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ر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Card حٌ" descr="ح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ر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Wagon card 2" descr="ح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رُو" descr="ر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Card حٌ" descr="ح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ر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Wagon card 2" descr="ح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Word" descr="رُوح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رُوحٌ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ا" descr="ص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ا" descr="طَا">
            <a:hlinkClick action="ppaction://hlinksldjump" r:id="rId8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ُو" descr="ص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4" descr="Fish 4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َا" descr="صَا">
            <a:hlinkClick action="ppaction://hlinksldjump" r:id="rId10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َ" descr="ص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ا" descr="ص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ا" descr="طَا">
            <a:hlinkClick action="ppaction://hlinksldjump" r:id="rId8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ُو" descr="ص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4" descr="Fish 4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َا" descr="صَا">
            <a:hlinkClick action="ppaction://hlinksldjump" r:id="rId10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َ" descr="ص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ا" descr="ص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ا" descr="ط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ُو" descr="ص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صَا" descr="ص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َ" descr="ص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ا" descr="ص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ا" descr="ط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ُو" descr="ص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صَا" descr="صَا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َ" descr="ص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ا" descr="ص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ا" descr="ط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ُو" descr="ص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َ" descr="ص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ا" descr="ص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ا" descr="طَا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ُو" descr="ص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ا" descr="صَا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َ" descr="ص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ا" descr="ص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ا" descr="طَا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ُو" descr="صُو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صَ" descr="ص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أُ" descr="أ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صُو" descr="ص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مُو" descr="مُو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ُ" descr="ص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أُ" descr="أ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صُو" descr="ص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مُو" descr="مُو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ُ" descr="ص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أُ" descr="أ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مُو" descr="م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صُ" descr="ص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أُ" descr="أ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مُو" descr="م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صُ" descr="ص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أُ" descr="أ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صُو" descr="ص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صُ" descr="ص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أُ" descr="أ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صُو" descr="ص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صُ" descr="ص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أُ" descr="أ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4 صُ" descr="ص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3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5 طُ" descr="ط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5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6 مُ" descr="م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َزَا" descr="جَز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جَزَا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ِي" descr="ش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َا" descr="ز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ُسُو" descr="طُس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طُسُو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صَا" descr="هَص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هَصَا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و" descr="س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َا" descr="ص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ِشِي" descr="فِش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فِشِي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حُو" descr="ح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7" name="Card 2 ضُ" descr="ض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8" name="Card 3 جِي" descr="ج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9" name="Card 4 ذَا" descr="ذ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حُو" descr="ح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7" name="Card 2 ضُ" descr="ض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8" name="Card 3 جِي" descr="ج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9" name="Card 4 ذَا" descr="ذَا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حُو" descr="حُو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7" name="Card 3 جِي" descr="جِي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8" name="Card 4 ذَا" descr="ذَا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ضُو" descr="ض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ُو" descr="ض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ِ" descr="ر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ِ" descr="ر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ا" descr="غ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َا" descr="غ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" descr="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" descr="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ِ" descr="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ِ" descr="ف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َ" descr="ص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َ" descr="ص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َ" descr="ص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ضُو" descr="ض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ُو" descr="ض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ِ" descr="ر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ِ" descr="ر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َا" descr="غ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َا" descr="غ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" descr="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" descr="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ِ" descr="ف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ِ" descr="ف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َ" descr="ص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طِ" descr="ط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طِي" descr="ط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نَ" descr="ن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ا" descr="ن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ُ" descr="ر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ُو" descr="ر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غِ" descr="غ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عَ" descr="ع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عَا" descr="ع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عَا" descr="ع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طِ" descr="ط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طِي" descr="ط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نَ" descr="ن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نَا" descr="ن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ُ" descr="ر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ُو" descr="ر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غِ" descr="غ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عَ" descr="ع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ِي" descr="ط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َ" descr="ط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طَا" descr="ط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طَا" descr="طَا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طُو" descr="ط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ِي" descr="ط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َ" descr="ط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طَا" descr="طَا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طَا" descr="طَا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طُو" descr="ط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ِي" descr="ط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َ" descr="ط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طَا" descr="ط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و" descr="ط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ِي" descr="ط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َ" descr="ط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طَا" descr="ط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و" descr="ط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ِي" descr="ط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َ" descr="ط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طَا" descr="ط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و" descr="ط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ِي" descr="ط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َ" descr="ط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طَا" descr="طَا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و" descr="ط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طَا" descr="ط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ِي" descr="طِي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َ" descr="ط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طُو" descr="طُو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رِيرٌ" descr="سَر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سَرِيرٌ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ِي" descr="ر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سَ" descr="س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رِيرٌ" descr="سَر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سَرِيرٌ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Card رِي" descr="ر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Card رٌ" descr="ر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رِيرٌ" descr="سَر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سَرِيرٌ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ر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رِيرٌ" descr="سَر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سَرِيرٌ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ر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رِيرٌ" descr="سَر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سَرِيرٌ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ِي" descr="ر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سَ" descr="س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رِيرٌ" descr="سَر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سَرِيرٌ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Card رِي" descr="ر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Card رٌ" descr="ر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رِيرٌ" descr="سَر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سَرِيرٌ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ر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سَرِي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سَرِيرٌ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َا" descr="ظ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ا" descr="ظ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ظَ" descr="ظ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و" descr="ظ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ا" descr="غ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َا" descr="ظ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ا" descr="ظ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ظَ" descr="ظ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و" descr="ظ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َا" descr="غَا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َا" descr="ظ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ظَ" descr="ظ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ظُو" descr="ظُو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غَا" descr="غ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ظُ" descr="ظ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ظَا" descr="ظ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و" descr="ظ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و" descr="طُو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ظُو" descr="ظُو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ظُ" descr="ظ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ظَا" descr="ظ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و" descr="ظ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و" descr="طُو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ظُو" descr="ظُو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ظُ" descr="ظ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ظَا" descr="ظ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و" descr="طُو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ظُو" descr="ظ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ظُ" descr="ظ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ظَا" descr="ظ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و" descr="طُو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ظُو" descr="ظ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ظُ" descr="ظ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ظَا" descr="ظ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و" descr="ظ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و" descr="طُو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ظُ" descr="ظ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ظَا" descr="ظَا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و" descr="ظ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و" descr="طُو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ظُ" descr="ظ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ظَا" descr="ظَا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و" descr="طُو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عُو" descr="ع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و" descr="ه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عُ" descr="ع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هُ" descr="ه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ظُ" descr="ظ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عُو" descr="ع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و" descr="ه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عُ" descr="ع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هُ" descr="ه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ظُ" descr="ظ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هُو" descr="هُو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عُ" descr="ع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هُ" descr="ه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ظُ" descr="ظ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2 هُو" descr="هُو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عُ" descr="ع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هُ" descr="ه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ظُ" descr="ظ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عُو" descr="ع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عُ" descr="ع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هُ" descr="ه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ظُ" descr="ظ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عُو" descr="ع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عُ" descr="ع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هُ" descr="ه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ظُ" descr="ظ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3 عُ" descr="ع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1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4 سُ" descr="س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5 هُ" descr="ه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5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6 ظُ" descr="ظ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109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َا" descr="ب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7" name="Card 2 صُو" descr="ص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8" name="Card 3 عِ" descr="ع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9" name="Card 4 نِي" descr="نِي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َا" descr="بَا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7" name="Card 2 صُو" descr="ص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8" name="Card 3 عِ" descr="ع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9" name="Card 4 نِي" descr="نِي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َا" descr="بَا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7" name="Card 2 صُو" descr="صُو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8" name="Card 4 نِي" descr="نِي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ُو" descr="ض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َا" descr="ظ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ِي" descr="ط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ُعُو" descr="رُع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رُعُو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ُو" descr="ع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ِطِي" descr="صِط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صِطِي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ُضُو" descr="زُض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زُضُو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َظَا" descr="صَظ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صَظَا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َ" descr="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َ" descr="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ُ" descr="ر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ُ" descr="ر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َا" descr="ض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َا" descr="ض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ُو" descr="ش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ُو" descr="ش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ُو" descr="ش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َ" descr="ه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َ" descr="ه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رُ" descr="ر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ُ" descr="ر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َا" descr="ض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َا" descr="ض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ُو" descr="ش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غِ" descr="غ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مَ" descr="م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َا" descr="م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سُ" descr="س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و" descr="س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شِ" descr="ش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ِي" descr="ش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بَ" descr="ب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َا" descr="ب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َا" descr="ب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غِ" descr="غ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مَ" descr="م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َا" descr="م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سُ" descr="س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سُو" descr="س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شِ" descr="ش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شِي" descr="ش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بَ" descr="ب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1" name="Card دُو" descr="دُو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ard يَ" descr="ي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ard دُو" descr="د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د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د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Wagon card 3" descr="رُ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1" name="Card دُو" descr="دُو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ard يَ" descr="ي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ard دُو" descr="د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د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Wagon card 3" descr="رُ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Word" descr="يَدُورُ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يَدُورُ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َا" descr="ف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ا" descr="فَا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ِي" descr="فِي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ُو" descr="فُو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6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فَا" descr="فَا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َا" descr="ف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ا" descr="فَا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ِي" descr="فِي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ُو" descr="فُو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6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فَا" descr="فَا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َا" descr="ف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فَ" descr="ف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فِي" descr="ف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ُو" descr="ف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فَا" descr="فَا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َا" descr="ف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فَ" descr="ف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فِي" descr="ف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ُو" descr="ف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فَا" descr="فَا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َا" descr="ف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ا" descr="ف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ِي" descr="ف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ُو" descr="ف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َا" descr="ف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ا" descr="فَا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ِي" descr="ف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ُو" descr="ف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َا" descr="فَا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فَ" descr="ف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فِي" descr="فِي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ُو" descr="فُو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ُ" descr="ف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فُو" descr="ف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زُو" descr="زُو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فَا" descr="ف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ُ" descr="ف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فُو" descr="ف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زُو" descr="زُو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فَا" descr="فَا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ُ" descr="ف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زُو" descr="زُو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فَا" descr="فَا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و" descr="ق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ُ" descr="ق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ُو" descr="ق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َا" descr="ق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و" descr="ق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ُ" descr="ق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ُو" descr="ق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َا" descr="ق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قُ" descr="ق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قُو" descr="ق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ا" descr="ق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قُ" descr="ق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قُو" descr="ق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ا" descr="ق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و" descr="ق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ُ" descr="ق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ا" descr="ق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و" descr="ق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ُ" descr="ق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ا" descr="ق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قُ" descr="ق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قَا" descr="قَا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شِ" descr="ش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ِي" descr="ش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نِ" descr="ن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قِي" descr="ق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خِ" descr="خ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قِ" descr="ق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شِ" descr="ش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ِي" descr="ش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نِ" descr="ن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قِي" descr="ق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خِ" descr="خ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قِ" descr="ق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شِ" descr="ش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نِ" descr="ن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قِي" descr="ق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خِ" descr="خ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قِ" descr="ق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شِ" descr="ش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نِ" descr="ن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قِي" descr="ق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خِ" descr="خ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قِ" descr="ق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شِ" descr="ش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ِي" descr="ش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نِ" descr="ن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خِ" descr="خ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قِ" descr="ق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شِ" descr="ش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ِي" descr="ش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نِ" descr="ن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خِ" descr="خ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قِ" descr="ق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شِ" descr="ش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نِ" descr="ن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5 خِ" descr="خ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5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6 قِ" descr="ق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ِ" descr="ب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7" name="Card 2 ثَ" descr="ث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8" name="Card 3 خُ" descr="خ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9" name="Card 4 كِي" descr="ك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ِ" descr="ب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7" name="Card 2 ثَ" descr="ثَ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8" name="Card 3 خُ" descr="خ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9" name="Card 4 كِي" descr="ك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ِ" descr="ب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7" name="Card 2 ثَ" descr="ثَ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8" name="Card 3 خُ" descr="خ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كِ" descr="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ِ" descr="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َا" descr="ل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ا" descr="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ُ" descr="ف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ُ" descr="ف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" descr="ش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ِ" descr="ش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ُ" descr="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ُ" descr="ن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ُ" descr="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كِ" descr="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ِ" descr="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َا" descr="ل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َا" descr="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ُ" descr="ف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ُ" descr="ف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" descr="ش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ِ" descr="ش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َا" descr="ح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َا" descr="ح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ُ" descr="ن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َا" descr="ف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ِكِي" descr="لِك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لِكِي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َفَا" descr="سَف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سَفَا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ِغِي" descr="صِغ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صِغِي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ُقُو" descr="فُق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فُقُو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و" descr="ق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ِي" descr="غ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ِي" descr="ك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جُومٌ" descr="نُج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نُجُومٌ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Card نُ" descr="نُ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Card جُو" descr="جُو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جُومٌ" descr="نُج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نُجُومٌ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جُو" descr="ج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جُومٌ" descr="نُج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نُجُومٌ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Wagon card 2" descr="ج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2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جُومٌ" descr="نُج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نُجُومٌ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Wagon card 2" descr="ج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جُومٌ" descr="نُج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نُجُومٌ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Card نُ" descr="نُ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Card جُو" descr="جُو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جُومٌ" descr="نُج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نُجُومٌ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جُو" descr="ج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ُجُومٌ" descr="نُج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نُجُومٌ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ن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1" name="Wagon card 2" descr="ج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Word" descr="نُجُوم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نُجُومٌ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لَ" descr="ل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" descr="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جُ" descr="ج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جُو" descr="ج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دَ" descr="د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صُ" descr="ص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صُو" descr="ص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صُو" descr="ص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لَ" descr="ل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لَا" descr="ل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جُ" descr="ج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جُو" descr="ج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دَ" descr="د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دَا" descr="د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صُ" descr="ص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ِي" descr="ل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لُو" descr="ل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َا" descr="ل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" descr="ل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ِي" descr="ل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لُو" descr="ل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َا" descr="لَا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" descr="ل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ِي" descr="ل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لُو" descr="ل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لَا" descr="ل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" descr="ل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ِي" descr="ل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لُو" descr="ل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لَا" descr="ل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" descr="ل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ِي" descr="ل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لَا" descr="ل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" descr="ل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ِي" descr="ل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لَا" descr="لَا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" descr="ل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ِي" descr="لِي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لَا" descr="لَا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لُ" descr="ل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ا" descr="م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و" descr="ج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ُو" descr="م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مُ" descr="م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ا" descr="مَا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و" descr="ج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ُو" descr="م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مُ" descr="م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ا" descr="مَا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و" descr="جُو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مُ" descr="م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" descr="م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ي" descr="س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ِي" descr="م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ِي" descr="م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َا" descr="م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" descr="م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ي" descr="س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ِي" descr="م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ِي" descr="م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َا" descr="م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" descr="م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ي" descr="س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ِي" descr="م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َا" descr="م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" descr="م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ي" descr="س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ِي" descr="م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َا" descr="م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" descr="م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ي" descr="س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ِي" descr="م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َا" descr="م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" descr="م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ي" descr="س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ِي" descr="م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َا" descr="مَا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" descr="م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ي" descr="سِي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مَا" descr="مَا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بِ" descr="ب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ِ" descr="ه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وِي" descr="وِي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هِي" descr="هِي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بِ" descr="ب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ِ" descr="ه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وِي" descr="وِي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هِي" descr="هِي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بِ" descr="ب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ِ" descr="ه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هِي" descr="هِي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بِ" descr="ب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ِ" descr="ه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هِي" descr="هِي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بِ" descr="ب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ِ" descr="ه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وِي" descr="وِي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بِ" descr="ب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ِ" descr="ه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وِي" descr="وِي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وِ" descr="و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1 بِ" descr="ب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ِ" descr="ه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وِ" descr="و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إِ" descr="إ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يِ" descr="ي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7" name="Card 2 هَا" descr="هَ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Card 3 لَ" descr="ل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9" name="Card 4 ثُ" descr="ث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يِ" descr="ي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7" name="Card 2 هَا" descr="هَا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8" name="Card 3 لَ" descr="لَ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9" name="Card 4 ثُ" descr="ث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يِ" descr="ي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7" name="Card 3 لَ" descr="لَ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8" name="Card 4 ثُ" descr="ث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وِيلٌ" descr="طَو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طَوِيلٌ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Card وِي" descr="و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2" name="Card طَ" descr="ط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وِيلٌ" descr="طَو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طَوِيلٌ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2" name="Card وِي" descr="و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وِيلٌ" descr="طَو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طَوِيلٌ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card 2" descr="و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2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وِيلٌ" descr="طَو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طَوِيلٌ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card 2" descr="و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2" name="Wagon card 3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وِيلٌ" descr="طَو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طَوِيلٌ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Card وِي" descr="و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2" name="Card طَ" descr="ط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وِيلٌ" descr="طَو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طَوِيلٌ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2" name="Card وِي" descr="و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وِيلٌ" descr="طَو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طَوِيلٌ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card 2" descr="و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2" name="Wagon card 3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Word" descr="طَوِيل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طَوِيلٌ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وَ" descr="و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َ" descr="و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ُو" descr="ف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ُو" descr="ف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ِ" descr="ز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ِ" descr="ز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َا" descr="س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َا" descr="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ُو" descr="ح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ُو" descr="ح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ِي" descr="م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وَ" descr="وَ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َ" descr="وَ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ُو" descr="ف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ُو" descr="ف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ِ" descr="ز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ِ" descr="ز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َا" descr="سَا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َا" descr="س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ُو" descr="ح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ُو" descr="ح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وَ" descr="و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مُ" descr="م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ُو" descr="م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أُ" descr="أ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ُو" descr="أ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بُ" descr="ب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بُو" descr="ب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ad بُو" descr="ب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tter وَ" descr="وَ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3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5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7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وَا" descr="وَا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مُ" descr="م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مُو" descr="م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رِ" descr="رِ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3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3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4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4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رِي" descr="ر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أُ" descr="أ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Which madd letter comes next?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Which madd letter comes next?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lved أُو" descr="أ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1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tter بُ" descr="بُ"/>
          <p:cNvSpPr/>
          <p:nvPr/>
        </p:nvSpPr>
        <p:spPr>
          <a:xfrm>
            <a:off x="6223000" y="1270000"/>
            <a:ext cx="215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3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4" name="Madd letter place" descr="?"/>
          <p:cNvSpPr/>
          <p:nvPr/>
        </p:nvSpPr>
        <p:spPr>
          <a:xfrm>
            <a:off x="4064000" y="1587500"/>
            <a:ext cx="1651000" cy="13970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9C93B0"/>
            </a:solidFill>
            <a:prstDash val="dash"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9C93B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5" name="Answer 1 ا">
            <a:hlinkClick action="ppaction://hlinksldjump" r:id="rId3"/>
          </p:cNvPr>
          <p:cNvSpPr/>
          <p:nvPr/>
        </p:nvSpPr>
        <p:spPr>
          <a:xfrm>
            <a:off x="8001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nswer text 1" descr="ا">
            <a:hlinkClick action="ppaction://hlinksldjump" r:id="rId3"/>
          </p:cNvPr>
          <p:cNvSpPr/>
          <p:nvPr/>
        </p:nvSpPr>
        <p:spPr>
          <a:xfrm>
            <a:off x="8096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ا</a:t>
            </a:r>
          </a:p>
        </p:txBody>
      </p:sp>
      <p:sp>
        <p:nvSpPr>
          <p:cNvPr id="17" name="Answer 2 و">
            <a:hlinkClick action="ppaction://hlinksldjump" r:id="rId4"/>
          </p:cNvPr>
          <p:cNvSpPr/>
          <p:nvPr/>
        </p:nvSpPr>
        <p:spPr>
          <a:xfrm>
            <a:off x="4445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nswer text 2" descr="و">
            <a:hlinkClick action="ppaction://hlinksldjump" r:id="rId4"/>
          </p:cNvPr>
          <p:cNvSpPr/>
          <p:nvPr/>
        </p:nvSpPr>
        <p:spPr>
          <a:xfrm>
            <a:off x="4540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9" name="Answer 3 ي">
            <a:hlinkClick action="ppaction://hlinksldjump" r:id="rId3"/>
          </p:cNvPr>
          <p:cNvSpPr/>
          <p:nvPr/>
        </p:nvSpPr>
        <p:spPr>
          <a:xfrm>
            <a:off x="889000" y="3937000"/>
            <a:ext cx="3302000" cy="1714500"/>
          </a:xfrm>
          <a:prstGeom prst="roundRect">
            <a:avLst>
              <a:gd name="adj" fmla="val 18000"/>
            </a:avLst>
          </a:prstGeom>
          <a:solidFill>
            <a:srgbClr val="EBFBEE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nswer text 3" descr="ي">
            <a:hlinkClick action="ppaction://hlinksldjump" r:id="rId3"/>
          </p:cNvPr>
          <p:cNvSpPr/>
          <p:nvPr/>
        </p:nvSpPr>
        <p:spPr>
          <a:xfrm>
            <a:off x="984250" y="4000500"/>
            <a:ext cx="3111500" cy="1587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000" b="1" lang="ar-SA">
                <a:solidFill>
                  <a:srgbClr val="2E2640"/>
                </a:solidFill>
                <a:latin typeface="Arial"/>
                <a:cs typeface="Arial"/>
              </a:rPr>
              <a:t>ي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َوَا" descr="تَو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تَوَا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ِي" descr="ه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مُو" descr="بُم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بُمُو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ا" descr="ل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ا" descr="و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لَا" descr="قَلَا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قَلَا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ِهِي" descr="قِه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قِهِي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و" descr="م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َاكِرٌ" descr="شَاكِ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شَاكِرٌ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رُوسٌ" descr="دُرُوس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دُرُوسٌ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زَارَ" descr="زَا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زَارَ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ُوبٌ" descr="ك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رُوسٌ" descr="دُرُوس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دُرُوسٌ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زَارَ" descr="زَا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زَارَ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ُوبٌ" descr="ك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حَابٌ" descr="سَح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زَارَ" descr="زَا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زَارَ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ُوبٌ" descr="ك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حَابٌ" descr="سَح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ُوبٌ" descr="كُو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كُوبٌ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حَابٌ" descr="سَح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ِيحٌ" descr="رِيح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رِيحٌ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حَابٌ" descr="سَحَا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ِيحٌ" descr="رِيح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رِيحٌ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ُوفٌ" descr="صُوف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صُوفٌ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Mix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