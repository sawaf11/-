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boing.wav" ContentType="audio/wav"/>
  <Override PartName="/ppt/media/snd_cheer.wav" ContentType="audio/wav"/>
  <Override PartName="/ppt/media/snd_ding.wav" ContentType="audio/wav"/>
  <Override PartName="/ppt/media/snd_tada.wav" ContentType="audio/wav"/>
  <Override PartName="/ppt/media/snd_vroom.wav" ContentType="audio/wav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  <p:sldId id="669" r:id="rId420"/>
    <p:sldId id="670" r:id="rId421"/>
    <p:sldId id="671" r:id="rId422"/>
    <p:sldId id="672" r:id="rId423"/>
    <p:sldId id="673" r:id="rId424"/>
    <p:sldId id="674" r:id="rId425"/>
    <p:sldId id="675" r:id="rId426"/>
    <p:sldId id="676" r:id="rId427"/>
    <p:sldId id="677" r:id="rId428"/>
    <p:sldId id="678" r:id="rId429"/>
    <p:sldId id="679" r:id="rId430"/>
    <p:sldId id="680" r:id="rId431"/>
    <p:sldId id="681" r:id="rId432"/>
    <p:sldId id="682" r:id="rId433"/>
    <p:sldId id="683" r:id="rId434"/>
    <p:sldId id="684" r:id="rId435"/>
    <p:sldId id="685" r:id="rId436"/>
    <p:sldId id="686" r:id="rId437"/>
    <p:sldId id="687" r:id="rId438"/>
    <p:sldId id="688" r:id="rId439"/>
    <p:sldId id="689" r:id="rId440"/>
    <p:sldId id="690" r:id="rId441"/>
    <p:sldId id="691" r:id="rId442"/>
    <p:sldId id="692" r:id="rId443"/>
    <p:sldId id="693" r:id="rId444"/>
    <p:sldId id="694" r:id="rId445"/>
    <p:sldId id="695" r:id="rId446"/>
    <p:sldId id="696" r:id="rId447"/>
    <p:sldId id="697" r:id="rId448"/>
    <p:sldId id="698" r:id="rId449"/>
    <p:sldId id="699" r:id="rId450"/>
    <p:sldId id="700" r:id="rId451"/>
    <p:sldId id="701" r:id="rId452"/>
    <p:sldId id="702" r:id="rId453"/>
    <p:sldId id="703" r:id="rId454"/>
    <p:sldId id="704" r:id="rId455"/>
    <p:sldId id="705" r:id="rId456"/>
    <p:sldId id="706" r:id="rId457"/>
    <p:sldId id="707" r:id="rId458"/>
    <p:sldId id="708" r:id="rId459"/>
    <p:sldId id="709" r:id="rId460"/>
    <p:sldId id="710" r:id="rId461"/>
    <p:sldId id="711" r:id="rId462"/>
    <p:sldId id="712" r:id="rId463"/>
    <p:sldId id="713" r:id="rId464"/>
    <p:sldId id="714" r:id="rId465"/>
    <p:sldId id="715" r:id="rId466"/>
    <p:sldId id="716" r:id="rId467"/>
    <p:sldId id="717" r:id="rId468"/>
    <p:sldId id="718" r:id="rId469"/>
    <p:sldId id="719" r:id="rId470"/>
    <p:sldId id="720" r:id="rId471"/>
    <p:sldId id="721" r:id="rId472"/>
    <p:sldId id="722" r:id="rId473"/>
    <p:sldId id="723" r:id="rId474"/>
    <p:sldId id="724" r:id="rId475"/>
    <p:sldId id="725" r:id="rId476"/>
    <p:sldId id="726" r:id="rId477"/>
    <p:sldId id="727" r:id="rId478"/>
    <p:sldId id="728" r:id="rId479"/>
    <p:sldId id="729" r:id="rId480"/>
    <p:sldId id="730" r:id="rId481"/>
    <p:sldId id="731" r:id="rId482"/>
    <p:sldId id="732" r:id="rId483"/>
    <p:sldId id="733" r:id="rId484"/>
    <p:sldId id="734" r:id="rId485"/>
    <p:sldId id="735" r:id="rId486"/>
    <p:sldId id="736" r:id="rId487"/>
    <p:sldId id="737" r:id="rId488"/>
    <p:sldId id="738" r:id="rId489"/>
    <p:sldId id="739" r:id="rId490"/>
    <p:sldId id="740" r:id="rId491"/>
    <p:sldId id="741" r:id="rId492"/>
    <p:sldId id="742" r:id="rId493"/>
    <p:sldId id="743" r:id="rId494"/>
    <p:sldId id="744" r:id="rId495"/>
    <p:sldId id="745" r:id="rId496"/>
    <p:sldId id="746" r:id="rId497"/>
    <p:sldId id="747" r:id="rId498"/>
    <p:sldId id="748" r:id="rId499"/>
    <p:sldId id="749" r:id="rId500"/>
    <p:sldId id="750" r:id="rId501"/>
    <p:sldId id="751" r:id="rId502"/>
    <p:sldId id="752" r:id="rId503"/>
    <p:sldId id="753" r:id="rId504"/>
    <p:sldId id="754" r:id="rId505"/>
    <p:sldId id="755" r:id="rId506"/>
    <p:sldId id="756" r:id="rId507"/>
    <p:sldId id="757" r:id="rId508"/>
    <p:sldId id="758" r:id="rId50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slide" Target="slides/slide414.xml"/><Relationship Id="rId421" Type="http://schemas.openxmlformats.org/officeDocument/2006/relationships/slide" Target="slides/slide415.xml"/><Relationship Id="rId422" Type="http://schemas.openxmlformats.org/officeDocument/2006/relationships/slide" Target="slides/slide416.xml"/><Relationship Id="rId423" Type="http://schemas.openxmlformats.org/officeDocument/2006/relationships/slide" Target="slides/slide417.xml"/><Relationship Id="rId424" Type="http://schemas.openxmlformats.org/officeDocument/2006/relationships/slide" Target="slides/slide418.xml"/><Relationship Id="rId425" Type="http://schemas.openxmlformats.org/officeDocument/2006/relationships/slide" Target="slides/slide419.xml"/><Relationship Id="rId426" Type="http://schemas.openxmlformats.org/officeDocument/2006/relationships/slide" Target="slides/slide420.xml"/><Relationship Id="rId427" Type="http://schemas.openxmlformats.org/officeDocument/2006/relationships/slide" Target="slides/slide421.xml"/><Relationship Id="rId428" Type="http://schemas.openxmlformats.org/officeDocument/2006/relationships/slide" Target="slides/slide422.xml"/><Relationship Id="rId429" Type="http://schemas.openxmlformats.org/officeDocument/2006/relationships/slide" Target="slides/slide423.xml"/><Relationship Id="rId430" Type="http://schemas.openxmlformats.org/officeDocument/2006/relationships/slide" Target="slides/slide424.xml"/><Relationship Id="rId431" Type="http://schemas.openxmlformats.org/officeDocument/2006/relationships/slide" Target="slides/slide425.xml"/><Relationship Id="rId432" Type="http://schemas.openxmlformats.org/officeDocument/2006/relationships/slide" Target="slides/slide426.xml"/><Relationship Id="rId433" Type="http://schemas.openxmlformats.org/officeDocument/2006/relationships/slide" Target="slides/slide427.xml"/><Relationship Id="rId434" Type="http://schemas.openxmlformats.org/officeDocument/2006/relationships/slide" Target="slides/slide428.xml"/><Relationship Id="rId435" Type="http://schemas.openxmlformats.org/officeDocument/2006/relationships/slide" Target="slides/slide429.xml"/><Relationship Id="rId436" Type="http://schemas.openxmlformats.org/officeDocument/2006/relationships/slide" Target="slides/slide430.xml"/><Relationship Id="rId437" Type="http://schemas.openxmlformats.org/officeDocument/2006/relationships/slide" Target="slides/slide431.xml"/><Relationship Id="rId438" Type="http://schemas.openxmlformats.org/officeDocument/2006/relationships/slide" Target="slides/slide432.xml"/><Relationship Id="rId439" Type="http://schemas.openxmlformats.org/officeDocument/2006/relationships/slide" Target="slides/slide433.xml"/><Relationship Id="rId440" Type="http://schemas.openxmlformats.org/officeDocument/2006/relationships/slide" Target="slides/slide434.xml"/><Relationship Id="rId441" Type="http://schemas.openxmlformats.org/officeDocument/2006/relationships/slide" Target="slides/slide435.xml"/><Relationship Id="rId442" Type="http://schemas.openxmlformats.org/officeDocument/2006/relationships/slide" Target="slides/slide436.xml"/><Relationship Id="rId443" Type="http://schemas.openxmlformats.org/officeDocument/2006/relationships/slide" Target="slides/slide437.xml"/><Relationship Id="rId444" Type="http://schemas.openxmlformats.org/officeDocument/2006/relationships/slide" Target="slides/slide438.xml"/><Relationship Id="rId445" Type="http://schemas.openxmlformats.org/officeDocument/2006/relationships/slide" Target="slides/slide439.xml"/><Relationship Id="rId446" Type="http://schemas.openxmlformats.org/officeDocument/2006/relationships/slide" Target="slides/slide440.xml"/><Relationship Id="rId447" Type="http://schemas.openxmlformats.org/officeDocument/2006/relationships/slide" Target="slides/slide441.xml"/><Relationship Id="rId448" Type="http://schemas.openxmlformats.org/officeDocument/2006/relationships/slide" Target="slides/slide442.xml"/><Relationship Id="rId449" Type="http://schemas.openxmlformats.org/officeDocument/2006/relationships/slide" Target="slides/slide443.xml"/><Relationship Id="rId450" Type="http://schemas.openxmlformats.org/officeDocument/2006/relationships/slide" Target="slides/slide444.xml"/><Relationship Id="rId451" Type="http://schemas.openxmlformats.org/officeDocument/2006/relationships/slide" Target="slides/slide445.xml"/><Relationship Id="rId452" Type="http://schemas.openxmlformats.org/officeDocument/2006/relationships/slide" Target="slides/slide446.xml"/><Relationship Id="rId453" Type="http://schemas.openxmlformats.org/officeDocument/2006/relationships/slide" Target="slides/slide447.xml"/><Relationship Id="rId454" Type="http://schemas.openxmlformats.org/officeDocument/2006/relationships/slide" Target="slides/slide448.xml"/><Relationship Id="rId455" Type="http://schemas.openxmlformats.org/officeDocument/2006/relationships/slide" Target="slides/slide449.xml"/><Relationship Id="rId456" Type="http://schemas.openxmlformats.org/officeDocument/2006/relationships/slide" Target="slides/slide450.xml"/><Relationship Id="rId457" Type="http://schemas.openxmlformats.org/officeDocument/2006/relationships/slide" Target="slides/slide451.xml"/><Relationship Id="rId458" Type="http://schemas.openxmlformats.org/officeDocument/2006/relationships/slide" Target="slides/slide452.xml"/><Relationship Id="rId459" Type="http://schemas.openxmlformats.org/officeDocument/2006/relationships/slide" Target="slides/slide453.xml"/><Relationship Id="rId460" Type="http://schemas.openxmlformats.org/officeDocument/2006/relationships/slide" Target="slides/slide454.xml"/><Relationship Id="rId461" Type="http://schemas.openxmlformats.org/officeDocument/2006/relationships/slide" Target="slides/slide455.xml"/><Relationship Id="rId462" Type="http://schemas.openxmlformats.org/officeDocument/2006/relationships/slide" Target="slides/slide456.xml"/><Relationship Id="rId463" Type="http://schemas.openxmlformats.org/officeDocument/2006/relationships/slide" Target="slides/slide457.xml"/><Relationship Id="rId464" Type="http://schemas.openxmlformats.org/officeDocument/2006/relationships/slide" Target="slides/slide458.xml"/><Relationship Id="rId465" Type="http://schemas.openxmlformats.org/officeDocument/2006/relationships/slide" Target="slides/slide459.xml"/><Relationship Id="rId466" Type="http://schemas.openxmlformats.org/officeDocument/2006/relationships/slide" Target="slides/slide460.xml"/><Relationship Id="rId467" Type="http://schemas.openxmlformats.org/officeDocument/2006/relationships/slide" Target="slides/slide461.xml"/><Relationship Id="rId468" Type="http://schemas.openxmlformats.org/officeDocument/2006/relationships/slide" Target="slides/slide462.xml"/><Relationship Id="rId469" Type="http://schemas.openxmlformats.org/officeDocument/2006/relationships/slide" Target="slides/slide463.xml"/><Relationship Id="rId470" Type="http://schemas.openxmlformats.org/officeDocument/2006/relationships/slide" Target="slides/slide464.xml"/><Relationship Id="rId471" Type="http://schemas.openxmlformats.org/officeDocument/2006/relationships/slide" Target="slides/slide465.xml"/><Relationship Id="rId472" Type="http://schemas.openxmlformats.org/officeDocument/2006/relationships/slide" Target="slides/slide466.xml"/><Relationship Id="rId473" Type="http://schemas.openxmlformats.org/officeDocument/2006/relationships/slide" Target="slides/slide467.xml"/><Relationship Id="rId474" Type="http://schemas.openxmlformats.org/officeDocument/2006/relationships/slide" Target="slides/slide468.xml"/><Relationship Id="rId475" Type="http://schemas.openxmlformats.org/officeDocument/2006/relationships/slide" Target="slides/slide469.xml"/><Relationship Id="rId476" Type="http://schemas.openxmlformats.org/officeDocument/2006/relationships/slide" Target="slides/slide470.xml"/><Relationship Id="rId477" Type="http://schemas.openxmlformats.org/officeDocument/2006/relationships/slide" Target="slides/slide471.xml"/><Relationship Id="rId478" Type="http://schemas.openxmlformats.org/officeDocument/2006/relationships/slide" Target="slides/slide472.xml"/><Relationship Id="rId479" Type="http://schemas.openxmlformats.org/officeDocument/2006/relationships/slide" Target="slides/slide473.xml"/><Relationship Id="rId480" Type="http://schemas.openxmlformats.org/officeDocument/2006/relationships/slide" Target="slides/slide474.xml"/><Relationship Id="rId481" Type="http://schemas.openxmlformats.org/officeDocument/2006/relationships/slide" Target="slides/slide475.xml"/><Relationship Id="rId482" Type="http://schemas.openxmlformats.org/officeDocument/2006/relationships/slide" Target="slides/slide476.xml"/><Relationship Id="rId483" Type="http://schemas.openxmlformats.org/officeDocument/2006/relationships/slide" Target="slides/slide477.xml"/><Relationship Id="rId484" Type="http://schemas.openxmlformats.org/officeDocument/2006/relationships/slide" Target="slides/slide478.xml"/><Relationship Id="rId485" Type="http://schemas.openxmlformats.org/officeDocument/2006/relationships/slide" Target="slides/slide479.xml"/><Relationship Id="rId486" Type="http://schemas.openxmlformats.org/officeDocument/2006/relationships/slide" Target="slides/slide480.xml"/><Relationship Id="rId487" Type="http://schemas.openxmlformats.org/officeDocument/2006/relationships/slide" Target="slides/slide481.xml"/><Relationship Id="rId488" Type="http://schemas.openxmlformats.org/officeDocument/2006/relationships/slide" Target="slides/slide482.xml"/><Relationship Id="rId489" Type="http://schemas.openxmlformats.org/officeDocument/2006/relationships/slide" Target="slides/slide483.xml"/><Relationship Id="rId490" Type="http://schemas.openxmlformats.org/officeDocument/2006/relationships/slide" Target="slides/slide484.xml"/><Relationship Id="rId491" Type="http://schemas.openxmlformats.org/officeDocument/2006/relationships/slide" Target="slides/slide485.xml"/><Relationship Id="rId492" Type="http://schemas.openxmlformats.org/officeDocument/2006/relationships/slide" Target="slides/slide486.xml"/><Relationship Id="rId493" Type="http://schemas.openxmlformats.org/officeDocument/2006/relationships/slide" Target="slides/slide487.xml"/><Relationship Id="rId494" Type="http://schemas.openxmlformats.org/officeDocument/2006/relationships/slide" Target="slides/slide488.xml"/><Relationship Id="rId495" Type="http://schemas.openxmlformats.org/officeDocument/2006/relationships/slide" Target="slides/slide489.xml"/><Relationship Id="rId496" Type="http://schemas.openxmlformats.org/officeDocument/2006/relationships/slide" Target="slides/slide490.xml"/><Relationship Id="rId497" Type="http://schemas.openxmlformats.org/officeDocument/2006/relationships/slide" Target="slides/slide491.xml"/><Relationship Id="rId498" Type="http://schemas.openxmlformats.org/officeDocument/2006/relationships/slide" Target="slides/slide492.xml"/><Relationship Id="rId499" Type="http://schemas.openxmlformats.org/officeDocument/2006/relationships/slide" Target="slides/slide493.xml"/><Relationship Id="rId500" Type="http://schemas.openxmlformats.org/officeDocument/2006/relationships/slide" Target="slides/slide494.xml"/><Relationship Id="rId501" Type="http://schemas.openxmlformats.org/officeDocument/2006/relationships/slide" Target="slides/slide495.xml"/><Relationship Id="rId502" Type="http://schemas.openxmlformats.org/officeDocument/2006/relationships/slide" Target="slides/slide496.xml"/><Relationship Id="rId503" Type="http://schemas.openxmlformats.org/officeDocument/2006/relationships/slide" Target="slides/slide497.xml"/><Relationship Id="rId504" Type="http://schemas.openxmlformats.org/officeDocument/2006/relationships/slide" Target="slides/slide498.xml"/><Relationship Id="rId505" Type="http://schemas.openxmlformats.org/officeDocument/2006/relationships/slide" Target="slides/slide499.xml"/><Relationship Id="rId506" Type="http://schemas.openxmlformats.org/officeDocument/2006/relationships/slide" Target="slides/slide500.xml"/><Relationship Id="rId507" Type="http://schemas.openxmlformats.org/officeDocument/2006/relationships/slide" Target="slides/slide501.xml"/><Relationship Id="rId508" Type="http://schemas.openxmlformats.org/officeDocument/2006/relationships/slide" Target="slides/slide502.xml"/><Relationship Id="rId509" Type="http://schemas.openxmlformats.org/officeDocument/2006/relationships/slide" Target="slides/slide50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9.xml"/><Relationship Id="rId4" Type="http://schemas.openxmlformats.org/officeDocument/2006/relationships/slide" Target="slide4.xml"/><Relationship Id="rId5" Type="http://schemas.openxmlformats.org/officeDocument/2006/relationships/slide" Target="slide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5.xml"/><Relationship Id="rId4" Type="http://schemas.openxmlformats.org/officeDocument/2006/relationships/slide" Target="slide10.xml"/><Relationship Id="rId5" Type="http://schemas.openxmlformats.org/officeDocument/2006/relationships/slide" Target="slide14.xml"/><Relationship Id="rId6" Type="http://schemas.openxmlformats.org/officeDocument/2006/relationships/audio" Target="../media/snd_ding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1.xml"/><Relationship Id="rId4" Type="http://schemas.openxmlformats.org/officeDocument/2006/relationships/slide" Target="slide6.xml"/><Relationship Id="rId5" Type="http://schemas.openxmlformats.org/officeDocument/2006/relationships/slide" Target="slide14.xml"/><Relationship Id="rId6" Type="http://schemas.openxmlformats.org/officeDocument/2006/relationships/audio" Target="../media/snd_ding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2.xml"/><Relationship Id="rId4" Type="http://schemas.openxmlformats.org/officeDocument/2006/relationships/slide" Target="slide7.xml"/><Relationship Id="rId5" Type="http://schemas.openxmlformats.org/officeDocument/2006/relationships/slide" Target="slide14.xml"/><Relationship Id="rId6" Type="http://schemas.openxmlformats.org/officeDocument/2006/relationships/audio" Target="../media/snd_ding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3.xml"/><Relationship Id="rId4" Type="http://schemas.openxmlformats.org/officeDocument/2006/relationships/slide" Target="slide8.xml"/><Relationship Id="rId5" Type="http://schemas.openxmlformats.org/officeDocument/2006/relationships/slide" Target="slide14.xml"/><Relationship Id="rId6" Type="http://schemas.openxmlformats.org/officeDocument/2006/relationships/audio" Target="../media/snd_ding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4.xml"/><Relationship Id="rId4" Type="http://schemas.openxmlformats.org/officeDocument/2006/relationships/audio" Target="../media/snd_tada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9.xml"/><Relationship Id="rId4" Type="http://schemas.openxmlformats.org/officeDocument/2006/relationships/slide" Target="slide4.xml"/><Relationship Id="rId5" Type="http://schemas.openxmlformats.org/officeDocument/2006/relationships/slide" Target="slide14.xml"/><Relationship Id="rId6" Type="http://schemas.openxmlformats.org/officeDocument/2006/relationships/audio" Target="../media/snd_boing.wav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5.xml"/><Relationship Id="rId4" Type="http://schemas.openxmlformats.org/officeDocument/2006/relationships/slide" Target="slide10.xml"/><Relationship Id="rId5" Type="http://schemas.openxmlformats.org/officeDocument/2006/relationships/slide" Target="slide14.xml"/><Relationship Id="rId6" Type="http://schemas.openxmlformats.org/officeDocument/2006/relationships/audio" Target="../media/snd_boing.wav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1.xml"/><Relationship Id="rId4" Type="http://schemas.openxmlformats.org/officeDocument/2006/relationships/slide" Target="slide6.xml"/><Relationship Id="rId5" Type="http://schemas.openxmlformats.org/officeDocument/2006/relationships/slide" Target="slide14.xml"/><Relationship Id="rId6" Type="http://schemas.openxmlformats.org/officeDocument/2006/relationships/audio" Target="../media/snd_boing.wav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2.xml"/><Relationship Id="rId4" Type="http://schemas.openxmlformats.org/officeDocument/2006/relationships/slide" Target="slide7.xml"/><Relationship Id="rId5" Type="http://schemas.openxmlformats.org/officeDocument/2006/relationships/slide" Target="slide14.xml"/><Relationship Id="rId6" Type="http://schemas.openxmlformats.org/officeDocument/2006/relationships/audio" Target="../media/snd_boing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3.xml"/><Relationship Id="rId4" Type="http://schemas.openxmlformats.org/officeDocument/2006/relationships/slide" Target="slide8.xml"/><Relationship Id="rId5" Type="http://schemas.openxmlformats.org/officeDocument/2006/relationships/slide" Target="slide14.xml"/><Relationship Id="rId6" Type="http://schemas.openxmlformats.org/officeDocument/2006/relationships/audio" Target="../media/snd_boing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6.xml"/><Relationship Id="rId4" Type="http://schemas.openxmlformats.org/officeDocument/2006/relationships/slide" Target="slide17.xml"/><Relationship Id="rId5" Type="http://schemas.openxmlformats.org/officeDocument/2006/relationships/slide" Target="slide19.xml"/><Relationship Id="rId6" Type="http://schemas.openxmlformats.org/officeDocument/2006/relationships/slide" Target="slide2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6.xml"/><Relationship Id="rId4" Type="http://schemas.openxmlformats.org/officeDocument/2006/relationships/slide" Target="slide17.xml"/><Relationship Id="rId5" Type="http://schemas.openxmlformats.org/officeDocument/2006/relationships/slide" Target="slide19.xml"/><Relationship Id="rId6" Type="http://schemas.openxmlformats.org/officeDocument/2006/relationships/slide" Target="slide22.xml"/><Relationship Id="rId7" Type="http://schemas.openxmlformats.org/officeDocument/2006/relationships/audio" Target="../media/snd_boing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8.xml"/><Relationship Id="rId4" Type="http://schemas.openxmlformats.org/officeDocument/2006/relationships/slide" Target="slide21.xml"/><Relationship Id="rId5" Type="http://schemas.openxmlformats.org/officeDocument/2006/relationships/slide" Target="slide22.xml"/><Relationship Id="rId6" Type="http://schemas.openxmlformats.org/officeDocument/2006/relationships/audio" Target="../media/snd_ding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8.xml"/><Relationship Id="rId4" Type="http://schemas.openxmlformats.org/officeDocument/2006/relationships/slide" Target="slide21.xml"/><Relationship Id="rId5" Type="http://schemas.openxmlformats.org/officeDocument/2006/relationships/slide" Target="slide22.xml"/><Relationship Id="rId6" Type="http://schemas.openxmlformats.org/officeDocument/2006/relationships/audio" Target="../media/snd_boing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0.xml"/><Relationship Id="rId4" Type="http://schemas.openxmlformats.org/officeDocument/2006/relationships/slide" Target="slide21.xml"/><Relationship Id="rId5" Type="http://schemas.openxmlformats.org/officeDocument/2006/relationships/slide" Target="slide22.xml"/><Relationship Id="rId6" Type="http://schemas.openxmlformats.org/officeDocument/2006/relationships/audio" Target="../media/snd_ding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0.xml"/><Relationship Id="rId4" Type="http://schemas.openxmlformats.org/officeDocument/2006/relationships/slide" Target="slide21.xml"/><Relationship Id="rId5" Type="http://schemas.openxmlformats.org/officeDocument/2006/relationships/slide" Target="slide22.xml"/><Relationship Id="rId6" Type="http://schemas.openxmlformats.org/officeDocument/2006/relationships/audio" Target="../media/snd_boing.wav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2.xml"/><Relationship Id="rId4" Type="http://schemas.openxmlformats.org/officeDocument/2006/relationships/audio" Target="../media/snd_ding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9.xml"/><Relationship Id="rId4" Type="http://schemas.openxmlformats.org/officeDocument/2006/relationships/slide" Target="slide24.xml"/><Relationship Id="rId5" Type="http://schemas.openxmlformats.org/officeDocument/2006/relationships/slide" Target="slide3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0.xml"/><Relationship Id="rId4" Type="http://schemas.openxmlformats.org/officeDocument/2006/relationships/slide" Target="slide25.xml"/><Relationship Id="rId5" Type="http://schemas.openxmlformats.org/officeDocument/2006/relationships/slide" Target="slide34.xml"/><Relationship Id="rId6" Type="http://schemas.openxmlformats.org/officeDocument/2006/relationships/audio" Target="../media/snd_ding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1.xml"/><Relationship Id="rId4" Type="http://schemas.openxmlformats.org/officeDocument/2006/relationships/slide" Target="slide26.xml"/><Relationship Id="rId5" Type="http://schemas.openxmlformats.org/officeDocument/2006/relationships/slide" Target="slide34.xml"/><Relationship Id="rId6" Type="http://schemas.openxmlformats.org/officeDocument/2006/relationships/audio" Target="../media/snd_ding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2.xml"/><Relationship Id="rId4" Type="http://schemas.openxmlformats.org/officeDocument/2006/relationships/slide" Target="slide27.xml"/><Relationship Id="rId5" Type="http://schemas.openxmlformats.org/officeDocument/2006/relationships/slide" Target="slide34.xml"/><Relationship Id="rId6" Type="http://schemas.openxmlformats.org/officeDocument/2006/relationships/audio" Target="../media/snd_ding.wav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3.xml"/><Relationship Id="rId4" Type="http://schemas.openxmlformats.org/officeDocument/2006/relationships/slide" Target="slide28.xml"/><Relationship Id="rId5" Type="http://schemas.openxmlformats.org/officeDocument/2006/relationships/slide" Target="slide34.xml"/><Relationship Id="rId6" Type="http://schemas.openxmlformats.org/officeDocument/2006/relationships/audio" Target="../media/snd_ding.wav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4.xml"/><Relationship Id="rId4" Type="http://schemas.openxmlformats.org/officeDocument/2006/relationships/audio" Target="../media/snd_tada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9.xml"/><Relationship Id="rId4" Type="http://schemas.openxmlformats.org/officeDocument/2006/relationships/slide" Target="slide24.xml"/><Relationship Id="rId5" Type="http://schemas.openxmlformats.org/officeDocument/2006/relationships/slide" Target="slide34.xml"/><Relationship Id="rId6" Type="http://schemas.openxmlformats.org/officeDocument/2006/relationships/audio" Target="../media/snd_boing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0.xml"/><Relationship Id="rId4" Type="http://schemas.openxmlformats.org/officeDocument/2006/relationships/slide" Target="slide25.xml"/><Relationship Id="rId5" Type="http://schemas.openxmlformats.org/officeDocument/2006/relationships/slide" Target="slide34.xml"/><Relationship Id="rId6" Type="http://schemas.openxmlformats.org/officeDocument/2006/relationships/audio" Target="../media/snd_boing.wav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1.xml"/><Relationship Id="rId4" Type="http://schemas.openxmlformats.org/officeDocument/2006/relationships/slide" Target="slide26.xml"/><Relationship Id="rId5" Type="http://schemas.openxmlformats.org/officeDocument/2006/relationships/slide" Target="slide34.xml"/><Relationship Id="rId6" Type="http://schemas.openxmlformats.org/officeDocument/2006/relationships/audio" Target="../media/snd_boing.wav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2.xml"/><Relationship Id="rId4" Type="http://schemas.openxmlformats.org/officeDocument/2006/relationships/slide" Target="slide27.xml"/><Relationship Id="rId5" Type="http://schemas.openxmlformats.org/officeDocument/2006/relationships/slide" Target="slide34.xml"/><Relationship Id="rId6" Type="http://schemas.openxmlformats.org/officeDocument/2006/relationships/audio" Target="../media/snd_boing.wav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3.xml"/><Relationship Id="rId4" Type="http://schemas.openxmlformats.org/officeDocument/2006/relationships/slide" Target="slide28.xml"/><Relationship Id="rId5" Type="http://schemas.openxmlformats.org/officeDocument/2006/relationships/slide" Target="slide34.xml"/><Relationship Id="rId6" Type="http://schemas.openxmlformats.org/officeDocument/2006/relationships/audio" Target="../media/snd_boing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5.xml"/><Relationship Id="rId4" Type="http://schemas.openxmlformats.org/officeDocument/2006/relationships/slide" Target="slide40.xml"/><Relationship Id="rId5" Type="http://schemas.openxmlformats.org/officeDocument/2006/relationships/slide" Target="slide4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6.xml"/><Relationship Id="rId4" Type="http://schemas.openxmlformats.org/officeDocument/2006/relationships/slide" Target="slide41.xml"/><Relationship Id="rId5" Type="http://schemas.openxmlformats.org/officeDocument/2006/relationships/slide" Target="slide45.xml"/><Relationship Id="rId6" Type="http://schemas.openxmlformats.org/officeDocument/2006/relationships/audio" Target="../media/snd_ding.wav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2.xml"/><Relationship Id="rId4" Type="http://schemas.openxmlformats.org/officeDocument/2006/relationships/slide" Target="slide37.xml"/><Relationship Id="rId5" Type="http://schemas.openxmlformats.org/officeDocument/2006/relationships/slide" Target="slide45.xml"/><Relationship Id="rId6" Type="http://schemas.openxmlformats.org/officeDocument/2006/relationships/audio" Target="../media/snd_ding.wav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3.xml"/><Relationship Id="rId4" Type="http://schemas.openxmlformats.org/officeDocument/2006/relationships/slide" Target="slide38.xml"/><Relationship Id="rId5" Type="http://schemas.openxmlformats.org/officeDocument/2006/relationships/slide" Target="slide45.xml"/><Relationship Id="rId6" Type="http://schemas.openxmlformats.org/officeDocument/2006/relationships/audio" Target="../media/snd_ding.wav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4.xml"/><Relationship Id="rId4" Type="http://schemas.openxmlformats.org/officeDocument/2006/relationships/slide" Target="slide39.xml"/><Relationship Id="rId5" Type="http://schemas.openxmlformats.org/officeDocument/2006/relationships/slide" Target="slide45.xml"/><Relationship Id="rId6" Type="http://schemas.openxmlformats.org/officeDocument/2006/relationships/audio" Target="../media/snd_ding.wav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5.xml"/><Relationship Id="rId4" Type="http://schemas.openxmlformats.org/officeDocument/2006/relationships/audio" Target="../media/snd_tada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5.xml"/><Relationship Id="rId4" Type="http://schemas.openxmlformats.org/officeDocument/2006/relationships/slide" Target="slide40.xml"/><Relationship Id="rId5" Type="http://schemas.openxmlformats.org/officeDocument/2006/relationships/slide" Target="slide45.xml"/><Relationship Id="rId6" Type="http://schemas.openxmlformats.org/officeDocument/2006/relationships/audio" Target="../media/snd_boing.wav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6.xml"/><Relationship Id="rId4" Type="http://schemas.openxmlformats.org/officeDocument/2006/relationships/slide" Target="slide41.xml"/><Relationship Id="rId5" Type="http://schemas.openxmlformats.org/officeDocument/2006/relationships/slide" Target="slide45.xml"/><Relationship Id="rId6" Type="http://schemas.openxmlformats.org/officeDocument/2006/relationships/audio" Target="../media/snd_boing.wav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2.xml"/><Relationship Id="rId4" Type="http://schemas.openxmlformats.org/officeDocument/2006/relationships/slide" Target="slide37.xml"/><Relationship Id="rId5" Type="http://schemas.openxmlformats.org/officeDocument/2006/relationships/slide" Target="slide45.xml"/><Relationship Id="rId6" Type="http://schemas.openxmlformats.org/officeDocument/2006/relationships/audio" Target="../media/snd_boing.wav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3.xml"/><Relationship Id="rId4" Type="http://schemas.openxmlformats.org/officeDocument/2006/relationships/slide" Target="slide38.xml"/><Relationship Id="rId5" Type="http://schemas.openxmlformats.org/officeDocument/2006/relationships/slide" Target="slide45.xml"/><Relationship Id="rId6" Type="http://schemas.openxmlformats.org/officeDocument/2006/relationships/audio" Target="../media/snd_boing.wav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4.xml"/><Relationship Id="rId4" Type="http://schemas.openxmlformats.org/officeDocument/2006/relationships/slide" Target="slide39.xml"/><Relationship Id="rId5" Type="http://schemas.openxmlformats.org/officeDocument/2006/relationships/slide" Target="slide45.xml"/><Relationship Id="rId6" Type="http://schemas.openxmlformats.org/officeDocument/2006/relationships/audio" Target="../media/snd_boing.wav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6.xml"/><Relationship Id="rId4" Type="http://schemas.openxmlformats.org/officeDocument/2006/relationships/slide" Target="slide47.xml"/><Relationship Id="rId5" Type="http://schemas.openxmlformats.org/officeDocument/2006/relationships/slide" Target="slide49.xml"/><Relationship Id="rId6" Type="http://schemas.openxmlformats.org/officeDocument/2006/relationships/slide" Target="slide5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6.xml"/><Relationship Id="rId4" Type="http://schemas.openxmlformats.org/officeDocument/2006/relationships/slide" Target="slide47.xml"/><Relationship Id="rId5" Type="http://schemas.openxmlformats.org/officeDocument/2006/relationships/slide" Target="slide49.xml"/><Relationship Id="rId6" Type="http://schemas.openxmlformats.org/officeDocument/2006/relationships/slide" Target="slide52.xml"/><Relationship Id="rId7" Type="http://schemas.openxmlformats.org/officeDocument/2006/relationships/audio" Target="../media/snd_boing.wav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8.xml"/><Relationship Id="rId4" Type="http://schemas.openxmlformats.org/officeDocument/2006/relationships/slide" Target="slide51.xml"/><Relationship Id="rId5" Type="http://schemas.openxmlformats.org/officeDocument/2006/relationships/slide" Target="slide52.xml"/><Relationship Id="rId6" Type="http://schemas.openxmlformats.org/officeDocument/2006/relationships/audio" Target="../media/snd_ding.wav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8.xml"/><Relationship Id="rId4" Type="http://schemas.openxmlformats.org/officeDocument/2006/relationships/slide" Target="slide51.xml"/><Relationship Id="rId5" Type="http://schemas.openxmlformats.org/officeDocument/2006/relationships/slide" Target="slide52.xml"/><Relationship Id="rId6" Type="http://schemas.openxmlformats.org/officeDocument/2006/relationships/audio" Target="../media/snd_boing.wav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50.xml"/><Relationship Id="rId4" Type="http://schemas.openxmlformats.org/officeDocument/2006/relationships/slide" Target="slide51.xml"/><Relationship Id="rId5" Type="http://schemas.openxmlformats.org/officeDocument/2006/relationships/slide" Target="slide52.xml"/><Relationship Id="rId6" Type="http://schemas.openxmlformats.org/officeDocument/2006/relationships/audio" Target="../media/snd_ding.wav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50.xml"/><Relationship Id="rId4" Type="http://schemas.openxmlformats.org/officeDocument/2006/relationships/slide" Target="slide51.xml"/><Relationship Id="rId5" Type="http://schemas.openxmlformats.org/officeDocument/2006/relationships/slide" Target="slide52.xml"/><Relationship Id="rId6" Type="http://schemas.openxmlformats.org/officeDocument/2006/relationships/audio" Target="../media/snd_boing.wav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52.xml"/><Relationship Id="rId4" Type="http://schemas.openxmlformats.org/officeDocument/2006/relationships/audio" Target="../media/snd_ding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58.xml"/><Relationship Id="rId4" Type="http://schemas.openxmlformats.org/officeDocument/2006/relationships/slide" Target="slide53.xml"/><Relationship Id="rId5" Type="http://schemas.openxmlformats.org/officeDocument/2006/relationships/slide" Target="slide6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59.xml"/><Relationship Id="rId4" Type="http://schemas.openxmlformats.org/officeDocument/2006/relationships/slide" Target="slide54.xml"/><Relationship Id="rId5" Type="http://schemas.openxmlformats.org/officeDocument/2006/relationships/slide" Target="slide63.xml"/><Relationship Id="rId6" Type="http://schemas.openxmlformats.org/officeDocument/2006/relationships/audio" Target="../media/snd_ding.wav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60.xml"/><Relationship Id="rId4" Type="http://schemas.openxmlformats.org/officeDocument/2006/relationships/slide" Target="slide55.xml"/><Relationship Id="rId5" Type="http://schemas.openxmlformats.org/officeDocument/2006/relationships/slide" Target="slide63.xml"/><Relationship Id="rId6" Type="http://schemas.openxmlformats.org/officeDocument/2006/relationships/audio" Target="../media/snd_ding.wav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61.xml"/><Relationship Id="rId4" Type="http://schemas.openxmlformats.org/officeDocument/2006/relationships/slide" Target="slide56.xml"/><Relationship Id="rId5" Type="http://schemas.openxmlformats.org/officeDocument/2006/relationships/slide" Target="slide63.xml"/><Relationship Id="rId6" Type="http://schemas.openxmlformats.org/officeDocument/2006/relationships/audio" Target="../media/snd_ding.wav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62.xml"/><Relationship Id="rId4" Type="http://schemas.openxmlformats.org/officeDocument/2006/relationships/slide" Target="slide57.xml"/><Relationship Id="rId5" Type="http://schemas.openxmlformats.org/officeDocument/2006/relationships/slide" Target="slide63.xml"/><Relationship Id="rId6" Type="http://schemas.openxmlformats.org/officeDocument/2006/relationships/audio" Target="../media/snd_ding.wav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63.xml"/><Relationship Id="rId4" Type="http://schemas.openxmlformats.org/officeDocument/2006/relationships/audio" Target="../media/snd_tada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58.xml"/><Relationship Id="rId4" Type="http://schemas.openxmlformats.org/officeDocument/2006/relationships/slide" Target="slide53.xml"/><Relationship Id="rId5" Type="http://schemas.openxmlformats.org/officeDocument/2006/relationships/slide" Target="slide63.xml"/><Relationship Id="rId6" Type="http://schemas.openxmlformats.org/officeDocument/2006/relationships/audio" Target="../media/snd_boing.wav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59.xml"/><Relationship Id="rId4" Type="http://schemas.openxmlformats.org/officeDocument/2006/relationships/slide" Target="slide54.xml"/><Relationship Id="rId5" Type="http://schemas.openxmlformats.org/officeDocument/2006/relationships/slide" Target="slide63.xml"/><Relationship Id="rId6" Type="http://schemas.openxmlformats.org/officeDocument/2006/relationships/audio" Target="../media/snd_boing.wav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60.xml"/><Relationship Id="rId4" Type="http://schemas.openxmlformats.org/officeDocument/2006/relationships/slide" Target="slide55.xml"/><Relationship Id="rId5" Type="http://schemas.openxmlformats.org/officeDocument/2006/relationships/slide" Target="slide63.xml"/><Relationship Id="rId6" Type="http://schemas.openxmlformats.org/officeDocument/2006/relationships/audio" Target="../media/snd_boing.wav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61.xml"/><Relationship Id="rId4" Type="http://schemas.openxmlformats.org/officeDocument/2006/relationships/slide" Target="slide56.xml"/><Relationship Id="rId5" Type="http://schemas.openxmlformats.org/officeDocument/2006/relationships/slide" Target="slide63.xml"/><Relationship Id="rId6" Type="http://schemas.openxmlformats.org/officeDocument/2006/relationships/audio" Target="../media/snd_boing.wav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62.xml"/><Relationship Id="rId4" Type="http://schemas.openxmlformats.org/officeDocument/2006/relationships/slide" Target="slide57.xml"/><Relationship Id="rId5" Type="http://schemas.openxmlformats.org/officeDocument/2006/relationships/slide" Target="slide63.xml"/><Relationship Id="rId6" Type="http://schemas.openxmlformats.org/officeDocument/2006/relationships/audio" Target="../media/snd_boing.wav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69.xml"/><Relationship Id="rId4" Type="http://schemas.openxmlformats.org/officeDocument/2006/relationships/slide" Target="slide64.xml"/><Relationship Id="rId5" Type="http://schemas.openxmlformats.org/officeDocument/2006/relationships/slide" Target="slide7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70.xml"/><Relationship Id="rId4" Type="http://schemas.openxmlformats.org/officeDocument/2006/relationships/slide" Target="slide65.xml"/><Relationship Id="rId5" Type="http://schemas.openxmlformats.org/officeDocument/2006/relationships/slide" Target="slide74.xml"/><Relationship Id="rId6" Type="http://schemas.openxmlformats.org/officeDocument/2006/relationships/audio" Target="../media/snd_ding.wav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66.xml"/><Relationship Id="rId4" Type="http://schemas.openxmlformats.org/officeDocument/2006/relationships/slide" Target="slide71.xml"/><Relationship Id="rId5" Type="http://schemas.openxmlformats.org/officeDocument/2006/relationships/slide" Target="slide74.xml"/><Relationship Id="rId6" Type="http://schemas.openxmlformats.org/officeDocument/2006/relationships/audio" Target="../media/snd_ding.wav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67.xml"/><Relationship Id="rId4" Type="http://schemas.openxmlformats.org/officeDocument/2006/relationships/slide" Target="slide72.xml"/><Relationship Id="rId5" Type="http://schemas.openxmlformats.org/officeDocument/2006/relationships/slide" Target="slide74.xml"/><Relationship Id="rId6" Type="http://schemas.openxmlformats.org/officeDocument/2006/relationships/audio" Target="../media/snd_ding.wav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73.xml"/><Relationship Id="rId4" Type="http://schemas.openxmlformats.org/officeDocument/2006/relationships/slide" Target="slide68.xml"/><Relationship Id="rId5" Type="http://schemas.openxmlformats.org/officeDocument/2006/relationships/slide" Target="slide74.xml"/><Relationship Id="rId6" Type="http://schemas.openxmlformats.org/officeDocument/2006/relationships/audio" Target="../media/snd_ding.wav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74.xml"/><Relationship Id="rId4" Type="http://schemas.openxmlformats.org/officeDocument/2006/relationships/audio" Target="../media/snd_tada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69.xml"/><Relationship Id="rId4" Type="http://schemas.openxmlformats.org/officeDocument/2006/relationships/slide" Target="slide64.xml"/><Relationship Id="rId5" Type="http://schemas.openxmlformats.org/officeDocument/2006/relationships/slide" Target="slide74.xml"/><Relationship Id="rId6" Type="http://schemas.openxmlformats.org/officeDocument/2006/relationships/audio" Target="../media/snd_boing.wav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70.xml"/><Relationship Id="rId4" Type="http://schemas.openxmlformats.org/officeDocument/2006/relationships/slide" Target="slide65.xml"/><Relationship Id="rId5" Type="http://schemas.openxmlformats.org/officeDocument/2006/relationships/slide" Target="slide74.xml"/><Relationship Id="rId6" Type="http://schemas.openxmlformats.org/officeDocument/2006/relationships/audio" Target="../media/snd_boing.wav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66.xml"/><Relationship Id="rId4" Type="http://schemas.openxmlformats.org/officeDocument/2006/relationships/slide" Target="slide71.xml"/><Relationship Id="rId5" Type="http://schemas.openxmlformats.org/officeDocument/2006/relationships/slide" Target="slide74.xml"/><Relationship Id="rId6" Type="http://schemas.openxmlformats.org/officeDocument/2006/relationships/audio" Target="../media/snd_boing.wav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67.xml"/><Relationship Id="rId4" Type="http://schemas.openxmlformats.org/officeDocument/2006/relationships/slide" Target="slide72.xml"/><Relationship Id="rId5" Type="http://schemas.openxmlformats.org/officeDocument/2006/relationships/slide" Target="slide74.xml"/><Relationship Id="rId6" Type="http://schemas.openxmlformats.org/officeDocument/2006/relationships/audio" Target="../media/snd_boing.wav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73.xml"/><Relationship Id="rId4" Type="http://schemas.openxmlformats.org/officeDocument/2006/relationships/slide" Target="slide68.xml"/><Relationship Id="rId5" Type="http://schemas.openxmlformats.org/officeDocument/2006/relationships/slide" Target="slide74.xml"/><Relationship Id="rId6" Type="http://schemas.openxmlformats.org/officeDocument/2006/relationships/audio" Target="../media/snd_boing.wav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75.xml"/><Relationship Id="rId4" Type="http://schemas.openxmlformats.org/officeDocument/2006/relationships/slide" Target="slide76.xml"/><Relationship Id="rId5" Type="http://schemas.openxmlformats.org/officeDocument/2006/relationships/slide" Target="slide78.xml"/><Relationship Id="rId6" Type="http://schemas.openxmlformats.org/officeDocument/2006/relationships/slide" Target="slide8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75.xml"/><Relationship Id="rId4" Type="http://schemas.openxmlformats.org/officeDocument/2006/relationships/slide" Target="slide76.xml"/><Relationship Id="rId5" Type="http://schemas.openxmlformats.org/officeDocument/2006/relationships/slide" Target="slide78.xml"/><Relationship Id="rId6" Type="http://schemas.openxmlformats.org/officeDocument/2006/relationships/slide" Target="slide81.xml"/><Relationship Id="rId7" Type="http://schemas.openxmlformats.org/officeDocument/2006/relationships/audio" Target="../media/snd_boing.wav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77.xml"/><Relationship Id="rId4" Type="http://schemas.openxmlformats.org/officeDocument/2006/relationships/slide" Target="slide80.xml"/><Relationship Id="rId5" Type="http://schemas.openxmlformats.org/officeDocument/2006/relationships/slide" Target="slide81.xml"/><Relationship Id="rId6" Type="http://schemas.openxmlformats.org/officeDocument/2006/relationships/audio" Target="../media/snd_ding.wav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77.xml"/><Relationship Id="rId4" Type="http://schemas.openxmlformats.org/officeDocument/2006/relationships/slide" Target="slide80.xml"/><Relationship Id="rId5" Type="http://schemas.openxmlformats.org/officeDocument/2006/relationships/slide" Target="slide81.xml"/><Relationship Id="rId6" Type="http://schemas.openxmlformats.org/officeDocument/2006/relationships/audio" Target="../media/snd_boing.wav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79.xml"/><Relationship Id="rId4" Type="http://schemas.openxmlformats.org/officeDocument/2006/relationships/slide" Target="slide80.xml"/><Relationship Id="rId5" Type="http://schemas.openxmlformats.org/officeDocument/2006/relationships/slide" Target="slide81.xml"/><Relationship Id="rId6" Type="http://schemas.openxmlformats.org/officeDocument/2006/relationships/audio" Target="../media/snd_ding.wav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79.xml"/><Relationship Id="rId4" Type="http://schemas.openxmlformats.org/officeDocument/2006/relationships/slide" Target="slide80.xml"/><Relationship Id="rId5" Type="http://schemas.openxmlformats.org/officeDocument/2006/relationships/slide" Target="slide81.xml"/><Relationship Id="rId6" Type="http://schemas.openxmlformats.org/officeDocument/2006/relationships/audio" Target="../media/snd_boing.wav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81.xml"/><Relationship Id="rId4" Type="http://schemas.openxmlformats.org/officeDocument/2006/relationships/audio" Target="../media/snd_ding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87.xml"/><Relationship Id="rId4" Type="http://schemas.openxmlformats.org/officeDocument/2006/relationships/slide" Target="slide82.xml"/><Relationship Id="rId5" Type="http://schemas.openxmlformats.org/officeDocument/2006/relationships/slide" Target="slide9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88.xml"/><Relationship Id="rId4" Type="http://schemas.openxmlformats.org/officeDocument/2006/relationships/slide" Target="slide83.xml"/><Relationship Id="rId5" Type="http://schemas.openxmlformats.org/officeDocument/2006/relationships/slide" Target="slide92.xml"/><Relationship Id="rId6" Type="http://schemas.openxmlformats.org/officeDocument/2006/relationships/audio" Target="../media/snd_ding.wav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89.xml"/><Relationship Id="rId4" Type="http://schemas.openxmlformats.org/officeDocument/2006/relationships/slide" Target="slide84.xml"/><Relationship Id="rId5" Type="http://schemas.openxmlformats.org/officeDocument/2006/relationships/slide" Target="slide92.xml"/><Relationship Id="rId6" Type="http://schemas.openxmlformats.org/officeDocument/2006/relationships/audio" Target="../media/snd_ding.wav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90.xml"/><Relationship Id="rId4" Type="http://schemas.openxmlformats.org/officeDocument/2006/relationships/slide" Target="slide85.xml"/><Relationship Id="rId5" Type="http://schemas.openxmlformats.org/officeDocument/2006/relationships/slide" Target="slide92.xml"/><Relationship Id="rId6" Type="http://schemas.openxmlformats.org/officeDocument/2006/relationships/audio" Target="../media/snd_ding.wav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91.xml"/><Relationship Id="rId4" Type="http://schemas.openxmlformats.org/officeDocument/2006/relationships/slide" Target="slide86.xml"/><Relationship Id="rId5" Type="http://schemas.openxmlformats.org/officeDocument/2006/relationships/slide" Target="slide92.xml"/><Relationship Id="rId6" Type="http://schemas.openxmlformats.org/officeDocument/2006/relationships/audio" Target="../media/snd_ding.wav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92.xml"/><Relationship Id="rId4" Type="http://schemas.openxmlformats.org/officeDocument/2006/relationships/audio" Target="../media/snd_tada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87.xml"/><Relationship Id="rId4" Type="http://schemas.openxmlformats.org/officeDocument/2006/relationships/slide" Target="slide82.xml"/><Relationship Id="rId5" Type="http://schemas.openxmlformats.org/officeDocument/2006/relationships/slide" Target="slide92.xml"/><Relationship Id="rId6" Type="http://schemas.openxmlformats.org/officeDocument/2006/relationships/audio" Target="../media/snd_boing.wav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88.xml"/><Relationship Id="rId4" Type="http://schemas.openxmlformats.org/officeDocument/2006/relationships/slide" Target="slide83.xml"/><Relationship Id="rId5" Type="http://schemas.openxmlformats.org/officeDocument/2006/relationships/slide" Target="slide92.xml"/><Relationship Id="rId6" Type="http://schemas.openxmlformats.org/officeDocument/2006/relationships/audio" Target="../media/snd_boing.wav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89.xml"/><Relationship Id="rId4" Type="http://schemas.openxmlformats.org/officeDocument/2006/relationships/slide" Target="slide84.xml"/><Relationship Id="rId5" Type="http://schemas.openxmlformats.org/officeDocument/2006/relationships/slide" Target="slide92.xml"/><Relationship Id="rId6" Type="http://schemas.openxmlformats.org/officeDocument/2006/relationships/audio" Target="../media/snd_boing.wav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90.xml"/><Relationship Id="rId4" Type="http://schemas.openxmlformats.org/officeDocument/2006/relationships/slide" Target="slide85.xml"/><Relationship Id="rId5" Type="http://schemas.openxmlformats.org/officeDocument/2006/relationships/slide" Target="slide92.xml"/><Relationship Id="rId6" Type="http://schemas.openxmlformats.org/officeDocument/2006/relationships/audio" Target="../media/snd_boing.wav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91.xml"/><Relationship Id="rId4" Type="http://schemas.openxmlformats.org/officeDocument/2006/relationships/slide" Target="slide86.xml"/><Relationship Id="rId5" Type="http://schemas.openxmlformats.org/officeDocument/2006/relationships/slide" Target="slide92.xml"/><Relationship Id="rId6" Type="http://schemas.openxmlformats.org/officeDocument/2006/relationships/audio" Target="../media/snd_boing.wav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slide" Target="slide93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slide" Target="slide94.xml"/><Relationship Id="rId12" Type="http://schemas.openxmlformats.org/officeDocument/2006/relationships/slide" Target="slide95.xml"/><Relationship Id="rId13" Type="http://schemas.openxmlformats.org/officeDocument/2006/relationships/slide" Target="slide96.xml"/><Relationship Id="rId14" Type="http://schemas.openxmlformats.org/officeDocument/2006/relationships/slide" Target="slide97.xml"/><Relationship Id="rId15" Type="http://schemas.openxmlformats.org/officeDocument/2006/relationships/slide" Target="slide98.xml"/><Relationship Id="rId16" Type="http://schemas.openxmlformats.org/officeDocument/2006/relationships/slide" Target="slide99.xml"/><Relationship Id="rId17" Type="http://schemas.openxmlformats.org/officeDocument/2006/relationships/slide" Target="slide100.xml"/><Relationship Id="rId18" Type="http://schemas.openxmlformats.org/officeDocument/2006/relationships/slide" Target="slide101.xml"/><Relationship Id="rId19" Type="http://schemas.openxmlformats.org/officeDocument/2006/relationships/slide" Target="slide10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slide" Target="slide93.xml"/><Relationship Id="rId6" Type="http://schemas.openxmlformats.org/officeDocument/2006/relationships/slide" Target="slide102.xml"/><Relationship Id="rId7" Type="http://schemas.openxmlformats.org/officeDocument/2006/relationships/audio" Target="../media/snd_tada.wav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" Target="slide93.xml"/><Relationship Id="rId6" Type="http://schemas.openxmlformats.org/officeDocument/2006/relationships/slide" Target="slide102.xml"/><Relationship Id="rId7" Type="http://schemas.openxmlformats.org/officeDocument/2006/relationships/audio" Target="../media/snd_tada.wav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" Target="slide93.xml"/><Relationship Id="rId6" Type="http://schemas.openxmlformats.org/officeDocument/2006/relationships/slide" Target="slide102.xml"/><Relationship Id="rId7" Type="http://schemas.openxmlformats.org/officeDocument/2006/relationships/audio" Target="../media/snd_tada.wav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" Target="slide93.xml"/><Relationship Id="rId6" Type="http://schemas.openxmlformats.org/officeDocument/2006/relationships/slide" Target="slide102.xml"/><Relationship Id="rId7" Type="http://schemas.openxmlformats.org/officeDocument/2006/relationships/audio" Target="../media/snd_tada.wav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slide" Target="slide93.xml"/><Relationship Id="rId6" Type="http://schemas.openxmlformats.org/officeDocument/2006/relationships/slide" Target="slide102.xml"/><Relationship Id="rId7" Type="http://schemas.openxmlformats.org/officeDocument/2006/relationships/audio" Target="../media/snd_tada.wav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" Target="slide93.xml"/><Relationship Id="rId6" Type="http://schemas.openxmlformats.org/officeDocument/2006/relationships/slide" Target="slide102.xml"/><Relationship Id="rId7" Type="http://schemas.openxmlformats.org/officeDocument/2006/relationships/audio" Target="../media/snd_tada.wav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" Target="slide93.xml"/><Relationship Id="rId6" Type="http://schemas.openxmlformats.org/officeDocument/2006/relationships/slide" Target="slide102.xml"/><Relationship Id="rId7" Type="http://schemas.openxmlformats.org/officeDocument/2006/relationships/audio" Target="../media/snd_tada.wav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" Target="slide93.xml"/><Relationship Id="rId6" Type="http://schemas.openxmlformats.org/officeDocument/2006/relationships/slide" Target="slide102.xml"/><Relationship Id="rId7" Type="http://schemas.openxmlformats.org/officeDocument/2006/relationships/audio" Target="../media/snd_tada.wav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08.xml"/><Relationship Id="rId4" Type="http://schemas.openxmlformats.org/officeDocument/2006/relationships/slide" Target="slide103.xml"/><Relationship Id="rId5" Type="http://schemas.openxmlformats.org/officeDocument/2006/relationships/slide" Target="slide113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04.xml"/><Relationship Id="rId4" Type="http://schemas.openxmlformats.org/officeDocument/2006/relationships/slide" Target="slide109.xml"/><Relationship Id="rId5" Type="http://schemas.openxmlformats.org/officeDocument/2006/relationships/slide" Target="slide113.xml"/><Relationship Id="rId6" Type="http://schemas.openxmlformats.org/officeDocument/2006/relationships/audio" Target="../media/snd_ding.wav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10.xml"/><Relationship Id="rId4" Type="http://schemas.openxmlformats.org/officeDocument/2006/relationships/slide" Target="slide105.xml"/><Relationship Id="rId5" Type="http://schemas.openxmlformats.org/officeDocument/2006/relationships/slide" Target="slide113.xml"/><Relationship Id="rId6" Type="http://schemas.openxmlformats.org/officeDocument/2006/relationships/audio" Target="../media/snd_ding.wav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06.xml"/><Relationship Id="rId4" Type="http://schemas.openxmlformats.org/officeDocument/2006/relationships/slide" Target="slide111.xml"/><Relationship Id="rId5" Type="http://schemas.openxmlformats.org/officeDocument/2006/relationships/slide" Target="slide113.xml"/><Relationship Id="rId6" Type="http://schemas.openxmlformats.org/officeDocument/2006/relationships/audio" Target="../media/snd_ding.wav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12.xml"/><Relationship Id="rId4" Type="http://schemas.openxmlformats.org/officeDocument/2006/relationships/slide" Target="slide107.xml"/><Relationship Id="rId5" Type="http://schemas.openxmlformats.org/officeDocument/2006/relationships/slide" Target="slide113.xml"/><Relationship Id="rId6" Type="http://schemas.openxmlformats.org/officeDocument/2006/relationships/audio" Target="../media/snd_ding.wav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13.xml"/><Relationship Id="rId4" Type="http://schemas.openxmlformats.org/officeDocument/2006/relationships/audio" Target="../media/snd_tada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08.xml"/><Relationship Id="rId4" Type="http://schemas.openxmlformats.org/officeDocument/2006/relationships/slide" Target="slide103.xml"/><Relationship Id="rId5" Type="http://schemas.openxmlformats.org/officeDocument/2006/relationships/slide" Target="slide113.xml"/><Relationship Id="rId6" Type="http://schemas.openxmlformats.org/officeDocument/2006/relationships/audio" Target="../media/snd_boing.wav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04.xml"/><Relationship Id="rId4" Type="http://schemas.openxmlformats.org/officeDocument/2006/relationships/slide" Target="slide109.xml"/><Relationship Id="rId5" Type="http://schemas.openxmlformats.org/officeDocument/2006/relationships/slide" Target="slide113.xml"/><Relationship Id="rId6" Type="http://schemas.openxmlformats.org/officeDocument/2006/relationships/audio" Target="../media/snd_boing.wav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10.xml"/><Relationship Id="rId4" Type="http://schemas.openxmlformats.org/officeDocument/2006/relationships/slide" Target="slide105.xml"/><Relationship Id="rId5" Type="http://schemas.openxmlformats.org/officeDocument/2006/relationships/slide" Target="slide113.xml"/><Relationship Id="rId6" Type="http://schemas.openxmlformats.org/officeDocument/2006/relationships/audio" Target="../media/snd_boing.wav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06.xml"/><Relationship Id="rId4" Type="http://schemas.openxmlformats.org/officeDocument/2006/relationships/slide" Target="slide111.xml"/><Relationship Id="rId5" Type="http://schemas.openxmlformats.org/officeDocument/2006/relationships/slide" Target="slide113.xml"/><Relationship Id="rId6" Type="http://schemas.openxmlformats.org/officeDocument/2006/relationships/audio" Target="../media/snd_boing.wav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12.xml"/><Relationship Id="rId4" Type="http://schemas.openxmlformats.org/officeDocument/2006/relationships/slide" Target="slide107.xml"/><Relationship Id="rId5" Type="http://schemas.openxmlformats.org/officeDocument/2006/relationships/slide" Target="slide113.xml"/><Relationship Id="rId6" Type="http://schemas.openxmlformats.org/officeDocument/2006/relationships/audio" Target="../media/snd_boing.wav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14.xml"/><Relationship Id="rId4" Type="http://schemas.openxmlformats.org/officeDocument/2006/relationships/slide" Target="slide115.xml"/><Relationship Id="rId5" Type="http://schemas.openxmlformats.org/officeDocument/2006/relationships/slide" Target="slide117.xml"/><Relationship Id="rId6" Type="http://schemas.openxmlformats.org/officeDocument/2006/relationships/slide" Target="slide120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14.xml"/><Relationship Id="rId4" Type="http://schemas.openxmlformats.org/officeDocument/2006/relationships/slide" Target="slide115.xml"/><Relationship Id="rId5" Type="http://schemas.openxmlformats.org/officeDocument/2006/relationships/slide" Target="slide117.xml"/><Relationship Id="rId6" Type="http://schemas.openxmlformats.org/officeDocument/2006/relationships/slide" Target="slide120.xml"/><Relationship Id="rId7" Type="http://schemas.openxmlformats.org/officeDocument/2006/relationships/audio" Target="../media/snd_boing.wav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16.xml"/><Relationship Id="rId4" Type="http://schemas.openxmlformats.org/officeDocument/2006/relationships/slide" Target="slide119.xml"/><Relationship Id="rId5" Type="http://schemas.openxmlformats.org/officeDocument/2006/relationships/slide" Target="slide120.xml"/><Relationship Id="rId6" Type="http://schemas.openxmlformats.org/officeDocument/2006/relationships/audio" Target="../media/snd_ding.wav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16.xml"/><Relationship Id="rId4" Type="http://schemas.openxmlformats.org/officeDocument/2006/relationships/slide" Target="slide119.xml"/><Relationship Id="rId5" Type="http://schemas.openxmlformats.org/officeDocument/2006/relationships/slide" Target="slide120.xml"/><Relationship Id="rId6" Type="http://schemas.openxmlformats.org/officeDocument/2006/relationships/audio" Target="../media/snd_boing.wav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18.xml"/><Relationship Id="rId4" Type="http://schemas.openxmlformats.org/officeDocument/2006/relationships/slide" Target="slide119.xml"/><Relationship Id="rId5" Type="http://schemas.openxmlformats.org/officeDocument/2006/relationships/slide" Target="slide120.xml"/><Relationship Id="rId6" Type="http://schemas.openxmlformats.org/officeDocument/2006/relationships/audio" Target="../media/snd_ding.wav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18.xml"/><Relationship Id="rId4" Type="http://schemas.openxmlformats.org/officeDocument/2006/relationships/slide" Target="slide119.xml"/><Relationship Id="rId5" Type="http://schemas.openxmlformats.org/officeDocument/2006/relationships/slide" Target="slide120.xml"/><Relationship Id="rId6" Type="http://schemas.openxmlformats.org/officeDocument/2006/relationships/audio" Target="../media/snd_boing.wav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20.xml"/><Relationship Id="rId4" Type="http://schemas.openxmlformats.org/officeDocument/2006/relationships/audio" Target="../media/snd_ding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26.xml"/><Relationship Id="rId4" Type="http://schemas.openxmlformats.org/officeDocument/2006/relationships/slide" Target="slide121.xml"/><Relationship Id="rId5" Type="http://schemas.openxmlformats.org/officeDocument/2006/relationships/slide" Target="slide13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27.xml"/><Relationship Id="rId4" Type="http://schemas.openxmlformats.org/officeDocument/2006/relationships/slide" Target="slide122.xml"/><Relationship Id="rId5" Type="http://schemas.openxmlformats.org/officeDocument/2006/relationships/slide" Target="slide131.xml"/><Relationship Id="rId6" Type="http://schemas.openxmlformats.org/officeDocument/2006/relationships/audio" Target="../media/snd_ding.wav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28.xml"/><Relationship Id="rId4" Type="http://schemas.openxmlformats.org/officeDocument/2006/relationships/slide" Target="slide123.xml"/><Relationship Id="rId5" Type="http://schemas.openxmlformats.org/officeDocument/2006/relationships/slide" Target="slide131.xml"/><Relationship Id="rId6" Type="http://schemas.openxmlformats.org/officeDocument/2006/relationships/audio" Target="../media/snd_ding.wav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29.xml"/><Relationship Id="rId4" Type="http://schemas.openxmlformats.org/officeDocument/2006/relationships/slide" Target="slide124.xml"/><Relationship Id="rId5" Type="http://schemas.openxmlformats.org/officeDocument/2006/relationships/slide" Target="slide131.xml"/><Relationship Id="rId6" Type="http://schemas.openxmlformats.org/officeDocument/2006/relationships/audio" Target="../media/snd_ding.wav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30.xml"/><Relationship Id="rId4" Type="http://schemas.openxmlformats.org/officeDocument/2006/relationships/slide" Target="slide125.xml"/><Relationship Id="rId5" Type="http://schemas.openxmlformats.org/officeDocument/2006/relationships/slide" Target="slide131.xml"/><Relationship Id="rId6" Type="http://schemas.openxmlformats.org/officeDocument/2006/relationships/audio" Target="../media/snd_ding.wav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31.xml"/><Relationship Id="rId4" Type="http://schemas.openxmlformats.org/officeDocument/2006/relationships/audio" Target="../media/snd_tada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26.xml"/><Relationship Id="rId4" Type="http://schemas.openxmlformats.org/officeDocument/2006/relationships/slide" Target="slide121.xml"/><Relationship Id="rId5" Type="http://schemas.openxmlformats.org/officeDocument/2006/relationships/slide" Target="slide131.xml"/><Relationship Id="rId6" Type="http://schemas.openxmlformats.org/officeDocument/2006/relationships/audio" Target="../media/snd_boing.wav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27.xml"/><Relationship Id="rId4" Type="http://schemas.openxmlformats.org/officeDocument/2006/relationships/slide" Target="slide122.xml"/><Relationship Id="rId5" Type="http://schemas.openxmlformats.org/officeDocument/2006/relationships/slide" Target="slide131.xml"/><Relationship Id="rId6" Type="http://schemas.openxmlformats.org/officeDocument/2006/relationships/audio" Target="../media/snd_boing.wav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28.xml"/><Relationship Id="rId4" Type="http://schemas.openxmlformats.org/officeDocument/2006/relationships/slide" Target="slide123.xml"/><Relationship Id="rId5" Type="http://schemas.openxmlformats.org/officeDocument/2006/relationships/slide" Target="slide131.xml"/><Relationship Id="rId6" Type="http://schemas.openxmlformats.org/officeDocument/2006/relationships/audio" Target="../media/snd_boing.wav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29.xml"/><Relationship Id="rId4" Type="http://schemas.openxmlformats.org/officeDocument/2006/relationships/slide" Target="slide124.xml"/><Relationship Id="rId5" Type="http://schemas.openxmlformats.org/officeDocument/2006/relationships/slide" Target="slide131.xml"/><Relationship Id="rId6" Type="http://schemas.openxmlformats.org/officeDocument/2006/relationships/audio" Target="../media/snd_boing.wav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30.xml"/><Relationship Id="rId4" Type="http://schemas.openxmlformats.org/officeDocument/2006/relationships/slide" Target="slide125.xml"/><Relationship Id="rId5" Type="http://schemas.openxmlformats.org/officeDocument/2006/relationships/slide" Target="slide131.xml"/><Relationship Id="rId6" Type="http://schemas.openxmlformats.org/officeDocument/2006/relationships/audio" Target="../media/snd_boing.wav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32.xml"/><Relationship Id="rId4" Type="http://schemas.openxmlformats.org/officeDocument/2006/relationships/slide" Target="slide137.xml"/><Relationship Id="rId5" Type="http://schemas.openxmlformats.org/officeDocument/2006/relationships/slide" Target="slide14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38.xml"/><Relationship Id="rId4" Type="http://schemas.openxmlformats.org/officeDocument/2006/relationships/slide" Target="slide133.xml"/><Relationship Id="rId5" Type="http://schemas.openxmlformats.org/officeDocument/2006/relationships/slide" Target="slide142.xml"/><Relationship Id="rId6" Type="http://schemas.openxmlformats.org/officeDocument/2006/relationships/audio" Target="../media/snd_ding.wav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39.xml"/><Relationship Id="rId4" Type="http://schemas.openxmlformats.org/officeDocument/2006/relationships/slide" Target="slide134.xml"/><Relationship Id="rId5" Type="http://schemas.openxmlformats.org/officeDocument/2006/relationships/slide" Target="slide142.xml"/><Relationship Id="rId6" Type="http://schemas.openxmlformats.org/officeDocument/2006/relationships/audio" Target="../media/snd_ding.wav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35.xml"/><Relationship Id="rId4" Type="http://schemas.openxmlformats.org/officeDocument/2006/relationships/slide" Target="slide140.xml"/><Relationship Id="rId5" Type="http://schemas.openxmlformats.org/officeDocument/2006/relationships/slide" Target="slide142.xml"/><Relationship Id="rId6" Type="http://schemas.openxmlformats.org/officeDocument/2006/relationships/audio" Target="../media/snd_ding.wav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41.xml"/><Relationship Id="rId4" Type="http://schemas.openxmlformats.org/officeDocument/2006/relationships/slide" Target="slide136.xml"/><Relationship Id="rId5" Type="http://schemas.openxmlformats.org/officeDocument/2006/relationships/slide" Target="slide142.xml"/><Relationship Id="rId6" Type="http://schemas.openxmlformats.org/officeDocument/2006/relationships/audio" Target="../media/snd_ding.wav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42.xml"/><Relationship Id="rId4" Type="http://schemas.openxmlformats.org/officeDocument/2006/relationships/audio" Target="../media/snd_tada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32.xml"/><Relationship Id="rId4" Type="http://schemas.openxmlformats.org/officeDocument/2006/relationships/slide" Target="slide137.xml"/><Relationship Id="rId5" Type="http://schemas.openxmlformats.org/officeDocument/2006/relationships/slide" Target="slide142.xml"/><Relationship Id="rId6" Type="http://schemas.openxmlformats.org/officeDocument/2006/relationships/audio" Target="../media/snd_boing.wav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38.xml"/><Relationship Id="rId4" Type="http://schemas.openxmlformats.org/officeDocument/2006/relationships/slide" Target="slide133.xml"/><Relationship Id="rId5" Type="http://schemas.openxmlformats.org/officeDocument/2006/relationships/slide" Target="slide142.xml"/><Relationship Id="rId6" Type="http://schemas.openxmlformats.org/officeDocument/2006/relationships/audio" Target="../media/snd_boing.wav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39.xml"/><Relationship Id="rId4" Type="http://schemas.openxmlformats.org/officeDocument/2006/relationships/slide" Target="slide134.xml"/><Relationship Id="rId5" Type="http://schemas.openxmlformats.org/officeDocument/2006/relationships/slide" Target="slide142.xml"/><Relationship Id="rId6" Type="http://schemas.openxmlformats.org/officeDocument/2006/relationships/audio" Target="../media/snd_boing.wav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35.xml"/><Relationship Id="rId4" Type="http://schemas.openxmlformats.org/officeDocument/2006/relationships/slide" Target="slide140.xml"/><Relationship Id="rId5" Type="http://schemas.openxmlformats.org/officeDocument/2006/relationships/slide" Target="slide142.xml"/><Relationship Id="rId6" Type="http://schemas.openxmlformats.org/officeDocument/2006/relationships/audio" Target="../media/snd_boing.wav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41.xml"/><Relationship Id="rId4" Type="http://schemas.openxmlformats.org/officeDocument/2006/relationships/slide" Target="slide136.xml"/><Relationship Id="rId5" Type="http://schemas.openxmlformats.org/officeDocument/2006/relationships/slide" Target="slide142.xml"/><Relationship Id="rId6" Type="http://schemas.openxmlformats.org/officeDocument/2006/relationships/audio" Target="../media/snd_boing.wav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43.xml"/><Relationship Id="rId4" Type="http://schemas.openxmlformats.org/officeDocument/2006/relationships/slide" Target="slide144.xml"/><Relationship Id="rId5" Type="http://schemas.openxmlformats.org/officeDocument/2006/relationships/slide" Target="slide146.xml"/><Relationship Id="rId6" Type="http://schemas.openxmlformats.org/officeDocument/2006/relationships/slide" Target="slide149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43.xml"/><Relationship Id="rId4" Type="http://schemas.openxmlformats.org/officeDocument/2006/relationships/slide" Target="slide144.xml"/><Relationship Id="rId5" Type="http://schemas.openxmlformats.org/officeDocument/2006/relationships/slide" Target="slide146.xml"/><Relationship Id="rId6" Type="http://schemas.openxmlformats.org/officeDocument/2006/relationships/slide" Target="slide149.xml"/><Relationship Id="rId7" Type="http://schemas.openxmlformats.org/officeDocument/2006/relationships/audio" Target="../media/snd_boing.wav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45.xml"/><Relationship Id="rId4" Type="http://schemas.openxmlformats.org/officeDocument/2006/relationships/slide" Target="slide148.xml"/><Relationship Id="rId5" Type="http://schemas.openxmlformats.org/officeDocument/2006/relationships/slide" Target="slide149.xml"/><Relationship Id="rId6" Type="http://schemas.openxmlformats.org/officeDocument/2006/relationships/audio" Target="../media/snd_ding.wav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45.xml"/><Relationship Id="rId4" Type="http://schemas.openxmlformats.org/officeDocument/2006/relationships/slide" Target="slide148.xml"/><Relationship Id="rId5" Type="http://schemas.openxmlformats.org/officeDocument/2006/relationships/slide" Target="slide149.xml"/><Relationship Id="rId6" Type="http://schemas.openxmlformats.org/officeDocument/2006/relationships/audio" Target="../media/snd_boing.wav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47.xml"/><Relationship Id="rId4" Type="http://schemas.openxmlformats.org/officeDocument/2006/relationships/slide" Target="slide148.xml"/><Relationship Id="rId5" Type="http://schemas.openxmlformats.org/officeDocument/2006/relationships/slide" Target="slide149.xml"/><Relationship Id="rId6" Type="http://schemas.openxmlformats.org/officeDocument/2006/relationships/audio" Target="../media/snd_ding.wav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47.xml"/><Relationship Id="rId4" Type="http://schemas.openxmlformats.org/officeDocument/2006/relationships/slide" Target="slide148.xml"/><Relationship Id="rId5" Type="http://schemas.openxmlformats.org/officeDocument/2006/relationships/slide" Target="slide149.xml"/><Relationship Id="rId6" Type="http://schemas.openxmlformats.org/officeDocument/2006/relationships/audio" Target="../media/snd_boing.wav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49.xml"/><Relationship Id="rId4" Type="http://schemas.openxmlformats.org/officeDocument/2006/relationships/audio" Target="../media/snd_ding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55.xml"/><Relationship Id="rId4" Type="http://schemas.openxmlformats.org/officeDocument/2006/relationships/slide" Target="slide150.xml"/><Relationship Id="rId5" Type="http://schemas.openxmlformats.org/officeDocument/2006/relationships/slide" Target="slide160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56.xml"/><Relationship Id="rId4" Type="http://schemas.openxmlformats.org/officeDocument/2006/relationships/slide" Target="slide151.xml"/><Relationship Id="rId5" Type="http://schemas.openxmlformats.org/officeDocument/2006/relationships/slide" Target="slide160.xml"/><Relationship Id="rId6" Type="http://schemas.openxmlformats.org/officeDocument/2006/relationships/audio" Target="../media/snd_ding.wav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57.xml"/><Relationship Id="rId4" Type="http://schemas.openxmlformats.org/officeDocument/2006/relationships/slide" Target="slide152.xml"/><Relationship Id="rId5" Type="http://schemas.openxmlformats.org/officeDocument/2006/relationships/slide" Target="slide160.xml"/><Relationship Id="rId6" Type="http://schemas.openxmlformats.org/officeDocument/2006/relationships/audio" Target="../media/snd_ding.wav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58.xml"/><Relationship Id="rId4" Type="http://schemas.openxmlformats.org/officeDocument/2006/relationships/slide" Target="slide153.xml"/><Relationship Id="rId5" Type="http://schemas.openxmlformats.org/officeDocument/2006/relationships/slide" Target="slide160.xml"/><Relationship Id="rId6" Type="http://schemas.openxmlformats.org/officeDocument/2006/relationships/audio" Target="../media/snd_ding.wav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54.xml"/><Relationship Id="rId4" Type="http://schemas.openxmlformats.org/officeDocument/2006/relationships/slide" Target="slide159.xml"/><Relationship Id="rId5" Type="http://schemas.openxmlformats.org/officeDocument/2006/relationships/slide" Target="slide160.xml"/><Relationship Id="rId6" Type="http://schemas.openxmlformats.org/officeDocument/2006/relationships/audio" Target="../media/snd_ding.wav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60.xml"/><Relationship Id="rId4" Type="http://schemas.openxmlformats.org/officeDocument/2006/relationships/audio" Target="../media/snd_tada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55.xml"/><Relationship Id="rId4" Type="http://schemas.openxmlformats.org/officeDocument/2006/relationships/slide" Target="slide150.xml"/><Relationship Id="rId5" Type="http://schemas.openxmlformats.org/officeDocument/2006/relationships/slide" Target="slide160.xml"/><Relationship Id="rId6" Type="http://schemas.openxmlformats.org/officeDocument/2006/relationships/audio" Target="../media/snd_boing.wav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56.xml"/><Relationship Id="rId4" Type="http://schemas.openxmlformats.org/officeDocument/2006/relationships/slide" Target="slide151.xml"/><Relationship Id="rId5" Type="http://schemas.openxmlformats.org/officeDocument/2006/relationships/slide" Target="slide160.xml"/><Relationship Id="rId6" Type="http://schemas.openxmlformats.org/officeDocument/2006/relationships/audio" Target="../media/snd_boing.wav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57.xml"/><Relationship Id="rId4" Type="http://schemas.openxmlformats.org/officeDocument/2006/relationships/slide" Target="slide152.xml"/><Relationship Id="rId5" Type="http://schemas.openxmlformats.org/officeDocument/2006/relationships/slide" Target="slide160.xml"/><Relationship Id="rId6" Type="http://schemas.openxmlformats.org/officeDocument/2006/relationships/audio" Target="../media/snd_boing.wav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58.xml"/><Relationship Id="rId4" Type="http://schemas.openxmlformats.org/officeDocument/2006/relationships/slide" Target="slide153.xml"/><Relationship Id="rId5" Type="http://schemas.openxmlformats.org/officeDocument/2006/relationships/slide" Target="slide160.xml"/><Relationship Id="rId6" Type="http://schemas.openxmlformats.org/officeDocument/2006/relationships/audio" Target="../media/snd_boing.wav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54.xml"/><Relationship Id="rId4" Type="http://schemas.openxmlformats.org/officeDocument/2006/relationships/slide" Target="slide159.xml"/><Relationship Id="rId5" Type="http://schemas.openxmlformats.org/officeDocument/2006/relationships/slide" Target="slide160.xml"/><Relationship Id="rId6" Type="http://schemas.openxmlformats.org/officeDocument/2006/relationships/audio" Target="../media/snd_boing.wav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61.xml"/><Relationship Id="rId4" Type="http://schemas.openxmlformats.org/officeDocument/2006/relationships/slide" Target="slide166.xml"/><Relationship Id="rId5" Type="http://schemas.openxmlformats.org/officeDocument/2006/relationships/slide" Target="slide171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67.xml"/><Relationship Id="rId4" Type="http://schemas.openxmlformats.org/officeDocument/2006/relationships/slide" Target="slide162.xml"/><Relationship Id="rId5" Type="http://schemas.openxmlformats.org/officeDocument/2006/relationships/slide" Target="slide171.xml"/><Relationship Id="rId6" Type="http://schemas.openxmlformats.org/officeDocument/2006/relationships/audio" Target="../media/snd_ding.wav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68.xml"/><Relationship Id="rId4" Type="http://schemas.openxmlformats.org/officeDocument/2006/relationships/slide" Target="slide163.xml"/><Relationship Id="rId5" Type="http://schemas.openxmlformats.org/officeDocument/2006/relationships/slide" Target="slide171.xml"/><Relationship Id="rId6" Type="http://schemas.openxmlformats.org/officeDocument/2006/relationships/audio" Target="../media/snd_ding.wav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69.xml"/><Relationship Id="rId4" Type="http://schemas.openxmlformats.org/officeDocument/2006/relationships/slide" Target="slide164.xml"/><Relationship Id="rId5" Type="http://schemas.openxmlformats.org/officeDocument/2006/relationships/slide" Target="slide171.xml"/><Relationship Id="rId6" Type="http://schemas.openxmlformats.org/officeDocument/2006/relationships/audio" Target="../media/snd_ding.wav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65.xml"/><Relationship Id="rId4" Type="http://schemas.openxmlformats.org/officeDocument/2006/relationships/slide" Target="slide170.xml"/><Relationship Id="rId5" Type="http://schemas.openxmlformats.org/officeDocument/2006/relationships/slide" Target="slide171.xml"/><Relationship Id="rId6" Type="http://schemas.openxmlformats.org/officeDocument/2006/relationships/audio" Target="../media/snd_ding.wav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71.xml"/><Relationship Id="rId4" Type="http://schemas.openxmlformats.org/officeDocument/2006/relationships/audio" Target="../media/snd_tada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61.xml"/><Relationship Id="rId4" Type="http://schemas.openxmlformats.org/officeDocument/2006/relationships/slide" Target="slide166.xml"/><Relationship Id="rId5" Type="http://schemas.openxmlformats.org/officeDocument/2006/relationships/slide" Target="slide171.xml"/><Relationship Id="rId6" Type="http://schemas.openxmlformats.org/officeDocument/2006/relationships/audio" Target="../media/snd_boing.wav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67.xml"/><Relationship Id="rId4" Type="http://schemas.openxmlformats.org/officeDocument/2006/relationships/slide" Target="slide162.xml"/><Relationship Id="rId5" Type="http://schemas.openxmlformats.org/officeDocument/2006/relationships/slide" Target="slide171.xml"/><Relationship Id="rId6" Type="http://schemas.openxmlformats.org/officeDocument/2006/relationships/audio" Target="../media/snd_boing.wav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68.xml"/><Relationship Id="rId4" Type="http://schemas.openxmlformats.org/officeDocument/2006/relationships/slide" Target="slide163.xml"/><Relationship Id="rId5" Type="http://schemas.openxmlformats.org/officeDocument/2006/relationships/slide" Target="slide171.xml"/><Relationship Id="rId6" Type="http://schemas.openxmlformats.org/officeDocument/2006/relationships/audio" Target="../media/snd_boing.wav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69.xml"/><Relationship Id="rId4" Type="http://schemas.openxmlformats.org/officeDocument/2006/relationships/slide" Target="slide164.xml"/><Relationship Id="rId5" Type="http://schemas.openxmlformats.org/officeDocument/2006/relationships/slide" Target="slide171.xml"/><Relationship Id="rId6" Type="http://schemas.openxmlformats.org/officeDocument/2006/relationships/audio" Target="../media/snd_boing.wav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65.xml"/><Relationship Id="rId4" Type="http://schemas.openxmlformats.org/officeDocument/2006/relationships/slide" Target="slide170.xml"/><Relationship Id="rId5" Type="http://schemas.openxmlformats.org/officeDocument/2006/relationships/slide" Target="slide171.xml"/><Relationship Id="rId6" Type="http://schemas.openxmlformats.org/officeDocument/2006/relationships/audio" Target="../media/snd_boing.wav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72.xml"/><Relationship Id="rId4" Type="http://schemas.openxmlformats.org/officeDocument/2006/relationships/slide" Target="slide173.xml"/><Relationship Id="rId5" Type="http://schemas.openxmlformats.org/officeDocument/2006/relationships/slide" Target="slide175.xml"/><Relationship Id="rId6" Type="http://schemas.openxmlformats.org/officeDocument/2006/relationships/slide" Target="slide178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72.xml"/><Relationship Id="rId4" Type="http://schemas.openxmlformats.org/officeDocument/2006/relationships/slide" Target="slide173.xml"/><Relationship Id="rId5" Type="http://schemas.openxmlformats.org/officeDocument/2006/relationships/slide" Target="slide175.xml"/><Relationship Id="rId6" Type="http://schemas.openxmlformats.org/officeDocument/2006/relationships/slide" Target="slide178.xml"/><Relationship Id="rId7" Type="http://schemas.openxmlformats.org/officeDocument/2006/relationships/audio" Target="../media/snd_boing.wav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74.xml"/><Relationship Id="rId4" Type="http://schemas.openxmlformats.org/officeDocument/2006/relationships/slide" Target="slide177.xml"/><Relationship Id="rId5" Type="http://schemas.openxmlformats.org/officeDocument/2006/relationships/slide" Target="slide178.xml"/><Relationship Id="rId6" Type="http://schemas.openxmlformats.org/officeDocument/2006/relationships/audio" Target="../media/snd_ding.wav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74.xml"/><Relationship Id="rId4" Type="http://schemas.openxmlformats.org/officeDocument/2006/relationships/slide" Target="slide177.xml"/><Relationship Id="rId5" Type="http://schemas.openxmlformats.org/officeDocument/2006/relationships/slide" Target="slide178.xml"/><Relationship Id="rId6" Type="http://schemas.openxmlformats.org/officeDocument/2006/relationships/audio" Target="../media/snd_boing.wav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76.xml"/><Relationship Id="rId4" Type="http://schemas.openxmlformats.org/officeDocument/2006/relationships/slide" Target="slide177.xml"/><Relationship Id="rId5" Type="http://schemas.openxmlformats.org/officeDocument/2006/relationships/slide" Target="slide178.xml"/><Relationship Id="rId6" Type="http://schemas.openxmlformats.org/officeDocument/2006/relationships/audio" Target="../media/snd_ding.wav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76.xml"/><Relationship Id="rId4" Type="http://schemas.openxmlformats.org/officeDocument/2006/relationships/slide" Target="slide177.xml"/><Relationship Id="rId5" Type="http://schemas.openxmlformats.org/officeDocument/2006/relationships/slide" Target="slide178.xml"/><Relationship Id="rId6" Type="http://schemas.openxmlformats.org/officeDocument/2006/relationships/audio" Target="../media/snd_boing.wav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78.xml"/><Relationship Id="rId4" Type="http://schemas.openxmlformats.org/officeDocument/2006/relationships/audio" Target="../media/snd_ding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84.xml"/><Relationship Id="rId4" Type="http://schemas.openxmlformats.org/officeDocument/2006/relationships/slide" Target="slide179.xml"/><Relationship Id="rId5" Type="http://schemas.openxmlformats.org/officeDocument/2006/relationships/slide" Target="slide189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85.xml"/><Relationship Id="rId4" Type="http://schemas.openxmlformats.org/officeDocument/2006/relationships/slide" Target="slide180.xml"/><Relationship Id="rId5" Type="http://schemas.openxmlformats.org/officeDocument/2006/relationships/slide" Target="slide189.xml"/><Relationship Id="rId6" Type="http://schemas.openxmlformats.org/officeDocument/2006/relationships/audio" Target="../media/snd_ding.wav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86.xml"/><Relationship Id="rId4" Type="http://schemas.openxmlformats.org/officeDocument/2006/relationships/slide" Target="slide181.xml"/><Relationship Id="rId5" Type="http://schemas.openxmlformats.org/officeDocument/2006/relationships/slide" Target="slide189.xml"/><Relationship Id="rId6" Type="http://schemas.openxmlformats.org/officeDocument/2006/relationships/audio" Target="../media/snd_ding.wav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87.xml"/><Relationship Id="rId4" Type="http://schemas.openxmlformats.org/officeDocument/2006/relationships/slide" Target="slide182.xml"/><Relationship Id="rId5" Type="http://schemas.openxmlformats.org/officeDocument/2006/relationships/slide" Target="slide189.xml"/><Relationship Id="rId6" Type="http://schemas.openxmlformats.org/officeDocument/2006/relationships/audio" Target="../media/snd_ding.wav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88.xml"/><Relationship Id="rId4" Type="http://schemas.openxmlformats.org/officeDocument/2006/relationships/slide" Target="slide183.xml"/><Relationship Id="rId5" Type="http://schemas.openxmlformats.org/officeDocument/2006/relationships/slide" Target="slide189.xml"/><Relationship Id="rId6" Type="http://schemas.openxmlformats.org/officeDocument/2006/relationships/audio" Target="../media/snd_ding.wav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89.xml"/><Relationship Id="rId4" Type="http://schemas.openxmlformats.org/officeDocument/2006/relationships/audio" Target="../media/snd_tada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84.xml"/><Relationship Id="rId4" Type="http://schemas.openxmlformats.org/officeDocument/2006/relationships/slide" Target="slide179.xml"/><Relationship Id="rId5" Type="http://schemas.openxmlformats.org/officeDocument/2006/relationships/slide" Target="slide189.xml"/><Relationship Id="rId6" Type="http://schemas.openxmlformats.org/officeDocument/2006/relationships/audio" Target="../media/snd_boing.wav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85.xml"/><Relationship Id="rId4" Type="http://schemas.openxmlformats.org/officeDocument/2006/relationships/slide" Target="slide180.xml"/><Relationship Id="rId5" Type="http://schemas.openxmlformats.org/officeDocument/2006/relationships/slide" Target="slide189.xml"/><Relationship Id="rId6" Type="http://schemas.openxmlformats.org/officeDocument/2006/relationships/audio" Target="../media/snd_boing.wav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86.xml"/><Relationship Id="rId4" Type="http://schemas.openxmlformats.org/officeDocument/2006/relationships/slide" Target="slide181.xml"/><Relationship Id="rId5" Type="http://schemas.openxmlformats.org/officeDocument/2006/relationships/slide" Target="slide189.xml"/><Relationship Id="rId6" Type="http://schemas.openxmlformats.org/officeDocument/2006/relationships/audio" Target="../media/snd_boing.wav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87.xml"/><Relationship Id="rId4" Type="http://schemas.openxmlformats.org/officeDocument/2006/relationships/slide" Target="slide182.xml"/><Relationship Id="rId5" Type="http://schemas.openxmlformats.org/officeDocument/2006/relationships/slide" Target="slide189.xml"/><Relationship Id="rId6" Type="http://schemas.openxmlformats.org/officeDocument/2006/relationships/audio" Target="../media/snd_boing.wav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188.xml"/><Relationship Id="rId4" Type="http://schemas.openxmlformats.org/officeDocument/2006/relationships/slide" Target="slide183.xml"/><Relationship Id="rId5" Type="http://schemas.openxmlformats.org/officeDocument/2006/relationships/slide" Target="slide189.xml"/><Relationship Id="rId6" Type="http://schemas.openxmlformats.org/officeDocument/2006/relationships/audio" Target="../media/snd_boing.wav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slide" Target="slide190.xml"/><Relationship Id="rId12" Type="http://schemas.openxmlformats.org/officeDocument/2006/relationships/slide" Target="slide191.xml"/><Relationship Id="rId13" Type="http://schemas.openxmlformats.org/officeDocument/2006/relationships/slide" Target="slide192.xml"/><Relationship Id="rId14" Type="http://schemas.openxmlformats.org/officeDocument/2006/relationships/slide" Target="slide193.xml"/><Relationship Id="rId15" Type="http://schemas.openxmlformats.org/officeDocument/2006/relationships/slide" Target="slide194.xml"/><Relationship Id="rId16" Type="http://schemas.openxmlformats.org/officeDocument/2006/relationships/slide" Target="slide195.xml"/><Relationship Id="rId17" Type="http://schemas.openxmlformats.org/officeDocument/2006/relationships/slide" Target="slide196.xml"/><Relationship Id="rId18" Type="http://schemas.openxmlformats.org/officeDocument/2006/relationships/slide" Target="slide197.xml"/><Relationship Id="rId19" Type="http://schemas.openxmlformats.org/officeDocument/2006/relationships/slide" Target="slide198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slide" Target="slide189.xml"/><Relationship Id="rId6" Type="http://schemas.openxmlformats.org/officeDocument/2006/relationships/slide" Target="slide198.xml"/><Relationship Id="rId7" Type="http://schemas.openxmlformats.org/officeDocument/2006/relationships/audio" Target="../media/snd_tada.wav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" Target="slide189.xml"/><Relationship Id="rId6" Type="http://schemas.openxmlformats.org/officeDocument/2006/relationships/slide" Target="slide198.xml"/><Relationship Id="rId7" Type="http://schemas.openxmlformats.org/officeDocument/2006/relationships/audio" Target="../media/snd_tada.wav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" Target="slide189.xml"/><Relationship Id="rId6" Type="http://schemas.openxmlformats.org/officeDocument/2006/relationships/slide" Target="slide198.xml"/><Relationship Id="rId7" Type="http://schemas.openxmlformats.org/officeDocument/2006/relationships/audio" Target="../media/snd_tada.wav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" Target="slide189.xml"/><Relationship Id="rId6" Type="http://schemas.openxmlformats.org/officeDocument/2006/relationships/slide" Target="slide198.xml"/><Relationship Id="rId7" Type="http://schemas.openxmlformats.org/officeDocument/2006/relationships/audio" Target="../media/snd_tada.wav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slide" Target="slide189.xml"/><Relationship Id="rId6" Type="http://schemas.openxmlformats.org/officeDocument/2006/relationships/slide" Target="slide198.xml"/><Relationship Id="rId7" Type="http://schemas.openxmlformats.org/officeDocument/2006/relationships/audio" Target="../media/snd_tada.wav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" Target="slide189.xml"/><Relationship Id="rId6" Type="http://schemas.openxmlformats.org/officeDocument/2006/relationships/slide" Target="slide198.xml"/><Relationship Id="rId7" Type="http://schemas.openxmlformats.org/officeDocument/2006/relationships/audio" Target="../media/snd_tada.wav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" Target="slide189.xml"/><Relationship Id="rId6" Type="http://schemas.openxmlformats.org/officeDocument/2006/relationships/slide" Target="slide198.xml"/><Relationship Id="rId7" Type="http://schemas.openxmlformats.org/officeDocument/2006/relationships/audio" Target="../media/snd_tada.wav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" Target="slide189.xml"/><Relationship Id="rId6" Type="http://schemas.openxmlformats.org/officeDocument/2006/relationships/slide" Target="slide198.xml"/><Relationship Id="rId7" Type="http://schemas.openxmlformats.org/officeDocument/2006/relationships/audio" Target="../media/snd_tada.wav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04.xml"/><Relationship Id="rId4" Type="http://schemas.openxmlformats.org/officeDocument/2006/relationships/slide" Target="slide199.xml"/><Relationship Id="rId5" Type="http://schemas.openxmlformats.org/officeDocument/2006/relationships/slide" Target="slide209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05.xml"/><Relationship Id="rId4" Type="http://schemas.openxmlformats.org/officeDocument/2006/relationships/slide" Target="slide200.xml"/><Relationship Id="rId5" Type="http://schemas.openxmlformats.org/officeDocument/2006/relationships/slide" Target="slide209.xml"/><Relationship Id="rId6" Type="http://schemas.openxmlformats.org/officeDocument/2006/relationships/audio" Target="../media/snd_ding.wav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06.xml"/><Relationship Id="rId4" Type="http://schemas.openxmlformats.org/officeDocument/2006/relationships/slide" Target="slide201.xml"/><Relationship Id="rId5" Type="http://schemas.openxmlformats.org/officeDocument/2006/relationships/slide" Target="slide209.xml"/><Relationship Id="rId6" Type="http://schemas.openxmlformats.org/officeDocument/2006/relationships/audio" Target="../media/snd_ding.wav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07.xml"/><Relationship Id="rId4" Type="http://schemas.openxmlformats.org/officeDocument/2006/relationships/slide" Target="slide202.xml"/><Relationship Id="rId5" Type="http://schemas.openxmlformats.org/officeDocument/2006/relationships/slide" Target="slide209.xml"/><Relationship Id="rId6" Type="http://schemas.openxmlformats.org/officeDocument/2006/relationships/audio" Target="../media/snd_ding.wav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03.xml"/><Relationship Id="rId4" Type="http://schemas.openxmlformats.org/officeDocument/2006/relationships/slide" Target="slide208.xml"/><Relationship Id="rId5" Type="http://schemas.openxmlformats.org/officeDocument/2006/relationships/slide" Target="slide209.xml"/><Relationship Id="rId6" Type="http://schemas.openxmlformats.org/officeDocument/2006/relationships/audio" Target="../media/snd_ding.wav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09.xml"/><Relationship Id="rId4" Type="http://schemas.openxmlformats.org/officeDocument/2006/relationships/audio" Target="../media/snd_tada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04.xml"/><Relationship Id="rId4" Type="http://schemas.openxmlformats.org/officeDocument/2006/relationships/slide" Target="slide199.xml"/><Relationship Id="rId5" Type="http://schemas.openxmlformats.org/officeDocument/2006/relationships/slide" Target="slide209.xml"/><Relationship Id="rId6" Type="http://schemas.openxmlformats.org/officeDocument/2006/relationships/audio" Target="../media/snd_boing.wav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05.xml"/><Relationship Id="rId4" Type="http://schemas.openxmlformats.org/officeDocument/2006/relationships/slide" Target="slide200.xml"/><Relationship Id="rId5" Type="http://schemas.openxmlformats.org/officeDocument/2006/relationships/slide" Target="slide209.xml"/><Relationship Id="rId6" Type="http://schemas.openxmlformats.org/officeDocument/2006/relationships/audio" Target="../media/snd_boing.wav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06.xml"/><Relationship Id="rId4" Type="http://schemas.openxmlformats.org/officeDocument/2006/relationships/slide" Target="slide201.xml"/><Relationship Id="rId5" Type="http://schemas.openxmlformats.org/officeDocument/2006/relationships/slide" Target="slide209.xml"/><Relationship Id="rId6" Type="http://schemas.openxmlformats.org/officeDocument/2006/relationships/audio" Target="../media/snd_boing.wav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07.xml"/><Relationship Id="rId4" Type="http://schemas.openxmlformats.org/officeDocument/2006/relationships/slide" Target="slide202.xml"/><Relationship Id="rId5" Type="http://schemas.openxmlformats.org/officeDocument/2006/relationships/slide" Target="slide209.xml"/><Relationship Id="rId6" Type="http://schemas.openxmlformats.org/officeDocument/2006/relationships/audio" Target="../media/snd_boing.wav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03.xml"/><Relationship Id="rId4" Type="http://schemas.openxmlformats.org/officeDocument/2006/relationships/slide" Target="slide208.xml"/><Relationship Id="rId5" Type="http://schemas.openxmlformats.org/officeDocument/2006/relationships/slide" Target="slide209.xml"/><Relationship Id="rId6" Type="http://schemas.openxmlformats.org/officeDocument/2006/relationships/audio" Target="../media/snd_boing.wav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11.xml"/><Relationship Id="rId4" Type="http://schemas.openxmlformats.org/officeDocument/2006/relationships/slide" Target="slide210.xml"/><Relationship Id="rId5" Type="http://schemas.openxmlformats.org/officeDocument/2006/relationships/slide" Target="slide213.xml"/><Relationship Id="rId6" Type="http://schemas.openxmlformats.org/officeDocument/2006/relationships/slide" Target="slide216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11.xml"/><Relationship Id="rId4" Type="http://schemas.openxmlformats.org/officeDocument/2006/relationships/slide" Target="slide210.xml"/><Relationship Id="rId5" Type="http://schemas.openxmlformats.org/officeDocument/2006/relationships/slide" Target="slide213.xml"/><Relationship Id="rId6" Type="http://schemas.openxmlformats.org/officeDocument/2006/relationships/slide" Target="slide216.xml"/><Relationship Id="rId7" Type="http://schemas.openxmlformats.org/officeDocument/2006/relationships/audio" Target="../media/snd_boing.wav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12.xml"/><Relationship Id="rId4" Type="http://schemas.openxmlformats.org/officeDocument/2006/relationships/slide" Target="slide215.xml"/><Relationship Id="rId5" Type="http://schemas.openxmlformats.org/officeDocument/2006/relationships/slide" Target="slide216.xml"/><Relationship Id="rId6" Type="http://schemas.openxmlformats.org/officeDocument/2006/relationships/audio" Target="../media/snd_ding.wav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12.xml"/><Relationship Id="rId4" Type="http://schemas.openxmlformats.org/officeDocument/2006/relationships/slide" Target="slide215.xml"/><Relationship Id="rId5" Type="http://schemas.openxmlformats.org/officeDocument/2006/relationships/slide" Target="slide216.xml"/><Relationship Id="rId6" Type="http://schemas.openxmlformats.org/officeDocument/2006/relationships/audio" Target="../media/snd_boing.wav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15.xml"/><Relationship Id="rId4" Type="http://schemas.openxmlformats.org/officeDocument/2006/relationships/slide" Target="slide214.xml"/><Relationship Id="rId5" Type="http://schemas.openxmlformats.org/officeDocument/2006/relationships/slide" Target="slide216.xml"/><Relationship Id="rId6" Type="http://schemas.openxmlformats.org/officeDocument/2006/relationships/audio" Target="../media/snd_ding.wav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15.xml"/><Relationship Id="rId4" Type="http://schemas.openxmlformats.org/officeDocument/2006/relationships/slide" Target="slide214.xml"/><Relationship Id="rId5" Type="http://schemas.openxmlformats.org/officeDocument/2006/relationships/slide" Target="slide216.xml"/><Relationship Id="rId6" Type="http://schemas.openxmlformats.org/officeDocument/2006/relationships/audio" Target="../media/snd_boing.wav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16.xml"/><Relationship Id="rId4" Type="http://schemas.openxmlformats.org/officeDocument/2006/relationships/audio" Target="../media/snd_ding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22.xml"/><Relationship Id="rId4" Type="http://schemas.openxmlformats.org/officeDocument/2006/relationships/slide" Target="slide217.xml"/><Relationship Id="rId5" Type="http://schemas.openxmlformats.org/officeDocument/2006/relationships/slide" Target="slide22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23.xml"/><Relationship Id="rId4" Type="http://schemas.openxmlformats.org/officeDocument/2006/relationships/slide" Target="slide218.xml"/><Relationship Id="rId5" Type="http://schemas.openxmlformats.org/officeDocument/2006/relationships/slide" Target="slide227.xml"/><Relationship Id="rId6" Type="http://schemas.openxmlformats.org/officeDocument/2006/relationships/audio" Target="../media/snd_ding.wav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24.xml"/><Relationship Id="rId4" Type="http://schemas.openxmlformats.org/officeDocument/2006/relationships/slide" Target="slide219.xml"/><Relationship Id="rId5" Type="http://schemas.openxmlformats.org/officeDocument/2006/relationships/slide" Target="slide227.xml"/><Relationship Id="rId6" Type="http://schemas.openxmlformats.org/officeDocument/2006/relationships/audio" Target="../media/snd_ding.wav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25.xml"/><Relationship Id="rId4" Type="http://schemas.openxmlformats.org/officeDocument/2006/relationships/slide" Target="slide220.xml"/><Relationship Id="rId5" Type="http://schemas.openxmlformats.org/officeDocument/2006/relationships/slide" Target="slide227.xml"/><Relationship Id="rId6" Type="http://schemas.openxmlformats.org/officeDocument/2006/relationships/audio" Target="../media/snd_ding.wav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21.xml"/><Relationship Id="rId4" Type="http://schemas.openxmlformats.org/officeDocument/2006/relationships/slide" Target="slide226.xml"/><Relationship Id="rId5" Type="http://schemas.openxmlformats.org/officeDocument/2006/relationships/slide" Target="slide227.xml"/><Relationship Id="rId6" Type="http://schemas.openxmlformats.org/officeDocument/2006/relationships/audio" Target="../media/snd_ding.wav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27.xml"/><Relationship Id="rId4" Type="http://schemas.openxmlformats.org/officeDocument/2006/relationships/audio" Target="../media/snd_tada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22.xml"/><Relationship Id="rId4" Type="http://schemas.openxmlformats.org/officeDocument/2006/relationships/slide" Target="slide217.xml"/><Relationship Id="rId5" Type="http://schemas.openxmlformats.org/officeDocument/2006/relationships/slide" Target="slide227.xml"/><Relationship Id="rId6" Type="http://schemas.openxmlformats.org/officeDocument/2006/relationships/audio" Target="../media/snd_boing.wav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23.xml"/><Relationship Id="rId4" Type="http://schemas.openxmlformats.org/officeDocument/2006/relationships/slide" Target="slide218.xml"/><Relationship Id="rId5" Type="http://schemas.openxmlformats.org/officeDocument/2006/relationships/slide" Target="slide227.xml"/><Relationship Id="rId6" Type="http://schemas.openxmlformats.org/officeDocument/2006/relationships/audio" Target="../media/snd_boing.wav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24.xml"/><Relationship Id="rId4" Type="http://schemas.openxmlformats.org/officeDocument/2006/relationships/slide" Target="slide219.xml"/><Relationship Id="rId5" Type="http://schemas.openxmlformats.org/officeDocument/2006/relationships/slide" Target="slide227.xml"/><Relationship Id="rId6" Type="http://schemas.openxmlformats.org/officeDocument/2006/relationships/audio" Target="../media/snd_boing.wav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25.xml"/><Relationship Id="rId4" Type="http://schemas.openxmlformats.org/officeDocument/2006/relationships/slide" Target="slide220.xml"/><Relationship Id="rId5" Type="http://schemas.openxmlformats.org/officeDocument/2006/relationships/slide" Target="slide227.xml"/><Relationship Id="rId6" Type="http://schemas.openxmlformats.org/officeDocument/2006/relationships/audio" Target="../media/snd_boing.wav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21.xml"/><Relationship Id="rId4" Type="http://schemas.openxmlformats.org/officeDocument/2006/relationships/slide" Target="slide226.xml"/><Relationship Id="rId5" Type="http://schemas.openxmlformats.org/officeDocument/2006/relationships/slide" Target="slide227.xml"/><Relationship Id="rId6" Type="http://schemas.openxmlformats.org/officeDocument/2006/relationships/audio" Target="../media/snd_boing.wav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Relationship Id="rId4" Type="http://schemas.openxmlformats.org/officeDocument/2006/relationships/slide" Target="slide228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233.xml"/><Relationship Id="rId6" Type="http://schemas.openxmlformats.org/officeDocument/2006/relationships/slide" Target="slide229.xml"/><Relationship Id="rId7" Type="http://schemas.openxmlformats.org/officeDocument/2006/relationships/slide" Target="slide255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234.xml"/><Relationship Id="rId6" Type="http://schemas.openxmlformats.org/officeDocument/2006/relationships/slide" Target="slide230.xml"/><Relationship Id="rId7" Type="http://schemas.openxmlformats.org/officeDocument/2006/relationships/slide" Target="slide255.xml"/><Relationship Id="rId8" Type="http://schemas.openxmlformats.org/officeDocument/2006/relationships/audio" Target="../media/snd_vroom.wav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235.xml"/><Relationship Id="rId6" Type="http://schemas.openxmlformats.org/officeDocument/2006/relationships/slide" Target="slide231.xml"/><Relationship Id="rId7" Type="http://schemas.openxmlformats.org/officeDocument/2006/relationships/slide" Target="slide255.xml"/><Relationship Id="rId8" Type="http://schemas.openxmlformats.org/officeDocument/2006/relationships/audio" Target="../media/snd_vroom.wav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236.xml"/><Relationship Id="rId6" Type="http://schemas.openxmlformats.org/officeDocument/2006/relationships/slide" Target="slide232.xml"/><Relationship Id="rId7" Type="http://schemas.openxmlformats.org/officeDocument/2006/relationships/slide" Target="slide255.xml"/><Relationship Id="rId8" Type="http://schemas.openxmlformats.org/officeDocument/2006/relationships/audio" Target="../media/snd_vroom.wav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237.xml"/><Relationship Id="rId6" Type="http://schemas.openxmlformats.org/officeDocument/2006/relationships/slide" Target="slide254.xml"/><Relationship Id="rId7" Type="http://schemas.openxmlformats.org/officeDocument/2006/relationships/slide" Target="slide255.xml"/><Relationship Id="rId8" Type="http://schemas.openxmlformats.org/officeDocument/2006/relationships/audio" Target="../media/snd_vroom.wav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238.xml"/><Relationship Id="rId6" Type="http://schemas.openxmlformats.org/officeDocument/2006/relationships/slide" Target="slide234.xml"/><Relationship Id="rId7" Type="http://schemas.openxmlformats.org/officeDocument/2006/relationships/slide" Target="slide255.xml"/><Relationship Id="rId8" Type="http://schemas.openxmlformats.org/officeDocument/2006/relationships/audio" Target="../media/snd_vroom.wav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239.xml"/><Relationship Id="rId6" Type="http://schemas.openxmlformats.org/officeDocument/2006/relationships/slide" Target="slide235.xml"/><Relationship Id="rId7" Type="http://schemas.openxmlformats.org/officeDocument/2006/relationships/slide" Target="slide255.xml"/><Relationship Id="rId8" Type="http://schemas.openxmlformats.org/officeDocument/2006/relationships/audio" Target="../media/snd_vroom.wav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240.xml"/><Relationship Id="rId6" Type="http://schemas.openxmlformats.org/officeDocument/2006/relationships/slide" Target="slide236.xml"/><Relationship Id="rId7" Type="http://schemas.openxmlformats.org/officeDocument/2006/relationships/slide" Target="slide255.xml"/><Relationship Id="rId8" Type="http://schemas.openxmlformats.org/officeDocument/2006/relationships/audio" Target="../media/snd_vroom.wav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241.xml"/><Relationship Id="rId6" Type="http://schemas.openxmlformats.org/officeDocument/2006/relationships/slide" Target="slide237.xml"/><Relationship Id="rId7" Type="http://schemas.openxmlformats.org/officeDocument/2006/relationships/slide" Target="slide255.xml"/><Relationship Id="rId8" Type="http://schemas.openxmlformats.org/officeDocument/2006/relationships/audio" Target="../media/snd_vroom.wav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242.xml"/><Relationship Id="rId6" Type="http://schemas.openxmlformats.org/officeDocument/2006/relationships/slide" Target="slide254.xml"/><Relationship Id="rId7" Type="http://schemas.openxmlformats.org/officeDocument/2006/relationships/slide" Target="slide255.xml"/><Relationship Id="rId8" Type="http://schemas.openxmlformats.org/officeDocument/2006/relationships/audio" Target="../media/snd_vroom.wav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243.xml"/><Relationship Id="rId6" Type="http://schemas.openxmlformats.org/officeDocument/2006/relationships/slide" Target="slide239.xml"/><Relationship Id="rId7" Type="http://schemas.openxmlformats.org/officeDocument/2006/relationships/slide" Target="slide255.xml"/><Relationship Id="rId8" Type="http://schemas.openxmlformats.org/officeDocument/2006/relationships/audio" Target="../media/snd_vroom.wav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244.xml"/><Relationship Id="rId6" Type="http://schemas.openxmlformats.org/officeDocument/2006/relationships/slide" Target="slide240.xml"/><Relationship Id="rId7" Type="http://schemas.openxmlformats.org/officeDocument/2006/relationships/slide" Target="slide255.xml"/><Relationship Id="rId8" Type="http://schemas.openxmlformats.org/officeDocument/2006/relationships/audio" Target="../media/snd_vroom.wav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245.xml"/><Relationship Id="rId6" Type="http://schemas.openxmlformats.org/officeDocument/2006/relationships/slide" Target="slide241.xml"/><Relationship Id="rId7" Type="http://schemas.openxmlformats.org/officeDocument/2006/relationships/slide" Target="slide255.xml"/><Relationship Id="rId8" Type="http://schemas.openxmlformats.org/officeDocument/2006/relationships/audio" Target="../media/snd_vroom.wav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246.xml"/><Relationship Id="rId6" Type="http://schemas.openxmlformats.org/officeDocument/2006/relationships/slide" Target="slide242.xml"/><Relationship Id="rId7" Type="http://schemas.openxmlformats.org/officeDocument/2006/relationships/slide" Target="slide255.xml"/><Relationship Id="rId8" Type="http://schemas.openxmlformats.org/officeDocument/2006/relationships/audio" Target="../media/snd_vroom.wav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247.xml"/><Relationship Id="rId6" Type="http://schemas.openxmlformats.org/officeDocument/2006/relationships/slide" Target="slide254.xml"/><Relationship Id="rId7" Type="http://schemas.openxmlformats.org/officeDocument/2006/relationships/slide" Target="slide255.xml"/><Relationship Id="rId8" Type="http://schemas.openxmlformats.org/officeDocument/2006/relationships/audio" Target="../media/snd_vroom.wav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248.xml"/><Relationship Id="rId6" Type="http://schemas.openxmlformats.org/officeDocument/2006/relationships/slide" Target="slide244.xml"/><Relationship Id="rId7" Type="http://schemas.openxmlformats.org/officeDocument/2006/relationships/slide" Target="slide255.xml"/><Relationship Id="rId8" Type="http://schemas.openxmlformats.org/officeDocument/2006/relationships/audio" Target="../media/snd_vroom.wav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249.xml"/><Relationship Id="rId6" Type="http://schemas.openxmlformats.org/officeDocument/2006/relationships/slide" Target="slide245.xml"/><Relationship Id="rId7" Type="http://schemas.openxmlformats.org/officeDocument/2006/relationships/slide" Target="slide255.xml"/><Relationship Id="rId8" Type="http://schemas.openxmlformats.org/officeDocument/2006/relationships/audio" Target="../media/snd_vroom.wav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250.xml"/><Relationship Id="rId6" Type="http://schemas.openxmlformats.org/officeDocument/2006/relationships/slide" Target="slide246.xml"/><Relationship Id="rId7" Type="http://schemas.openxmlformats.org/officeDocument/2006/relationships/slide" Target="slide255.xml"/><Relationship Id="rId8" Type="http://schemas.openxmlformats.org/officeDocument/2006/relationships/audio" Target="../media/snd_vroom.wav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251.xml"/><Relationship Id="rId6" Type="http://schemas.openxmlformats.org/officeDocument/2006/relationships/slide" Target="slide247.xml"/><Relationship Id="rId7" Type="http://schemas.openxmlformats.org/officeDocument/2006/relationships/slide" Target="slide255.xml"/><Relationship Id="rId8" Type="http://schemas.openxmlformats.org/officeDocument/2006/relationships/audio" Target="../media/snd_vroom.wav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252.xml"/><Relationship Id="rId6" Type="http://schemas.openxmlformats.org/officeDocument/2006/relationships/slide" Target="slide254.xml"/><Relationship Id="rId7" Type="http://schemas.openxmlformats.org/officeDocument/2006/relationships/slide" Target="slide255.xml"/><Relationship Id="rId8" Type="http://schemas.openxmlformats.org/officeDocument/2006/relationships/audio" Target="../media/snd_vroom.wav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253.xml"/><Relationship Id="rId6" Type="http://schemas.openxmlformats.org/officeDocument/2006/relationships/slide" Target="slide249.xml"/><Relationship Id="rId7" Type="http://schemas.openxmlformats.org/officeDocument/2006/relationships/slide" Target="slide255.xml"/><Relationship Id="rId8" Type="http://schemas.openxmlformats.org/officeDocument/2006/relationships/audio" Target="../media/snd_vroom.wav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253.xml"/><Relationship Id="rId6" Type="http://schemas.openxmlformats.org/officeDocument/2006/relationships/slide" Target="slide250.xml"/><Relationship Id="rId7" Type="http://schemas.openxmlformats.org/officeDocument/2006/relationships/slide" Target="slide255.xml"/><Relationship Id="rId8" Type="http://schemas.openxmlformats.org/officeDocument/2006/relationships/audio" Target="../media/snd_vroom.wav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253.xml"/><Relationship Id="rId6" Type="http://schemas.openxmlformats.org/officeDocument/2006/relationships/slide" Target="slide251.xml"/><Relationship Id="rId7" Type="http://schemas.openxmlformats.org/officeDocument/2006/relationships/slide" Target="slide255.xml"/><Relationship Id="rId8" Type="http://schemas.openxmlformats.org/officeDocument/2006/relationships/audio" Target="../media/snd_vroom.wav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253.xml"/><Relationship Id="rId6" Type="http://schemas.openxmlformats.org/officeDocument/2006/relationships/slide" Target="slide252.xml"/><Relationship Id="rId7" Type="http://schemas.openxmlformats.org/officeDocument/2006/relationships/slide" Target="slide255.xml"/><Relationship Id="rId8" Type="http://schemas.openxmlformats.org/officeDocument/2006/relationships/audio" Target="../media/snd_vroom.wav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253.xml"/><Relationship Id="rId6" Type="http://schemas.openxmlformats.org/officeDocument/2006/relationships/slide" Target="slide254.xml"/><Relationship Id="rId7" Type="http://schemas.openxmlformats.org/officeDocument/2006/relationships/slide" Target="slide255.xml"/><Relationship Id="rId8" Type="http://schemas.openxmlformats.org/officeDocument/2006/relationships/audio" Target="../media/snd_vroom.wav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slide" Target="slide255.xml"/><Relationship Id="rId5" Type="http://schemas.openxmlformats.org/officeDocument/2006/relationships/audio" Target="../media/snd_cheer.wav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slide" Target="slide255.xml"/><Relationship Id="rId5" Type="http://schemas.openxmlformats.org/officeDocument/2006/relationships/audio" Target="../media/snd_cheer.wav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56.xml"/><Relationship Id="rId4" Type="http://schemas.openxmlformats.org/officeDocument/2006/relationships/slide" Target="slide261.xml"/><Relationship Id="rId5" Type="http://schemas.openxmlformats.org/officeDocument/2006/relationships/slide" Target="slide266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57.xml"/><Relationship Id="rId4" Type="http://schemas.openxmlformats.org/officeDocument/2006/relationships/slide" Target="slide262.xml"/><Relationship Id="rId5" Type="http://schemas.openxmlformats.org/officeDocument/2006/relationships/slide" Target="slide266.xml"/><Relationship Id="rId6" Type="http://schemas.openxmlformats.org/officeDocument/2006/relationships/audio" Target="../media/snd_ding.wav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63.xml"/><Relationship Id="rId4" Type="http://schemas.openxmlformats.org/officeDocument/2006/relationships/slide" Target="slide258.xml"/><Relationship Id="rId5" Type="http://schemas.openxmlformats.org/officeDocument/2006/relationships/slide" Target="slide266.xml"/><Relationship Id="rId6" Type="http://schemas.openxmlformats.org/officeDocument/2006/relationships/audio" Target="../media/snd_ding.wav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59.xml"/><Relationship Id="rId4" Type="http://schemas.openxmlformats.org/officeDocument/2006/relationships/slide" Target="slide264.xml"/><Relationship Id="rId5" Type="http://schemas.openxmlformats.org/officeDocument/2006/relationships/slide" Target="slide266.xml"/><Relationship Id="rId6" Type="http://schemas.openxmlformats.org/officeDocument/2006/relationships/audio" Target="../media/snd_ding.wav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65.xml"/><Relationship Id="rId4" Type="http://schemas.openxmlformats.org/officeDocument/2006/relationships/slide" Target="slide260.xml"/><Relationship Id="rId5" Type="http://schemas.openxmlformats.org/officeDocument/2006/relationships/slide" Target="slide266.xml"/><Relationship Id="rId6" Type="http://schemas.openxmlformats.org/officeDocument/2006/relationships/audio" Target="../media/snd_ding.wav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66.xml"/><Relationship Id="rId4" Type="http://schemas.openxmlformats.org/officeDocument/2006/relationships/audio" Target="../media/snd_tada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56.xml"/><Relationship Id="rId4" Type="http://schemas.openxmlformats.org/officeDocument/2006/relationships/slide" Target="slide261.xml"/><Relationship Id="rId5" Type="http://schemas.openxmlformats.org/officeDocument/2006/relationships/slide" Target="slide266.xml"/><Relationship Id="rId6" Type="http://schemas.openxmlformats.org/officeDocument/2006/relationships/audio" Target="../media/snd_boing.wav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57.xml"/><Relationship Id="rId4" Type="http://schemas.openxmlformats.org/officeDocument/2006/relationships/slide" Target="slide262.xml"/><Relationship Id="rId5" Type="http://schemas.openxmlformats.org/officeDocument/2006/relationships/slide" Target="slide266.xml"/><Relationship Id="rId6" Type="http://schemas.openxmlformats.org/officeDocument/2006/relationships/audio" Target="../media/snd_boing.wav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63.xml"/><Relationship Id="rId4" Type="http://schemas.openxmlformats.org/officeDocument/2006/relationships/slide" Target="slide258.xml"/><Relationship Id="rId5" Type="http://schemas.openxmlformats.org/officeDocument/2006/relationships/slide" Target="slide266.xml"/><Relationship Id="rId6" Type="http://schemas.openxmlformats.org/officeDocument/2006/relationships/audio" Target="../media/snd_boing.wav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59.xml"/><Relationship Id="rId4" Type="http://schemas.openxmlformats.org/officeDocument/2006/relationships/slide" Target="slide264.xml"/><Relationship Id="rId5" Type="http://schemas.openxmlformats.org/officeDocument/2006/relationships/slide" Target="slide266.xml"/><Relationship Id="rId6" Type="http://schemas.openxmlformats.org/officeDocument/2006/relationships/audio" Target="../media/snd_boing.wav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65.xml"/><Relationship Id="rId4" Type="http://schemas.openxmlformats.org/officeDocument/2006/relationships/slide" Target="slide260.xml"/><Relationship Id="rId5" Type="http://schemas.openxmlformats.org/officeDocument/2006/relationships/slide" Target="slide266.xml"/><Relationship Id="rId6" Type="http://schemas.openxmlformats.org/officeDocument/2006/relationships/audio" Target="../media/snd_boing.wav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68.xml"/><Relationship Id="rId4" Type="http://schemas.openxmlformats.org/officeDocument/2006/relationships/slide" Target="slide270.xml"/><Relationship Id="rId5" Type="http://schemas.openxmlformats.org/officeDocument/2006/relationships/slide" Target="slide267.xml"/><Relationship Id="rId6" Type="http://schemas.openxmlformats.org/officeDocument/2006/relationships/slide" Target="slide273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68.xml"/><Relationship Id="rId4" Type="http://schemas.openxmlformats.org/officeDocument/2006/relationships/slide" Target="slide270.xml"/><Relationship Id="rId5" Type="http://schemas.openxmlformats.org/officeDocument/2006/relationships/slide" Target="slide267.xml"/><Relationship Id="rId6" Type="http://schemas.openxmlformats.org/officeDocument/2006/relationships/slide" Target="slide273.xml"/><Relationship Id="rId7" Type="http://schemas.openxmlformats.org/officeDocument/2006/relationships/audio" Target="../media/snd_boing.wav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72.xml"/><Relationship Id="rId4" Type="http://schemas.openxmlformats.org/officeDocument/2006/relationships/slide" Target="slide269.xml"/><Relationship Id="rId5" Type="http://schemas.openxmlformats.org/officeDocument/2006/relationships/slide" Target="slide273.xml"/><Relationship Id="rId6" Type="http://schemas.openxmlformats.org/officeDocument/2006/relationships/audio" Target="../media/snd_ding.wav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72.xml"/><Relationship Id="rId4" Type="http://schemas.openxmlformats.org/officeDocument/2006/relationships/slide" Target="slide269.xml"/><Relationship Id="rId5" Type="http://schemas.openxmlformats.org/officeDocument/2006/relationships/slide" Target="slide273.xml"/><Relationship Id="rId6" Type="http://schemas.openxmlformats.org/officeDocument/2006/relationships/audio" Target="../media/snd_boing.wav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72.xml"/><Relationship Id="rId4" Type="http://schemas.openxmlformats.org/officeDocument/2006/relationships/slide" Target="slide271.xml"/><Relationship Id="rId5" Type="http://schemas.openxmlformats.org/officeDocument/2006/relationships/slide" Target="slide273.xml"/><Relationship Id="rId6" Type="http://schemas.openxmlformats.org/officeDocument/2006/relationships/audio" Target="../media/snd_ding.wav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72.xml"/><Relationship Id="rId4" Type="http://schemas.openxmlformats.org/officeDocument/2006/relationships/slide" Target="slide271.xml"/><Relationship Id="rId5" Type="http://schemas.openxmlformats.org/officeDocument/2006/relationships/slide" Target="slide273.xml"/><Relationship Id="rId6" Type="http://schemas.openxmlformats.org/officeDocument/2006/relationships/audio" Target="../media/snd_boing.wav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73.xml"/><Relationship Id="rId4" Type="http://schemas.openxmlformats.org/officeDocument/2006/relationships/audio" Target="../media/snd_ding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74.xml"/><Relationship Id="rId4" Type="http://schemas.openxmlformats.org/officeDocument/2006/relationships/slide" Target="slide279.xml"/><Relationship Id="rId5" Type="http://schemas.openxmlformats.org/officeDocument/2006/relationships/slide" Target="slide284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80.xml"/><Relationship Id="rId4" Type="http://schemas.openxmlformats.org/officeDocument/2006/relationships/slide" Target="slide275.xml"/><Relationship Id="rId5" Type="http://schemas.openxmlformats.org/officeDocument/2006/relationships/slide" Target="slide284.xml"/><Relationship Id="rId6" Type="http://schemas.openxmlformats.org/officeDocument/2006/relationships/audio" Target="../media/snd_ding.wav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81.xml"/><Relationship Id="rId4" Type="http://schemas.openxmlformats.org/officeDocument/2006/relationships/slide" Target="slide276.xml"/><Relationship Id="rId5" Type="http://schemas.openxmlformats.org/officeDocument/2006/relationships/slide" Target="slide284.xml"/><Relationship Id="rId6" Type="http://schemas.openxmlformats.org/officeDocument/2006/relationships/audio" Target="../media/snd_ding.wav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82.xml"/><Relationship Id="rId4" Type="http://schemas.openxmlformats.org/officeDocument/2006/relationships/slide" Target="slide277.xml"/><Relationship Id="rId5" Type="http://schemas.openxmlformats.org/officeDocument/2006/relationships/slide" Target="slide284.xml"/><Relationship Id="rId6" Type="http://schemas.openxmlformats.org/officeDocument/2006/relationships/audio" Target="../media/snd_ding.wav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78.xml"/><Relationship Id="rId4" Type="http://schemas.openxmlformats.org/officeDocument/2006/relationships/slide" Target="slide283.xml"/><Relationship Id="rId5" Type="http://schemas.openxmlformats.org/officeDocument/2006/relationships/slide" Target="slide284.xml"/><Relationship Id="rId6" Type="http://schemas.openxmlformats.org/officeDocument/2006/relationships/audio" Target="../media/snd_ding.wav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84.xml"/><Relationship Id="rId4" Type="http://schemas.openxmlformats.org/officeDocument/2006/relationships/audio" Target="../media/snd_tada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74.xml"/><Relationship Id="rId4" Type="http://schemas.openxmlformats.org/officeDocument/2006/relationships/slide" Target="slide279.xml"/><Relationship Id="rId5" Type="http://schemas.openxmlformats.org/officeDocument/2006/relationships/slide" Target="slide284.xml"/><Relationship Id="rId6" Type="http://schemas.openxmlformats.org/officeDocument/2006/relationships/audio" Target="../media/snd_boing.wav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80.xml"/><Relationship Id="rId4" Type="http://schemas.openxmlformats.org/officeDocument/2006/relationships/slide" Target="slide275.xml"/><Relationship Id="rId5" Type="http://schemas.openxmlformats.org/officeDocument/2006/relationships/slide" Target="slide284.xml"/><Relationship Id="rId6" Type="http://schemas.openxmlformats.org/officeDocument/2006/relationships/audio" Target="../media/snd_boing.wav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81.xml"/><Relationship Id="rId4" Type="http://schemas.openxmlformats.org/officeDocument/2006/relationships/slide" Target="slide276.xml"/><Relationship Id="rId5" Type="http://schemas.openxmlformats.org/officeDocument/2006/relationships/slide" Target="slide284.xml"/><Relationship Id="rId6" Type="http://schemas.openxmlformats.org/officeDocument/2006/relationships/audio" Target="../media/snd_boing.wav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82.xml"/><Relationship Id="rId4" Type="http://schemas.openxmlformats.org/officeDocument/2006/relationships/slide" Target="slide277.xml"/><Relationship Id="rId5" Type="http://schemas.openxmlformats.org/officeDocument/2006/relationships/slide" Target="slide284.xml"/><Relationship Id="rId6" Type="http://schemas.openxmlformats.org/officeDocument/2006/relationships/audio" Target="../media/snd_boing.wav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78.xml"/><Relationship Id="rId4" Type="http://schemas.openxmlformats.org/officeDocument/2006/relationships/slide" Target="slide283.xml"/><Relationship Id="rId5" Type="http://schemas.openxmlformats.org/officeDocument/2006/relationships/slide" Target="slide284.xml"/><Relationship Id="rId6" Type="http://schemas.openxmlformats.org/officeDocument/2006/relationships/audio" Target="../media/snd_boing.wav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90.xml"/><Relationship Id="rId4" Type="http://schemas.openxmlformats.org/officeDocument/2006/relationships/slide" Target="slide285.xml"/><Relationship Id="rId5" Type="http://schemas.openxmlformats.org/officeDocument/2006/relationships/slide" Target="slide295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91.xml"/><Relationship Id="rId4" Type="http://schemas.openxmlformats.org/officeDocument/2006/relationships/slide" Target="slide286.xml"/><Relationship Id="rId5" Type="http://schemas.openxmlformats.org/officeDocument/2006/relationships/slide" Target="slide295.xml"/><Relationship Id="rId6" Type="http://schemas.openxmlformats.org/officeDocument/2006/relationships/audio" Target="../media/snd_ding.wav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92.xml"/><Relationship Id="rId4" Type="http://schemas.openxmlformats.org/officeDocument/2006/relationships/slide" Target="slide287.xml"/><Relationship Id="rId5" Type="http://schemas.openxmlformats.org/officeDocument/2006/relationships/slide" Target="slide295.xml"/><Relationship Id="rId6" Type="http://schemas.openxmlformats.org/officeDocument/2006/relationships/audio" Target="../media/snd_ding.wav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88.xml"/><Relationship Id="rId4" Type="http://schemas.openxmlformats.org/officeDocument/2006/relationships/slide" Target="slide293.xml"/><Relationship Id="rId5" Type="http://schemas.openxmlformats.org/officeDocument/2006/relationships/slide" Target="slide295.xml"/><Relationship Id="rId6" Type="http://schemas.openxmlformats.org/officeDocument/2006/relationships/audio" Target="../media/snd_ding.wav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94.xml"/><Relationship Id="rId4" Type="http://schemas.openxmlformats.org/officeDocument/2006/relationships/slide" Target="slide289.xml"/><Relationship Id="rId5" Type="http://schemas.openxmlformats.org/officeDocument/2006/relationships/slide" Target="slide295.xml"/><Relationship Id="rId6" Type="http://schemas.openxmlformats.org/officeDocument/2006/relationships/audio" Target="../media/snd_ding.wav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95.xml"/><Relationship Id="rId4" Type="http://schemas.openxmlformats.org/officeDocument/2006/relationships/audio" Target="../media/snd_tada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90.xml"/><Relationship Id="rId4" Type="http://schemas.openxmlformats.org/officeDocument/2006/relationships/slide" Target="slide285.xml"/><Relationship Id="rId5" Type="http://schemas.openxmlformats.org/officeDocument/2006/relationships/slide" Target="slide295.xml"/><Relationship Id="rId6" Type="http://schemas.openxmlformats.org/officeDocument/2006/relationships/audio" Target="../media/snd_boing.wav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91.xml"/><Relationship Id="rId4" Type="http://schemas.openxmlformats.org/officeDocument/2006/relationships/slide" Target="slide286.xml"/><Relationship Id="rId5" Type="http://schemas.openxmlformats.org/officeDocument/2006/relationships/slide" Target="slide295.xml"/><Relationship Id="rId6" Type="http://schemas.openxmlformats.org/officeDocument/2006/relationships/audio" Target="../media/snd_boing.wav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92.xml"/><Relationship Id="rId4" Type="http://schemas.openxmlformats.org/officeDocument/2006/relationships/slide" Target="slide287.xml"/><Relationship Id="rId5" Type="http://schemas.openxmlformats.org/officeDocument/2006/relationships/slide" Target="slide295.xml"/><Relationship Id="rId6" Type="http://schemas.openxmlformats.org/officeDocument/2006/relationships/audio" Target="../media/snd_boing.wav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88.xml"/><Relationship Id="rId4" Type="http://schemas.openxmlformats.org/officeDocument/2006/relationships/slide" Target="slide293.xml"/><Relationship Id="rId5" Type="http://schemas.openxmlformats.org/officeDocument/2006/relationships/slide" Target="slide295.xml"/><Relationship Id="rId6" Type="http://schemas.openxmlformats.org/officeDocument/2006/relationships/audio" Target="../media/snd_boing.wav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94.xml"/><Relationship Id="rId4" Type="http://schemas.openxmlformats.org/officeDocument/2006/relationships/slide" Target="slide289.xml"/><Relationship Id="rId5" Type="http://schemas.openxmlformats.org/officeDocument/2006/relationships/slide" Target="slide295.xml"/><Relationship Id="rId6" Type="http://schemas.openxmlformats.org/officeDocument/2006/relationships/audio" Target="../media/snd_boing.wav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97.xml"/><Relationship Id="rId4" Type="http://schemas.openxmlformats.org/officeDocument/2006/relationships/slide" Target="slide299.xml"/><Relationship Id="rId5" Type="http://schemas.openxmlformats.org/officeDocument/2006/relationships/slide" Target="slide296.xml"/><Relationship Id="rId6" Type="http://schemas.openxmlformats.org/officeDocument/2006/relationships/slide" Target="slide302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297.xml"/><Relationship Id="rId4" Type="http://schemas.openxmlformats.org/officeDocument/2006/relationships/slide" Target="slide299.xml"/><Relationship Id="rId5" Type="http://schemas.openxmlformats.org/officeDocument/2006/relationships/slide" Target="slide296.xml"/><Relationship Id="rId6" Type="http://schemas.openxmlformats.org/officeDocument/2006/relationships/slide" Target="slide302.xml"/><Relationship Id="rId7" Type="http://schemas.openxmlformats.org/officeDocument/2006/relationships/audio" Target="../media/snd_boing.wav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01.xml"/><Relationship Id="rId4" Type="http://schemas.openxmlformats.org/officeDocument/2006/relationships/slide" Target="slide298.xml"/><Relationship Id="rId5" Type="http://schemas.openxmlformats.org/officeDocument/2006/relationships/slide" Target="slide302.xml"/><Relationship Id="rId6" Type="http://schemas.openxmlformats.org/officeDocument/2006/relationships/audio" Target="../media/snd_ding.wav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01.xml"/><Relationship Id="rId4" Type="http://schemas.openxmlformats.org/officeDocument/2006/relationships/slide" Target="slide298.xml"/><Relationship Id="rId5" Type="http://schemas.openxmlformats.org/officeDocument/2006/relationships/slide" Target="slide302.xml"/><Relationship Id="rId6" Type="http://schemas.openxmlformats.org/officeDocument/2006/relationships/audio" Target="../media/snd_boing.wav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01.xml"/><Relationship Id="rId4" Type="http://schemas.openxmlformats.org/officeDocument/2006/relationships/slide" Target="slide300.xml"/><Relationship Id="rId5" Type="http://schemas.openxmlformats.org/officeDocument/2006/relationships/slide" Target="slide302.xml"/><Relationship Id="rId6" Type="http://schemas.openxmlformats.org/officeDocument/2006/relationships/audio" Target="../media/snd_ding.wav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01.xml"/><Relationship Id="rId4" Type="http://schemas.openxmlformats.org/officeDocument/2006/relationships/slide" Target="slide300.xml"/><Relationship Id="rId5" Type="http://schemas.openxmlformats.org/officeDocument/2006/relationships/slide" Target="slide302.xml"/><Relationship Id="rId6" Type="http://schemas.openxmlformats.org/officeDocument/2006/relationships/audio" Target="../media/snd_boing.wav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02.xml"/><Relationship Id="rId4" Type="http://schemas.openxmlformats.org/officeDocument/2006/relationships/audio" Target="../media/snd_ding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08.xml"/><Relationship Id="rId4" Type="http://schemas.openxmlformats.org/officeDocument/2006/relationships/slide" Target="slide303.xml"/><Relationship Id="rId5" Type="http://schemas.openxmlformats.org/officeDocument/2006/relationships/slide" Target="slide313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09.xml"/><Relationship Id="rId4" Type="http://schemas.openxmlformats.org/officeDocument/2006/relationships/slide" Target="slide304.xml"/><Relationship Id="rId5" Type="http://schemas.openxmlformats.org/officeDocument/2006/relationships/slide" Target="slide313.xml"/><Relationship Id="rId6" Type="http://schemas.openxmlformats.org/officeDocument/2006/relationships/audio" Target="../media/snd_ding.wav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10.xml"/><Relationship Id="rId4" Type="http://schemas.openxmlformats.org/officeDocument/2006/relationships/slide" Target="slide305.xml"/><Relationship Id="rId5" Type="http://schemas.openxmlformats.org/officeDocument/2006/relationships/slide" Target="slide313.xml"/><Relationship Id="rId6" Type="http://schemas.openxmlformats.org/officeDocument/2006/relationships/audio" Target="../media/snd_ding.wav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11.xml"/><Relationship Id="rId4" Type="http://schemas.openxmlformats.org/officeDocument/2006/relationships/slide" Target="slide306.xml"/><Relationship Id="rId5" Type="http://schemas.openxmlformats.org/officeDocument/2006/relationships/slide" Target="slide313.xml"/><Relationship Id="rId6" Type="http://schemas.openxmlformats.org/officeDocument/2006/relationships/audio" Target="../media/snd_ding.wav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12.xml"/><Relationship Id="rId4" Type="http://schemas.openxmlformats.org/officeDocument/2006/relationships/slide" Target="slide307.xml"/><Relationship Id="rId5" Type="http://schemas.openxmlformats.org/officeDocument/2006/relationships/slide" Target="slide313.xml"/><Relationship Id="rId6" Type="http://schemas.openxmlformats.org/officeDocument/2006/relationships/audio" Target="../media/snd_ding.wav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13.xml"/><Relationship Id="rId4" Type="http://schemas.openxmlformats.org/officeDocument/2006/relationships/audio" Target="../media/snd_tada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08.xml"/><Relationship Id="rId4" Type="http://schemas.openxmlformats.org/officeDocument/2006/relationships/slide" Target="slide303.xml"/><Relationship Id="rId5" Type="http://schemas.openxmlformats.org/officeDocument/2006/relationships/slide" Target="slide313.xml"/><Relationship Id="rId6" Type="http://schemas.openxmlformats.org/officeDocument/2006/relationships/audio" Target="../media/snd_boing.wav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09.xml"/><Relationship Id="rId4" Type="http://schemas.openxmlformats.org/officeDocument/2006/relationships/slide" Target="slide304.xml"/><Relationship Id="rId5" Type="http://schemas.openxmlformats.org/officeDocument/2006/relationships/slide" Target="slide313.xml"/><Relationship Id="rId6" Type="http://schemas.openxmlformats.org/officeDocument/2006/relationships/audio" Target="../media/snd_boing.wav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10.xml"/><Relationship Id="rId4" Type="http://schemas.openxmlformats.org/officeDocument/2006/relationships/slide" Target="slide305.xml"/><Relationship Id="rId5" Type="http://schemas.openxmlformats.org/officeDocument/2006/relationships/slide" Target="slide313.xml"/><Relationship Id="rId6" Type="http://schemas.openxmlformats.org/officeDocument/2006/relationships/audio" Target="../media/snd_boing.wav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11.xml"/><Relationship Id="rId4" Type="http://schemas.openxmlformats.org/officeDocument/2006/relationships/slide" Target="slide306.xml"/><Relationship Id="rId5" Type="http://schemas.openxmlformats.org/officeDocument/2006/relationships/slide" Target="slide313.xml"/><Relationship Id="rId6" Type="http://schemas.openxmlformats.org/officeDocument/2006/relationships/audio" Target="../media/snd_boing.wav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12.xml"/><Relationship Id="rId4" Type="http://schemas.openxmlformats.org/officeDocument/2006/relationships/slide" Target="slide307.xml"/><Relationship Id="rId5" Type="http://schemas.openxmlformats.org/officeDocument/2006/relationships/slide" Target="slide313.xml"/><Relationship Id="rId6" Type="http://schemas.openxmlformats.org/officeDocument/2006/relationships/audio" Target="../media/snd_boing.wav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slide" Target="slide314.xml"/><Relationship Id="rId12" Type="http://schemas.openxmlformats.org/officeDocument/2006/relationships/slide" Target="slide315.xml"/><Relationship Id="rId13" Type="http://schemas.openxmlformats.org/officeDocument/2006/relationships/slide" Target="slide316.xml"/><Relationship Id="rId14" Type="http://schemas.openxmlformats.org/officeDocument/2006/relationships/slide" Target="slide317.xml"/><Relationship Id="rId15" Type="http://schemas.openxmlformats.org/officeDocument/2006/relationships/slide" Target="slide318.xml"/><Relationship Id="rId16" Type="http://schemas.openxmlformats.org/officeDocument/2006/relationships/slide" Target="slide319.xml"/><Relationship Id="rId17" Type="http://schemas.openxmlformats.org/officeDocument/2006/relationships/slide" Target="slide320.xml"/><Relationship Id="rId18" Type="http://schemas.openxmlformats.org/officeDocument/2006/relationships/slide" Target="slide321.xml"/><Relationship Id="rId19" Type="http://schemas.openxmlformats.org/officeDocument/2006/relationships/slide" Target="slide322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slide" Target="slide313.xml"/><Relationship Id="rId6" Type="http://schemas.openxmlformats.org/officeDocument/2006/relationships/slide" Target="slide322.xml"/><Relationship Id="rId7" Type="http://schemas.openxmlformats.org/officeDocument/2006/relationships/audio" Target="../media/snd_tada.wav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" Target="slide313.xml"/><Relationship Id="rId6" Type="http://schemas.openxmlformats.org/officeDocument/2006/relationships/slide" Target="slide322.xml"/><Relationship Id="rId7" Type="http://schemas.openxmlformats.org/officeDocument/2006/relationships/audio" Target="../media/snd_tada.wav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" Target="slide313.xml"/><Relationship Id="rId6" Type="http://schemas.openxmlformats.org/officeDocument/2006/relationships/slide" Target="slide322.xml"/><Relationship Id="rId7" Type="http://schemas.openxmlformats.org/officeDocument/2006/relationships/audio" Target="../media/snd_tada.wav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" Target="slide313.xml"/><Relationship Id="rId6" Type="http://schemas.openxmlformats.org/officeDocument/2006/relationships/slide" Target="slide322.xml"/><Relationship Id="rId7" Type="http://schemas.openxmlformats.org/officeDocument/2006/relationships/audio" Target="../media/snd_tada.wav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slide" Target="slide313.xml"/><Relationship Id="rId6" Type="http://schemas.openxmlformats.org/officeDocument/2006/relationships/slide" Target="slide322.xml"/><Relationship Id="rId7" Type="http://schemas.openxmlformats.org/officeDocument/2006/relationships/audio" Target="../media/snd_tada.wav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" Target="slide313.xml"/><Relationship Id="rId6" Type="http://schemas.openxmlformats.org/officeDocument/2006/relationships/slide" Target="slide322.xml"/><Relationship Id="rId7" Type="http://schemas.openxmlformats.org/officeDocument/2006/relationships/audio" Target="../media/snd_tada.wav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" Target="slide313.xml"/><Relationship Id="rId6" Type="http://schemas.openxmlformats.org/officeDocument/2006/relationships/slide" Target="slide322.xml"/><Relationship Id="rId7" Type="http://schemas.openxmlformats.org/officeDocument/2006/relationships/audio" Target="../media/snd_tada.wav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" Target="slide313.xml"/><Relationship Id="rId6" Type="http://schemas.openxmlformats.org/officeDocument/2006/relationships/slide" Target="slide322.xml"/><Relationship Id="rId7" Type="http://schemas.openxmlformats.org/officeDocument/2006/relationships/audio" Target="../media/snd_tada.wav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23.xml"/><Relationship Id="rId4" Type="http://schemas.openxmlformats.org/officeDocument/2006/relationships/slide" Target="slide328.xml"/><Relationship Id="rId5" Type="http://schemas.openxmlformats.org/officeDocument/2006/relationships/slide" Target="slide333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24.xml"/><Relationship Id="rId4" Type="http://schemas.openxmlformats.org/officeDocument/2006/relationships/slide" Target="slide329.xml"/><Relationship Id="rId5" Type="http://schemas.openxmlformats.org/officeDocument/2006/relationships/slide" Target="slide333.xml"/><Relationship Id="rId6" Type="http://schemas.openxmlformats.org/officeDocument/2006/relationships/audio" Target="../media/snd_ding.wav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25.xml"/><Relationship Id="rId4" Type="http://schemas.openxmlformats.org/officeDocument/2006/relationships/slide" Target="slide330.xml"/><Relationship Id="rId5" Type="http://schemas.openxmlformats.org/officeDocument/2006/relationships/slide" Target="slide333.xml"/><Relationship Id="rId6" Type="http://schemas.openxmlformats.org/officeDocument/2006/relationships/audio" Target="../media/snd_ding.wav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31.xml"/><Relationship Id="rId4" Type="http://schemas.openxmlformats.org/officeDocument/2006/relationships/slide" Target="slide326.xml"/><Relationship Id="rId5" Type="http://schemas.openxmlformats.org/officeDocument/2006/relationships/slide" Target="slide333.xml"/><Relationship Id="rId6" Type="http://schemas.openxmlformats.org/officeDocument/2006/relationships/audio" Target="../media/snd_ding.wav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32.xml"/><Relationship Id="rId4" Type="http://schemas.openxmlformats.org/officeDocument/2006/relationships/slide" Target="slide327.xml"/><Relationship Id="rId5" Type="http://schemas.openxmlformats.org/officeDocument/2006/relationships/slide" Target="slide333.xml"/><Relationship Id="rId6" Type="http://schemas.openxmlformats.org/officeDocument/2006/relationships/audio" Target="../media/snd_ding.wav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33.xml"/><Relationship Id="rId4" Type="http://schemas.openxmlformats.org/officeDocument/2006/relationships/audio" Target="../media/snd_tada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23.xml"/><Relationship Id="rId4" Type="http://schemas.openxmlformats.org/officeDocument/2006/relationships/slide" Target="slide328.xml"/><Relationship Id="rId5" Type="http://schemas.openxmlformats.org/officeDocument/2006/relationships/slide" Target="slide333.xml"/><Relationship Id="rId6" Type="http://schemas.openxmlformats.org/officeDocument/2006/relationships/audio" Target="../media/snd_boing.wav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24.xml"/><Relationship Id="rId4" Type="http://schemas.openxmlformats.org/officeDocument/2006/relationships/slide" Target="slide329.xml"/><Relationship Id="rId5" Type="http://schemas.openxmlformats.org/officeDocument/2006/relationships/slide" Target="slide333.xml"/><Relationship Id="rId6" Type="http://schemas.openxmlformats.org/officeDocument/2006/relationships/audio" Target="../media/snd_boing.wav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25.xml"/><Relationship Id="rId4" Type="http://schemas.openxmlformats.org/officeDocument/2006/relationships/slide" Target="slide330.xml"/><Relationship Id="rId5" Type="http://schemas.openxmlformats.org/officeDocument/2006/relationships/slide" Target="slide333.xml"/><Relationship Id="rId6" Type="http://schemas.openxmlformats.org/officeDocument/2006/relationships/audio" Target="../media/snd_boing.wav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31.xml"/><Relationship Id="rId4" Type="http://schemas.openxmlformats.org/officeDocument/2006/relationships/slide" Target="slide326.xml"/><Relationship Id="rId5" Type="http://schemas.openxmlformats.org/officeDocument/2006/relationships/slide" Target="slide333.xml"/><Relationship Id="rId6" Type="http://schemas.openxmlformats.org/officeDocument/2006/relationships/audio" Target="../media/snd_boing.wav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32.xml"/><Relationship Id="rId4" Type="http://schemas.openxmlformats.org/officeDocument/2006/relationships/slide" Target="slide327.xml"/><Relationship Id="rId5" Type="http://schemas.openxmlformats.org/officeDocument/2006/relationships/slide" Target="slide333.xml"/><Relationship Id="rId6" Type="http://schemas.openxmlformats.org/officeDocument/2006/relationships/audio" Target="../media/snd_boing.wav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34.xml"/><Relationship Id="rId4" Type="http://schemas.openxmlformats.org/officeDocument/2006/relationships/slide" Target="slide335.xml"/><Relationship Id="rId5" Type="http://schemas.openxmlformats.org/officeDocument/2006/relationships/slide" Target="slide337.xml"/><Relationship Id="rId6" Type="http://schemas.openxmlformats.org/officeDocument/2006/relationships/slide" Target="slide340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34.xml"/><Relationship Id="rId4" Type="http://schemas.openxmlformats.org/officeDocument/2006/relationships/slide" Target="slide335.xml"/><Relationship Id="rId5" Type="http://schemas.openxmlformats.org/officeDocument/2006/relationships/slide" Target="slide337.xml"/><Relationship Id="rId6" Type="http://schemas.openxmlformats.org/officeDocument/2006/relationships/slide" Target="slide340.xml"/><Relationship Id="rId7" Type="http://schemas.openxmlformats.org/officeDocument/2006/relationships/audio" Target="../media/snd_boing.wav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36.xml"/><Relationship Id="rId4" Type="http://schemas.openxmlformats.org/officeDocument/2006/relationships/slide" Target="slide339.xml"/><Relationship Id="rId5" Type="http://schemas.openxmlformats.org/officeDocument/2006/relationships/slide" Target="slide340.xml"/><Relationship Id="rId6" Type="http://schemas.openxmlformats.org/officeDocument/2006/relationships/audio" Target="../media/snd_ding.wav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36.xml"/><Relationship Id="rId4" Type="http://schemas.openxmlformats.org/officeDocument/2006/relationships/slide" Target="slide339.xml"/><Relationship Id="rId5" Type="http://schemas.openxmlformats.org/officeDocument/2006/relationships/slide" Target="slide340.xml"/><Relationship Id="rId6" Type="http://schemas.openxmlformats.org/officeDocument/2006/relationships/audio" Target="../media/snd_boing.wav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38.xml"/><Relationship Id="rId4" Type="http://schemas.openxmlformats.org/officeDocument/2006/relationships/slide" Target="slide339.xml"/><Relationship Id="rId5" Type="http://schemas.openxmlformats.org/officeDocument/2006/relationships/slide" Target="slide340.xml"/><Relationship Id="rId6" Type="http://schemas.openxmlformats.org/officeDocument/2006/relationships/audio" Target="../media/snd_ding.wav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38.xml"/><Relationship Id="rId4" Type="http://schemas.openxmlformats.org/officeDocument/2006/relationships/slide" Target="slide339.xml"/><Relationship Id="rId5" Type="http://schemas.openxmlformats.org/officeDocument/2006/relationships/slide" Target="slide340.xml"/><Relationship Id="rId6" Type="http://schemas.openxmlformats.org/officeDocument/2006/relationships/audio" Target="../media/snd_boing.wav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40.xml"/><Relationship Id="rId4" Type="http://schemas.openxmlformats.org/officeDocument/2006/relationships/audio" Target="../media/snd_ding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46.xml"/><Relationship Id="rId4" Type="http://schemas.openxmlformats.org/officeDocument/2006/relationships/slide" Target="slide341.xml"/><Relationship Id="rId5" Type="http://schemas.openxmlformats.org/officeDocument/2006/relationships/slide" Target="slide351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47.xml"/><Relationship Id="rId4" Type="http://schemas.openxmlformats.org/officeDocument/2006/relationships/slide" Target="slide342.xml"/><Relationship Id="rId5" Type="http://schemas.openxmlformats.org/officeDocument/2006/relationships/slide" Target="slide351.xml"/><Relationship Id="rId6" Type="http://schemas.openxmlformats.org/officeDocument/2006/relationships/audio" Target="../media/snd_ding.wav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43.xml"/><Relationship Id="rId4" Type="http://schemas.openxmlformats.org/officeDocument/2006/relationships/slide" Target="slide348.xml"/><Relationship Id="rId5" Type="http://schemas.openxmlformats.org/officeDocument/2006/relationships/slide" Target="slide351.xml"/><Relationship Id="rId6" Type="http://schemas.openxmlformats.org/officeDocument/2006/relationships/audio" Target="../media/snd_ding.wav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49.xml"/><Relationship Id="rId4" Type="http://schemas.openxmlformats.org/officeDocument/2006/relationships/slide" Target="slide344.xml"/><Relationship Id="rId5" Type="http://schemas.openxmlformats.org/officeDocument/2006/relationships/slide" Target="slide351.xml"/><Relationship Id="rId6" Type="http://schemas.openxmlformats.org/officeDocument/2006/relationships/audio" Target="../media/snd_ding.wav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50.xml"/><Relationship Id="rId4" Type="http://schemas.openxmlformats.org/officeDocument/2006/relationships/slide" Target="slide345.xml"/><Relationship Id="rId5" Type="http://schemas.openxmlformats.org/officeDocument/2006/relationships/slide" Target="slide351.xml"/><Relationship Id="rId6" Type="http://schemas.openxmlformats.org/officeDocument/2006/relationships/audio" Target="../media/snd_ding.wav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51.xml"/><Relationship Id="rId4" Type="http://schemas.openxmlformats.org/officeDocument/2006/relationships/audio" Target="../media/snd_tada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46.xml"/><Relationship Id="rId4" Type="http://schemas.openxmlformats.org/officeDocument/2006/relationships/slide" Target="slide341.xml"/><Relationship Id="rId5" Type="http://schemas.openxmlformats.org/officeDocument/2006/relationships/slide" Target="slide351.xml"/><Relationship Id="rId6" Type="http://schemas.openxmlformats.org/officeDocument/2006/relationships/audio" Target="../media/snd_boing.wav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47.xml"/><Relationship Id="rId4" Type="http://schemas.openxmlformats.org/officeDocument/2006/relationships/slide" Target="slide342.xml"/><Relationship Id="rId5" Type="http://schemas.openxmlformats.org/officeDocument/2006/relationships/slide" Target="slide351.xml"/><Relationship Id="rId6" Type="http://schemas.openxmlformats.org/officeDocument/2006/relationships/audio" Target="../media/snd_boing.wav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43.xml"/><Relationship Id="rId4" Type="http://schemas.openxmlformats.org/officeDocument/2006/relationships/slide" Target="slide348.xml"/><Relationship Id="rId5" Type="http://schemas.openxmlformats.org/officeDocument/2006/relationships/slide" Target="slide351.xml"/><Relationship Id="rId6" Type="http://schemas.openxmlformats.org/officeDocument/2006/relationships/audio" Target="../media/snd_boing.wav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49.xml"/><Relationship Id="rId4" Type="http://schemas.openxmlformats.org/officeDocument/2006/relationships/slide" Target="slide344.xml"/><Relationship Id="rId5" Type="http://schemas.openxmlformats.org/officeDocument/2006/relationships/slide" Target="slide351.xml"/><Relationship Id="rId6" Type="http://schemas.openxmlformats.org/officeDocument/2006/relationships/audio" Target="../media/snd_boing.wav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50.xml"/><Relationship Id="rId4" Type="http://schemas.openxmlformats.org/officeDocument/2006/relationships/slide" Target="slide345.xml"/><Relationship Id="rId5" Type="http://schemas.openxmlformats.org/officeDocument/2006/relationships/slide" Target="slide351.xml"/><Relationship Id="rId6" Type="http://schemas.openxmlformats.org/officeDocument/2006/relationships/audio" Target="../media/snd_boing.wav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57.xml"/><Relationship Id="rId4" Type="http://schemas.openxmlformats.org/officeDocument/2006/relationships/slide" Target="slide352.xml"/><Relationship Id="rId5" Type="http://schemas.openxmlformats.org/officeDocument/2006/relationships/slide" Target="slide362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58.xml"/><Relationship Id="rId4" Type="http://schemas.openxmlformats.org/officeDocument/2006/relationships/slide" Target="slide353.xml"/><Relationship Id="rId5" Type="http://schemas.openxmlformats.org/officeDocument/2006/relationships/slide" Target="slide362.xml"/><Relationship Id="rId6" Type="http://schemas.openxmlformats.org/officeDocument/2006/relationships/audio" Target="../media/snd_ding.wav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54.xml"/><Relationship Id="rId4" Type="http://schemas.openxmlformats.org/officeDocument/2006/relationships/slide" Target="slide359.xml"/><Relationship Id="rId5" Type="http://schemas.openxmlformats.org/officeDocument/2006/relationships/slide" Target="slide362.xml"/><Relationship Id="rId6" Type="http://schemas.openxmlformats.org/officeDocument/2006/relationships/audio" Target="../media/snd_ding.wav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55.xml"/><Relationship Id="rId4" Type="http://schemas.openxmlformats.org/officeDocument/2006/relationships/slide" Target="slide360.xml"/><Relationship Id="rId5" Type="http://schemas.openxmlformats.org/officeDocument/2006/relationships/slide" Target="slide362.xml"/><Relationship Id="rId6" Type="http://schemas.openxmlformats.org/officeDocument/2006/relationships/audio" Target="../media/snd_ding.wav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61.xml"/><Relationship Id="rId4" Type="http://schemas.openxmlformats.org/officeDocument/2006/relationships/slide" Target="slide356.xml"/><Relationship Id="rId5" Type="http://schemas.openxmlformats.org/officeDocument/2006/relationships/slide" Target="slide362.xml"/><Relationship Id="rId6" Type="http://schemas.openxmlformats.org/officeDocument/2006/relationships/audio" Target="../media/snd_ding.wav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62.xml"/><Relationship Id="rId4" Type="http://schemas.openxmlformats.org/officeDocument/2006/relationships/audio" Target="../media/snd_tada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57.xml"/><Relationship Id="rId4" Type="http://schemas.openxmlformats.org/officeDocument/2006/relationships/slide" Target="slide352.xml"/><Relationship Id="rId5" Type="http://schemas.openxmlformats.org/officeDocument/2006/relationships/slide" Target="slide362.xml"/><Relationship Id="rId6" Type="http://schemas.openxmlformats.org/officeDocument/2006/relationships/audio" Target="../media/snd_boing.wav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58.xml"/><Relationship Id="rId4" Type="http://schemas.openxmlformats.org/officeDocument/2006/relationships/slide" Target="slide353.xml"/><Relationship Id="rId5" Type="http://schemas.openxmlformats.org/officeDocument/2006/relationships/slide" Target="slide362.xml"/><Relationship Id="rId6" Type="http://schemas.openxmlformats.org/officeDocument/2006/relationships/audio" Target="../media/snd_boing.wav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54.xml"/><Relationship Id="rId4" Type="http://schemas.openxmlformats.org/officeDocument/2006/relationships/slide" Target="slide359.xml"/><Relationship Id="rId5" Type="http://schemas.openxmlformats.org/officeDocument/2006/relationships/slide" Target="slide362.xml"/><Relationship Id="rId6" Type="http://schemas.openxmlformats.org/officeDocument/2006/relationships/audio" Target="../media/snd_boing.wav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55.xml"/><Relationship Id="rId4" Type="http://schemas.openxmlformats.org/officeDocument/2006/relationships/slide" Target="slide360.xml"/><Relationship Id="rId5" Type="http://schemas.openxmlformats.org/officeDocument/2006/relationships/slide" Target="slide362.xml"/><Relationship Id="rId6" Type="http://schemas.openxmlformats.org/officeDocument/2006/relationships/audio" Target="../media/snd_boing.wav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61.xml"/><Relationship Id="rId4" Type="http://schemas.openxmlformats.org/officeDocument/2006/relationships/slide" Target="slide356.xml"/><Relationship Id="rId5" Type="http://schemas.openxmlformats.org/officeDocument/2006/relationships/slide" Target="slide362.xml"/><Relationship Id="rId6" Type="http://schemas.openxmlformats.org/officeDocument/2006/relationships/audio" Target="../media/snd_boing.wav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63.xml"/><Relationship Id="rId4" Type="http://schemas.openxmlformats.org/officeDocument/2006/relationships/slide" Target="slide364.xml"/><Relationship Id="rId5" Type="http://schemas.openxmlformats.org/officeDocument/2006/relationships/slide" Target="slide366.xml"/><Relationship Id="rId6" Type="http://schemas.openxmlformats.org/officeDocument/2006/relationships/slide" Target="slide369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63.xml"/><Relationship Id="rId4" Type="http://schemas.openxmlformats.org/officeDocument/2006/relationships/slide" Target="slide364.xml"/><Relationship Id="rId5" Type="http://schemas.openxmlformats.org/officeDocument/2006/relationships/slide" Target="slide366.xml"/><Relationship Id="rId6" Type="http://schemas.openxmlformats.org/officeDocument/2006/relationships/slide" Target="slide369.xml"/><Relationship Id="rId7" Type="http://schemas.openxmlformats.org/officeDocument/2006/relationships/audio" Target="../media/snd_boing.wav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65.xml"/><Relationship Id="rId4" Type="http://schemas.openxmlformats.org/officeDocument/2006/relationships/slide" Target="slide368.xml"/><Relationship Id="rId5" Type="http://schemas.openxmlformats.org/officeDocument/2006/relationships/slide" Target="slide369.xml"/><Relationship Id="rId6" Type="http://schemas.openxmlformats.org/officeDocument/2006/relationships/audio" Target="../media/snd_ding.wav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65.xml"/><Relationship Id="rId4" Type="http://schemas.openxmlformats.org/officeDocument/2006/relationships/slide" Target="slide368.xml"/><Relationship Id="rId5" Type="http://schemas.openxmlformats.org/officeDocument/2006/relationships/slide" Target="slide369.xml"/><Relationship Id="rId6" Type="http://schemas.openxmlformats.org/officeDocument/2006/relationships/audio" Target="../media/snd_boing.wav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67.xml"/><Relationship Id="rId4" Type="http://schemas.openxmlformats.org/officeDocument/2006/relationships/slide" Target="slide368.xml"/><Relationship Id="rId5" Type="http://schemas.openxmlformats.org/officeDocument/2006/relationships/slide" Target="slide369.xml"/><Relationship Id="rId6" Type="http://schemas.openxmlformats.org/officeDocument/2006/relationships/audio" Target="../media/snd_ding.wav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67.xml"/><Relationship Id="rId4" Type="http://schemas.openxmlformats.org/officeDocument/2006/relationships/slide" Target="slide368.xml"/><Relationship Id="rId5" Type="http://schemas.openxmlformats.org/officeDocument/2006/relationships/slide" Target="slide369.xml"/><Relationship Id="rId6" Type="http://schemas.openxmlformats.org/officeDocument/2006/relationships/audio" Target="../media/snd_boing.wav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69.xml"/><Relationship Id="rId4" Type="http://schemas.openxmlformats.org/officeDocument/2006/relationships/audio" Target="../media/snd_ding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70.xml"/><Relationship Id="rId4" Type="http://schemas.openxmlformats.org/officeDocument/2006/relationships/slide" Target="slide375.xml"/><Relationship Id="rId5" Type="http://schemas.openxmlformats.org/officeDocument/2006/relationships/slide" Target="slide380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76.xml"/><Relationship Id="rId4" Type="http://schemas.openxmlformats.org/officeDocument/2006/relationships/slide" Target="slide371.xml"/><Relationship Id="rId5" Type="http://schemas.openxmlformats.org/officeDocument/2006/relationships/slide" Target="slide380.xml"/><Relationship Id="rId6" Type="http://schemas.openxmlformats.org/officeDocument/2006/relationships/audio" Target="../media/snd_ding.wav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77.xml"/><Relationship Id="rId4" Type="http://schemas.openxmlformats.org/officeDocument/2006/relationships/slide" Target="slide372.xml"/><Relationship Id="rId5" Type="http://schemas.openxmlformats.org/officeDocument/2006/relationships/slide" Target="slide380.xml"/><Relationship Id="rId6" Type="http://schemas.openxmlformats.org/officeDocument/2006/relationships/audio" Target="../media/snd_ding.wav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78.xml"/><Relationship Id="rId4" Type="http://schemas.openxmlformats.org/officeDocument/2006/relationships/slide" Target="slide373.xml"/><Relationship Id="rId5" Type="http://schemas.openxmlformats.org/officeDocument/2006/relationships/slide" Target="slide380.xml"/><Relationship Id="rId6" Type="http://schemas.openxmlformats.org/officeDocument/2006/relationships/audio" Target="../media/snd_ding.wav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74.xml"/><Relationship Id="rId4" Type="http://schemas.openxmlformats.org/officeDocument/2006/relationships/slide" Target="slide379.xml"/><Relationship Id="rId5" Type="http://schemas.openxmlformats.org/officeDocument/2006/relationships/slide" Target="slide380.xml"/><Relationship Id="rId6" Type="http://schemas.openxmlformats.org/officeDocument/2006/relationships/audio" Target="../media/snd_ding.wav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80.xml"/><Relationship Id="rId4" Type="http://schemas.openxmlformats.org/officeDocument/2006/relationships/audio" Target="../media/snd_tada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70.xml"/><Relationship Id="rId4" Type="http://schemas.openxmlformats.org/officeDocument/2006/relationships/slide" Target="slide375.xml"/><Relationship Id="rId5" Type="http://schemas.openxmlformats.org/officeDocument/2006/relationships/slide" Target="slide380.xml"/><Relationship Id="rId6" Type="http://schemas.openxmlformats.org/officeDocument/2006/relationships/audio" Target="../media/snd_boing.wav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76.xml"/><Relationship Id="rId4" Type="http://schemas.openxmlformats.org/officeDocument/2006/relationships/slide" Target="slide371.xml"/><Relationship Id="rId5" Type="http://schemas.openxmlformats.org/officeDocument/2006/relationships/slide" Target="slide380.xml"/><Relationship Id="rId6" Type="http://schemas.openxmlformats.org/officeDocument/2006/relationships/audio" Target="../media/snd_boing.wav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77.xml"/><Relationship Id="rId4" Type="http://schemas.openxmlformats.org/officeDocument/2006/relationships/slide" Target="slide372.xml"/><Relationship Id="rId5" Type="http://schemas.openxmlformats.org/officeDocument/2006/relationships/slide" Target="slide380.xml"/><Relationship Id="rId6" Type="http://schemas.openxmlformats.org/officeDocument/2006/relationships/audio" Target="../media/snd_boing.wav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78.xml"/><Relationship Id="rId4" Type="http://schemas.openxmlformats.org/officeDocument/2006/relationships/slide" Target="slide373.xml"/><Relationship Id="rId5" Type="http://schemas.openxmlformats.org/officeDocument/2006/relationships/slide" Target="slide380.xml"/><Relationship Id="rId6" Type="http://schemas.openxmlformats.org/officeDocument/2006/relationships/audio" Target="../media/snd_boing.wav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74.xml"/><Relationship Id="rId4" Type="http://schemas.openxmlformats.org/officeDocument/2006/relationships/slide" Target="slide379.xml"/><Relationship Id="rId5" Type="http://schemas.openxmlformats.org/officeDocument/2006/relationships/slide" Target="slide380.xml"/><Relationship Id="rId6" Type="http://schemas.openxmlformats.org/officeDocument/2006/relationships/audio" Target="../media/snd_boing.wav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86.xml"/><Relationship Id="rId4" Type="http://schemas.openxmlformats.org/officeDocument/2006/relationships/slide" Target="slide381.xml"/><Relationship Id="rId5" Type="http://schemas.openxmlformats.org/officeDocument/2006/relationships/slide" Target="slide391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87.xml"/><Relationship Id="rId4" Type="http://schemas.openxmlformats.org/officeDocument/2006/relationships/slide" Target="slide382.xml"/><Relationship Id="rId5" Type="http://schemas.openxmlformats.org/officeDocument/2006/relationships/slide" Target="slide391.xml"/><Relationship Id="rId6" Type="http://schemas.openxmlformats.org/officeDocument/2006/relationships/audio" Target="../media/snd_ding.wav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88.xml"/><Relationship Id="rId4" Type="http://schemas.openxmlformats.org/officeDocument/2006/relationships/slide" Target="slide383.xml"/><Relationship Id="rId5" Type="http://schemas.openxmlformats.org/officeDocument/2006/relationships/slide" Target="slide391.xml"/><Relationship Id="rId6" Type="http://schemas.openxmlformats.org/officeDocument/2006/relationships/audio" Target="../media/snd_ding.wav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89.xml"/><Relationship Id="rId4" Type="http://schemas.openxmlformats.org/officeDocument/2006/relationships/slide" Target="slide384.xml"/><Relationship Id="rId5" Type="http://schemas.openxmlformats.org/officeDocument/2006/relationships/slide" Target="slide391.xml"/><Relationship Id="rId6" Type="http://schemas.openxmlformats.org/officeDocument/2006/relationships/audio" Target="../media/snd_ding.wav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90.xml"/><Relationship Id="rId4" Type="http://schemas.openxmlformats.org/officeDocument/2006/relationships/slide" Target="slide385.xml"/><Relationship Id="rId5" Type="http://schemas.openxmlformats.org/officeDocument/2006/relationships/slide" Target="slide391.xml"/><Relationship Id="rId6" Type="http://schemas.openxmlformats.org/officeDocument/2006/relationships/audio" Target="../media/snd_ding.wav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91.xml"/><Relationship Id="rId4" Type="http://schemas.openxmlformats.org/officeDocument/2006/relationships/audio" Target="../media/snd_tada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86.xml"/><Relationship Id="rId4" Type="http://schemas.openxmlformats.org/officeDocument/2006/relationships/slide" Target="slide381.xml"/><Relationship Id="rId5" Type="http://schemas.openxmlformats.org/officeDocument/2006/relationships/slide" Target="slide391.xml"/><Relationship Id="rId6" Type="http://schemas.openxmlformats.org/officeDocument/2006/relationships/audio" Target="../media/snd_boing.wav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87.xml"/><Relationship Id="rId4" Type="http://schemas.openxmlformats.org/officeDocument/2006/relationships/slide" Target="slide382.xml"/><Relationship Id="rId5" Type="http://schemas.openxmlformats.org/officeDocument/2006/relationships/slide" Target="slide391.xml"/><Relationship Id="rId6" Type="http://schemas.openxmlformats.org/officeDocument/2006/relationships/audio" Target="../media/snd_boing.wav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88.xml"/><Relationship Id="rId4" Type="http://schemas.openxmlformats.org/officeDocument/2006/relationships/slide" Target="slide383.xml"/><Relationship Id="rId5" Type="http://schemas.openxmlformats.org/officeDocument/2006/relationships/slide" Target="slide391.xml"/><Relationship Id="rId6" Type="http://schemas.openxmlformats.org/officeDocument/2006/relationships/audio" Target="../media/snd_boing.wav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89.xml"/><Relationship Id="rId4" Type="http://schemas.openxmlformats.org/officeDocument/2006/relationships/slide" Target="slide384.xml"/><Relationship Id="rId5" Type="http://schemas.openxmlformats.org/officeDocument/2006/relationships/slide" Target="slide391.xml"/><Relationship Id="rId6" Type="http://schemas.openxmlformats.org/officeDocument/2006/relationships/audio" Target="../media/snd_boing.wav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90.xml"/><Relationship Id="rId4" Type="http://schemas.openxmlformats.org/officeDocument/2006/relationships/slide" Target="slide385.xml"/><Relationship Id="rId5" Type="http://schemas.openxmlformats.org/officeDocument/2006/relationships/slide" Target="slide391.xml"/><Relationship Id="rId6" Type="http://schemas.openxmlformats.org/officeDocument/2006/relationships/audio" Target="../media/snd_boing.wav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93.xml"/><Relationship Id="rId4" Type="http://schemas.openxmlformats.org/officeDocument/2006/relationships/slide" Target="slide392.xml"/><Relationship Id="rId5" Type="http://schemas.openxmlformats.org/officeDocument/2006/relationships/slide" Target="slide395.xml"/><Relationship Id="rId6" Type="http://schemas.openxmlformats.org/officeDocument/2006/relationships/slide" Target="slide398.xml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93.xml"/><Relationship Id="rId4" Type="http://schemas.openxmlformats.org/officeDocument/2006/relationships/slide" Target="slide392.xml"/><Relationship Id="rId5" Type="http://schemas.openxmlformats.org/officeDocument/2006/relationships/slide" Target="slide395.xml"/><Relationship Id="rId6" Type="http://schemas.openxmlformats.org/officeDocument/2006/relationships/slide" Target="slide398.xml"/><Relationship Id="rId7" Type="http://schemas.openxmlformats.org/officeDocument/2006/relationships/audio" Target="../media/snd_boing.wav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94.xml"/><Relationship Id="rId4" Type="http://schemas.openxmlformats.org/officeDocument/2006/relationships/slide" Target="slide397.xml"/><Relationship Id="rId5" Type="http://schemas.openxmlformats.org/officeDocument/2006/relationships/slide" Target="slide398.xml"/><Relationship Id="rId6" Type="http://schemas.openxmlformats.org/officeDocument/2006/relationships/audio" Target="../media/snd_ding.wav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94.xml"/><Relationship Id="rId4" Type="http://schemas.openxmlformats.org/officeDocument/2006/relationships/slide" Target="slide397.xml"/><Relationship Id="rId5" Type="http://schemas.openxmlformats.org/officeDocument/2006/relationships/slide" Target="slide398.xml"/><Relationship Id="rId6" Type="http://schemas.openxmlformats.org/officeDocument/2006/relationships/audio" Target="../media/snd_boing.wav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97.xml"/><Relationship Id="rId4" Type="http://schemas.openxmlformats.org/officeDocument/2006/relationships/slide" Target="slide396.xml"/><Relationship Id="rId5" Type="http://schemas.openxmlformats.org/officeDocument/2006/relationships/slide" Target="slide398.xml"/><Relationship Id="rId6" Type="http://schemas.openxmlformats.org/officeDocument/2006/relationships/audio" Target="../media/snd_ding.wav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97.xml"/><Relationship Id="rId4" Type="http://schemas.openxmlformats.org/officeDocument/2006/relationships/slide" Target="slide396.xml"/><Relationship Id="rId5" Type="http://schemas.openxmlformats.org/officeDocument/2006/relationships/slide" Target="slide398.xml"/><Relationship Id="rId6" Type="http://schemas.openxmlformats.org/officeDocument/2006/relationships/audio" Target="../media/snd_boing.wav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398.xml"/><Relationship Id="rId4" Type="http://schemas.openxmlformats.org/officeDocument/2006/relationships/audio" Target="../media/snd_ding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04.xml"/><Relationship Id="rId4" Type="http://schemas.openxmlformats.org/officeDocument/2006/relationships/slide" Target="slide399.xml"/><Relationship Id="rId5" Type="http://schemas.openxmlformats.org/officeDocument/2006/relationships/slide" Target="slide409.xml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05.xml"/><Relationship Id="rId4" Type="http://schemas.openxmlformats.org/officeDocument/2006/relationships/slide" Target="slide400.xml"/><Relationship Id="rId5" Type="http://schemas.openxmlformats.org/officeDocument/2006/relationships/slide" Target="slide409.xml"/><Relationship Id="rId6" Type="http://schemas.openxmlformats.org/officeDocument/2006/relationships/audio" Target="../media/snd_ding.wav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06.xml"/><Relationship Id="rId4" Type="http://schemas.openxmlformats.org/officeDocument/2006/relationships/slide" Target="slide401.xml"/><Relationship Id="rId5" Type="http://schemas.openxmlformats.org/officeDocument/2006/relationships/slide" Target="slide409.xml"/><Relationship Id="rId6" Type="http://schemas.openxmlformats.org/officeDocument/2006/relationships/audio" Target="../media/snd_ding.wav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07.xml"/><Relationship Id="rId4" Type="http://schemas.openxmlformats.org/officeDocument/2006/relationships/slide" Target="slide402.xml"/><Relationship Id="rId5" Type="http://schemas.openxmlformats.org/officeDocument/2006/relationships/slide" Target="slide409.xml"/><Relationship Id="rId6" Type="http://schemas.openxmlformats.org/officeDocument/2006/relationships/audio" Target="../media/snd_ding.wav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08.xml"/><Relationship Id="rId4" Type="http://schemas.openxmlformats.org/officeDocument/2006/relationships/slide" Target="slide403.xml"/><Relationship Id="rId5" Type="http://schemas.openxmlformats.org/officeDocument/2006/relationships/slide" Target="slide409.xml"/><Relationship Id="rId6" Type="http://schemas.openxmlformats.org/officeDocument/2006/relationships/audio" Target="../media/snd_ding.wav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09.xml"/><Relationship Id="rId4" Type="http://schemas.openxmlformats.org/officeDocument/2006/relationships/audio" Target="../media/snd_tada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04.xml"/><Relationship Id="rId4" Type="http://schemas.openxmlformats.org/officeDocument/2006/relationships/slide" Target="slide399.xml"/><Relationship Id="rId5" Type="http://schemas.openxmlformats.org/officeDocument/2006/relationships/slide" Target="slide409.xml"/><Relationship Id="rId6" Type="http://schemas.openxmlformats.org/officeDocument/2006/relationships/audio" Target="../media/snd_boing.wav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05.xml"/><Relationship Id="rId4" Type="http://schemas.openxmlformats.org/officeDocument/2006/relationships/slide" Target="slide400.xml"/><Relationship Id="rId5" Type="http://schemas.openxmlformats.org/officeDocument/2006/relationships/slide" Target="slide409.xml"/><Relationship Id="rId6" Type="http://schemas.openxmlformats.org/officeDocument/2006/relationships/audio" Target="../media/snd_boing.wav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06.xml"/><Relationship Id="rId4" Type="http://schemas.openxmlformats.org/officeDocument/2006/relationships/slide" Target="slide401.xml"/><Relationship Id="rId5" Type="http://schemas.openxmlformats.org/officeDocument/2006/relationships/slide" Target="slide409.xml"/><Relationship Id="rId6" Type="http://schemas.openxmlformats.org/officeDocument/2006/relationships/audio" Target="../media/snd_boing.wav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07.xml"/><Relationship Id="rId4" Type="http://schemas.openxmlformats.org/officeDocument/2006/relationships/slide" Target="slide402.xml"/><Relationship Id="rId5" Type="http://schemas.openxmlformats.org/officeDocument/2006/relationships/slide" Target="slide409.xml"/><Relationship Id="rId6" Type="http://schemas.openxmlformats.org/officeDocument/2006/relationships/audio" Target="../media/snd_boing.wav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08.xml"/><Relationship Id="rId4" Type="http://schemas.openxmlformats.org/officeDocument/2006/relationships/slide" Target="slide403.xml"/><Relationship Id="rId5" Type="http://schemas.openxmlformats.org/officeDocument/2006/relationships/slide" Target="slide409.xml"/><Relationship Id="rId6" Type="http://schemas.openxmlformats.org/officeDocument/2006/relationships/audio" Target="../media/snd_boing.wav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slide" Target="slide410.xml"/><Relationship Id="rId12" Type="http://schemas.openxmlformats.org/officeDocument/2006/relationships/slide" Target="slide411.xml"/><Relationship Id="rId13" Type="http://schemas.openxmlformats.org/officeDocument/2006/relationships/slide" Target="slide412.xml"/><Relationship Id="rId14" Type="http://schemas.openxmlformats.org/officeDocument/2006/relationships/slide" Target="slide413.xml"/><Relationship Id="rId15" Type="http://schemas.openxmlformats.org/officeDocument/2006/relationships/slide" Target="slide414.xml"/><Relationship Id="rId16" Type="http://schemas.openxmlformats.org/officeDocument/2006/relationships/slide" Target="slide415.xml"/><Relationship Id="rId17" Type="http://schemas.openxmlformats.org/officeDocument/2006/relationships/slide" Target="slide416.xml"/><Relationship Id="rId18" Type="http://schemas.openxmlformats.org/officeDocument/2006/relationships/slide" Target="slide417.xml"/><Relationship Id="rId19" Type="http://schemas.openxmlformats.org/officeDocument/2006/relationships/slide" Target="slide418.xml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slide" Target="slide409.xml"/><Relationship Id="rId6" Type="http://schemas.openxmlformats.org/officeDocument/2006/relationships/slide" Target="slide418.xml"/><Relationship Id="rId7" Type="http://schemas.openxmlformats.org/officeDocument/2006/relationships/audio" Target="../media/snd_tada.wav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" Target="slide409.xml"/><Relationship Id="rId6" Type="http://schemas.openxmlformats.org/officeDocument/2006/relationships/slide" Target="slide418.xml"/><Relationship Id="rId7" Type="http://schemas.openxmlformats.org/officeDocument/2006/relationships/audio" Target="../media/snd_tada.wav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" Target="slide409.xml"/><Relationship Id="rId6" Type="http://schemas.openxmlformats.org/officeDocument/2006/relationships/slide" Target="slide418.xml"/><Relationship Id="rId7" Type="http://schemas.openxmlformats.org/officeDocument/2006/relationships/audio" Target="../media/snd_tada.wav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" Target="slide409.xml"/><Relationship Id="rId6" Type="http://schemas.openxmlformats.org/officeDocument/2006/relationships/slide" Target="slide418.xml"/><Relationship Id="rId7" Type="http://schemas.openxmlformats.org/officeDocument/2006/relationships/audio" Target="../media/snd_tada.wav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slide" Target="slide409.xml"/><Relationship Id="rId6" Type="http://schemas.openxmlformats.org/officeDocument/2006/relationships/slide" Target="slide418.xml"/><Relationship Id="rId7" Type="http://schemas.openxmlformats.org/officeDocument/2006/relationships/audio" Target="../media/snd_tada.wav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" Target="slide409.xml"/><Relationship Id="rId6" Type="http://schemas.openxmlformats.org/officeDocument/2006/relationships/slide" Target="slide418.xml"/><Relationship Id="rId7" Type="http://schemas.openxmlformats.org/officeDocument/2006/relationships/audio" Target="../media/snd_tada.wav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" Target="slide409.xml"/><Relationship Id="rId6" Type="http://schemas.openxmlformats.org/officeDocument/2006/relationships/slide" Target="slide418.xml"/><Relationship Id="rId7" Type="http://schemas.openxmlformats.org/officeDocument/2006/relationships/audio" Target="../media/snd_tada.wav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" Target="slide409.xml"/><Relationship Id="rId6" Type="http://schemas.openxmlformats.org/officeDocument/2006/relationships/slide" Target="slide418.xml"/><Relationship Id="rId7" Type="http://schemas.openxmlformats.org/officeDocument/2006/relationships/audio" Target="../media/snd_tada.wav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24.xml"/><Relationship Id="rId4" Type="http://schemas.openxmlformats.org/officeDocument/2006/relationships/slide" Target="slide419.xml"/><Relationship Id="rId5" Type="http://schemas.openxmlformats.org/officeDocument/2006/relationships/slide" Target="slide429.xml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25.xml"/><Relationship Id="rId4" Type="http://schemas.openxmlformats.org/officeDocument/2006/relationships/slide" Target="slide420.xml"/><Relationship Id="rId5" Type="http://schemas.openxmlformats.org/officeDocument/2006/relationships/slide" Target="slide429.xml"/><Relationship Id="rId6" Type="http://schemas.openxmlformats.org/officeDocument/2006/relationships/audio" Target="../media/snd_ding.wav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26.xml"/><Relationship Id="rId4" Type="http://schemas.openxmlformats.org/officeDocument/2006/relationships/slide" Target="slide421.xml"/><Relationship Id="rId5" Type="http://schemas.openxmlformats.org/officeDocument/2006/relationships/slide" Target="slide429.xml"/><Relationship Id="rId6" Type="http://schemas.openxmlformats.org/officeDocument/2006/relationships/audio" Target="../media/snd_ding.wav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27.xml"/><Relationship Id="rId4" Type="http://schemas.openxmlformats.org/officeDocument/2006/relationships/slide" Target="slide422.xml"/><Relationship Id="rId5" Type="http://schemas.openxmlformats.org/officeDocument/2006/relationships/slide" Target="slide429.xml"/><Relationship Id="rId6" Type="http://schemas.openxmlformats.org/officeDocument/2006/relationships/audio" Target="../media/snd_ding.wav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28.xml"/><Relationship Id="rId4" Type="http://schemas.openxmlformats.org/officeDocument/2006/relationships/slide" Target="slide423.xml"/><Relationship Id="rId5" Type="http://schemas.openxmlformats.org/officeDocument/2006/relationships/slide" Target="slide429.xml"/><Relationship Id="rId6" Type="http://schemas.openxmlformats.org/officeDocument/2006/relationships/audio" Target="../media/snd_ding.wav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29.xml"/><Relationship Id="rId4" Type="http://schemas.openxmlformats.org/officeDocument/2006/relationships/audio" Target="../media/snd_tada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24.xml"/><Relationship Id="rId4" Type="http://schemas.openxmlformats.org/officeDocument/2006/relationships/slide" Target="slide419.xml"/><Relationship Id="rId5" Type="http://schemas.openxmlformats.org/officeDocument/2006/relationships/slide" Target="slide429.xml"/><Relationship Id="rId6" Type="http://schemas.openxmlformats.org/officeDocument/2006/relationships/audio" Target="../media/snd_boing.wav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25.xml"/><Relationship Id="rId4" Type="http://schemas.openxmlformats.org/officeDocument/2006/relationships/slide" Target="slide420.xml"/><Relationship Id="rId5" Type="http://schemas.openxmlformats.org/officeDocument/2006/relationships/slide" Target="slide429.xml"/><Relationship Id="rId6" Type="http://schemas.openxmlformats.org/officeDocument/2006/relationships/audio" Target="../media/snd_boing.wav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26.xml"/><Relationship Id="rId4" Type="http://schemas.openxmlformats.org/officeDocument/2006/relationships/slide" Target="slide421.xml"/><Relationship Id="rId5" Type="http://schemas.openxmlformats.org/officeDocument/2006/relationships/slide" Target="slide429.xml"/><Relationship Id="rId6" Type="http://schemas.openxmlformats.org/officeDocument/2006/relationships/audio" Target="../media/snd_boing.wav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27.xml"/><Relationship Id="rId4" Type="http://schemas.openxmlformats.org/officeDocument/2006/relationships/slide" Target="slide422.xml"/><Relationship Id="rId5" Type="http://schemas.openxmlformats.org/officeDocument/2006/relationships/slide" Target="slide429.xml"/><Relationship Id="rId6" Type="http://schemas.openxmlformats.org/officeDocument/2006/relationships/audio" Target="../media/snd_boing.wav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28.xml"/><Relationship Id="rId4" Type="http://schemas.openxmlformats.org/officeDocument/2006/relationships/slide" Target="slide423.xml"/><Relationship Id="rId5" Type="http://schemas.openxmlformats.org/officeDocument/2006/relationships/slide" Target="slide429.xml"/><Relationship Id="rId6" Type="http://schemas.openxmlformats.org/officeDocument/2006/relationships/audio" Target="../media/snd_boing.wav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31.xml"/><Relationship Id="rId4" Type="http://schemas.openxmlformats.org/officeDocument/2006/relationships/slide" Target="slide430.xml"/><Relationship Id="rId5" Type="http://schemas.openxmlformats.org/officeDocument/2006/relationships/slide" Target="slide433.xml"/><Relationship Id="rId6" Type="http://schemas.openxmlformats.org/officeDocument/2006/relationships/slide" Target="slide436.xml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31.xml"/><Relationship Id="rId4" Type="http://schemas.openxmlformats.org/officeDocument/2006/relationships/slide" Target="slide430.xml"/><Relationship Id="rId5" Type="http://schemas.openxmlformats.org/officeDocument/2006/relationships/slide" Target="slide433.xml"/><Relationship Id="rId6" Type="http://schemas.openxmlformats.org/officeDocument/2006/relationships/slide" Target="slide436.xml"/><Relationship Id="rId7" Type="http://schemas.openxmlformats.org/officeDocument/2006/relationships/audio" Target="../media/snd_boing.wav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32.xml"/><Relationship Id="rId4" Type="http://schemas.openxmlformats.org/officeDocument/2006/relationships/slide" Target="slide435.xml"/><Relationship Id="rId5" Type="http://schemas.openxmlformats.org/officeDocument/2006/relationships/slide" Target="slide436.xml"/><Relationship Id="rId6" Type="http://schemas.openxmlformats.org/officeDocument/2006/relationships/audio" Target="../media/snd_ding.wav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32.xml"/><Relationship Id="rId4" Type="http://schemas.openxmlformats.org/officeDocument/2006/relationships/slide" Target="slide435.xml"/><Relationship Id="rId5" Type="http://schemas.openxmlformats.org/officeDocument/2006/relationships/slide" Target="slide436.xml"/><Relationship Id="rId6" Type="http://schemas.openxmlformats.org/officeDocument/2006/relationships/audio" Target="../media/snd_boing.wav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35.xml"/><Relationship Id="rId4" Type="http://schemas.openxmlformats.org/officeDocument/2006/relationships/slide" Target="slide434.xml"/><Relationship Id="rId5" Type="http://schemas.openxmlformats.org/officeDocument/2006/relationships/slide" Target="slide436.xml"/><Relationship Id="rId6" Type="http://schemas.openxmlformats.org/officeDocument/2006/relationships/audio" Target="../media/snd_ding.wav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35.xml"/><Relationship Id="rId4" Type="http://schemas.openxmlformats.org/officeDocument/2006/relationships/slide" Target="slide434.xml"/><Relationship Id="rId5" Type="http://schemas.openxmlformats.org/officeDocument/2006/relationships/slide" Target="slide436.xml"/><Relationship Id="rId6" Type="http://schemas.openxmlformats.org/officeDocument/2006/relationships/audio" Target="../media/snd_boing.wav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36.xml"/><Relationship Id="rId4" Type="http://schemas.openxmlformats.org/officeDocument/2006/relationships/audio" Target="../media/snd_ding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42.xml"/><Relationship Id="rId4" Type="http://schemas.openxmlformats.org/officeDocument/2006/relationships/slide" Target="slide437.xml"/><Relationship Id="rId5" Type="http://schemas.openxmlformats.org/officeDocument/2006/relationships/slide" Target="slide447.xml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43.xml"/><Relationship Id="rId4" Type="http://schemas.openxmlformats.org/officeDocument/2006/relationships/slide" Target="slide438.xml"/><Relationship Id="rId5" Type="http://schemas.openxmlformats.org/officeDocument/2006/relationships/slide" Target="slide447.xml"/><Relationship Id="rId6" Type="http://schemas.openxmlformats.org/officeDocument/2006/relationships/audio" Target="../media/snd_ding.wav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44.xml"/><Relationship Id="rId4" Type="http://schemas.openxmlformats.org/officeDocument/2006/relationships/slide" Target="slide439.xml"/><Relationship Id="rId5" Type="http://schemas.openxmlformats.org/officeDocument/2006/relationships/slide" Target="slide447.xml"/><Relationship Id="rId6" Type="http://schemas.openxmlformats.org/officeDocument/2006/relationships/audio" Target="../media/snd_ding.wav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45.xml"/><Relationship Id="rId4" Type="http://schemas.openxmlformats.org/officeDocument/2006/relationships/slide" Target="slide440.xml"/><Relationship Id="rId5" Type="http://schemas.openxmlformats.org/officeDocument/2006/relationships/slide" Target="slide447.xml"/><Relationship Id="rId6" Type="http://schemas.openxmlformats.org/officeDocument/2006/relationships/audio" Target="../media/snd_ding.wav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41.xml"/><Relationship Id="rId4" Type="http://schemas.openxmlformats.org/officeDocument/2006/relationships/slide" Target="slide446.xml"/><Relationship Id="rId5" Type="http://schemas.openxmlformats.org/officeDocument/2006/relationships/slide" Target="slide447.xml"/><Relationship Id="rId6" Type="http://schemas.openxmlformats.org/officeDocument/2006/relationships/audio" Target="../media/snd_ding.wav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47.xml"/><Relationship Id="rId4" Type="http://schemas.openxmlformats.org/officeDocument/2006/relationships/audio" Target="../media/snd_tada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42.xml"/><Relationship Id="rId4" Type="http://schemas.openxmlformats.org/officeDocument/2006/relationships/slide" Target="slide437.xml"/><Relationship Id="rId5" Type="http://schemas.openxmlformats.org/officeDocument/2006/relationships/slide" Target="slide447.xml"/><Relationship Id="rId6" Type="http://schemas.openxmlformats.org/officeDocument/2006/relationships/audio" Target="../media/snd_boing.wav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43.xml"/><Relationship Id="rId4" Type="http://schemas.openxmlformats.org/officeDocument/2006/relationships/slide" Target="slide438.xml"/><Relationship Id="rId5" Type="http://schemas.openxmlformats.org/officeDocument/2006/relationships/slide" Target="slide447.xml"/><Relationship Id="rId6" Type="http://schemas.openxmlformats.org/officeDocument/2006/relationships/audio" Target="../media/snd_boing.wav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44.xml"/><Relationship Id="rId4" Type="http://schemas.openxmlformats.org/officeDocument/2006/relationships/slide" Target="slide439.xml"/><Relationship Id="rId5" Type="http://schemas.openxmlformats.org/officeDocument/2006/relationships/slide" Target="slide447.xml"/><Relationship Id="rId6" Type="http://schemas.openxmlformats.org/officeDocument/2006/relationships/audio" Target="../media/snd_boing.wav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45.xml"/><Relationship Id="rId4" Type="http://schemas.openxmlformats.org/officeDocument/2006/relationships/slide" Target="slide440.xml"/><Relationship Id="rId5" Type="http://schemas.openxmlformats.org/officeDocument/2006/relationships/slide" Target="slide447.xml"/><Relationship Id="rId6" Type="http://schemas.openxmlformats.org/officeDocument/2006/relationships/audio" Target="../media/snd_boing.wav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41.xml"/><Relationship Id="rId4" Type="http://schemas.openxmlformats.org/officeDocument/2006/relationships/slide" Target="slide446.xml"/><Relationship Id="rId5" Type="http://schemas.openxmlformats.org/officeDocument/2006/relationships/slide" Target="slide447.xml"/><Relationship Id="rId6" Type="http://schemas.openxmlformats.org/officeDocument/2006/relationships/audio" Target="../media/snd_boing.wav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53.xml"/><Relationship Id="rId4" Type="http://schemas.openxmlformats.org/officeDocument/2006/relationships/slide" Target="slide448.xml"/><Relationship Id="rId5" Type="http://schemas.openxmlformats.org/officeDocument/2006/relationships/slide" Target="slide458.xml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54.xml"/><Relationship Id="rId4" Type="http://schemas.openxmlformats.org/officeDocument/2006/relationships/slide" Target="slide449.xml"/><Relationship Id="rId5" Type="http://schemas.openxmlformats.org/officeDocument/2006/relationships/slide" Target="slide458.xml"/><Relationship Id="rId6" Type="http://schemas.openxmlformats.org/officeDocument/2006/relationships/audio" Target="../media/snd_ding.wav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50.xml"/><Relationship Id="rId4" Type="http://schemas.openxmlformats.org/officeDocument/2006/relationships/slide" Target="slide455.xml"/><Relationship Id="rId5" Type="http://schemas.openxmlformats.org/officeDocument/2006/relationships/slide" Target="slide458.xml"/><Relationship Id="rId6" Type="http://schemas.openxmlformats.org/officeDocument/2006/relationships/audio" Target="../media/snd_ding.wav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56.xml"/><Relationship Id="rId4" Type="http://schemas.openxmlformats.org/officeDocument/2006/relationships/slide" Target="slide451.xml"/><Relationship Id="rId5" Type="http://schemas.openxmlformats.org/officeDocument/2006/relationships/slide" Target="slide458.xml"/><Relationship Id="rId6" Type="http://schemas.openxmlformats.org/officeDocument/2006/relationships/audio" Target="../media/snd_ding.wav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52.xml"/><Relationship Id="rId4" Type="http://schemas.openxmlformats.org/officeDocument/2006/relationships/slide" Target="slide457.xml"/><Relationship Id="rId5" Type="http://schemas.openxmlformats.org/officeDocument/2006/relationships/slide" Target="slide458.xml"/><Relationship Id="rId6" Type="http://schemas.openxmlformats.org/officeDocument/2006/relationships/audio" Target="../media/snd_ding.wav"/></Relationships>
</file>

<file path=ppt/slides/_rels/slide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58.xml"/><Relationship Id="rId4" Type="http://schemas.openxmlformats.org/officeDocument/2006/relationships/audio" Target="../media/snd_tada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53.xml"/><Relationship Id="rId4" Type="http://schemas.openxmlformats.org/officeDocument/2006/relationships/slide" Target="slide448.xml"/><Relationship Id="rId5" Type="http://schemas.openxmlformats.org/officeDocument/2006/relationships/slide" Target="slide458.xml"/><Relationship Id="rId6" Type="http://schemas.openxmlformats.org/officeDocument/2006/relationships/audio" Target="../media/snd_boing.wav"/></Relationships>
</file>

<file path=ppt/slides/_rels/slide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54.xml"/><Relationship Id="rId4" Type="http://schemas.openxmlformats.org/officeDocument/2006/relationships/slide" Target="slide449.xml"/><Relationship Id="rId5" Type="http://schemas.openxmlformats.org/officeDocument/2006/relationships/slide" Target="slide458.xml"/><Relationship Id="rId6" Type="http://schemas.openxmlformats.org/officeDocument/2006/relationships/audio" Target="../media/snd_boing.wav"/></Relationships>
</file>

<file path=ppt/slides/_rels/slide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50.xml"/><Relationship Id="rId4" Type="http://schemas.openxmlformats.org/officeDocument/2006/relationships/slide" Target="slide455.xml"/><Relationship Id="rId5" Type="http://schemas.openxmlformats.org/officeDocument/2006/relationships/slide" Target="slide458.xml"/><Relationship Id="rId6" Type="http://schemas.openxmlformats.org/officeDocument/2006/relationships/audio" Target="../media/snd_boing.wav"/></Relationships>
</file>

<file path=ppt/slides/_rels/slide4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56.xml"/><Relationship Id="rId4" Type="http://schemas.openxmlformats.org/officeDocument/2006/relationships/slide" Target="slide451.xml"/><Relationship Id="rId5" Type="http://schemas.openxmlformats.org/officeDocument/2006/relationships/slide" Target="slide458.xml"/><Relationship Id="rId6" Type="http://schemas.openxmlformats.org/officeDocument/2006/relationships/audio" Target="../media/snd_boing.wav"/></Relationships>
</file>

<file path=ppt/slides/_rels/slide4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52.xml"/><Relationship Id="rId4" Type="http://schemas.openxmlformats.org/officeDocument/2006/relationships/slide" Target="slide457.xml"/><Relationship Id="rId5" Type="http://schemas.openxmlformats.org/officeDocument/2006/relationships/slide" Target="slide458.xml"/><Relationship Id="rId6" Type="http://schemas.openxmlformats.org/officeDocument/2006/relationships/audio" Target="../media/snd_boing.wav"/></Relationships>
</file>

<file path=ppt/slides/_rels/slide4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60.xml"/><Relationship Id="rId4" Type="http://schemas.openxmlformats.org/officeDocument/2006/relationships/slide" Target="slide459.xml"/><Relationship Id="rId5" Type="http://schemas.openxmlformats.org/officeDocument/2006/relationships/slide" Target="slide462.xml"/><Relationship Id="rId6" Type="http://schemas.openxmlformats.org/officeDocument/2006/relationships/slide" Target="slide465.xml"/></Relationships>
</file>

<file path=ppt/slides/_rels/slide4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60.xml"/><Relationship Id="rId4" Type="http://schemas.openxmlformats.org/officeDocument/2006/relationships/slide" Target="slide459.xml"/><Relationship Id="rId5" Type="http://schemas.openxmlformats.org/officeDocument/2006/relationships/slide" Target="slide462.xml"/><Relationship Id="rId6" Type="http://schemas.openxmlformats.org/officeDocument/2006/relationships/slide" Target="slide465.xml"/><Relationship Id="rId7" Type="http://schemas.openxmlformats.org/officeDocument/2006/relationships/audio" Target="../media/snd_boing.wav"/></Relationships>
</file>

<file path=ppt/slides/_rels/slide4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61.xml"/><Relationship Id="rId4" Type="http://schemas.openxmlformats.org/officeDocument/2006/relationships/slide" Target="slide464.xml"/><Relationship Id="rId5" Type="http://schemas.openxmlformats.org/officeDocument/2006/relationships/slide" Target="slide465.xml"/><Relationship Id="rId6" Type="http://schemas.openxmlformats.org/officeDocument/2006/relationships/audio" Target="../media/snd_ding.wav"/></Relationships>
</file>

<file path=ppt/slides/_rels/slide4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61.xml"/><Relationship Id="rId4" Type="http://schemas.openxmlformats.org/officeDocument/2006/relationships/slide" Target="slide464.xml"/><Relationship Id="rId5" Type="http://schemas.openxmlformats.org/officeDocument/2006/relationships/slide" Target="slide465.xml"/><Relationship Id="rId6" Type="http://schemas.openxmlformats.org/officeDocument/2006/relationships/audio" Target="../media/snd_boing.wav"/></Relationships>
</file>

<file path=ppt/slides/_rels/slide4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64.xml"/><Relationship Id="rId4" Type="http://schemas.openxmlformats.org/officeDocument/2006/relationships/slide" Target="slide463.xml"/><Relationship Id="rId5" Type="http://schemas.openxmlformats.org/officeDocument/2006/relationships/slide" Target="slide465.xml"/><Relationship Id="rId6" Type="http://schemas.openxmlformats.org/officeDocument/2006/relationships/audio" Target="../media/snd_ding.wav"/></Relationships>
</file>

<file path=ppt/slides/_rels/slide4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64.xml"/><Relationship Id="rId4" Type="http://schemas.openxmlformats.org/officeDocument/2006/relationships/slide" Target="slide463.xml"/><Relationship Id="rId5" Type="http://schemas.openxmlformats.org/officeDocument/2006/relationships/slide" Target="slide465.xml"/><Relationship Id="rId6" Type="http://schemas.openxmlformats.org/officeDocument/2006/relationships/audio" Target="../media/snd_boing.wav"/></Relationships>
</file>

<file path=ppt/slides/_rels/slide4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65.xml"/><Relationship Id="rId4" Type="http://schemas.openxmlformats.org/officeDocument/2006/relationships/audio" Target="../media/snd_ding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4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71.xml"/><Relationship Id="rId4" Type="http://schemas.openxmlformats.org/officeDocument/2006/relationships/slide" Target="slide466.xml"/><Relationship Id="rId5" Type="http://schemas.openxmlformats.org/officeDocument/2006/relationships/slide" Target="slide476.xml"/></Relationships>
</file>

<file path=ppt/slides/_rels/slide4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67.xml"/><Relationship Id="rId4" Type="http://schemas.openxmlformats.org/officeDocument/2006/relationships/slide" Target="slide472.xml"/><Relationship Id="rId5" Type="http://schemas.openxmlformats.org/officeDocument/2006/relationships/slide" Target="slide476.xml"/><Relationship Id="rId6" Type="http://schemas.openxmlformats.org/officeDocument/2006/relationships/audio" Target="../media/snd_ding.wav"/></Relationships>
</file>

<file path=ppt/slides/_rels/slide4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73.xml"/><Relationship Id="rId4" Type="http://schemas.openxmlformats.org/officeDocument/2006/relationships/slide" Target="slide468.xml"/><Relationship Id="rId5" Type="http://schemas.openxmlformats.org/officeDocument/2006/relationships/slide" Target="slide476.xml"/><Relationship Id="rId6" Type="http://schemas.openxmlformats.org/officeDocument/2006/relationships/audio" Target="../media/snd_ding.wav"/></Relationships>
</file>

<file path=ppt/slides/_rels/slide4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74.xml"/><Relationship Id="rId4" Type="http://schemas.openxmlformats.org/officeDocument/2006/relationships/slide" Target="slide469.xml"/><Relationship Id="rId5" Type="http://schemas.openxmlformats.org/officeDocument/2006/relationships/slide" Target="slide476.xml"/><Relationship Id="rId6" Type="http://schemas.openxmlformats.org/officeDocument/2006/relationships/audio" Target="../media/snd_ding.wav"/></Relationships>
</file>

<file path=ppt/slides/_rels/slide4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75.xml"/><Relationship Id="rId4" Type="http://schemas.openxmlformats.org/officeDocument/2006/relationships/slide" Target="slide470.xml"/><Relationship Id="rId5" Type="http://schemas.openxmlformats.org/officeDocument/2006/relationships/slide" Target="slide476.xml"/><Relationship Id="rId6" Type="http://schemas.openxmlformats.org/officeDocument/2006/relationships/audio" Target="../media/snd_ding.wav"/></Relationships>
</file>

<file path=ppt/slides/_rels/slide4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76.xml"/><Relationship Id="rId4" Type="http://schemas.openxmlformats.org/officeDocument/2006/relationships/audio" Target="../media/snd_tada.wav"/><Relationship Id="rId5" Type="http://schemas.openxmlformats.org/officeDocument/2006/relationships/image" Target="../media/image15.png"/><Relationship Id="rId6" Type="http://schemas.openxmlformats.org/officeDocument/2006/relationships/audio" Target="../media/snd_cheer.wav"/></Relationships>
</file>

<file path=ppt/slides/_rels/slide4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71.xml"/><Relationship Id="rId4" Type="http://schemas.openxmlformats.org/officeDocument/2006/relationships/slide" Target="slide466.xml"/><Relationship Id="rId5" Type="http://schemas.openxmlformats.org/officeDocument/2006/relationships/slide" Target="slide476.xml"/><Relationship Id="rId6" Type="http://schemas.openxmlformats.org/officeDocument/2006/relationships/audio" Target="../media/snd_boing.wav"/></Relationships>
</file>

<file path=ppt/slides/_rels/slide4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67.xml"/><Relationship Id="rId4" Type="http://schemas.openxmlformats.org/officeDocument/2006/relationships/slide" Target="slide472.xml"/><Relationship Id="rId5" Type="http://schemas.openxmlformats.org/officeDocument/2006/relationships/slide" Target="slide476.xml"/><Relationship Id="rId6" Type="http://schemas.openxmlformats.org/officeDocument/2006/relationships/audio" Target="../media/snd_boing.wav"/></Relationships>
</file>

<file path=ppt/slides/_rels/slide4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73.xml"/><Relationship Id="rId4" Type="http://schemas.openxmlformats.org/officeDocument/2006/relationships/slide" Target="slide468.xml"/><Relationship Id="rId5" Type="http://schemas.openxmlformats.org/officeDocument/2006/relationships/slide" Target="slide476.xml"/><Relationship Id="rId6" Type="http://schemas.openxmlformats.org/officeDocument/2006/relationships/audio" Target="../media/snd_boing.wav"/></Relationships>
</file>

<file path=ppt/slides/_rels/slide4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74.xml"/><Relationship Id="rId4" Type="http://schemas.openxmlformats.org/officeDocument/2006/relationships/slide" Target="slide469.xml"/><Relationship Id="rId5" Type="http://schemas.openxmlformats.org/officeDocument/2006/relationships/slide" Target="slide476.xml"/><Relationship Id="rId6" Type="http://schemas.openxmlformats.org/officeDocument/2006/relationships/audio" Target="../media/snd_boing.wav"/></Relationships>
</file>

<file path=ppt/slides/_rels/slide4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slide" Target="slide475.xml"/><Relationship Id="rId4" Type="http://schemas.openxmlformats.org/officeDocument/2006/relationships/slide" Target="slide470.xml"/><Relationship Id="rId5" Type="http://schemas.openxmlformats.org/officeDocument/2006/relationships/slide" Target="slide476.xml"/><Relationship Id="rId6" Type="http://schemas.openxmlformats.org/officeDocument/2006/relationships/audio" Target="../media/snd_boing.wav"/></Relationships>
</file>

<file path=ppt/slides/_rels/slide4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481.xml"/><Relationship Id="rId6" Type="http://schemas.openxmlformats.org/officeDocument/2006/relationships/slide" Target="slide477.xml"/><Relationship Id="rId7" Type="http://schemas.openxmlformats.org/officeDocument/2006/relationships/slide" Target="slide503.xml"/></Relationships>
</file>

<file path=ppt/slides/_rels/slide4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482.xml"/><Relationship Id="rId6" Type="http://schemas.openxmlformats.org/officeDocument/2006/relationships/slide" Target="slide478.xml"/><Relationship Id="rId7" Type="http://schemas.openxmlformats.org/officeDocument/2006/relationships/slide" Target="slide503.xml"/><Relationship Id="rId8" Type="http://schemas.openxmlformats.org/officeDocument/2006/relationships/audio" Target="../media/snd_vroom.wav"/></Relationships>
</file>

<file path=ppt/slides/_rels/slide4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483.xml"/><Relationship Id="rId6" Type="http://schemas.openxmlformats.org/officeDocument/2006/relationships/slide" Target="slide479.xml"/><Relationship Id="rId7" Type="http://schemas.openxmlformats.org/officeDocument/2006/relationships/slide" Target="slide503.xml"/><Relationship Id="rId8" Type="http://schemas.openxmlformats.org/officeDocument/2006/relationships/audio" Target="../media/snd_vroom.wav"/></Relationships>
</file>

<file path=ppt/slides/_rels/slide4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484.xml"/><Relationship Id="rId6" Type="http://schemas.openxmlformats.org/officeDocument/2006/relationships/slide" Target="slide480.xml"/><Relationship Id="rId7" Type="http://schemas.openxmlformats.org/officeDocument/2006/relationships/slide" Target="slide503.xml"/><Relationship Id="rId8" Type="http://schemas.openxmlformats.org/officeDocument/2006/relationships/audio" Target="../media/snd_vroom.wav"/></Relationships>
</file>

<file path=ppt/slides/_rels/slide4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485.xml"/><Relationship Id="rId6" Type="http://schemas.openxmlformats.org/officeDocument/2006/relationships/slide" Target="slide502.xml"/><Relationship Id="rId7" Type="http://schemas.openxmlformats.org/officeDocument/2006/relationships/slide" Target="slide503.xml"/><Relationship Id="rId8" Type="http://schemas.openxmlformats.org/officeDocument/2006/relationships/audio" Target="../media/snd_vroom.wav"/></Relationships>
</file>

<file path=ppt/slides/_rels/slide4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486.xml"/><Relationship Id="rId6" Type="http://schemas.openxmlformats.org/officeDocument/2006/relationships/slide" Target="slide482.xml"/><Relationship Id="rId7" Type="http://schemas.openxmlformats.org/officeDocument/2006/relationships/slide" Target="slide503.xml"/><Relationship Id="rId8" Type="http://schemas.openxmlformats.org/officeDocument/2006/relationships/audio" Target="../media/snd_vroom.wav"/></Relationships>
</file>

<file path=ppt/slides/_rels/slide4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487.xml"/><Relationship Id="rId6" Type="http://schemas.openxmlformats.org/officeDocument/2006/relationships/slide" Target="slide483.xml"/><Relationship Id="rId7" Type="http://schemas.openxmlformats.org/officeDocument/2006/relationships/slide" Target="slide503.xml"/><Relationship Id="rId8" Type="http://schemas.openxmlformats.org/officeDocument/2006/relationships/audio" Target="../media/snd_vroom.wav"/></Relationships>
</file>

<file path=ppt/slides/_rels/slide4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488.xml"/><Relationship Id="rId6" Type="http://schemas.openxmlformats.org/officeDocument/2006/relationships/slide" Target="slide484.xml"/><Relationship Id="rId7" Type="http://schemas.openxmlformats.org/officeDocument/2006/relationships/slide" Target="slide503.xml"/><Relationship Id="rId8" Type="http://schemas.openxmlformats.org/officeDocument/2006/relationships/audio" Target="../media/snd_vroom.wav"/></Relationships>
</file>

<file path=ppt/slides/_rels/slide4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489.xml"/><Relationship Id="rId6" Type="http://schemas.openxmlformats.org/officeDocument/2006/relationships/slide" Target="slide485.xml"/><Relationship Id="rId7" Type="http://schemas.openxmlformats.org/officeDocument/2006/relationships/slide" Target="slide503.xml"/><Relationship Id="rId8" Type="http://schemas.openxmlformats.org/officeDocument/2006/relationships/audio" Target="../media/snd_vroom.wav"/></Relationships>
</file>

<file path=ppt/slides/_rels/slide4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490.xml"/><Relationship Id="rId6" Type="http://schemas.openxmlformats.org/officeDocument/2006/relationships/slide" Target="slide502.xml"/><Relationship Id="rId7" Type="http://schemas.openxmlformats.org/officeDocument/2006/relationships/slide" Target="slide503.xml"/><Relationship Id="rId8" Type="http://schemas.openxmlformats.org/officeDocument/2006/relationships/audio" Target="../media/snd_vroom.wav"/></Relationships>
</file>

<file path=ppt/slides/_rels/slide4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491.xml"/><Relationship Id="rId6" Type="http://schemas.openxmlformats.org/officeDocument/2006/relationships/slide" Target="slide487.xml"/><Relationship Id="rId7" Type="http://schemas.openxmlformats.org/officeDocument/2006/relationships/slide" Target="slide503.xml"/><Relationship Id="rId8" Type="http://schemas.openxmlformats.org/officeDocument/2006/relationships/audio" Target="../media/snd_vroom.wav"/></Relationships>
</file>

<file path=ppt/slides/_rels/slide4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492.xml"/><Relationship Id="rId6" Type="http://schemas.openxmlformats.org/officeDocument/2006/relationships/slide" Target="slide488.xml"/><Relationship Id="rId7" Type="http://schemas.openxmlformats.org/officeDocument/2006/relationships/slide" Target="slide503.xml"/><Relationship Id="rId8" Type="http://schemas.openxmlformats.org/officeDocument/2006/relationships/audio" Target="../media/snd_vroom.wav"/></Relationships>
</file>

<file path=ppt/slides/_rels/slide4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493.xml"/><Relationship Id="rId6" Type="http://schemas.openxmlformats.org/officeDocument/2006/relationships/slide" Target="slide489.xml"/><Relationship Id="rId7" Type="http://schemas.openxmlformats.org/officeDocument/2006/relationships/slide" Target="slide503.xml"/><Relationship Id="rId8" Type="http://schemas.openxmlformats.org/officeDocument/2006/relationships/audio" Target="../media/snd_vroom.wav"/></Relationships>
</file>

<file path=ppt/slides/_rels/slide4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494.xml"/><Relationship Id="rId6" Type="http://schemas.openxmlformats.org/officeDocument/2006/relationships/slide" Target="slide490.xml"/><Relationship Id="rId7" Type="http://schemas.openxmlformats.org/officeDocument/2006/relationships/slide" Target="slide503.xml"/><Relationship Id="rId8" Type="http://schemas.openxmlformats.org/officeDocument/2006/relationships/audio" Target="../media/snd_vroom.wav"/></Relationships>
</file>

<file path=ppt/slides/_rels/slide4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495.xml"/><Relationship Id="rId6" Type="http://schemas.openxmlformats.org/officeDocument/2006/relationships/slide" Target="slide502.xml"/><Relationship Id="rId7" Type="http://schemas.openxmlformats.org/officeDocument/2006/relationships/slide" Target="slide503.xml"/><Relationship Id="rId8" Type="http://schemas.openxmlformats.org/officeDocument/2006/relationships/audio" Target="../media/snd_vroom.wav"/></Relationships>
</file>

<file path=ppt/slides/_rels/slide4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496.xml"/><Relationship Id="rId6" Type="http://schemas.openxmlformats.org/officeDocument/2006/relationships/slide" Target="slide492.xml"/><Relationship Id="rId7" Type="http://schemas.openxmlformats.org/officeDocument/2006/relationships/slide" Target="slide503.xml"/><Relationship Id="rId8" Type="http://schemas.openxmlformats.org/officeDocument/2006/relationships/audio" Target="../media/snd_vroom.wav"/></Relationships>
</file>

<file path=ppt/slides/_rels/slide4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497.xml"/><Relationship Id="rId6" Type="http://schemas.openxmlformats.org/officeDocument/2006/relationships/slide" Target="slide493.xml"/><Relationship Id="rId7" Type="http://schemas.openxmlformats.org/officeDocument/2006/relationships/slide" Target="slide503.xml"/><Relationship Id="rId8" Type="http://schemas.openxmlformats.org/officeDocument/2006/relationships/audio" Target="../media/snd_vroom.wav"/></Relationships>
</file>

<file path=ppt/slides/_rels/slide4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498.xml"/><Relationship Id="rId6" Type="http://schemas.openxmlformats.org/officeDocument/2006/relationships/slide" Target="slide494.xml"/><Relationship Id="rId7" Type="http://schemas.openxmlformats.org/officeDocument/2006/relationships/slide" Target="slide503.xml"/><Relationship Id="rId8" Type="http://schemas.openxmlformats.org/officeDocument/2006/relationships/audio" Target="../media/snd_vroom.wav"/></Relationships>
</file>

<file path=ppt/slides/_rels/slide4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499.xml"/><Relationship Id="rId6" Type="http://schemas.openxmlformats.org/officeDocument/2006/relationships/slide" Target="slide495.xml"/><Relationship Id="rId7" Type="http://schemas.openxmlformats.org/officeDocument/2006/relationships/slide" Target="slide503.xml"/><Relationship Id="rId8" Type="http://schemas.openxmlformats.org/officeDocument/2006/relationships/audio" Target="../media/snd_vroom.wav"/></Relationships>
</file>

<file path=ppt/slides/_rels/slide4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500.xml"/><Relationship Id="rId6" Type="http://schemas.openxmlformats.org/officeDocument/2006/relationships/slide" Target="slide502.xml"/><Relationship Id="rId7" Type="http://schemas.openxmlformats.org/officeDocument/2006/relationships/slide" Target="slide503.xml"/><Relationship Id="rId8" Type="http://schemas.openxmlformats.org/officeDocument/2006/relationships/audio" Target="../media/snd_vroom.wav"/></Relationships>
</file>

<file path=ppt/slides/_rels/slide4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501.xml"/><Relationship Id="rId6" Type="http://schemas.openxmlformats.org/officeDocument/2006/relationships/slide" Target="slide497.xml"/><Relationship Id="rId7" Type="http://schemas.openxmlformats.org/officeDocument/2006/relationships/slide" Target="slide503.xml"/><Relationship Id="rId8" Type="http://schemas.openxmlformats.org/officeDocument/2006/relationships/audio" Target="../media/snd_vroom.wav"/></Relationships>
</file>

<file path=ppt/slides/_rels/slide4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501.xml"/><Relationship Id="rId6" Type="http://schemas.openxmlformats.org/officeDocument/2006/relationships/slide" Target="slide498.xml"/><Relationship Id="rId7" Type="http://schemas.openxmlformats.org/officeDocument/2006/relationships/slide" Target="slide503.xml"/><Relationship Id="rId8" Type="http://schemas.openxmlformats.org/officeDocument/2006/relationships/audio" Target="../media/snd_vroom.wav"/></Relationships>
</file>

<file path=ppt/slides/_rels/slide4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501.xml"/><Relationship Id="rId6" Type="http://schemas.openxmlformats.org/officeDocument/2006/relationships/slide" Target="slide499.xml"/><Relationship Id="rId7" Type="http://schemas.openxmlformats.org/officeDocument/2006/relationships/slide" Target="slide503.xml"/><Relationship Id="rId8" Type="http://schemas.openxmlformats.org/officeDocument/2006/relationships/audio" Target="../media/snd_vroom.wav"/></Relationships>
</file>

<file path=ppt/slides/_rels/slide4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501.xml"/><Relationship Id="rId6" Type="http://schemas.openxmlformats.org/officeDocument/2006/relationships/slide" Target="slide500.xml"/><Relationship Id="rId7" Type="http://schemas.openxmlformats.org/officeDocument/2006/relationships/slide" Target="slide503.xml"/><Relationship Id="rId8" Type="http://schemas.openxmlformats.org/officeDocument/2006/relationships/audio" Target="../media/snd_vroom.wav"/></Relationships>
</file>

<file path=ppt/slides/_rels/slide5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501.xml"/><Relationship Id="rId6" Type="http://schemas.openxmlformats.org/officeDocument/2006/relationships/slide" Target="slide502.xml"/><Relationship Id="rId7" Type="http://schemas.openxmlformats.org/officeDocument/2006/relationships/slide" Target="slide503.xml"/><Relationship Id="rId8" Type="http://schemas.openxmlformats.org/officeDocument/2006/relationships/audio" Target="../media/snd_vroom.wav"/></Relationships>
</file>

<file path=ppt/slides/_rels/slide5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slide" Target="slide503.xml"/><Relationship Id="rId5" Type="http://schemas.openxmlformats.org/officeDocument/2006/relationships/audio" Target="../media/snd_cheer.wav"/></Relationships>
</file>

<file path=ppt/slides/_rels/slide5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slide" Target="slide503.xml"/><Relationship Id="rId5" Type="http://schemas.openxmlformats.org/officeDocument/2006/relationships/audio" Target="../media/snd_cheer.wav"/></Relationships>
</file>

<file path=ppt/slides/_rels/slide5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Relationship Id="rId4" Type="http://schemas.openxmlformats.org/officeDocument/2006/relationships/image" Target="../media/image15.png"/><Relationship Id="rId5" Type="http://schemas.openxmlformats.org/officeDocument/2006/relationships/audio" Target="../media/snd_cheer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286000" y="1079500"/>
            <a:ext cx="7620000" cy="3556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Secondary Madd Games"/>
          <p:cNvSpPr/>
          <p:nvPr/>
        </p:nvSpPr>
        <p:spPr>
          <a:xfrm>
            <a:off x="2540000" y="1333500"/>
            <a:ext cx="7112000" cy="952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200" b="1" lang="en-US">
                <a:solidFill>
                  <a:srgbClr val="8A6CF0"/>
                </a:solidFill>
                <a:latin typeface="Arial"/>
                <a:cs typeface="Arial"/>
              </a:rPr>
              <a:t>Secondary Madd Games</a:t>
            </a:r>
          </a:p>
        </p:txBody>
      </p:sp>
      <p:sp>
        <p:nvSpPr>
          <p:cNvPr id="5" name="Sample" descr="جَآءَ  إِنَّآ أَعۡطَيۡنَـٰكَ  ٱلضَّآلِّينَ"/>
          <p:cNvSpPr/>
          <p:nvPr/>
        </p:nvSpPr>
        <p:spPr>
          <a:xfrm>
            <a:off x="2540000" y="2349500"/>
            <a:ext cx="7112000" cy="1397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جَآءَ  إِنَّآ أَعۡطَيۡنَـ</a:t>
            </a:r>
            <a:r>
              <a:rPr sz="3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  ٱلضَّآلِّينَ</a:t>
            </a:r>
          </a:p>
        </p:txBody>
      </p:sp>
      <p:sp>
        <p:nvSpPr>
          <p:cNvPr id="6" name="Subtitle" descr="Muttasil, Munfasil, Badal, Lazim, 'Arid, Leen, 'Iwad"/>
          <p:cNvSpPr/>
          <p:nvPr/>
        </p:nvSpPr>
        <p:spPr>
          <a:xfrm>
            <a:off x="2540000" y="37465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E2640"/>
                </a:solidFill>
                <a:latin typeface="Arial"/>
                <a:cs typeface="Arial"/>
              </a:rPr>
              <a:t>Muttasil, Munfasil, Badal, Lazim, 'Arid, Leen, 'Iwad</a:t>
            </a:r>
          </a:p>
        </p:txBody>
      </p:sp>
      <p:sp>
        <p:nvSpPr>
          <p:cNvPr id="7" name="Start" descr="Start ▶">
            <a:hlinkClick action="ppaction://hlinksldjump" r:id="rId3"/>
          </p:cNvPr>
          <p:cNvSpPr/>
          <p:nvPr/>
        </p:nvSpPr>
        <p:spPr>
          <a:xfrm>
            <a:off x="4826000" y="5016500"/>
            <a:ext cx="25400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Start ▶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Which Madd?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100" b="1" lang="en-US">
                <a:solidFill>
                  <a:srgbClr val="8A6CF0"/>
                </a:solidFill>
                <a:latin typeface="Arial"/>
                <a:cs typeface="Arial"/>
              </a:rPr>
              <a:t>How to play: Which Madd?</a:t>
            </a:r>
          </a:p>
        </p:txBody>
      </p:sp>
      <p:sp>
        <p:nvSpPr>
          <p:cNvPr id="5" name="Line 1" descr="1.  Read the words from the Mushaf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1.  Read the words from the Mushaf.</a:t>
            </a:r>
          </a:p>
        </p:txBody>
      </p:sp>
      <p:sp>
        <p:nvSpPr>
          <p:cNvPr id="6" name="Line 2" descr="2.  Find the madd and its cause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2.  Find the madd and its cause.</a:t>
            </a:r>
          </a:p>
        </p:txBody>
      </p:sp>
      <p:sp>
        <p:nvSpPr>
          <p:cNvPr id="7" name="Line 3" descr="3.  Tap the name of the madd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3.  Tap the name of the madd.</a:t>
            </a:r>
          </a:p>
        </p:txBody>
      </p:sp>
      <p:sp>
        <p:nvSpPr>
          <p:cNvPr id="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إِيمَٰنًا" descr="إِيمَـٰن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إِيمَـ</a:t>
            </a:r>
            <a:r>
              <a:rPr sz="9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نًا</a:t>
            </a:r>
          </a:p>
        </p:txBody>
      </p:sp>
      <p:sp>
        <p:nvSpPr>
          <p:cNvPr id="12" name="Answer 1 Leen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Leen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4" name="Answer 2 Lazim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Lazim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6" name="Answer 3 Bada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Bada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إِيمَٰنًا" descr="إِيمَـٰنً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إِيمَـ</a:t>
            </a:r>
            <a:r>
              <a:rPr sz="3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نًا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سِيٓءَ بِهِمۡ" descr="سِيٓءَ بِهِم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سِيٓءَ بِهِمۡ</a:t>
            </a:r>
          </a:p>
        </p:txBody>
      </p:sp>
      <p:sp>
        <p:nvSpPr>
          <p:cNvPr id="14" name="Answer 1 Muttasi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Muttasi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6" name="Answer 2 'Iwad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'Iwad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'Iwad</a:t>
            </a:r>
          </a:p>
        </p:txBody>
      </p:sp>
      <p:sp>
        <p:nvSpPr>
          <p:cNvPr id="18" name="Answer 3 'Arid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'Arid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سِيٓءَ بِهِمۡ" descr="سِيٓءَ بِهِمۡ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سِيٓءَ بِهِمۡ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بِمَآ أُنزِلَ" descr="بِمَآ أُنزِل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600" b="1" lang="ar-SA">
                <a:solidFill>
                  <a:srgbClr val="2E2640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14" name="Answer 1 Bada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Bada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6" name="Answer 2 Munfasi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Munfasi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8" name="Answer 3 Muttasil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Muttasil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بِمَآ أُنزِلَ" descr="بِمَآ أُنزِل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B8A3E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ءَاتُوا۟" descr="ءَاتُوا۟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ءَاتُوا۟</a:t>
            </a:r>
          </a:p>
        </p:txBody>
      </p:sp>
      <p:sp>
        <p:nvSpPr>
          <p:cNvPr id="14" name="Answer 1 Lazim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Lazim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6" name="Answer 2 Bada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Bada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8" name="Answer 3 'Arid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'Arid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ءَاتُوا۟" descr="ءَاتُوا۟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ءَاتُوا۟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أَفۡوَاجًا" descr="أَفۡوَاج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أَفۡوَاجًا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Muttasi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Muttasi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7" name="Answer 2 Lazim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Lazim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9" name="Answer 3 'Iwad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'Iwad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'Iwad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أَفۡوَاجًا" descr="أَفۡوَاجً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أَفۡوَاجًا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أَفۡوَاجًا" descr="أَفۡوَاج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أَفۡوَاجًا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إِيمَٰنًا" descr="إِيمَـٰن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إِيمَـ</a:t>
            </a:r>
            <a:r>
              <a:rPr sz="9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نًا</a:t>
            </a:r>
          </a:p>
        </p:txBody>
      </p:sp>
      <p:sp>
        <p:nvSpPr>
          <p:cNvPr id="12" name="Answer 1 Leen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Leen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4" name="Answer 2 Lazim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Lazim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6" name="Answer 3 Bada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Bada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إِيمَٰنًا" descr="إِيمَـٰنً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إِيمَـ</a:t>
            </a:r>
            <a:r>
              <a:rPr sz="3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نًا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سِيٓءَ بِهِمۡ" descr="سِيٓءَ بِهِم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سِيٓءَ بِهِمۡ</a:t>
            </a:r>
          </a:p>
        </p:txBody>
      </p:sp>
      <p:sp>
        <p:nvSpPr>
          <p:cNvPr id="14" name="Answer 1 Muttasi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Muttasi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6" name="Answer 2 'Iwad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'Iwad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'Iwad</a:t>
            </a:r>
          </a:p>
        </p:txBody>
      </p:sp>
      <p:sp>
        <p:nvSpPr>
          <p:cNvPr id="18" name="Answer 3 'Arid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'Arid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سِيٓءَ بِهِمۡ" descr="سِيٓءَ بِهِمۡ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سِيٓءَ بِهِمۡ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بِمَآ أُنزِلَ" descr="بِمَآ أُنزِل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600" b="1" lang="ar-SA">
                <a:solidFill>
                  <a:srgbClr val="2E2640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14" name="Answer 1 Bada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Bada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6" name="Answer 2 Munfasi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Munfasi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8" name="Answer 3 Muttasil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Muttasil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بِمَآ أُنزِلَ" descr="بِمَآ أُنزِل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B8A3E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ءَاتُوا۟" descr="ءَاتُوا۟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ءَاتُوا۟</a:t>
            </a:r>
          </a:p>
        </p:txBody>
      </p:sp>
      <p:sp>
        <p:nvSpPr>
          <p:cNvPr id="14" name="Answer 1 Lazim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Lazim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6" name="Answer 2 Bada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Bada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8" name="Answer 3 'Arid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'Arid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ءَاتُوا۟" descr="ءَاتُوا۟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ءَاتُوا۟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أَفۡوَاجًا" descr="أَفۡوَاج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أَفۡوَاجًا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Muttasi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Muttasi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7" name="Answer 2 Lazim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Lazim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9" name="Answer 3 'Iwad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'Iwad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'Iwad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Find It!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700" b="1" lang="en-US">
                <a:solidFill>
                  <a:srgbClr val="8A6CF0"/>
                </a:solidFill>
                <a:latin typeface="Arial"/>
                <a:cs typeface="Arial"/>
              </a:rPr>
              <a:t>How to play: Find It!</a:t>
            </a:r>
          </a:p>
        </p:txBody>
      </p:sp>
      <p:sp>
        <p:nvSpPr>
          <p:cNvPr id="5" name="Line 1" descr="1.  Read every card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1.  Read every card.</a:t>
            </a:r>
          </a:p>
        </p:txBody>
      </p:sp>
      <p:sp>
        <p:nvSpPr>
          <p:cNvPr id="6" name="Line 2" descr="2.  Tap the card the question asks for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2.  Tap the card the question asks for.</a:t>
            </a:r>
          </a:p>
        </p:txBody>
      </p:sp>
      <p:sp>
        <p:nvSpPr>
          <p:cNvPr id="7" name="Line 3" descr="3.  Ding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3.  Ding! You get a star.</a:t>
            </a:r>
          </a:p>
        </p:txBody>
      </p:sp>
      <p:sp>
        <p:nvSpPr>
          <p:cNvPr id="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tt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Muttasil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يَٰٓأَيُّهَا" descr="يَـٰٓأَيُّهَا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ٓأَيُّهَا</a:t>
            </a:r>
          </a:p>
        </p:txBody>
      </p:sp>
      <p:sp>
        <p:nvSpPr>
          <p:cNvPr id="8" name="Card 2 ءَامَنُوا۟" descr="ءَامَنُوا۟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ءَامَنُوا۟</a:t>
            </a:r>
          </a:p>
        </p:txBody>
      </p:sp>
      <p:sp>
        <p:nvSpPr>
          <p:cNvPr id="9" name="Card 3 ٱلنِّسَآءِ" descr="ٱلنِّسَآءِ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ٱلنِّسَآءِ</a:t>
            </a:r>
          </a:p>
        </p:txBody>
      </p:sp>
      <p:sp>
        <p:nvSpPr>
          <p:cNvPr id="10" name="Card 4 سِيٓءَ بِهِمۡ" descr="سِيٓءَ بِهِمۡ">
            <a:hlinkClick action="ppaction://hlinksldjump" r:id="rId5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سِيٓءَ بِهِمۡ</a:t>
            </a:r>
          </a:p>
        </p:txBody>
      </p:sp>
      <p:sp>
        <p:nvSpPr>
          <p:cNvPr id="11" name="Card 5 ٱلۡحَآقَّةُ" descr="ٱلۡحَآقَّةُ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ٱلۡحَآقَّةُ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tt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Muttasil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يَٰٓأَيُّهَا" descr="يَـٰٓأَيُّهَا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ٓأَيُّهَا</a:t>
            </a:r>
          </a:p>
        </p:txBody>
      </p:sp>
      <p:sp>
        <p:nvSpPr>
          <p:cNvPr id="8" name="Card 2 ءَامَنُوا۟" descr="ءَامَنُوا۟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ءَامَنُوا۟</a:t>
            </a:r>
          </a:p>
        </p:txBody>
      </p:sp>
      <p:sp>
        <p:nvSpPr>
          <p:cNvPr id="9" name="Card 3 ٱلنِّسَآءِ" descr="ٱلنِّسَآءِ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ٱلنِّسَآءِ</a:t>
            </a:r>
          </a:p>
        </p:txBody>
      </p:sp>
      <p:sp>
        <p:nvSpPr>
          <p:cNvPr id="10" name="Card 4 سِيٓءَ بِهِمۡ" descr="سِيٓءَ بِهِمۡ">
            <a:hlinkClick action="ppaction://hlinksldjump" r:id="rId5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سِيٓءَ بِهِمۡ</a:t>
            </a:r>
          </a:p>
        </p:txBody>
      </p:sp>
      <p:sp>
        <p:nvSpPr>
          <p:cNvPr id="11" name="Card 5 ٱلۡحَآقَّةُ" descr="ٱلۡحَآقَّةُ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ٱلۡحَآقَّةُ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tt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Muttasil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يَٰٓأَيُّهَا" descr="يَـٰٓأَيُّهَا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ٓأَيُّهَا</a:t>
            </a:r>
          </a:p>
        </p:txBody>
      </p:sp>
      <p:sp>
        <p:nvSpPr>
          <p:cNvPr id="8" name="Card 2 ءَامَنُوا۟" descr="ءَامَنُوا۟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ءَامَنُوا۟</a:t>
            </a:r>
          </a:p>
        </p:txBody>
      </p:sp>
      <p:sp>
        <p:nvSpPr>
          <p:cNvPr id="9" name="Card 4 سِيٓءَ بِهِمۡ" descr="سِيٓءَ بِهِمۡ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سِيٓءَ بِهِمۡ</a:t>
            </a:r>
          </a:p>
        </p:txBody>
      </p:sp>
      <p:sp>
        <p:nvSpPr>
          <p:cNvPr id="10" name="Card 5 ٱلۡحَآقَّةُ" descr="ٱلۡحَآقَّةُ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ٱلۡحَآقَّةُ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tt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Muttasil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يَٰٓأَيُّهَا" descr="يَـٰٓأَيُّهَا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ٓأَيُّهَا</a:t>
            </a:r>
          </a:p>
        </p:txBody>
      </p:sp>
      <p:sp>
        <p:nvSpPr>
          <p:cNvPr id="8" name="Card 2 ءَامَنُوا۟" descr="ءَامَنُوا۟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ءَامَنُوا۟</a:t>
            </a:r>
          </a:p>
        </p:txBody>
      </p:sp>
      <p:sp>
        <p:nvSpPr>
          <p:cNvPr id="9" name="Card 4 سِيٓءَ بِهِمۡ" descr="سِيٓءَ بِهِمۡ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سِيٓءَ بِهِمۡ</a:t>
            </a:r>
          </a:p>
        </p:txBody>
      </p:sp>
      <p:sp>
        <p:nvSpPr>
          <p:cNvPr id="10" name="Card 5 ٱلۡحَآقَّةُ" descr="ٱلۡحَآقَّةُ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ٱلۡحَآقَّةُ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tt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Muttasil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يَٰٓأَيُّهَا" descr="يَـٰٓأَيُّهَا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ٓأَيُّهَا</a:t>
            </a:r>
          </a:p>
        </p:txBody>
      </p:sp>
      <p:sp>
        <p:nvSpPr>
          <p:cNvPr id="8" name="Card 2 ءَامَنُوا۟" descr="ءَامَنُوا۟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ءَامَنُوا۟</a:t>
            </a:r>
          </a:p>
        </p:txBody>
      </p:sp>
      <p:sp>
        <p:nvSpPr>
          <p:cNvPr id="9" name="Card 3 ٱلنِّسَآءِ" descr="ٱلنِّسَآءِ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ٱلنِّسَآءِ</a:t>
            </a:r>
          </a:p>
        </p:txBody>
      </p:sp>
      <p:sp>
        <p:nvSpPr>
          <p:cNvPr id="10" name="Card 5 ٱلۡحَآقَّةُ" descr="ٱلۡحَآقَّةُ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ٱلۡحَآقَّةُ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tt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Muttasil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يَٰٓأَيُّهَا" descr="يَـٰٓأَيُّهَا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ٓأَيُّهَا</a:t>
            </a:r>
          </a:p>
        </p:txBody>
      </p:sp>
      <p:sp>
        <p:nvSpPr>
          <p:cNvPr id="8" name="Card 2 ءَامَنُوا۟" descr="ءَامَنُوا۟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ءَامَنُوا۟</a:t>
            </a:r>
          </a:p>
        </p:txBody>
      </p:sp>
      <p:sp>
        <p:nvSpPr>
          <p:cNvPr id="9" name="Card 3 ٱلنِّسَآءِ" descr="ٱلنِّسَآءِ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ٱلنِّسَآءِ</a:t>
            </a:r>
          </a:p>
        </p:txBody>
      </p:sp>
      <p:sp>
        <p:nvSpPr>
          <p:cNvPr id="10" name="Card 5 ٱلۡحَآقَّةُ" descr="ٱلۡحَآقَّةُ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ٱلۡحَآقَّةُ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tt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Muttasil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يَٰٓأَيُّهَا" descr="يَـٰٓأَيُّهَا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ٓأَيُّهَا</a:t>
            </a:r>
          </a:p>
        </p:txBody>
      </p:sp>
      <p:sp>
        <p:nvSpPr>
          <p:cNvPr id="8" name="Card 2 ءَامَنُوا۟" descr="ءَامَنُوا۟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ءَامَنُوا۟</a:t>
            </a:r>
          </a:p>
        </p:txBody>
      </p:sp>
      <p:sp>
        <p:nvSpPr>
          <p:cNvPr id="9" name="Card 5 ٱلۡحَآقَّةُ" descr="ٱلۡحَآقَّةُ"/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ٱلۡحَآقَّةُ</a:t>
            </a:r>
          </a:p>
        </p:txBody>
      </p:sp>
      <p:sp>
        <p:nvSpPr>
          <p:cNvPr id="10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1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20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How Many Counts?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How to play: How Many Counts?</a:t>
            </a:r>
          </a:p>
        </p:txBody>
      </p:sp>
      <p:sp>
        <p:nvSpPr>
          <p:cNvPr id="5" name="Line 1" descr="1.  Read the words from the Mushaf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1.  Read the words from the Mushaf.</a:t>
            </a:r>
          </a:p>
        </p:txBody>
      </p:sp>
      <p:sp>
        <p:nvSpPr>
          <p:cNvPr id="6" name="Line 2" descr="2.  How long is the madd?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2.  How long is the madd?</a:t>
            </a:r>
          </a:p>
        </p:txBody>
      </p:sp>
      <p:sp>
        <p:nvSpPr>
          <p:cNvPr id="7" name="Line 3" descr="3.  Tap the number of counts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3.  Tap the number of counts.</a:t>
            </a:r>
          </a:p>
        </p:txBody>
      </p:sp>
      <p:sp>
        <p:nvSpPr>
          <p:cNvPr id="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يَٰٓأَيُّهَا" descr="يَـٰٓأَيُّه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يَـ</a:t>
            </a:r>
            <a:r>
              <a:rPr sz="9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ٓأَيُّهَا</a:t>
            </a:r>
          </a:p>
        </p:txBody>
      </p:sp>
      <p:sp>
        <p:nvSpPr>
          <p:cNvPr id="12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4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6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8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يَٰٓأَيُّهَا" descr="يَـٰٓأَيُّه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يَـ</a:t>
            </a:r>
            <a:r>
              <a:rPr sz="3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ٓأَيُّهَا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قُوٓا۟ أَنفُسَكُمۡ" descr="قُوٓا۟ أَنفُسَكُم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قُوٓا۟ أَنفُسَكُمۡ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قُوٓا۟ أَنفُسَكُمۡ" descr="قُوٓا۟ أَنفُسَكُمۡ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قُوٓا۟ أَنفُسَكُمۡ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صٓ" descr="صٓ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صٓ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صٓ" descr="صٓ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صٓ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سَوَآءٌ" descr="سَوَآءٌ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سَوَآءٌ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سَوَآءٌ" descr="سَوَآءٌ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سَوَآءٌ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يَشَآءُ" descr="يَشَآء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يَشَآءُ" descr="يَشَآء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يَشَآءُ" descr="يَشَآء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يَٰٓأَيُّهَا" descr="يَـٰٓأَيُّه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يَـ</a:t>
            </a:r>
            <a:r>
              <a:rPr sz="9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ٓأَيُّهَا</a:t>
            </a:r>
          </a:p>
        </p:txBody>
      </p:sp>
      <p:sp>
        <p:nvSpPr>
          <p:cNvPr id="12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4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6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8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يَٰٓأَيُّهَا" descr="يَـٰٓأَيُّه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يَـ</a:t>
            </a:r>
            <a:r>
              <a:rPr sz="3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ٓأَيُّهَا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قُوٓا۟ أَنفُسَكُمۡ" descr="قُوٓا۟ أَنفُسَكُم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قُوٓا۟ أَنفُسَكُمۡ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قُوٓا۟ أَنفُسَكُمۡ" descr="قُوٓا۟ أَنفُسَكُمۡ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قُوٓا۟ أَنفُسَكُمۡ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صٓ" descr="صٓ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صٓ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صٓ" descr="صٓ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صٓ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سَوَآءٌ" descr="سَوَآءٌ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سَوَآءٌ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سَوَآءٌ" descr="سَوَآءٌ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سَوَآءٌ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يَشَآءُ" descr="يَشَآء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شَآءَ" descr="شَآء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12" name="Answer 1 Muttasi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Muttasi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4" name="Answer 2 Lazim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Lazim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6" name="Answer 3 'Arid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'Arid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شَآءَ" descr="شَآء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صَّآخَّةُ" descr="ٱلصَّآخَّة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14" name="Answer 1 Lazim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Lazim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6" name="Answer 2 'Iwad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'Iwad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'Iwad</a:t>
            </a:r>
          </a:p>
        </p:txBody>
      </p:sp>
      <p:sp>
        <p:nvSpPr>
          <p:cNvPr id="18" name="Answer 3 Munfasi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Munfasi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صَّآخَّةُ" descr="ٱلصَّآخَّة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يَعۡلَمُونَ" descr="يَعۡلَمُو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يَعۡلَمُونَ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'Iwad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'Iwad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'Iwad</a:t>
            </a:r>
          </a:p>
        </p:txBody>
      </p:sp>
      <p:sp>
        <p:nvSpPr>
          <p:cNvPr id="17" name="Answer 2 Badal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Badal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9" name="Answer 3 'Arid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'Arid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يَعۡلَمُونَ" descr="يَعۡلَمُو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يَعۡلَمُونَ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سَوَآءٌ" descr="سَوَآءٌ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سَوَآءٌ</a:t>
            </a:r>
          </a:p>
        </p:txBody>
      </p:sp>
      <p:sp>
        <p:nvSpPr>
          <p:cNvPr id="14" name="Answer 1 Leen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Leen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6" name="Answer 2 Munfasil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Munfasil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8" name="Answer 3 Muttasi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Muttasi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سَوَآءٌ" descr="سَوَآءٌ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سَوَآءٌ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لَآ إِلَٰهَ" descr="لَآ إِلَـٰه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لَآ إِلَـ</a:t>
            </a:r>
            <a:r>
              <a:rPr sz="9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</a:t>
            </a:r>
          </a:p>
        </p:txBody>
      </p:sp>
      <p:sp>
        <p:nvSpPr>
          <p:cNvPr id="14" name="Answer 1 Bada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Bada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6" name="Answer 2 Munfasi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Munfasi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8" name="Answer 3 'Arid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'Arid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لَآ إِلَٰهَ" descr="لَآ إِلَـٰه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2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لَآ إِلَـ</a:t>
            </a:r>
            <a:r>
              <a:rPr sz="3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2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هَ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لَآ إِلَٰهَ" descr="لَآ إِلَـٰه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لَآ إِلَـ</a:t>
            </a:r>
            <a:r>
              <a:rPr sz="9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شَآءَ" descr="شَآء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12" name="Answer 1 Muttasi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Muttasi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4" name="Answer 2 Lazim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Lazim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6" name="Answer 3 'Arid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'Arid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شَآءَ" descr="شَآء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صَّآخَّةُ" descr="ٱلصَّآخَّة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14" name="Answer 1 Lazim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Lazim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6" name="Answer 2 'Iwad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'Iwad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'Iwad</a:t>
            </a:r>
          </a:p>
        </p:txBody>
      </p:sp>
      <p:sp>
        <p:nvSpPr>
          <p:cNvPr id="18" name="Answer 3 Munfasi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Munfasi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صَّآخَّةُ" descr="ٱلصَّآخَّة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يَعۡلَمُونَ" descr="يَعۡلَمُو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يَعۡلَمُونَ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'Iwad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'Iwad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'Iwad</a:t>
            </a:r>
          </a:p>
        </p:txBody>
      </p:sp>
      <p:sp>
        <p:nvSpPr>
          <p:cNvPr id="17" name="Answer 2 Badal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Badal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9" name="Answer 3 'Arid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'Arid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يَعۡلَمُونَ" descr="يَعۡلَمُو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يَعۡلَمُونَ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سَوَآءٌ" descr="سَوَآءٌ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سَوَآءٌ</a:t>
            </a:r>
          </a:p>
        </p:txBody>
      </p:sp>
      <p:sp>
        <p:nvSpPr>
          <p:cNvPr id="14" name="Answer 1 Leen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Leen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6" name="Answer 2 Munfasil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Munfasil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8" name="Answer 3 Muttasi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Muttasi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سَوَآءٌ" descr="سَوَآءٌ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سَوَآءٌ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لَآ إِلَٰهَ" descr="لَآ إِلَـٰه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لَآ إِلَـ</a:t>
            </a:r>
            <a:r>
              <a:rPr sz="9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</a:t>
            </a:r>
          </a:p>
        </p:txBody>
      </p:sp>
      <p:sp>
        <p:nvSpPr>
          <p:cNvPr id="14" name="Answer 1 Bada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Bada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6" name="Answer 2 Munfasi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Munfasi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8" name="Answer 3 'Arid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'Arid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nf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Munfasil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ٱلۡحَآقَّةُ" descr="ٱلۡحَآقَّةُ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ٱلۡحَآقَّةُ</a:t>
            </a:r>
          </a:p>
        </p:txBody>
      </p:sp>
      <p:sp>
        <p:nvSpPr>
          <p:cNvPr id="8" name="Card 2 وَمَآ أَدۡرَىٰكَ" descr="وَمَآ أَدۡرَىٰك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وَمَآ أَدۡرَى</a:t>
            </a:r>
            <a:r>
              <a:rPr sz="34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9" name="Card 3 دَآبَّةٍ" descr="دَآبَّةٍ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10" name="Card 4 فِيٓ أَنفُسِكُمۡ" descr="فِيٓ أَنفُسِكُمۡ">
            <a:hlinkClick action="ppaction://hlinksldjump" r:id="rId5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فِيٓ أَنفُسِكُمۡ</a:t>
            </a:r>
          </a:p>
        </p:txBody>
      </p:sp>
      <p:sp>
        <p:nvSpPr>
          <p:cNvPr id="11" name="Card 5 يَشَآءُ" descr="يَشَآءُ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nf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Munfasil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ٱلۡحَآقَّةُ" descr="ٱلۡحَآقَّةُ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ٱلۡحَآقَّةُ</a:t>
            </a:r>
          </a:p>
        </p:txBody>
      </p:sp>
      <p:sp>
        <p:nvSpPr>
          <p:cNvPr id="8" name="Card 2 وَمَآ أَدۡرَىٰكَ" descr="وَمَآ أَدۡرَىٰك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وَمَآ أَدۡرَى</a:t>
            </a:r>
            <a:r>
              <a:rPr sz="34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9" name="Card 3 دَآبَّةٍ" descr="دَآبَّةٍ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10" name="Card 4 فِيٓ أَنفُسِكُمۡ" descr="فِيٓ أَنفُسِكُمۡ">
            <a:hlinkClick action="ppaction://hlinksldjump" r:id="rId5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فِيٓ أَنفُسِكُمۡ</a:t>
            </a:r>
          </a:p>
        </p:txBody>
      </p:sp>
      <p:sp>
        <p:nvSpPr>
          <p:cNvPr id="11" name="Card 5 يَشَآءُ" descr="يَشَآءُ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nf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Munfasil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ٱلۡحَآقَّةُ" descr="ٱلۡحَآقَّةُ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ٱلۡحَآقَّةُ</a:t>
            </a:r>
          </a:p>
        </p:txBody>
      </p:sp>
      <p:sp>
        <p:nvSpPr>
          <p:cNvPr id="8" name="Card 3 دَآبَّةٍ" descr="دَآبَّةٍ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9" name="Card 4 فِيٓ أَنفُسِكُمۡ" descr="فِيٓ أَنفُسِكُمۡ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فِيٓ أَنفُسِكُمۡ</a:t>
            </a:r>
          </a:p>
        </p:txBody>
      </p:sp>
      <p:sp>
        <p:nvSpPr>
          <p:cNvPr id="10" name="Card 5 يَشَآءُ" descr="يَشَآءُ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nf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Munfasil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ٱلۡحَآقَّةُ" descr="ٱلۡحَآقَّةُ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ٱلۡحَآقَّةُ</a:t>
            </a:r>
          </a:p>
        </p:txBody>
      </p:sp>
      <p:sp>
        <p:nvSpPr>
          <p:cNvPr id="8" name="Card 3 دَآبَّةٍ" descr="دَآبَّةٍ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9" name="Card 4 فِيٓ أَنفُسِكُمۡ" descr="فِيٓ أَنفُسِكُمۡ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فِيٓ أَنفُسِكُمۡ</a:t>
            </a:r>
          </a:p>
        </p:txBody>
      </p:sp>
      <p:sp>
        <p:nvSpPr>
          <p:cNvPr id="10" name="Card 5 يَشَآءُ" descr="يَشَآءُ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nf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Munfasil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ٱلۡحَآقَّةُ" descr="ٱلۡحَآقَّةُ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ٱلۡحَآقَّةُ</a:t>
            </a:r>
          </a:p>
        </p:txBody>
      </p:sp>
      <p:sp>
        <p:nvSpPr>
          <p:cNvPr id="8" name="Card 2 وَمَآ أَدۡرَىٰكَ" descr="وَمَآ أَدۡرَىٰك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وَمَآ أَدۡرَى</a:t>
            </a:r>
            <a:r>
              <a:rPr sz="34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9" name="Card 3 دَآبَّةٍ" descr="دَآبَّةٍ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10" name="Card 5 يَشَآءُ" descr="يَشَآءُ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nf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Munfasil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ٱلۡحَآقَّةُ" descr="ٱلۡحَآقَّةُ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ٱلۡحَآقَّةُ</a:t>
            </a:r>
          </a:p>
        </p:txBody>
      </p:sp>
      <p:sp>
        <p:nvSpPr>
          <p:cNvPr id="8" name="Card 2 وَمَآ أَدۡرَىٰكَ" descr="وَمَآ أَدۡرَىٰك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وَمَآ أَدۡرَى</a:t>
            </a:r>
            <a:r>
              <a:rPr sz="34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9" name="Card 3 دَآبَّةٍ" descr="دَآبَّةٍ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10" name="Card 5 يَشَآءُ" descr="يَشَآءُ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nf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Munfasil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ٱلۡحَآقَّةُ" descr="ٱلۡحَآقَّةُ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ٱلۡحَآقَّةُ</a:t>
            </a:r>
          </a:p>
        </p:txBody>
      </p:sp>
      <p:sp>
        <p:nvSpPr>
          <p:cNvPr id="8" name="Card 3 دَآبَّةٍ" descr="دَآبَّةٍ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9" name="Card 5 يَشَآءُ" descr="يَشَآءُ"/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10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1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20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قُوٓا۟ أَنفُسَكُمۡ" descr="قُوٓا۟ أَنفُسَكُم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قُوٓا۟ أَنفُسَكُمۡ</a:t>
            </a:r>
          </a:p>
        </p:txBody>
      </p:sp>
      <p:sp>
        <p:nvSpPr>
          <p:cNvPr id="12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4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6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8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قُوٓا۟ أَنفُسَكُمۡ" descr="قُوٓا۟ أَنفُسَكُمۡ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قُوٓا۟ أَنفُسَكُمۡ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نَسۡتَعِينُ" descr="نَسۡتَعِين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نَسۡتَعِينُ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7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9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1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نَسۡتَعِينُ" descr="نَسۡتَعِين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نَسۡتَعِينُ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طَّآمَّةُ" descr="ٱلطَّآمَّة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ٱلطَّآمَّةُ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طَّآمَّةُ" descr="ٱلطَّآمَّة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ٱلطَّآمَّةُ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بَيۡتِ" descr="ٱلۡبَيۡت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ٱلۡبَيۡتِ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7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9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1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ۡبَيۡتِ" descr="ٱلۡبَيۡت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ٱلۡبَيۡتِ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دِّينِ" descr="ٱلدِّين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ٱلدِّينِ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7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9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1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دِّينِ" descr="ٱلدِّين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ٱلدِّينِ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دِّينِ" descr="ٱلدِّين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ٱلدِّينِ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قُوٓا۟ أَنفُسَكُمۡ" descr="قُوٓا۟ أَنفُسَكُم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قُوٓا۟ أَنفُسَكُمۡ</a:t>
            </a:r>
          </a:p>
        </p:txBody>
      </p:sp>
      <p:sp>
        <p:nvSpPr>
          <p:cNvPr id="12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4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6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8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قُوٓا۟ أَنفُسَكُمۡ" descr="قُوٓا۟ أَنفُسَكُمۡ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قُوٓا۟ أَنفُسَكُمۡ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نَسۡتَعِينُ" descr="نَسۡتَعِين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نَسۡتَعِينُ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7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9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1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3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نَسۡتَعِينُ" descr="نَسۡتَعِين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نَسۡتَعِينُ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طَّآمَّةُ" descr="ٱلطَّآمَّة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ٱلطَّآمَّةُ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طَّآمَّةُ" descr="ٱلطَّآمَّة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ٱلطَّآمَّةُ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بَيۡتِ" descr="ٱلۡبَيۡت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ٱلۡبَيۡتِ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7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9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1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3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ۡبَيۡتِ" descr="ٱلۡبَيۡت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ٱلۡبَيۡتِ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دِّينِ" descr="ٱلدِّين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ٱلدِّينِ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7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9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1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3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ءَامَنُوا۟" descr="ءَامَنُوا۟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ءَامَنُوا۟</a:t>
            </a:r>
          </a:p>
        </p:txBody>
      </p:sp>
      <p:sp>
        <p:nvSpPr>
          <p:cNvPr id="12" name="Answer 1 Lazim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Lazim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4" name="Answer 2 Muttasil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Muttasil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6" name="Answer 3 Bada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Bada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ءَامَنُوا۟" descr="ءَامَنُوا۟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ءَامَنُوا۟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حَكِيمًا" descr="حَكِيم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Arial"/>
                <a:cs typeface="Arial"/>
              </a:rPr>
              <a:t>حَكِيمًا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'Arid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'Arid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7" name="Answer 2 Munfasil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Munfasil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9" name="Answer 3 'Iwad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'Iwad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'Iwad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حَكِيمًا" descr="حَكِيمً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حَكِيمًا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نَسۡتَعِينُ" descr="نَسۡتَعِين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نَسۡتَعِينُ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'Arid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'Arid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7" name="Answer 2 Bada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Bada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9" name="Answer 3 'Iwad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'Iwad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'Iwad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نَسۡتَعِينُ" descr="نَسۡتَعِين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نَسۡتَعِينُ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صٓ" descr="صٓ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صٓ</a:t>
            </a:r>
          </a:p>
        </p:txBody>
      </p:sp>
      <p:sp>
        <p:nvSpPr>
          <p:cNvPr id="14" name="Answer 1 Lazim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Lazim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6" name="Answer 2 Munfasi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Munfasi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8" name="Answer 3 'Arid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'Arid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صٓ" descr="صٓ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صٓ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قُوٓا۟ أَنفُسَكُمۡ" descr="قُوٓا۟ أَنفُسَكُم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قُوٓا۟ أَنفُسَكُمۡ</a:t>
            </a:r>
          </a:p>
        </p:txBody>
      </p:sp>
      <p:sp>
        <p:nvSpPr>
          <p:cNvPr id="14" name="Answer 1 Bada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Bada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6" name="Answer 2 Lazim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Lazim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8" name="Answer 3 Munfasi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Munfasi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قُوٓا۟ أَنفُسَكُمۡ" descr="قُوٓا۟ أَنفُسَكُمۡ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قُوٓا۟ أَنفُسَكُمۡ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قُوٓا۟ أَنفُسَكُمۡ" descr="قُوٓا۟ أَنفُسَكُم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قُوٓا۟ أَنفُسَكُمۡ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ءَامَنُوا۟" descr="ءَامَنُوا۟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ءَامَنُوا۟</a:t>
            </a:r>
          </a:p>
        </p:txBody>
      </p:sp>
      <p:sp>
        <p:nvSpPr>
          <p:cNvPr id="12" name="Answer 1 Lazim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Lazim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4" name="Answer 2 Muttasil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Muttasil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6" name="Answer 3 Bada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Bada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ءَامَنُوا۟" descr="ءَامَنُوا۟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ءَامَنُوا۟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حَكِيمًا" descr="حَكِيم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Arial"/>
                <a:cs typeface="Arial"/>
              </a:rPr>
              <a:t>حَكِيمًا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'Arid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'Arid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7" name="Answer 2 Munfasil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Munfasil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9" name="Answer 3 'Iwad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'Iwad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'Iwad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حَكِيمًا" descr="حَكِيمً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حَكِيمًا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نَسۡتَعِينُ" descr="نَسۡتَعِين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نَسۡتَعِينُ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'Arid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'Arid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7" name="Answer 2 Bada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Bada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9" name="Answer 3 'Iwad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'Iwad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'Iwad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نَسۡتَعِينُ" descr="نَسۡتَعِين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نَسۡتَعِينُ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صٓ" descr="صٓ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صٓ</a:t>
            </a:r>
          </a:p>
        </p:txBody>
      </p:sp>
      <p:sp>
        <p:nvSpPr>
          <p:cNvPr id="14" name="Answer 1 Lazim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Lazim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6" name="Answer 2 Munfasi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Munfasi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8" name="Answer 3 'Arid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'Arid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صٓ" descr="صٓ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صٓ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قُوٓا۟ أَنفُسَكُمۡ" descr="قُوٓا۟ أَنفُسَكُم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قُوٓا۟ أَنفُسَكُمۡ</a:t>
            </a:r>
          </a:p>
        </p:txBody>
      </p:sp>
      <p:sp>
        <p:nvSpPr>
          <p:cNvPr id="14" name="Answer 1 Bada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Bada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6" name="Answer 2 Lazim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Lazim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8" name="Answer 3 Munfasi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Munfasi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Bada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Badal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ٱلۡمَآءِ" descr="ٱلۡمَآءِ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ٱلۡمَآءِ</a:t>
            </a:r>
          </a:p>
        </p:txBody>
      </p:sp>
      <p:sp>
        <p:nvSpPr>
          <p:cNvPr id="8" name="Card 2 سَوَآءٌ" descr="سَوَآءٌ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سَوَآءٌ</a:t>
            </a:r>
          </a:p>
        </p:txBody>
      </p:sp>
      <p:sp>
        <p:nvSpPr>
          <p:cNvPr id="9" name="Card 3 ٱلصَّآخَّةُ" descr="ٱلصَّآخَّةُ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10" name="Card 4 ءَامَنُوا۟" descr="ءَامَنُوا۟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ءَامَنُوا۟</a:t>
            </a:r>
          </a:p>
        </p:txBody>
      </p:sp>
      <p:sp>
        <p:nvSpPr>
          <p:cNvPr id="11" name="Card 5 إِيمَٰنًا" descr="إِيمَـٰنًا">
            <a:hlinkClick action="ppaction://hlinksldjump" r:id="rId5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إِيمَـ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نًا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Bada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Badal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ٱلۡمَآءِ" descr="ٱلۡمَآءِ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ٱلۡمَآءِ</a:t>
            </a:r>
          </a:p>
        </p:txBody>
      </p:sp>
      <p:sp>
        <p:nvSpPr>
          <p:cNvPr id="8" name="Card 2 سَوَآءٌ" descr="سَوَآءٌ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سَوَآءٌ</a:t>
            </a:r>
          </a:p>
        </p:txBody>
      </p:sp>
      <p:sp>
        <p:nvSpPr>
          <p:cNvPr id="9" name="Card 3 ٱلصَّآخَّةُ" descr="ٱلصَّآخَّةُ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10" name="Card 4 ءَامَنُوا۟" descr="ءَامَنُوا۟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ءَامَنُوا۟</a:t>
            </a:r>
          </a:p>
        </p:txBody>
      </p:sp>
      <p:sp>
        <p:nvSpPr>
          <p:cNvPr id="11" name="Card 5 إِيمَٰنًا" descr="إِيمَـٰنًا">
            <a:hlinkClick action="ppaction://hlinksldjump" r:id="rId5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إِيمَـ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نًا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Bada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Badal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ٱلۡمَآءِ" descr="ٱلۡمَآءِ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ٱلۡمَآءِ</a:t>
            </a:r>
          </a:p>
        </p:txBody>
      </p:sp>
      <p:sp>
        <p:nvSpPr>
          <p:cNvPr id="8" name="Card 2 سَوَآءٌ" descr="سَوَآءٌ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سَوَآءٌ</a:t>
            </a:r>
          </a:p>
        </p:txBody>
      </p:sp>
      <p:sp>
        <p:nvSpPr>
          <p:cNvPr id="9" name="Card 3 ٱلصَّآخَّةُ" descr="ٱلصَّآخَّةُ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10" name="Card 5 إِيمَٰنًا" descr="إِيمَـٰنًا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إِيمَـ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نًا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Bada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Badal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ٱلۡمَآءِ" descr="ٱلۡمَآءِ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ٱلۡمَآءِ</a:t>
            </a:r>
          </a:p>
        </p:txBody>
      </p:sp>
      <p:sp>
        <p:nvSpPr>
          <p:cNvPr id="8" name="Card 2 سَوَآءٌ" descr="سَوَآءٌ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سَوَآءٌ</a:t>
            </a:r>
          </a:p>
        </p:txBody>
      </p:sp>
      <p:sp>
        <p:nvSpPr>
          <p:cNvPr id="9" name="Card 3 ٱلصَّآخَّةُ" descr="ٱلصَّآخَّةُ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10" name="Card 5 إِيمَٰنًا" descr="إِيمَـٰنًا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إِيمَـ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نًا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Bada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Badal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ٱلۡمَآءِ" descr="ٱلۡمَآءِ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ٱلۡمَآءِ</a:t>
            </a:r>
          </a:p>
        </p:txBody>
      </p:sp>
      <p:sp>
        <p:nvSpPr>
          <p:cNvPr id="8" name="Card 2 سَوَآءٌ" descr="سَوَآءٌ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سَوَآءٌ</a:t>
            </a:r>
          </a:p>
        </p:txBody>
      </p:sp>
      <p:sp>
        <p:nvSpPr>
          <p:cNvPr id="9" name="Card 3 ٱلصَّآخَّةُ" descr="ٱلصَّآخَّةُ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10" name="Card 4 ءَامَنُوا۟" descr="ءَامَنُوا۟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ءَامَنُوا۟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Bada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Badal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ٱلۡمَآءِ" descr="ٱلۡمَآءِ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ٱلۡمَآءِ</a:t>
            </a:r>
          </a:p>
        </p:txBody>
      </p:sp>
      <p:sp>
        <p:nvSpPr>
          <p:cNvPr id="8" name="Card 2 سَوَآءٌ" descr="سَوَآءٌ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سَوَآءٌ</a:t>
            </a:r>
          </a:p>
        </p:txBody>
      </p:sp>
      <p:sp>
        <p:nvSpPr>
          <p:cNvPr id="9" name="Card 3 ٱلصَّآخَّةُ" descr="ٱلصَّآخَّةُ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10" name="Card 4 ءَامَنُوا۟" descr="ءَامَنُوا۟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ءَامَنُوا۟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Bada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Badal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ٱلۡمَآءِ" descr="ٱلۡمَآءِ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ٱلۡمَآءِ</a:t>
            </a:r>
          </a:p>
        </p:txBody>
      </p:sp>
      <p:sp>
        <p:nvSpPr>
          <p:cNvPr id="8" name="Card 2 سَوَآءٌ" descr="سَوَآءٌ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سَوَآءٌ</a:t>
            </a:r>
          </a:p>
        </p:txBody>
      </p:sp>
      <p:sp>
        <p:nvSpPr>
          <p:cNvPr id="9" name="Card 3 ٱلصَّآخَّةُ" descr="ٱلصَّآخَّةُ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10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1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ٱلۡبَيۡتِ" descr="ٱلۡبَيۡت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ٱلۡبَيۡتِ</a:t>
            </a:r>
          </a:p>
        </p:txBody>
      </p:sp>
      <p:sp>
        <p:nvSpPr>
          <p:cNvPr id="12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3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5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7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9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ۡبَيۡتِ" descr="ٱلۡبَيۡت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ٱلۡبَيۡتِ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سِيٓءَ بِهِمۡ" descr="سِيٓءَ بِهِم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سِيٓءَ بِهِمۡ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سِيٓءَ بِهِمۡ" descr="سِيٓءَ بِهِمۡ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سِيٓءَ بِهِمۡ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لَآ إِلَٰهَ" descr="لَآ إِلَـٰه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لَآ إِلَـ</a:t>
            </a:r>
            <a:r>
              <a:rPr sz="9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لَآ إِلَٰهَ" descr="لَآ إِلَـٰه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2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لَآ إِلَـ</a:t>
            </a:r>
            <a:r>
              <a:rPr sz="3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2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هَ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عَٰلَمِينَ" descr="ٱلۡعَـٰلَمِي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ٱلۡعَـ</a:t>
            </a:r>
            <a:r>
              <a:rPr sz="7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لَمِينَ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7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9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1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ۡعَٰلَمِينَ" descr="ٱلۡعَـٰلَمِي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ٱلۡعَـ</a:t>
            </a:r>
            <a:r>
              <a:rPr sz="2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2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لَمِينَ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حَآقَّةُ" descr="ٱلۡحَآقَّة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ٱلۡحَآقَّةُ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ۡحَآقَّةُ" descr="ٱلۡحَآقَّة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ٱلۡحَآقَّةُ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حَآقَّةُ" descr="ٱلۡحَآقَّة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ٱلۡحَآقَّةُ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ٱلۡبَيۡتِ" descr="ٱلۡبَيۡت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ٱلۡبَيۡتِ</a:t>
            </a:r>
          </a:p>
        </p:txBody>
      </p:sp>
      <p:sp>
        <p:nvSpPr>
          <p:cNvPr id="12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3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5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7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9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ۡبَيۡتِ" descr="ٱلۡبَيۡت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ٱلۡبَيۡتِ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سِيٓءَ بِهِمۡ" descr="سِيٓءَ بِهِم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سِيٓءَ بِهِمۡ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سِيٓءَ بِهِمۡ" descr="سِيٓءَ بِهِمۡ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سِيٓءَ بِهِمۡ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لَآ إِلَٰهَ" descr="لَآ إِلَـٰه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لَآ إِلَـ</a:t>
            </a:r>
            <a:r>
              <a:rPr sz="9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لَآ إِلَٰهَ" descr="لَآ إِلَـٰه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2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لَآ إِلَـ</a:t>
            </a:r>
            <a:r>
              <a:rPr sz="3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2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هَ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عَٰلَمِينَ" descr="ٱلۡعَـٰلَمِي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ٱلۡعَـ</a:t>
            </a:r>
            <a:r>
              <a:rPr sz="7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لَمِينَ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7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9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1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3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ۡعَٰلَمِينَ" descr="ٱلۡعَـٰلَمِي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ٱلۡعَـ</a:t>
            </a:r>
            <a:r>
              <a:rPr sz="2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2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لَمِينَ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حَآقَّةُ" descr="ٱلۡحَآقَّة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ٱلۡحَآقَّةُ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Mystery Gifts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800" b="1" lang="en-US">
                <a:solidFill>
                  <a:srgbClr val="8A6CF0"/>
                </a:solidFill>
                <a:latin typeface="Arial"/>
                <a:cs typeface="Arial"/>
              </a:rPr>
              <a:t>How to play: Mystery Gifts</a:t>
            </a:r>
          </a:p>
        </p:txBody>
      </p:sp>
      <p:sp>
        <p:nvSpPr>
          <p:cNvPr id="5" name="Line 1" descr="1.  Tap a gift to open it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1.  Tap a gift to open it.</a:t>
            </a:r>
          </a:p>
        </p:txBody>
      </p:sp>
      <p:sp>
        <p:nvSpPr>
          <p:cNvPr id="6" name="Line 2" descr="2.  Read what is inside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2.  Read what is inside.</a:t>
            </a:r>
          </a:p>
        </p:txBody>
      </p:sp>
      <p:sp>
        <p:nvSpPr>
          <p:cNvPr id="7" name="Line 3" descr="3.  Go back and open another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3.  Go back and open another!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524125"/>
            <a:ext cx="2095500" cy="104775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ٱلرَّحِيمِ" descr="ٱلرَّحِيمِ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ٱلرَّحِيمِ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عَلِيمًا" descr="عَلِيمً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400" b="1" lang="ar-SA">
                <a:solidFill>
                  <a:srgbClr val="2E2640"/>
                </a:solidFill>
                <a:latin typeface="Arial"/>
                <a:cs typeface="Arial"/>
              </a:rPr>
              <a:t>عَلِيمًا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إِنَّآ أَعۡطَيۡنَٰكَ" descr="إِنَّآ أَعۡطَيۡنَـٰك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إِنَّآ أَعۡطَيۡنَـ</a:t>
            </a:r>
            <a:r>
              <a:rPr sz="5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ٱلۡبَيۡتِ" descr="ٱلۡبَيۡتِ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ٱلۡبَيۡتِ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دَآبَّةٍ" descr="دَآبَّةٍ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3100" b="1" lang="ar-SA">
                <a:solidFill>
                  <a:srgbClr val="2E2640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بِمَآ أُنزِلَ" descr="بِمَآ أُنزِل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900" b="1" lang="ar-SA">
                <a:solidFill>
                  <a:srgbClr val="2E2640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ٱلنِّسَآءِ" descr="ٱلنِّسَآءِ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ٱلنِّسَآءِ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قُوٓا۟ أَنفُسَكُمۡ" descr="قُوٓا۟ أَنفُسَكُمۡ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قُوٓا۟ أَنفُسَكُمۡ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دَآبَّةٍ" descr="دَآبَّةٍ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12" name="Answer 1 'Arid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'Arid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4" name="Answer 2 Leen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Leen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6" name="Answer 3 Lazim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Lazim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دَآبَّةٍ" descr="دَآبَّةٍ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نِّسَآءِ" descr="ٱلنِّسَآء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ٱلنِّسَآءِ</a:t>
            </a:r>
          </a:p>
        </p:txBody>
      </p:sp>
      <p:sp>
        <p:nvSpPr>
          <p:cNvPr id="14" name="Answer 1 Muttasi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Muttasi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6" name="Answer 2 Munfasi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Munfasi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8" name="Answer 3 Bada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Bada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نِّسَآءِ" descr="ٱلنِّسَآء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ٱلنِّسَآءِ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ءَادَمَ" descr="ءَادَم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ءَادَمَ</a:t>
            </a:r>
          </a:p>
        </p:txBody>
      </p:sp>
      <p:sp>
        <p:nvSpPr>
          <p:cNvPr id="14" name="Answer 1 Lazim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Lazim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6" name="Answer 2 Bada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Bada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8" name="Answer 3 'Arid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'Arid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ءَادَمَ" descr="ءَادَم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ءَادَمَ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حَآقَّةُ" descr="ٱلۡحَآقَّة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ٱلۡحَآقَّةُ</a:t>
            </a:r>
          </a:p>
        </p:txBody>
      </p:sp>
      <p:sp>
        <p:nvSpPr>
          <p:cNvPr id="14" name="Answer 1 Lazim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Lazim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6" name="Answer 2 'Arid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'Arid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8" name="Answer 3 Munfasi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Munfasi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ۡحَآقَّةُ" descr="ٱلۡحَآقَّة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ٱلۡحَآقَّةُ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مَآءِ" descr="ٱلۡمَآء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ٱلۡمَآءِ</a:t>
            </a:r>
          </a:p>
        </p:txBody>
      </p:sp>
      <p:sp>
        <p:nvSpPr>
          <p:cNvPr id="14" name="Answer 1 Munfasi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Munfasi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6" name="Answer 2 Muttasi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Muttasi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8" name="Answer 3 'Arid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'Arid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ۡمَآءِ" descr="ٱلۡمَآء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ٱلۡمَآءِ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مَآءِ" descr="ٱلۡمَآء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ٱلۡمَآءِ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دَآبَّةٍ" descr="دَآبَّةٍ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12" name="Answer 1 'Arid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'Arid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4" name="Answer 2 Leen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Leen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6" name="Answer 3 Lazim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Lazim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دَآبَّةٍ" descr="دَآبَّةٍ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نِّسَآءِ" descr="ٱلنِّسَآء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ٱلنِّسَآءِ</a:t>
            </a:r>
          </a:p>
        </p:txBody>
      </p:sp>
      <p:sp>
        <p:nvSpPr>
          <p:cNvPr id="14" name="Answer 1 Muttasi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Muttasi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6" name="Answer 2 Munfasi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Munfasi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8" name="Answer 3 Bada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Bada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نِّسَآءِ" descr="ٱلنِّسَآء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ٱلنِّسَآءِ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ءَادَمَ" descr="ءَادَم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ءَادَمَ</a:t>
            </a:r>
          </a:p>
        </p:txBody>
      </p:sp>
      <p:sp>
        <p:nvSpPr>
          <p:cNvPr id="14" name="Answer 1 Lazim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Lazim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6" name="Answer 2 Bada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Bada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8" name="Answer 3 'Arid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'Arid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ءَادَمَ" descr="ءَادَم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ءَادَمَ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حَآقَّةُ" descr="ٱلۡحَآقَّة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ٱلۡحَآقَّةُ</a:t>
            </a:r>
          </a:p>
        </p:txBody>
      </p:sp>
      <p:sp>
        <p:nvSpPr>
          <p:cNvPr id="14" name="Answer 1 Lazim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Lazim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6" name="Answer 2 'Arid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'Arid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8" name="Answer 3 Munfasi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Munfasi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ۡحَآقَّةُ" descr="ٱلۡحَآقَّة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ٱلۡحَآقَّةُ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مَآءِ" descr="ٱلۡمَآء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ٱلۡمَآءِ</a:t>
            </a:r>
          </a:p>
        </p:txBody>
      </p:sp>
      <p:sp>
        <p:nvSpPr>
          <p:cNvPr id="14" name="Answer 1 Munfasi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Munfasi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6" name="Answer 2 Muttasi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Muttasi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8" name="Answer 3 'Arid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'Arid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azim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Lazim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شَآءَ" descr="شَآء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8" name="Card 2 ٱلۡمَآءِ" descr="ٱلۡمَآءِ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ٱلۡمَآءِ</a:t>
            </a:r>
          </a:p>
        </p:txBody>
      </p:sp>
      <p:sp>
        <p:nvSpPr>
          <p:cNvPr id="9" name="Card 3 صٓ" descr="صٓ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صٓ</a:t>
            </a:r>
          </a:p>
        </p:txBody>
      </p:sp>
      <p:sp>
        <p:nvSpPr>
          <p:cNvPr id="10" name="Card 4 وَلَا ٱلضَّآلِّينَ" descr="وَلَا ٱلضَّآلِّينَ">
            <a:hlinkClick action="ppaction://hlinksldjump" r:id="rId5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11" name="Card 5 يَشَآءُ" descr="يَشَآءُ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azim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Lazim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شَآءَ" descr="شَآء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8" name="Card 2 ٱلۡمَآءِ" descr="ٱلۡمَآءِ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ٱلۡمَآءِ</a:t>
            </a:r>
          </a:p>
        </p:txBody>
      </p:sp>
      <p:sp>
        <p:nvSpPr>
          <p:cNvPr id="9" name="Card 3 صٓ" descr="صٓ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صٓ</a:t>
            </a:r>
          </a:p>
        </p:txBody>
      </p:sp>
      <p:sp>
        <p:nvSpPr>
          <p:cNvPr id="10" name="Card 4 وَلَا ٱلضَّآلِّينَ" descr="وَلَا ٱلضَّآلِّينَ">
            <a:hlinkClick action="ppaction://hlinksldjump" r:id="rId5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11" name="Card 5 يَشَآءُ" descr="يَشَآءُ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azim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Lazim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شَآءَ" descr="شَآء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8" name="Card 2 ٱلۡمَآءِ" descr="ٱلۡمَآءِ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ٱلۡمَآءِ</a:t>
            </a:r>
          </a:p>
        </p:txBody>
      </p:sp>
      <p:sp>
        <p:nvSpPr>
          <p:cNvPr id="9" name="Card 4 وَلَا ٱلضَّآلِّينَ" descr="وَلَا ٱلضَّآلِّينَ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10" name="Card 5 يَشَآءُ" descr="يَشَآءُ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azim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Lazim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شَآءَ" descr="شَآء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8" name="Card 2 ٱلۡمَآءِ" descr="ٱلۡمَآءِ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ٱلۡمَآءِ</a:t>
            </a:r>
          </a:p>
        </p:txBody>
      </p:sp>
      <p:sp>
        <p:nvSpPr>
          <p:cNvPr id="9" name="Card 4 وَلَا ٱلضَّآلِّينَ" descr="وَلَا ٱلضَّآلِّينَ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10" name="Card 5 يَشَآءُ" descr="يَشَآءُ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azim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Lazim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شَآءَ" descr="شَآء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8" name="Card 2 ٱلۡمَآءِ" descr="ٱلۡمَآءِ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ٱلۡمَآءِ</a:t>
            </a:r>
          </a:p>
        </p:txBody>
      </p:sp>
      <p:sp>
        <p:nvSpPr>
          <p:cNvPr id="9" name="Card 3 صٓ" descr="صٓ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صٓ</a:t>
            </a:r>
          </a:p>
        </p:txBody>
      </p:sp>
      <p:sp>
        <p:nvSpPr>
          <p:cNvPr id="10" name="Card 5 يَشَآءُ" descr="يَشَآءُ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azim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Lazim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شَآءَ" descr="شَآء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8" name="Card 2 ٱلۡمَآءِ" descr="ٱلۡمَآءِ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ٱلۡمَآءِ</a:t>
            </a:r>
          </a:p>
        </p:txBody>
      </p:sp>
      <p:sp>
        <p:nvSpPr>
          <p:cNvPr id="9" name="Card 3 صٓ" descr="صٓ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صٓ</a:t>
            </a:r>
          </a:p>
        </p:txBody>
      </p:sp>
      <p:sp>
        <p:nvSpPr>
          <p:cNvPr id="10" name="Card 5 يَشَآءُ" descr="يَشَآءُ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azim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Lazim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شَآءَ" descr="شَآءَ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8" name="Card 2 ٱلۡمَآءِ" descr="ٱلۡمَآءِ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ٱلۡمَآءِ</a:t>
            </a:r>
          </a:p>
        </p:txBody>
      </p:sp>
      <p:sp>
        <p:nvSpPr>
          <p:cNvPr id="9" name="Card 5 يَشَآءُ" descr="يَشَآءُ"/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10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1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20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ٱلسَّمَآءِ" descr="ٱلسَّمَآء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ٱلسَّمَآءِ</a:t>
            </a:r>
          </a:p>
        </p:txBody>
      </p:sp>
      <p:sp>
        <p:nvSpPr>
          <p:cNvPr id="12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4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6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8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سَّمَآءِ" descr="ٱلسَّمَآء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ٱلسَّمَآءِ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وَمَآ أَدۡرَىٰكَ" descr="وَمَآ أَدۡرَىٰك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وَمَآ أَدۡرَى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وَمَآ أَدۡرَىٰكَ" descr="وَمَآ أَدۡرَىٰك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وَمَآ أَدۡرَى</a:t>
            </a:r>
            <a:r>
              <a:rPr sz="2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قُوٓا۟ أَنفُسَكُمۡ" descr="قُوٓا۟ أَنفُسَكُم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قُوٓا۟ أَنفُسَكُمۡ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قُوٓا۟ أَنفُسَكُمۡ" descr="قُوٓا۟ أَنفُسَكُمۡ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قُوٓا۟ أَنفُسَكُمۡ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دِّينِ" descr="ٱلدِّين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ٱلدِّينِ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7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9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1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دِّينِ" descr="ٱلدِّين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ٱلدِّينِ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مَآءِ" descr="ٱلۡمَآء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ٱلۡمَآءِ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ۡمَآءِ" descr="ٱلۡمَآء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ٱلۡمَآءِ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مَآءِ" descr="ٱلۡمَآء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ٱلۡمَآءِ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ٱلسَّمَآءِ" descr="ٱلسَّمَآء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ٱلسَّمَآءِ</a:t>
            </a:r>
          </a:p>
        </p:txBody>
      </p:sp>
      <p:sp>
        <p:nvSpPr>
          <p:cNvPr id="12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4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6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8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سَّمَآءِ" descr="ٱلسَّمَآء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ٱلسَّمَآءِ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وَمَآ أَدۡرَىٰكَ" descr="وَمَآ أَدۡرَىٰك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وَمَآ أَدۡرَى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وَمَآ أَدۡرَىٰكَ" descr="وَمَآ أَدۡرَىٰك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وَمَآ أَدۡرَى</a:t>
            </a:r>
            <a:r>
              <a:rPr sz="2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قُوٓا۟ أَنفُسَكُمۡ" descr="قُوٓا۟ أَنفُسَكُم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قُوٓا۟ أَنفُسَكُمۡ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قُوٓا۟ أَنفُسَكُمۡ" descr="قُوٓا۟ أَنفُسَكُمۡ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قُوٓا۟ أَنفُسَكُمۡ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دِّينِ" descr="ٱلدِّين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ٱلدِّينِ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7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9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1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3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دِّينِ" descr="ٱلدِّين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ٱلدِّينِ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مَآءِ" descr="ٱلۡمَآء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ٱلۡمَآءِ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قٓ" descr="قٓ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قٓ</a:t>
            </a:r>
          </a:p>
        </p:txBody>
      </p:sp>
      <p:sp>
        <p:nvSpPr>
          <p:cNvPr id="12" name="Answer 1 Lazim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Lazim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4" name="Answer 2 Munfasi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Munfasi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6" name="Answer 3 Muttasi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Muttasi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قٓ" descr="قٓ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قٓ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دُّعَآءِ" descr="ٱلدُّعَآء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ٱلدُّعَآءِ</a:t>
            </a:r>
          </a:p>
        </p:txBody>
      </p:sp>
      <p:sp>
        <p:nvSpPr>
          <p:cNvPr id="14" name="Answer 1 Bada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Bada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6" name="Answer 2 Muttasi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Muttasi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8" name="Answer 3 Lazim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Lazim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دُّعَآءِ" descr="ٱلدُّعَآء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ٱلدُّعَآءِ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الٓمٓ" descr="الٓمٓ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الٓمٓ</a:t>
            </a:r>
          </a:p>
        </p:txBody>
      </p:sp>
      <p:sp>
        <p:nvSpPr>
          <p:cNvPr id="14" name="Answer 1 'Arid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'Arid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6" name="Answer 2 Badal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Badal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8" name="Answer 3 Lazim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Lazim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ٓمٓ" descr="الٓمٓ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الٓمٓ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يَشَآءُ" descr="يَشَآء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14" name="Answer 1 Muttasi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Muttasi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6" name="Answer 2 'Arid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'Arid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8" name="Answer 3 Lazim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Lazim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يَشَآءُ" descr="يَشَآء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أُو۟لَٰٓئِكَ" descr="أُو۟لَـٰٓئِك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أُو۟لَـ</a:t>
            </a:r>
            <a:r>
              <a:rPr sz="9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sp>
        <p:nvSpPr>
          <p:cNvPr id="14" name="Answer 1 Lazim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Lazim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6" name="Answer 2 Badal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Badal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8" name="Answer 3 Muttasi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Muttasi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أُو۟لَٰٓئِكَ" descr="أُو۟لَـٰٓئِك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أُو۟لَـ</a:t>
            </a:r>
            <a:r>
              <a:rPr sz="3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أُو۟لَٰٓئِكَ" descr="أُو۟لَـٰٓئِك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أُو۟لَـ</a:t>
            </a:r>
            <a:r>
              <a:rPr sz="9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قٓ" descr="قٓ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قٓ</a:t>
            </a:r>
          </a:p>
        </p:txBody>
      </p:sp>
      <p:sp>
        <p:nvSpPr>
          <p:cNvPr id="12" name="Answer 1 Lazim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Lazim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4" name="Answer 2 Munfasi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Munfasi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6" name="Answer 3 Muttasi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Muttasi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قٓ" descr="قٓ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قٓ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دُّعَآءِ" descr="ٱلدُّعَآء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ٱلدُّعَآءِ</a:t>
            </a:r>
          </a:p>
        </p:txBody>
      </p:sp>
      <p:sp>
        <p:nvSpPr>
          <p:cNvPr id="14" name="Answer 1 Bada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Bada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6" name="Answer 2 Muttasi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Muttasi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8" name="Answer 3 Lazim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Lazim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دُّعَآءِ" descr="ٱلدُّعَآء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ٱلدُّعَآءِ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الٓمٓ" descr="الٓمٓ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الٓمٓ</a:t>
            </a:r>
          </a:p>
        </p:txBody>
      </p:sp>
      <p:sp>
        <p:nvSpPr>
          <p:cNvPr id="14" name="Answer 1 'Arid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'Arid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6" name="Answer 2 Badal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Badal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8" name="Answer 3 Lazim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Lazim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ٓمٓ" descr="الٓمٓ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الٓمٓ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يَشَآءُ" descr="يَشَآء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14" name="Answer 1 Muttasi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Muttasi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6" name="Answer 2 'Arid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'Arid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8" name="Answer 3 Lazim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Lazim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يَشَآءُ" descr="يَشَآء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أُو۟لَٰٓئِكَ" descr="أُو۟لَـٰٓئِك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أُو۟لَـ</a:t>
            </a:r>
            <a:r>
              <a:rPr sz="9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sp>
        <p:nvSpPr>
          <p:cNvPr id="14" name="Answer 1 Lazim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Lazim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6" name="Answer 2 Badal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Badal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8" name="Answer 3 Muttasi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Muttasi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tt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Muttasil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إِيلَٰفِ" descr="إِيلَـٰفِ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إِيلَـ</a:t>
            </a:r>
            <a:r>
              <a:rPr sz="7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</a:t>
            </a:r>
          </a:p>
        </p:txBody>
      </p:sp>
      <p:sp>
        <p:nvSpPr>
          <p:cNvPr id="8" name="Card 2 دَآبَّةٍ" descr="دَآبَّةٍ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9" name="Card 3 سَوَآءٌ" descr="سَوَآءٌ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سَوَآءٌ</a:t>
            </a:r>
          </a:p>
        </p:txBody>
      </p:sp>
      <p:sp>
        <p:nvSpPr>
          <p:cNvPr id="10" name="Card 4 ٱلۡمَآءِ" descr="ٱلۡمَآءِ">
            <a:hlinkClick action="ppaction://hlinksldjump" r:id="rId5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ٱلۡمَآءِ</a:t>
            </a:r>
          </a:p>
        </p:txBody>
      </p:sp>
      <p:sp>
        <p:nvSpPr>
          <p:cNvPr id="11" name="Card 5 يَٰٓأَيُّهَا" descr="يَـٰٓأَيُّهَا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ٓأَيُّهَا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tt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Muttasil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إِيلَٰفِ" descr="إِيلَـٰفِ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إِيلَـ</a:t>
            </a:r>
            <a:r>
              <a:rPr sz="7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</a:t>
            </a:r>
          </a:p>
        </p:txBody>
      </p:sp>
      <p:sp>
        <p:nvSpPr>
          <p:cNvPr id="8" name="Card 2 دَآبَّةٍ" descr="دَآبَّةٍ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9" name="Card 3 سَوَآءٌ" descr="سَوَآءٌ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سَوَآءٌ</a:t>
            </a:r>
          </a:p>
        </p:txBody>
      </p:sp>
      <p:sp>
        <p:nvSpPr>
          <p:cNvPr id="10" name="Card 4 ٱلۡمَآءِ" descr="ٱلۡمَآءِ">
            <a:hlinkClick action="ppaction://hlinksldjump" r:id="rId5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ٱلۡمَآءِ</a:t>
            </a:r>
          </a:p>
        </p:txBody>
      </p:sp>
      <p:sp>
        <p:nvSpPr>
          <p:cNvPr id="11" name="Card 5 يَٰٓأَيُّهَا" descr="يَـٰٓأَيُّهَا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ٓأَيُّهَا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tt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Muttasil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إِيلَٰفِ" descr="إِيلَـٰفِ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إِيلَـ</a:t>
            </a:r>
            <a:r>
              <a:rPr sz="7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</a:t>
            </a:r>
          </a:p>
        </p:txBody>
      </p:sp>
      <p:sp>
        <p:nvSpPr>
          <p:cNvPr id="8" name="Card 2 دَآبَّةٍ" descr="دَآبَّةٍ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9" name="Card 4 ٱلۡمَآءِ" descr="ٱلۡمَآءِ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ٱلۡمَآءِ</a:t>
            </a:r>
          </a:p>
        </p:txBody>
      </p:sp>
      <p:sp>
        <p:nvSpPr>
          <p:cNvPr id="10" name="Card 5 يَٰٓأَيُّهَا" descr="يَـٰٓأَيُّهَا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ٓأَيُّهَا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tt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Muttasil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إِيلَٰفِ" descr="إِيلَـٰفِ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إِيلَـ</a:t>
            </a:r>
            <a:r>
              <a:rPr sz="7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</a:t>
            </a:r>
          </a:p>
        </p:txBody>
      </p:sp>
      <p:sp>
        <p:nvSpPr>
          <p:cNvPr id="8" name="Card 2 دَآبَّةٍ" descr="دَآبَّةٍ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9" name="Card 4 ٱلۡمَآءِ" descr="ٱلۡمَآءِ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ٱلۡمَآءِ</a:t>
            </a:r>
          </a:p>
        </p:txBody>
      </p:sp>
      <p:sp>
        <p:nvSpPr>
          <p:cNvPr id="10" name="Card 5 يَٰٓأَيُّهَا" descr="يَـٰٓأَيُّهَا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ٓأَيُّهَا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tt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Muttasil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إِيلَٰفِ" descr="إِيلَـٰفِ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إِيلَـ</a:t>
            </a:r>
            <a:r>
              <a:rPr sz="7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</a:t>
            </a:r>
          </a:p>
        </p:txBody>
      </p:sp>
      <p:sp>
        <p:nvSpPr>
          <p:cNvPr id="8" name="Card 2 دَآبَّةٍ" descr="دَآبَّةٍ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9" name="Card 3 سَوَآءٌ" descr="سَوَآءٌ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سَوَآءٌ</a:t>
            </a:r>
          </a:p>
        </p:txBody>
      </p:sp>
      <p:sp>
        <p:nvSpPr>
          <p:cNvPr id="10" name="Card 5 يَٰٓأَيُّهَا" descr="يَـٰٓأَيُّهَا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ٓأَيُّهَا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tt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Muttasil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إِيلَٰفِ" descr="إِيلَـٰفِ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إِيلَـ</a:t>
            </a:r>
            <a:r>
              <a:rPr sz="7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</a:t>
            </a:r>
          </a:p>
        </p:txBody>
      </p:sp>
      <p:sp>
        <p:nvSpPr>
          <p:cNvPr id="8" name="Card 2 دَآبَّةٍ" descr="دَآبَّةٍ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9" name="Card 3 سَوَآءٌ" descr="سَوَآءٌ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سَوَآءٌ</a:t>
            </a:r>
          </a:p>
        </p:txBody>
      </p:sp>
      <p:sp>
        <p:nvSpPr>
          <p:cNvPr id="10" name="Card 5 يَٰٓأَيُّهَا" descr="يَـٰٓأَيُّهَا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ٓأَيُّهَا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tt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Muttasil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إِيلَٰفِ" descr="إِيلَـٰفِ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إِيلَـ</a:t>
            </a:r>
            <a:r>
              <a:rPr sz="7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</a:t>
            </a:r>
          </a:p>
        </p:txBody>
      </p:sp>
      <p:sp>
        <p:nvSpPr>
          <p:cNvPr id="8" name="Card 2 دَآبَّةٍ" descr="دَآبَّةٍ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9" name="Card 5 يَٰٓأَيُّهَا" descr="يَـٰٓأَيُّهَا"/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ٓأَيُّهَا</a:t>
            </a:r>
          </a:p>
        </p:txBody>
      </p:sp>
      <p:sp>
        <p:nvSpPr>
          <p:cNvPr id="10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1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20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فِيٓ أَنفُسِكُمۡ" descr="فِيٓ أَنفُسِكُم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فِيٓ أَنفُسِكُمۡ</a:t>
            </a:r>
          </a:p>
        </p:txBody>
      </p:sp>
      <p:sp>
        <p:nvSpPr>
          <p:cNvPr id="12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4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6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8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فِيٓ أَنفُسِكُمۡ" descr="فِيٓ أَنفُسِكُمۡ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فِيٓ أَنفُسِكُمۡ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شَآءَ" descr="شَآء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شَآءَ" descr="شَآء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يَشَآءُ" descr="يَشَآء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يَشَآءُ" descr="يَشَآء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قٓ" descr="قٓ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قٓ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قٓ" descr="قٓ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قٓ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يمَٰنًا" descr="إِيمَـٰن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إِيمَـ</a:t>
            </a:r>
            <a:r>
              <a:rPr sz="9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نًا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إِيمَٰنًا" descr="إِيمَـٰنً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إِيمَـ</a:t>
            </a:r>
            <a:r>
              <a:rPr sz="3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نًا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يمَٰنًا" descr="إِيمَـٰن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إِيمَـ</a:t>
            </a:r>
            <a:r>
              <a:rPr sz="9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نًا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فِيٓ أَنفُسِكُمۡ" descr="فِيٓ أَنفُسِكُم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فِيٓ أَنفُسِكُمۡ</a:t>
            </a:r>
          </a:p>
        </p:txBody>
      </p:sp>
      <p:sp>
        <p:nvSpPr>
          <p:cNvPr id="12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4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6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8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فِيٓ أَنفُسِكُمۡ" descr="فِيٓ أَنفُسِكُمۡ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فِيٓ أَنفُسِكُمۡ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شَآءَ" descr="شَآء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شَآءَ" descr="شَآء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يَشَآءُ" descr="يَشَآء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يَشَآءُ" descr="يَشَآء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قٓ" descr="قٓ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قٓ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قٓ" descr="قٓ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قٓ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يمَٰنًا" descr="إِيمَـٰن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إِيمَـ</a:t>
            </a:r>
            <a:r>
              <a:rPr sz="9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نًا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فِيٓ أَنفُسِكُمۡ" descr="فِيٓ أَنفُسِكُم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فِيٓ أَنفُسِكُمۡ</a:t>
            </a:r>
          </a:p>
        </p:txBody>
      </p:sp>
      <p:sp>
        <p:nvSpPr>
          <p:cNvPr id="12" name="Answer 1 Munfasi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Munfasi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4" name="Answer 2 Bada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Bada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6" name="Answer 3 Leen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Leen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فِيٓ أَنفُسِكُمۡ" descr="فِيٓ أَنفُسِكُمۡ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فِيٓ أَنفُسِكُمۡ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نَّآ أَعۡطَيۡنَٰكَ" descr="إِنَّآ أَعۡطَيۡنَـٰك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إِنَّآ أَعۡطَيۡنَـ</a:t>
            </a:r>
            <a:r>
              <a:rPr sz="5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14" name="Answer 1 'Arid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'Arid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6" name="Answer 2 Badal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Badal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8" name="Answer 3 Munfasi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Munfasi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إِنَّآ أَعۡطَيۡنَٰكَ" descr="إِنَّآ أَعۡطَيۡنَـٰك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إِنَّآ أَعۡطَيۡنَـ</a:t>
            </a:r>
            <a:r>
              <a:rPr sz="2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وَلَا ٱلضَّآلِّينَ" descr="وَلَا ٱلضَّآلِّي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14" name="Answer 1 'Arid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'Arid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6" name="Answer 2 Lazim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Lazim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8" name="Answer 3 Muttasil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Muttasil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وَلَا ٱلضَّآلِّينَ" descr="وَلَا ٱلضَّآلِّي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دِّينِ" descr="ٱلدِّين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ٱلدِّينِ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Leen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Leen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7" name="Answer 2 'Arid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'Arid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9" name="Answer 3 Munfasil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Munfasil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دِّينِ" descr="ٱلدِّين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ٱلدِّينِ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يلَٰفِ" descr="إِيلَـٰف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إِيلَـ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</a:t>
            </a:r>
          </a:p>
        </p:txBody>
      </p:sp>
      <p:sp>
        <p:nvSpPr>
          <p:cNvPr id="14" name="Answer 1 Bada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Bada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6" name="Answer 2 Munfasi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Munfasi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8" name="Answer 3 Lazim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Lazim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إِيلَٰفِ" descr="إِيلَـٰف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إِيلَـ</a:t>
            </a:r>
            <a:r>
              <a:rPr sz="3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فِ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يلَٰفِ" descr="إِيلَـٰف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إِيلَـ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فِيٓ أَنفُسِكُمۡ" descr="فِيٓ أَنفُسِكُم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فِيٓ أَنفُسِكُمۡ</a:t>
            </a:r>
          </a:p>
        </p:txBody>
      </p:sp>
      <p:sp>
        <p:nvSpPr>
          <p:cNvPr id="12" name="Answer 1 Munfasi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Munfasi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4" name="Answer 2 Bada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Bada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6" name="Answer 3 Leen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Leen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فِيٓ أَنفُسِكُمۡ" descr="فِيٓ أَنفُسِكُمۡ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فِيٓ أَنفُسِكُمۡ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نَّآ أَعۡطَيۡنَٰكَ" descr="إِنَّآ أَعۡطَيۡنَـٰك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إِنَّآ أَعۡطَيۡنَـ</a:t>
            </a:r>
            <a:r>
              <a:rPr sz="5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14" name="Answer 1 'Arid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'Arid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6" name="Answer 2 Badal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Badal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8" name="Answer 3 Munfasi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Munfasi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إِنَّآ أَعۡطَيۡنَٰكَ" descr="إِنَّآ أَعۡطَيۡنَـٰك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إِنَّآ أَعۡطَيۡنَـ</a:t>
            </a:r>
            <a:r>
              <a:rPr sz="2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وَلَا ٱلضَّآلِّينَ" descr="وَلَا ٱلضَّآلِّي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14" name="Answer 1 'Arid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'Arid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6" name="Answer 2 Lazim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Lazim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8" name="Answer 3 Muttasil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Muttasil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وَلَا ٱلضَّآلِّينَ" descr="وَلَا ٱلضَّآلِّي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دِّينِ" descr="ٱلدِّين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ٱلدِّينِ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Leen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Leen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7" name="Answer 2 'Arid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'Arid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9" name="Answer 3 Munfasil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Munfasil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دِّينِ" descr="ٱلدِّين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ٱلدِّينِ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يلَٰفِ" descr="إِيلَـٰف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إِيلَـ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</a:t>
            </a:r>
          </a:p>
        </p:txBody>
      </p:sp>
      <p:sp>
        <p:nvSpPr>
          <p:cNvPr id="14" name="Answer 1 Bada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Bada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6" name="Answer 2 Munfasi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Munfasi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8" name="Answer 3 Lazim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Lazim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nf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Munfasil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دَآبَّةٍ" descr="دَآبَّةٍ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8" name="Card 2 قُوٓا۟ أَنفُسَكُمۡ" descr="قُوٓا۟ أَنفُسَكُمۡ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قُوٓا۟ أَنفُسَكُمۡ</a:t>
            </a:r>
          </a:p>
        </p:txBody>
      </p:sp>
      <p:sp>
        <p:nvSpPr>
          <p:cNvPr id="9" name="Card 3 ءَادَمَ" descr="ءَادَمَ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ءَادَمَ</a:t>
            </a:r>
          </a:p>
        </p:txBody>
      </p:sp>
      <p:sp>
        <p:nvSpPr>
          <p:cNvPr id="10" name="Card 4 فِيٓ أَنفُسِكُمۡ" descr="فِيٓ أَنفُسِكُمۡ">
            <a:hlinkClick action="ppaction://hlinksldjump" r:id="rId5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فِيٓ أَنفُسِكُمۡ</a:t>
            </a:r>
          </a:p>
        </p:txBody>
      </p:sp>
      <p:sp>
        <p:nvSpPr>
          <p:cNvPr id="11" name="Card 5 إِيلَٰفِ" descr="إِيلَـٰفِ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إِيلَـ</a:t>
            </a:r>
            <a:r>
              <a:rPr sz="7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nf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Munfasil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دَآبَّةٍ" descr="دَآبَّةٍ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8" name="Card 2 قُوٓا۟ أَنفُسَكُمۡ" descr="قُوٓا۟ أَنفُسَكُمۡ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قُوٓا۟ أَنفُسَكُمۡ</a:t>
            </a:r>
          </a:p>
        </p:txBody>
      </p:sp>
      <p:sp>
        <p:nvSpPr>
          <p:cNvPr id="9" name="Card 3 ءَادَمَ" descr="ءَادَمَ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ءَادَمَ</a:t>
            </a:r>
          </a:p>
        </p:txBody>
      </p:sp>
      <p:sp>
        <p:nvSpPr>
          <p:cNvPr id="10" name="Card 4 فِيٓ أَنفُسِكُمۡ" descr="فِيٓ أَنفُسِكُمۡ">
            <a:hlinkClick action="ppaction://hlinksldjump" r:id="rId5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فِيٓ أَنفُسِكُمۡ</a:t>
            </a:r>
          </a:p>
        </p:txBody>
      </p:sp>
      <p:sp>
        <p:nvSpPr>
          <p:cNvPr id="11" name="Card 5 إِيلَٰفِ" descr="إِيلَـٰفِ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إِيلَـ</a:t>
            </a:r>
            <a:r>
              <a:rPr sz="7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nf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Munfasil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دَآبَّةٍ" descr="دَآبَّةٍ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8" name="Card 3 ءَادَمَ" descr="ءَادَمَ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ءَادَمَ</a:t>
            </a:r>
          </a:p>
        </p:txBody>
      </p:sp>
      <p:sp>
        <p:nvSpPr>
          <p:cNvPr id="9" name="Card 4 فِيٓ أَنفُسِكُمۡ" descr="فِيٓ أَنفُسِكُمۡ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فِيٓ أَنفُسِكُمۡ</a:t>
            </a:r>
          </a:p>
        </p:txBody>
      </p:sp>
      <p:sp>
        <p:nvSpPr>
          <p:cNvPr id="10" name="Card 5 إِيلَٰفِ" descr="إِيلَـٰفِ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إِيلَـ</a:t>
            </a:r>
            <a:r>
              <a:rPr sz="7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nf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Munfasil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دَآبَّةٍ" descr="دَآبَّةٍ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8" name="Card 3 ءَادَمَ" descr="ءَادَمَ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ءَادَمَ</a:t>
            </a:r>
          </a:p>
        </p:txBody>
      </p:sp>
      <p:sp>
        <p:nvSpPr>
          <p:cNvPr id="9" name="Card 4 فِيٓ أَنفُسِكُمۡ" descr="فِيٓ أَنفُسِكُمۡ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فِيٓ أَنفُسِكُمۡ</a:t>
            </a:r>
          </a:p>
        </p:txBody>
      </p:sp>
      <p:sp>
        <p:nvSpPr>
          <p:cNvPr id="10" name="Card 5 إِيلَٰفِ" descr="إِيلَـٰفِ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إِيلَـ</a:t>
            </a:r>
            <a:r>
              <a:rPr sz="7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nf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Munfasil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دَآبَّةٍ" descr="دَآبَّةٍ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8" name="Card 2 قُوٓا۟ أَنفُسَكُمۡ" descr="قُوٓا۟ أَنفُسَكُمۡ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قُوٓا۟ أَنفُسَكُمۡ</a:t>
            </a:r>
          </a:p>
        </p:txBody>
      </p:sp>
      <p:sp>
        <p:nvSpPr>
          <p:cNvPr id="9" name="Card 3 ءَادَمَ" descr="ءَادَمَ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ءَادَمَ</a:t>
            </a:r>
          </a:p>
        </p:txBody>
      </p:sp>
      <p:sp>
        <p:nvSpPr>
          <p:cNvPr id="10" name="Card 5 إِيلَٰفِ" descr="إِيلَـٰفِ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إِيلَـ</a:t>
            </a:r>
            <a:r>
              <a:rPr sz="7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nf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Munfasil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دَآبَّةٍ" descr="دَآبَّةٍ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8" name="Card 2 قُوٓا۟ أَنفُسَكُمۡ" descr="قُوٓا۟ أَنفُسَكُمۡ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قُوٓا۟ أَنفُسَكُمۡ</a:t>
            </a:r>
          </a:p>
        </p:txBody>
      </p:sp>
      <p:sp>
        <p:nvSpPr>
          <p:cNvPr id="9" name="Card 3 ءَادَمَ" descr="ءَادَمَ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ءَادَمَ</a:t>
            </a:r>
          </a:p>
        </p:txBody>
      </p:sp>
      <p:sp>
        <p:nvSpPr>
          <p:cNvPr id="10" name="Card 5 إِيلَٰفِ" descr="إِيلَـٰفِ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إِيلَـ</a:t>
            </a:r>
            <a:r>
              <a:rPr sz="7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nf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Munfasil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دَآبَّةٍ" descr="دَآبَّةٍ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8" name="Card 3 ءَادَمَ" descr="ءَادَمَ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ءَادَمَ</a:t>
            </a:r>
          </a:p>
        </p:txBody>
      </p:sp>
      <p:sp>
        <p:nvSpPr>
          <p:cNvPr id="9" name="Card 5 إِيلَٰفِ" descr="إِيلَـٰفِ"/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إِيلَـ</a:t>
            </a:r>
            <a:r>
              <a:rPr sz="7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</a:t>
            </a:r>
          </a:p>
        </p:txBody>
      </p:sp>
      <p:sp>
        <p:nvSpPr>
          <p:cNvPr id="10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1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20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بِمَآ أُنزِلَ" descr="بِمَآ أُنزِل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600" b="1" lang="ar-SA">
                <a:solidFill>
                  <a:srgbClr val="2E2640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12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4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6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8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بِمَآ أُنزِلَ" descr="بِمَآ أُنزِل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B8A3E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نَّآ أَعۡطَيۡنَٰكَ" descr="إِنَّآ أَعۡطَيۡنَـٰك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إِنَّآ أَعۡطَيۡنَـ</a:t>
            </a:r>
            <a:r>
              <a:rPr sz="5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إِنَّآ أَعۡطَيۡنَٰكَ" descr="إِنَّآ أَعۡطَيۡنَـٰك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إِنَّآ أَعۡطَيۡنَـ</a:t>
            </a:r>
            <a:r>
              <a:rPr sz="2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مَآءِ" descr="ٱلۡمَآء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ٱلۡمَآءِ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ۡمَآءِ" descr="ٱلۡمَآء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ٱلۡمَآءِ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الٓمٓ" descr="الٓمٓ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الٓمٓ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ٓمٓ" descr="الٓمٓ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الٓمٓ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نِّيٓ أَعۡلَمُ" descr="إِنِّيٓ أَعۡلَم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إِنِّيٓ أَعۡلَمُ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إِنِّيٓ أَعۡلَمُ" descr="إِنِّيٓ أَعۡلَم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إِنِّيٓ أَعۡلَمُ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نِّيٓ أَعۡلَمُ" descr="إِنِّيٓ أَعۡلَم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إِنِّيٓ أَعۡلَمُ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بِمَآ أُنزِلَ" descr="بِمَآ أُنزِل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600" b="1" lang="ar-SA">
                <a:solidFill>
                  <a:srgbClr val="2E2640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12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4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6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8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بِمَآ أُنزِلَ" descr="بِمَآ أُنزِل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B8A3E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نَّآ أَعۡطَيۡنَٰكَ" descr="إِنَّآ أَعۡطَيۡنَـٰك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إِنَّآ أَعۡطَيۡنَـ</a:t>
            </a:r>
            <a:r>
              <a:rPr sz="5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إِنَّآ أَعۡطَيۡنَٰكَ" descr="إِنَّآ أَعۡطَيۡنَـٰك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إِنَّآ أَعۡطَيۡنَـ</a:t>
            </a:r>
            <a:r>
              <a:rPr sz="2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مَآءِ" descr="ٱلۡمَآء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ٱلۡمَآءِ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ۡمَآءِ" descr="ٱلۡمَآء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ٱلۡمَآءِ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الٓمٓ" descr="الٓمٓ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الٓمٓ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ٓمٓ" descr="الٓمٓ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الٓمٓ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نِّيٓ أَعۡلَمُ" descr="إِنِّيٓ أَعۡلَم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إِنِّيٓ أَعۡلَمُ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ٱلدُّعَآءِ" descr="ٱلدُّعَآءِ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ٱلدُّعَآءِ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صٓ" descr="صٓ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صٓ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إِنَّآ أَعۡطَيۡنَٰكَ" descr="إِنَّآ أَعۡطَيۡنَـٰك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إِنَّآ أَعۡطَيۡنَـ</a:t>
            </a:r>
            <a:r>
              <a:rPr sz="5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إِيمَٰنًا" descr="إِيمَـٰنً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إِيمَـ</a:t>
            </a:r>
            <a:r>
              <a:rPr sz="104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نًا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ٱلۡعَٰلَمِينَ" descr="ٱلۡعَـٰلَمِين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ٱلۡعَـ</a:t>
            </a:r>
            <a:r>
              <a:rPr sz="74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لَمِينَ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يَشَآءُ" descr="يَشَآء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31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بِمَآ أُنزِلَ" descr="بِمَآ أُنزِل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900" b="1" lang="ar-SA">
                <a:solidFill>
                  <a:srgbClr val="2E2640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سِيٓءَ بِهِمۡ" descr="سِيٓءَ بِهِمۡ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سِيٓءَ بِهِمۡ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أُوتُوا۟" descr="أُوتُوا۟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أُوتُوا۟</a:t>
            </a:r>
          </a:p>
        </p:txBody>
      </p:sp>
      <p:sp>
        <p:nvSpPr>
          <p:cNvPr id="12" name="Answer 1 Leen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Leen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4" name="Answer 2 'Arid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'Arid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6" name="Answer 3 Bada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Bada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أُوتُوا۟" descr="أُوتُوا۟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أُوتُوا۟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يَٰٓأَيُّهَا" descr="يَـٰٓأَيُّه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يَـ</a:t>
            </a:r>
            <a:r>
              <a:rPr sz="9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ٓأَيُّهَا</a:t>
            </a:r>
          </a:p>
        </p:txBody>
      </p:sp>
      <p:sp>
        <p:nvSpPr>
          <p:cNvPr id="14" name="Answer 1 Lazim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Lazim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6" name="Answer 2 'Arid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'Arid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8" name="Answer 3 Munfasi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Munfasi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يَٰٓأَيُّهَا" descr="يَـٰٓأَيُّه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يَـ</a:t>
            </a:r>
            <a:r>
              <a:rPr sz="3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ٓأَيُّهَا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قُرَيۡشٍ" descr="قُرَيۡشٍ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قُرَيۡشٍ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Bada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Bada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7" name="Answer 2 Leen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Leen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9" name="Answer 3 Muttasil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Muttasil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قُرَيۡشٍ" descr="قُرَيۡشٍ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قُرَيۡشٍ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رَّحِيمِ" descr="ٱلرَّحِيم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ٱلرَّحِيمِ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Leen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Leen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7" name="Answer 2 'Arid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'Arid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9" name="Answer 3 Lazim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Lazim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رَّحِيمِ" descr="ٱلرَّحِيم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ٱلرَّحِيمِ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نِّيٓ أَعۡلَمُ" descr="إِنِّيٓ أَعۡلَم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إِنِّيٓ أَعۡلَمُ</a:t>
            </a:r>
          </a:p>
        </p:txBody>
      </p:sp>
      <p:sp>
        <p:nvSpPr>
          <p:cNvPr id="14" name="Answer 1 Munfasi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Munfasi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6" name="Answer 2 Leen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Leen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8" name="Answer 3 Bada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Bada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إِنِّيٓ أَعۡلَمُ" descr="إِنِّيٓ أَعۡلَم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إِنِّيٓ أَعۡلَمُ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نِّيٓ أَعۡلَمُ" descr="إِنِّيٓ أَعۡلَم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إِنِّيٓ أَعۡلَمُ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أُوتُوا۟" descr="أُوتُوا۟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أُوتُوا۟</a:t>
            </a:r>
          </a:p>
        </p:txBody>
      </p:sp>
      <p:sp>
        <p:nvSpPr>
          <p:cNvPr id="12" name="Answer 1 Leen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Leen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4" name="Answer 2 'Arid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'Arid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6" name="Answer 3 Bada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Bada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أُوتُوا۟" descr="أُوتُوا۟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أُوتُوا۟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يَٰٓأَيُّهَا" descr="يَـٰٓأَيُّه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يَـ</a:t>
            </a:r>
            <a:r>
              <a:rPr sz="9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ٓأَيُّهَا</a:t>
            </a:r>
          </a:p>
        </p:txBody>
      </p:sp>
      <p:sp>
        <p:nvSpPr>
          <p:cNvPr id="14" name="Answer 1 Lazim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Lazim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6" name="Answer 2 'Arid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'Arid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8" name="Answer 3 Munfasi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Munfasi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يَٰٓأَيُّهَا" descr="يَـٰٓأَيُّه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يَـ</a:t>
            </a:r>
            <a:r>
              <a:rPr sz="3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ٓأَيُّهَا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قُرَيۡشٍ" descr="قُرَيۡشٍ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قُرَيۡشٍ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Bada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Bada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7" name="Answer 2 Leen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Leen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9" name="Answer 3 Muttasil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Muttasil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قُرَيۡشٍ" descr="قُرَيۡشٍ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قُرَيۡشٍ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رَّحِيمِ" descr="ٱلرَّحِيم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ٱلرَّحِيمِ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Leen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Leen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7" name="Answer 2 'Arid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'Arid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9" name="Answer 3 Lazim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Lazim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رَّحِيمِ" descr="ٱلرَّحِيم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ٱلرَّحِيمِ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نِّيٓ أَعۡلَمُ" descr="إِنِّيٓ أَعۡلَم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إِنِّيٓ أَعۡلَمُ</a:t>
            </a:r>
          </a:p>
        </p:txBody>
      </p:sp>
      <p:sp>
        <p:nvSpPr>
          <p:cNvPr id="14" name="Answer 1 Munfasi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Munfasi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6" name="Answer 2 Leen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Leen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8" name="Answer 3 Bada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Bada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Bada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Badal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ءَادَمَ" descr="ءَادَم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ءَادَمَ</a:t>
            </a:r>
          </a:p>
        </p:txBody>
      </p:sp>
      <p:sp>
        <p:nvSpPr>
          <p:cNvPr id="8" name="Card 2 وَلَا ٱلضَّآلِّينَ" descr="وَلَا ٱلضَّآلِّين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9" name="Card 3 إِيمَٰنًا" descr="إِيمَـٰنًا">
            <a:hlinkClick action="ppaction://hlinksldjump" r:id="rId5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إِيمَـ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نًا</a:t>
            </a:r>
          </a:p>
        </p:txBody>
      </p:sp>
      <p:sp>
        <p:nvSpPr>
          <p:cNvPr id="10" name="Card 4 إِنَّآ أَعۡطَيۡنَٰكَ" descr="إِنَّآ أَعۡطَيۡنَـٰكَ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إِنَّآ أَعۡطَيۡنَـ</a:t>
            </a:r>
            <a:r>
              <a:rPr sz="3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11" name="Card 5 دَآبَّةٍ" descr="دَآبَّةٍ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Bada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Badal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ءَادَمَ" descr="ءَادَم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ءَادَمَ</a:t>
            </a:r>
          </a:p>
        </p:txBody>
      </p:sp>
      <p:sp>
        <p:nvSpPr>
          <p:cNvPr id="8" name="Card 2 وَلَا ٱلضَّآلِّينَ" descr="وَلَا ٱلضَّآلِّين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9" name="Card 3 إِيمَٰنًا" descr="إِيمَـٰنًا">
            <a:hlinkClick action="ppaction://hlinksldjump" r:id="rId5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إِيمَـ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نًا</a:t>
            </a:r>
          </a:p>
        </p:txBody>
      </p:sp>
      <p:sp>
        <p:nvSpPr>
          <p:cNvPr id="10" name="Card 4 إِنَّآ أَعۡطَيۡنَٰكَ" descr="إِنَّآ أَعۡطَيۡنَـٰكَ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إِنَّآ أَعۡطَيۡنَـ</a:t>
            </a:r>
            <a:r>
              <a:rPr sz="3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11" name="Card 5 دَآبَّةٍ" descr="دَآبَّةٍ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Bada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Badal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2 وَلَا ٱلضَّآلِّينَ" descr="وَلَا ٱلضَّآلِّينَ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8" name="Card 3 إِيمَٰنًا" descr="إِيمَـٰنًا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إِيمَـ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نًا</a:t>
            </a:r>
          </a:p>
        </p:txBody>
      </p:sp>
      <p:sp>
        <p:nvSpPr>
          <p:cNvPr id="9" name="Card 4 إِنَّآ أَعۡطَيۡنَٰكَ" descr="إِنَّآ أَعۡطَيۡنَـٰكَ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إِنَّآ أَعۡطَيۡنَـ</a:t>
            </a:r>
            <a:r>
              <a:rPr sz="3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10" name="Card 5 دَآبَّةٍ" descr="دَآبَّةٍ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Bada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Badal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2 وَلَا ٱلضَّآلِّينَ" descr="وَلَا ٱلضَّآلِّينَ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8" name="Card 3 إِيمَٰنًا" descr="إِيمَـٰنًا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إِيمَـ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نًا</a:t>
            </a:r>
          </a:p>
        </p:txBody>
      </p:sp>
      <p:sp>
        <p:nvSpPr>
          <p:cNvPr id="9" name="Card 4 إِنَّآ أَعۡطَيۡنَٰكَ" descr="إِنَّآ أَعۡطَيۡنَـٰكَ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إِنَّآ أَعۡطَيۡنَـ</a:t>
            </a:r>
            <a:r>
              <a:rPr sz="3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10" name="Card 5 دَآبَّةٍ" descr="دَآبَّةٍ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Bada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Badal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ءَادَمَ" descr="ءَادَم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ءَادَمَ</a:t>
            </a:r>
          </a:p>
        </p:txBody>
      </p:sp>
      <p:sp>
        <p:nvSpPr>
          <p:cNvPr id="8" name="Card 2 وَلَا ٱلضَّآلِّينَ" descr="وَلَا ٱلضَّآلِّين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9" name="Card 4 إِنَّآ أَعۡطَيۡنَٰكَ" descr="إِنَّآ أَعۡطَيۡنَـٰكَ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إِنَّآ أَعۡطَيۡنَـ</a:t>
            </a:r>
            <a:r>
              <a:rPr sz="3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10" name="Card 5 دَآبَّةٍ" descr="دَآبَّةٍ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Bada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Badal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ءَادَمَ" descr="ءَادَم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ءَادَمَ</a:t>
            </a:r>
          </a:p>
        </p:txBody>
      </p:sp>
      <p:sp>
        <p:nvSpPr>
          <p:cNvPr id="8" name="Card 2 وَلَا ٱلضَّآلِّينَ" descr="وَلَا ٱلضَّآلِّين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9" name="Card 4 إِنَّآ أَعۡطَيۡنَٰكَ" descr="إِنَّآ أَعۡطَيۡنَـٰكَ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إِنَّآ أَعۡطَيۡنَـ</a:t>
            </a:r>
            <a:r>
              <a:rPr sz="3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10" name="Card 5 دَآبَّةٍ" descr="دَآبَّةٍ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Bada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Badal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2 وَلَا ٱلضَّآلِّينَ" descr="وَلَا ٱلضَّآلِّينَ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8" name="Card 4 إِنَّآ أَعۡطَيۡنَٰكَ" descr="إِنَّآ أَعۡطَيۡنَـٰكَ"/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إِنَّآ أَعۡطَيۡنَـ</a:t>
            </a:r>
            <a:r>
              <a:rPr sz="3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9" name="Card 5 دَآبَّةٍ" descr="دَآبَّةٍ"/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10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1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20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وَمَآ أَدۡرَىٰكَ" descr="وَمَآ أَدۡرَىٰك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وَمَآ أَدۡرَى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12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4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6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8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وَمَآ أَدۡرَىٰكَ" descr="وَمَآ أَدۡرَىٰك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وَمَآ أَدۡرَى</a:t>
            </a:r>
            <a:r>
              <a:rPr sz="2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بِمَآ أُنزِلَ" descr="بِمَآ أُنزِل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600" b="1" lang="ar-SA">
                <a:solidFill>
                  <a:srgbClr val="2E2640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بِمَآ أُنزِلَ" descr="بِمَآ أُنزِل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B8A3E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قُرَيۡشٍ" descr="قُرَيۡشٍ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قُرَيۡشٍ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7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9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1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قُرَيۡشٍ" descr="قُرَيۡشٍ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قُرَيۡشٍ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وَلَا ٱلضَّآلِّينَ" descr="وَلَا ٱلضَّآلِّي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وَلَا ٱلضَّآلِّينَ" descr="وَلَا ٱلضَّآلِّي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عَلِيمًا" descr="عَلِيم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Arial"/>
                <a:cs typeface="Arial"/>
              </a:rPr>
              <a:t>عَلِيمًا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7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9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1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عَلِيمًا" descr="عَلِيمً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عَلِيمًا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عَلِيمًا" descr="عَلِيم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Arial"/>
                <a:cs typeface="Arial"/>
              </a:rPr>
              <a:t>عَلِيمًا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وَمَآ أَدۡرَىٰكَ" descr="وَمَآ أَدۡرَىٰك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وَمَآ أَدۡرَى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12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4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6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8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وَمَآ أَدۡرَىٰكَ" descr="وَمَآ أَدۡرَىٰك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وَمَآ أَدۡرَى</a:t>
            </a:r>
            <a:r>
              <a:rPr sz="2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بِمَآ أُنزِلَ" descr="بِمَآ أُنزِل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600" b="1" lang="ar-SA">
                <a:solidFill>
                  <a:srgbClr val="2E2640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بِمَآ أُنزِلَ" descr="بِمَآ أُنزِل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B8A3E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قُرَيۡشٍ" descr="قُرَيۡشٍ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قُرَيۡشٍ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7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9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1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3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قُرَيۡشٍ" descr="قُرَيۡشٍ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قُرَيۡشٍ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وَلَا ٱلضَّآلِّينَ" descr="وَلَا ٱلضَّآلِّي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وَلَا ٱلضَّآلِّينَ" descr="وَلَا ٱلضَّآلِّي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عَلِيمًا" descr="عَلِيم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Arial"/>
                <a:cs typeface="Arial"/>
              </a:rPr>
              <a:t>عَلِيمًا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7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9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1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3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Team Race (class game)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8A6CF0"/>
                </a:solidFill>
                <a:latin typeface="Arial"/>
                <a:cs typeface="Arial"/>
              </a:rPr>
              <a:t>How to play: Team Race (class game)</a:t>
            </a:r>
          </a:p>
        </p:txBody>
      </p:sp>
      <p:sp>
        <p:nvSpPr>
          <p:cNvPr id="5" name="Line 1" descr="1.  Two teams: Red and Blue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1.  Two teams: Red and Blue.</a:t>
            </a:r>
          </a:p>
        </p:txBody>
      </p:sp>
      <p:sp>
        <p:nvSpPr>
          <p:cNvPr id="6" name="Line 2" descr="2.  Read, then tap your team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2.  Read, then tap your team.</a:t>
            </a:r>
          </a:p>
        </p:txBody>
      </p:sp>
      <p:sp>
        <p:nvSpPr>
          <p:cNvPr id="7" name="Line 3" descr="3.  First car to finish win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3.  First car to finish wins!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474232"/>
            <a:ext cx="2095500" cy="1147536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أُو۟لَٰٓئِكَ" descr="أُو۟لَـٰٓئِك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أُو۟لَـ</a:t>
            </a:r>
            <a:r>
              <a:rPr sz="8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ٱلصَّيۡفِ" descr="ٱلصَّيۡفِ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ٱلصَّيۡفِ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تَعۡمَلُونَ" descr="تَعۡمَلُون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تَعۡمَلُونَ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وَمَآ أَدۡرَىٰكَ" descr="وَمَآ أَدۡرَىٰك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وَمَآ أَدۡرَى</a:t>
            </a:r>
            <a:r>
              <a:rPr sz="5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صٓ" descr="صٓ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صٓ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ٱلصَّيۡفِ" descr="ٱلصَّيۡفِ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ٱلصَّيۡفِ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تَعۡمَلُونَ" descr="تَعۡمَلُون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تَعۡمَلُونَ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وَمَآ أَدۡرَىٰكَ" descr="وَمَآ أَدۡرَىٰك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وَمَآ أَدۡرَى</a:t>
            </a:r>
            <a:r>
              <a:rPr sz="5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صٓ" descr="صٓ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صٓ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عَلِيمًا" descr="عَلِيمًا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Arial"/>
                <a:cs typeface="Arial"/>
              </a:rPr>
              <a:t>عَلِيمًا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تَعۡمَلُونَ" descr="تَعۡمَلُون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تَعۡمَلُونَ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وَمَآ أَدۡرَىٰكَ" descr="وَمَآ أَدۡرَىٰك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وَمَآ أَدۡرَى</a:t>
            </a:r>
            <a:r>
              <a:rPr sz="5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صٓ" descr="صٓ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صٓ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عَلِيمًا" descr="عَلِيمًا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Arial"/>
                <a:cs typeface="Arial"/>
              </a:rPr>
              <a:t>عَلِيمًا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وَلَا ٱلضَّآلِّينَ" descr="وَلَا ٱلضَّآلِّين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وَمَآ أَدۡرَىٰكَ" descr="وَمَآ أَدۡرَىٰك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وَمَآ أَدۡرَى</a:t>
            </a:r>
            <a:r>
              <a:rPr sz="5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صٓ" descr="صٓ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صٓ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عَلِيمًا" descr="عَلِيمًا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Arial"/>
                <a:cs typeface="Arial"/>
              </a:rPr>
              <a:t>عَلِيمًا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وَلَا ٱلضَّآلِّينَ" descr="وَلَا ٱلضَّآلِّين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ٱلدِّينِ" descr="ٱلدِّينِ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ٱلدِّينِ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صٓ" descr="صٓ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صٓ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عَلِيمًا" descr="عَلِيمًا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Arial"/>
                <a:cs typeface="Arial"/>
              </a:rPr>
              <a:t>عَلِيمًا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وَلَا ٱلضَّآلِّينَ" descr="وَلَا ٱلضَّآلِّين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ٱلدِّينِ" descr="ٱلدِّينِ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ٱلدِّينِ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ٱلصَّآخَّةُ" descr="ٱلصَّآخَّةُ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3810000"/>
            <a:ext cx="1460500" cy="800100"/>
          </a:xfrm>
          <a:prstGeom prst="rect">
            <a:avLst/>
          </a:prstGeom>
        </p:spPr>
      </p:pic>
      <p:sp>
        <p:nvSpPr>
          <p:cNvPr id="24" name="Red wins" descr="Red team wins!"/>
          <p:cNvSpPr/>
          <p:nvPr/>
        </p:nvSpPr>
        <p:spPr>
          <a:xfrm>
            <a:off x="3556000" y="1270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2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5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2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Blue car" descr="Blue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5334000"/>
            <a:ext cx="1460500" cy="800100"/>
          </a:xfrm>
          <a:prstGeom prst="rect">
            <a:avLst/>
          </a:prstGeom>
        </p:spPr>
      </p:pic>
      <p:sp>
        <p:nvSpPr>
          <p:cNvPr id="24" name="Blue wins" descr="Blue team wins!"/>
          <p:cNvSpPr/>
          <p:nvPr/>
        </p:nvSpPr>
        <p:spPr>
          <a:xfrm>
            <a:off x="3556000" y="1270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2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5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2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ٱلۡبَيۡتِ" descr="ٱلۡبَيۡت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ٱلۡبَيۡتِ</a:t>
            </a:r>
          </a:p>
        </p:txBody>
      </p:sp>
      <p:sp>
        <p:nvSpPr>
          <p:cNvPr id="12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3" name="Answer 1 Leen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Answer text 1" descr="Leen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5" name="Answer 2 'Arid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2" descr="'Arid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7" name="Answer 3 Muttasi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3" descr="Muttasi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ۡبَيۡتِ" descr="ٱلۡبَيۡت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ٱلۡبَيۡتِ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سَّمَآءِ" descr="ٱلسَّمَآء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ٱلسَّمَآءِ</a:t>
            </a:r>
          </a:p>
        </p:txBody>
      </p:sp>
      <p:sp>
        <p:nvSpPr>
          <p:cNvPr id="14" name="Answer 1 Muttasi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Muttasi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6" name="Answer 2 'Iwad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'Iwad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'Iwad</a:t>
            </a:r>
          </a:p>
        </p:txBody>
      </p:sp>
      <p:sp>
        <p:nvSpPr>
          <p:cNvPr id="18" name="Answer 3 'Arid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'Arid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سَّمَآءِ" descr="ٱلسَّمَآء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ٱلسَّمَآءِ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صَّيۡفِ" descr="ٱلصَّيۡف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ٱلصَّيۡفِ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Munfasi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Munfasi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7" name="Answer 2 Leen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Leen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9" name="Answer 3 'Arid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'Arid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صَّيۡفِ" descr="ٱلصَّيۡف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ٱلصَّيۡفِ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خَوۡفٍ" descr="خَوۡفٍ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خَوۡفٍ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Leen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Leen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7" name="Answer 2 'Arid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'Arid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9" name="Answer 3 Bada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Bada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خَوۡفٍ" descr="خَوۡفٍ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خَوۡفٍ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عَلِيمًا" descr="عَلِيم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Arial"/>
                <a:cs typeface="Arial"/>
              </a:rPr>
              <a:t>عَلِيمًا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Muttasi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Muttasi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7" name="Answer 2 'Iwad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'Iwad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'Iwad</a:t>
            </a:r>
          </a:p>
        </p:txBody>
      </p:sp>
      <p:sp>
        <p:nvSpPr>
          <p:cNvPr id="19" name="Answer 3 Munfasil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Munfasil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عَلِيمًا" descr="عَلِيمً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عَلِيمًا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عَلِيمًا" descr="عَلِيم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Arial"/>
                <a:cs typeface="Arial"/>
              </a:rPr>
              <a:t>عَلِيمًا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ٱلۡبَيۡتِ" descr="ٱلۡبَيۡت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ٱلۡبَيۡتِ</a:t>
            </a:r>
          </a:p>
        </p:txBody>
      </p:sp>
      <p:sp>
        <p:nvSpPr>
          <p:cNvPr id="12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3" name="Answer 1 Leen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Answer text 1" descr="Leen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5" name="Answer 2 'Arid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2" descr="'Arid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7" name="Answer 3 Muttasi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3" descr="Muttasi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ۡبَيۡتِ" descr="ٱلۡبَيۡت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ٱلۡبَيۡتِ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سَّمَآءِ" descr="ٱلسَّمَآء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ٱلسَّمَآءِ</a:t>
            </a:r>
          </a:p>
        </p:txBody>
      </p:sp>
      <p:sp>
        <p:nvSpPr>
          <p:cNvPr id="14" name="Answer 1 Muttasi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Muttasi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6" name="Answer 2 'Iwad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'Iwad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'Iwad</a:t>
            </a:r>
          </a:p>
        </p:txBody>
      </p:sp>
      <p:sp>
        <p:nvSpPr>
          <p:cNvPr id="18" name="Answer 3 'Arid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'Arid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سَّمَآءِ" descr="ٱلسَّمَآء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ٱلسَّمَآءِ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صَّيۡفِ" descr="ٱلصَّيۡف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ٱلصَّيۡفِ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Munfasi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Munfasi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7" name="Answer 2 Leen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Leen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9" name="Answer 3 'Arid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'Arid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صَّيۡفِ" descr="ٱلصَّيۡف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ٱلصَّيۡفِ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خَوۡفٍ" descr="خَوۡفٍ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خَوۡفٍ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Leen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Leen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7" name="Answer 2 'Arid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'Arid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9" name="Answer 3 Bada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Bada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خَوۡفٍ" descr="خَوۡفٍ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خَوۡفٍ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عَلِيمًا" descr="عَلِيم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Arial"/>
                <a:cs typeface="Arial"/>
              </a:rPr>
              <a:t>عَلِيمًا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Muttasi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Muttasi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7" name="Answer 2 'Iwad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'Iwad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'Iwad</a:t>
            </a:r>
          </a:p>
        </p:txBody>
      </p:sp>
      <p:sp>
        <p:nvSpPr>
          <p:cNvPr id="19" name="Answer 3 Munfasil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Munfasil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azim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Lazim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دَآبَّةٍ" descr="دَآبَّةٍ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8" name="Card 2 ٱلصَّآخَّةُ" descr="ٱلصَّآخَّةُ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9" name="Card 3 يَشَآءُ" descr="يَشَآءُ">
            <a:hlinkClick action="ppaction://hlinksldjump" r:id="rId5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10" name="Card 4 إِنَّآ أَعۡطَيۡنَٰكَ" descr="إِنَّآ أَعۡطَيۡنَـٰكَ">
            <a:hlinkClick action="ppaction://hlinksldjump" r:id="rId5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إِنَّآ أَعۡطَيۡنَـ</a:t>
            </a:r>
            <a:r>
              <a:rPr sz="3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11" name="Card 5 بِمَآ أُنزِلَ" descr="بِمَآ أُنزِلَ">
            <a:hlinkClick action="ppaction://hlinksldjump" r:id="rId5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azim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Lazim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دَآبَّةٍ" descr="دَآبَّةٍ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8" name="Card 2 ٱلصَّآخَّةُ" descr="ٱلصَّآخَّةُ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9" name="Card 3 يَشَآءُ" descr="يَشَآءُ">
            <a:hlinkClick action="ppaction://hlinksldjump" r:id="rId5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10" name="Card 4 إِنَّآ أَعۡطَيۡنَٰكَ" descr="إِنَّآ أَعۡطَيۡنَـٰكَ">
            <a:hlinkClick action="ppaction://hlinksldjump" r:id="rId5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إِنَّآ أَعۡطَيۡنَـ</a:t>
            </a:r>
            <a:r>
              <a:rPr sz="3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11" name="Card 5 بِمَآ أُنزِلَ" descr="بِمَآ أُنزِلَ">
            <a:hlinkClick action="ppaction://hlinksldjump" r:id="rId5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azim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Lazim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2 ٱلصَّآخَّةُ" descr="ٱلصَّآخَّةُ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8" name="Card 3 يَشَآءُ" descr="يَشَآءُ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9" name="Card 4 إِنَّآ أَعۡطَيۡنَٰكَ" descr="إِنَّآ أَعۡطَيۡنَـٰكَ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إِنَّآ أَعۡطَيۡنَـ</a:t>
            </a:r>
            <a:r>
              <a:rPr sz="3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10" name="Card 5 بِمَآ أُنزِلَ" descr="بِمَآ أُنزِلَ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azim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Lazim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2 ٱلصَّآخَّةُ" descr="ٱلصَّآخَّةُ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8" name="Card 3 يَشَآءُ" descr="يَشَآءُ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9" name="Card 4 إِنَّآ أَعۡطَيۡنَٰكَ" descr="إِنَّآ أَعۡطَيۡنَـٰكَ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إِنَّآ أَعۡطَيۡنَـ</a:t>
            </a:r>
            <a:r>
              <a:rPr sz="3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10" name="Card 5 بِمَآ أُنزِلَ" descr="بِمَآ أُنزِلَ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azim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Lazim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دَآبَّةٍ" descr="دَآبَّةٍ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8" name="Card 3 يَشَآءُ" descr="يَشَآءُ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9" name="Card 4 إِنَّآ أَعۡطَيۡنَٰكَ" descr="إِنَّآ أَعۡطَيۡنَـٰكَ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إِنَّآ أَعۡطَيۡنَـ</a:t>
            </a:r>
            <a:r>
              <a:rPr sz="3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10" name="Card 5 بِمَآ أُنزِلَ" descr="بِمَآ أُنزِلَ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azim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Lazim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دَآبَّةٍ" descr="دَآبَّةٍ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8" name="Card 3 يَشَآءُ" descr="يَشَآءُ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9" name="Card 4 إِنَّآ أَعۡطَيۡنَٰكَ" descr="إِنَّآ أَعۡطَيۡنَـٰكَ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إِنَّآ أَعۡطَيۡنَـ</a:t>
            </a:r>
            <a:r>
              <a:rPr sz="3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10" name="Card 5 بِمَآ أُنزِلَ" descr="بِمَآ أُنزِلَ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azim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Lazim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3 يَشَآءُ" descr="يَشَآءُ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8" name="Card 4 إِنَّآ أَعۡطَيۡنَٰكَ" descr="إِنَّآ أَعۡطَيۡنَـٰكَ"/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إِنَّآ أَعۡطَيۡنَـ</a:t>
            </a:r>
            <a:r>
              <a:rPr sz="3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9" name="Card 5 بِمَآ أُنزِلَ" descr="بِمَآ أُنزِلَ"/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10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1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7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20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أُوتُوا۟" descr="أُوتُوا۟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أُوتُوا۟</a:t>
            </a:r>
          </a:p>
        </p:txBody>
      </p:sp>
      <p:sp>
        <p:nvSpPr>
          <p:cNvPr id="12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4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6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8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أُوتُوا۟" descr="أُوتُوا۟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أُوتُوا۟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سَوَآءٌ" descr="سَوَآءٌ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سَوَآءٌ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سَوَآءٌ" descr="سَوَآءٌ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سَوَآءٌ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وَمَآ أَدۡرَىٰكَ" descr="وَمَآ أَدۡرَىٰك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وَمَآ أَدۡرَى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وَمَآ أَدۡرَىٰكَ" descr="وَمَآ أَدۡرَىٰك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وَمَآ أَدۡرَى</a:t>
            </a:r>
            <a:r>
              <a:rPr sz="2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يَٰٓأَيُّهَا" descr="يَـٰٓأَيُّه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يَـ</a:t>
            </a:r>
            <a:r>
              <a:rPr sz="9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ٓأَيُّهَا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يَٰٓأَيُّهَا" descr="يَـٰٓأَيُّه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يَـ</a:t>
            </a:r>
            <a:r>
              <a:rPr sz="3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ٓأَيُّهَا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يمَٰنًا" descr="إِيمَـٰن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إِيمَـ</a:t>
            </a:r>
            <a:r>
              <a:rPr sz="9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نًا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إِيمَٰنًا" descr="إِيمَـٰنً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إِيمَـ</a:t>
            </a:r>
            <a:r>
              <a:rPr sz="3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نًا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يمَٰنًا" descr="إِيمَـٰن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إِيمَـ</a:t>
            </a:r>
            <a:r>
              <a:rPr sz="9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نًا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أُوتُوا۟" descr="أُوتُوا۟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أُوتُوا۟</a:t>
            </a:r>
          </a:p>
        </p:txBody>
      </p:sp>
      <p:sp>
        <p:nvSpPr>
          <p:cNvPr id="12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4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6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8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أُوتُوا۟" descr="أُوتُوا۟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أُوتُوا۟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سَوَآءٌ" descr="سَوَآءٌ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سَوَآءٌ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سَوَآءٌ" descr="سَوَآءٌ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سَوَآءٌ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وَمَآ أَدۡرَىٰكَ" descr="وَمَآ أَدۡرَىٰك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وَمَآ أَدۡرَى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وَمَآ أَدۡرَىٰكَ" descr="وَمَآ أَدۡرَىٰك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وَمَآ أَدۡرَى</a:t>
            </a:r>
            <a:r>
              <a:rPr sz="2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يَٰٓأَيُّهَا" descr="يَـٰٓأَيُّه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يَـ</a:t>
            </a:r>
            <a:r>
              <a:rPr sz="9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ٓأَيُّهَا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يَٰٓأَيُّهَا" descr="يَـٰٓأَيُّه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يَـ</a:t>
            </a:r>
            <a:r>
              <a:rPr sz="3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ٓأَيُّهَا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يمَٰنًا" descr="إِيمَـٰن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إِيمَـ</a:t>
            </a:r>
            <a:r>
              <a:rPr sz="9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نًا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ٱلۡعَٰلَمِينَ" descr="ٱلۡعَـٰلَمِي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ٱلۡعَـ</a:t>
            </a:r>
            <a:r>
              <a:rPr sz="7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لَمِينَ</a:t>
            </a:r>
          </a:p>
        </p:txBody>
      </p:sp>
      <p:sp>
        <p:nvSpPr>
          <p:cNvPr id="12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3" name="Answer 1 'Iwad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Answer text 1" descr="'Iwad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'Iwad</a:t>
            </a:r>
          </a:p>
        </p:txBody>
      </p:sp>
      <p:sp>
        <p:nvSpPr>
          <p:cNvPr id="15" name="Answer 2 Muttasil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2" descr="Muttasil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7" name="Answer 3 'Arid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3" descr="'Arid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ۡعَٰلَمِينَ" descr="ٱلۡعَـٰلَمِي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ٱلۡعَـ</a:t>
            </a:r>
            <a:r>
              <a:rPr sz="2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2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لَمِينَ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بَصِيرًا" descr="بَصِير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Arial"/>
                <a:cs typeface="Arial"/>
              </a:rPr>
              <a:t>بَصِيرًا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'Arid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'Arid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7" name="Answer 2 'Iwad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'Iwad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'Iwad</a:t>
            </a:r>
          </a:p>
        </p:txBody>
      </p:sp>
      <p:sp>
        <p:nvSpPr>
          <p:cNvPr id="19" name="Answer 3 Muttasil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Muttasil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بَصِيرًا" descr="بَصِيرً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بَصِيرًا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جَآءَ" descr="جَآء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جَآءَ</a:t>
            </a:r>
          </a:p>
        </p:txBody>
      </p:sp>
      <p:sp>
        <p:nvSpPr>
          <p:cNvPr id="14" name="Answer 1 Leen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Leen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6" name="Answer 2 Badal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Badal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8" name="Answer 3 Muttasi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Muttasi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جَآءَ" descr="جَآء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جَآءَ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طَّآمَّةُ" descr="ٱلطَّآمَّة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ٱلطَّآمَّةُ</a:t>
            </a:r>
          </a:p>
        </p:txBody>
      </p:sp>
      <p:sp>
        <p:nvSpPr>
          <p:cNvPr id="14" name="Answer 1 Lazim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Lazim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6" name="Answer 2 'Arid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'Arid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8" name="Answer 3 Bada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Bada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طَّآمَّةُ" descr="ٱلطَّآمَّة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ٱلطَّآمَّةُ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وَمَآ أَدۡرَىٰكَ" descr="وَمَآ أَدۡرَىٰك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وَمَآ أَدۡرَى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14" name="Answer 1 Lazim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Lazim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6" name="Answer 2 Munfasi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Munfasi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8" name="Answer 3 'Arid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'Arid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وَمَآ أَدۡرَىٰكَ" descr="وَمَآ أَدۡرَىٰك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وَمَآ أَدۡرَى</a:t>
            </a:r>
            <a:r>
              <a:rPr sz="2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وَمَآ أَدۡرَىٰكَ" descr="وَمَآ أَدۡرَىٰك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وَمَآ أَدۡرَى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ٱلۡعَٰلَمِينَ" descr="ٱلۡعَـٰلَمِي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ٱلۡعَـ</a:t>
            </a:r>
            <a:r>
              <a:rPr sz="7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لَمِينَ</a:t>
            </a:r>
          </a:p>
        </p:txBody>
      </p:sp>
      <p:sp>
        <p:nvSpPr>
          <p:cNvPr id="12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3" name="Answer 1 'Iwad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Answer text 1" descr="'Iwad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'Iwad</a:t>
            </a:r>
          </a:p>
        </p:txBody>
      </p:sp>
      <p:sp>
        <p:nvSpPr>
          <p:cNvPr id="15" name="Answer 2 Muttasil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2" descr="Muttasil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7" name="Answer 3 'Arid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3" descr="'Arid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ۡعَٰلَمِينَ" descr="ٱلۡعَـٰلَمِي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ٱلۡعَـ</a:t>
            </a:r>
            <a:r>
              <a:rPr sz="2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2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لَمِينَ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بَصِيرًا" descr="بَصِير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Arial"/>
                <a:cs typeface="Arial"/>
              </a:rPr>
              <a:t>بَصِيرًا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'Arid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'Arid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7" name="Answer 2 'Iwad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'Iwad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'Iwad</a:t>
            </a:r>
          </a:p>
        </p:txBody>
      </p:sp>
      <p:sp>
        <p:nvSpPr>
          <p:cNvPr id="19" name="Answer 3 Muttasil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Muttasil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بَصِيرًا" descr="بَصِيرً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بَصِيرًا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جَآءَ" descr="جَآء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جَآءَ</a:t>
            </a:r>
          </a:p>
        </p:txBody>
      </p:sp>
      <p:sp>
        <p:nvSpPr>
          <p:cNvPr id="14" name="Answer 1 Leen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Leen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6" name="Answer 2 Badal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Badal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8" name="Answer 3 Muttasi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Muttasi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جَآءَ" descr="جَآء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جَآءَ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طَّآمَّةُ" descr="ٱلطَّآمَّة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ٱلطَّآمَّةُ</a:t>
            </a:r>
          </a:p>
        </p:txBody>
      </p:sp>
      <p:sp>
        <p:nvSpPr>
          <p:cNvPr id="14" name="Answer 1 Lazim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Lazim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6" name="Answer 2 'Arid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'Arid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8" name="Answer 3 Bada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Bada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طَّآمَّةُ" descr="ٱلطَّآمَّة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ٱلطَّآمَّةُ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وَمَآ أَدۡرَىٰكَ" descr="وَمَآ أَدۡرَىٰك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وَمَآ أَدۡرَى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14" name="Answer 1 Lazim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Lazim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6" name="Answer 2 Munfasi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Munfasi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8" name="Answer 3 'Arid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'Arid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tt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Muttasil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يَشَآءُ" descr="يَشَآءُ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8" name="Card 2 شَآءَ" descr="شَآء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9" name="Card 3 ٱلصَّآخَّةُ" descr="ٱلصَّآخَّةُ">
            <a:hlinkClick action="ppaction://hlinksldjump" r:id="rId5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10" name="Card 4 وَلَا ٱلضَّآلِّينَ" descr="وَلَا ٱلضَّآلِّينَ">
            <a:hlinkClick action="ppaction://hlinksldjump" r:id="rId5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11" name="Card 5 إِيمَٰنًا" descr="إِيمَـٰنًا">
            <a:hlinkClick action="ppaction://hlinksldjump" r:id="rId5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إِيمَـ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نًا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tt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Muttasil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يَشَآءُ" descr="يَشَآءُ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8" name="Card 2 شَآءَ" descr="شَآء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9" name="Card 3 ٱلصَّآخَّةُ" descr="ٱلصَّآخَّةُ">
            <a:hlinkClick action="ppaction://hlinksldjump" r:id="rId5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10" name="Card 4 وَلَا ٱلضَّآلِّينَ" descr="وَلَا ٱلضَّآلِّينَ">
            <a:hlinkClick action="ppaction://hlinksldjump" r:id="rId5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11" name="Card 5 إِيمَٰنًا" descr="إِيمَـٰنًا">
            <a:hlinkClick action="ppaction://hlinksldjump" r:id="rId5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إِيمَـ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نًا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tt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Muttasil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2 شَآءَ" descr="شَآءَ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8" name="Card 3 ٱلصَّآخَّةُ" descr="ٱلصَّآخَّةُ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9" name="Card 4 وَلَا ٱلضَّآلِّينَ" descr="وَلَا ٱلضَّآلِّينَ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10" name="Card 5 إِيمَٰنًا" descr="إِيمَـٰنًا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إِيمَـ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نًا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tt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Muttasil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2 شَآءَ" descr="شَآءَ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8" name="Card 3 ٱلصَّآخَّةُ" descr="ٱلصَّآخَّةُ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9" name="Card 4 وَلَا ٱلضَّآلِّينَ" descr="وَلَا ٱلضَّآلِّينَ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10" name="Card 5 إِيمَٰنًا" descr="إِيمَـٰنًا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إِيمَـ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نًا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tt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Muttasil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يَشَآءُ" descr="يَشَآءُ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8" name="Card 3 ٱلصَّآخَّةُ" descr="ٱلصَّآخَّةُ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9" name="Card 4 وَلَا ٱلضَّآلِّينَ" descr="وَلَا ٱلضَّآلِّينَ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10" name="Card 5 إِيمَٰنًا" descr="إِيمَـٰنًا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إِيمَـ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نًا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tt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Muttasil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يَشَآءُ" descr="يَشَآءُ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8" name="Card 3 ٱلصَّآخَّةُ" descr="ٱلصَّآخَّةُ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9" name="Card 4 وَلَا ٱلضَّآلِّينَ" descr="وَلَا ٱلضَّآلِّينَ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10" name="Card 5 إِيمَٰنًا" descr="إِيمَـٰنًا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إِيمَـ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نًا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tt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Muttasil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3 ٱلصَّآخَّةُ" descr="ٱلصَّآخَّةُ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8" name="Card 4 وَلَا ٱلضَّآلِّينَ" descr="وَلَا ٱلضَّآلِّينَ"/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9" name="Card 5 إِيمَٰنًا" descr="إِيمَـٰنًا"/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إِيمَـ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نًا</a:t>
            </a:r>
          </a:p>
        </p:txBody>
      </p:sp>
      <p:sp>
        <p:nvSpPr>
          <p:cNvPr id="10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1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7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20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نَسۡتَعِينُ" descr="نَسۡتَعِين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نَسۡتَعِينُ</a:t>
            </a:r>
          </a:p>
        </p:txBody>
      </p:sp>
      <p:sp>
        <p:nvSpPr>
          <p:cNvPr id="12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3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5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7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9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نَسۡتَعِينُ" descr="نَسۡتَعِين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نَسۡتَعِينُ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صَّآخَّةُ" descr="ٱلصَّآخَّة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صَّآخَّةُ" descr="ٱلصَّآخَّة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لَآ إِلَٰهَ" descr="لَآ إِلَـٰه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لَآ إِلَـ</a:t>
            </a:r>
            <a:r>
              <a:rPr sz="9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لَآ إِلَٰهَ" descr="لَآ إِلَـٰه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2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لَآ إِلَـ</a:t>
            </a:r>
            <a:r>
              <a:rPr sz="3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2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هَ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قُوٓا۟ أَنفُسَكُمۡ" descr="قُوٓا۟ أَنفُسَكُم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قُوٓا۟ أَنفُسَكُمۡ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قُوٓا۟ أَنفُسَكُمۡ" descr="قُوٓا۟ أَنفُسَكُمۡ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قُوٓا۟ أَنفُسَكُمۡ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فِيٓ أَنفُسِكُمۡ" descr="فِيٓ أَنفُسِكُم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فِيٓ أَنفُسِكُمۡ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فِيٓ أَنفُسِكُمۡ" descr="فِيٓ أَنفُسِكُمۡ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فِيٓ أَنفُسِكُمۡ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فِيٓ أَنفُسِكُمۡ" descr="فِيٓ أَنفُسِكُم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فِيٓ أَنفُسِكُمۡ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نَسۡتَعِينُ" descr="نَسۡتَعِين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نَسۡتَعِينُ</a:t>
            </a:r>
          </a:p>
        </p:txBody>
      </p:sp>
      <p:sp>
        <p:nvSpPr>
          <p:cNvPr id="12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3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5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7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9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نَسۡتَعِينُ" descr="نَسۡتَعِين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نَسۡتَعِينُ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صَّآخَّةُ" descr="ٱلصَّآخَّة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صَّآخَّةُ" descr="ٱلصَّآخَّة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لَآ إِلَٰهَ" descr="لَآ إِلَـٰه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لَآ إِلَـ</a:t>
            </a:r>
            <a:r>
              <a:rPr sz="9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لَآ إِلَٰهَ" descr="لَآ إِلَـٰه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2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لَآ إِلَـ</a:t>
            </a:r>
            <a:r>
              <a:rPr sz="3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2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هَ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قُوٓا۟ أَنفُسَكُمۡ" descr="قُوٓا۟ أَنفُسَكُم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قُوٓا۟ أَنفُسَكُمۡ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قُوٓا۟ أَنفُسَكُمۡ" descr="قُوٓا۟ أَنفُسَكُمۡ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قُوٓا۟ أَنفُسَكُمۡ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فِيٓ أَنفُسِكُمۡ" descr="فِيٓ أَنفُسِكُم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فِيٓ أَنفُسِكُمۡ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ٱلدِّينِ" descr="ٱلدِّينِ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ٱلدِّينِ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جَآءَ" descr="جَآء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جَآءَ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قُرَيۡشٍ" descr="قُرَيۡشٍ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قُرَيۡشٍ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ٱلنِّسَآءِ" descr="ٱلنِّسَآءِ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ٱلنِّسَآءِ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يَٰٓأَيُّهَا" descr="يَـٰٓأَيُّه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يَـ</a:t>
            </a:r>
            <a:r>
              <a:rPr sz="104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ٓأَيُّهَا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ءَادَمَ" descr="ءَادَم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3100" b="1" lang="ar-SA">
                <a:solidFill>
                  <a:srgbClr val="2E2640"/>
                </a:solidFill>
                <a:latin typeface="Arial"/>
                <a:cs typeface="Arial"/>
              </a:rPr>
              <a:t>ءَادَمَ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أَفۡوَاجًا" descr="أَفۡوَاجً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أَفۡوَاجًا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أُوتُوا۟" descr="أُوتُوا۟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أُوتُوا۟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تَعۡمَلُونَ" descr="تَعۡمَلُو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تَعۡمَلُونَ</a:t>
            </a:r>
          </a:p>
        </p:txBody>
      </p:sp>
      <p:sp>
        <p:nvSpPr>
          <p:cNvPr id="12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3" name="Answer 1 'Arid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Answer text 1" descr="'Arid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5" name="Answer 2 Leen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2" descr="Leen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7" name="Answer 3 Muttasi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3" descr="Muttasi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تَعۡمَلُونَ" descr="تَعۡمَلُو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تَعۡمَلُونَ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يمَٰنًا" descr="إِيمَـٰن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إِيمَـ</a:t>
            </a:r>
            <a:r>
              <a:rPr sz="9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نًا</a:t>
            </a:r>
          </a:p>
        </p:txBody>
      </p:sp>
      <p:sp>
        <p:nvSpPr>
          <p:cNvPr id="14" name="Answer 1 Bada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Bada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6" name="Answer 2 Leen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Leen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8" name="Answer 3 Munfasi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Munfasi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إِيمَٰنًا" descr="إِيمَـٰنً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إِيمَـ</a:t>
            </a:r>
            <a:r>
              <a:rPr sz="3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نًا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سِيٓءَ بِهِمۡ" descr="سِيٓءَ بِهِم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سِيٓءَ بِهِمۡ</a:t>
            </a:r>
          </a:p>
        </p:txBody>
      </p:sp>
      <p:sp>
        <p:nvSpPr>
          <p:cNvPr id="14" name="Answer 1 Muttasi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Muttasi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6" name="Answer 2 Bada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Bada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8" name="Answer 3 'Arid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'Arid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سِيٓءَ بِهِمۡ" descr="سِيٓءَ بِهِمۡ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سِيٓءَ بِهِمۡ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بِمَآ أُنزِلَ" descr="بِمَآ أُنزِل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600" b="1" lang="ar-SA">
                <a:solidFill>
                  <a:srgbClr val="2E2640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14" name="Answer 1 Leen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Leen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6" name="Answer 2 Munfasi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Munfasi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8" name="Answer 3 'Arid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'Arid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بِمَآ أُنزِلَ" descr="بِمَآ أُنزِل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B8A3E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ءَاتُوا۟" descr="ءَاتُوا۟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ءَاتُوا۟</a:t>
            </a:r>
          </a:p>
        </p:txBody>
      </p:sp>
      <p:sp>
        <p:nvSpPr>
          <p:cNvPr id="14" name="Answer 1 Lazim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Lazim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6" name="Answer 2 Bada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Bada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8" name="Answer 3 'Iwad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'Iwad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'Iwad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ءَاتُوا۟" descr="ءَاتُوا۟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ءَاتُوا۟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ءَاتُوا۟" descr="ءَاتُوا۟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ءَاتُوا۟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تَعۡمَلُونَ" descr="تَعۡمَلُو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تَعۡمَلُونَ</a:t>
            </a:r>
          </a:p>
        </p:txBody>
      </p:sp>
      <p:sp>
        <p:nvSpPr>
          <p:cNvPr id="12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3" name="Answer 1 'Arid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Answer text 1" descr="'Arid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5" name="Answer 2 Leen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2" descr="Leen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7" name="Answer 3 Muttasi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3" descr="Muttasi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تَعۡمَلُونَ" descr="تَعۡمَلُو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تَعۡمَلُونَ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يمَٰنًا" descr="إِيمَـٰن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إِيمَـ</a:t>
            </a:r>
            <a:r>
              <a:rPr sz="99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نًا</a:t>
            </a:r>
          </a:p>
        </p:txBody>
      </p:sp>
      <p:sp>
        <p:nvSpPr>
          <p:cNvPr id="14" name="Answer 1 Bada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Bada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6" name="Answer 2 Leen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Leen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8" name="Answer 3 Munfasi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Munfasi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إِيمَٰنًا" descr="إِيمَـٰنً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إِيمَـ</a:t>
            </a:r>
            <a:r>
              <a:rPr sz="3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نًا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سِيٓءَ بِهِمۡ" descr="سِيٓءَ بِهِم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سِيٓءَ بِهِمۡ</a:t>
            </a:r>
          </a:p>
        </p:txBody>
      </p:sp>
      <p:sp>
        <p:nvSpPr>
          <p:cNvPr id="14" name="Answer 1 Muttasi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Muttasi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6" name="Answer 2 Bada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Bada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8" name="Answer 3 'Arid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'Arid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سِيٓءَ بِهِمۡ" descr="سِيٓءَ بِهِمۡ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سِيٓءَ بِهِمۡ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بِمَآ أُنزِلَ" descr="بِمَآ أُنزِل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600" b="1" lang="ar-SA">
                <a:solidFill>
                  <a:srgbClr val="2E2640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14" name="Answer 1 Leen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Leen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6" name="Answer 2 Munfasi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Munfasi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8" name="Answer 3 'Arid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'Arid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بِمَآ أُنزِلَ" descr="بِمَآ أُنزِل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B8A3E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ءَاتُوا۟" descr="ءَاتُوا۟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ءَاتُوا۟</a:t>
            </a:r>
          </a:p>
        </p:txBody>
      </p:sp>
      <p:sp>
        <p:nvSpPr>
          <p:cNvPr id="14" name="Answer 1 Lazim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Lazim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6" name="Answer 2 Bada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Bada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8" name="Answer 3 'Iwad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'Iwad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'Iwad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nf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Munfasil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ءَاتُوا۟" descr="ءَاتُوا۟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ءَاتُوا۟</a:t>
            </a:r>
          </a:p>
        </p:txBody>
      </p:sp>
      <p:sp>
        <p:nvSpPr>
          <p:cNvPr id="8" name="Card 2 قُوٓا۟ أَنفُسَكُمۡ" descr="قُوٓا۟ أَنفُسَكُمۡ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قُوٓا۟ أَنفُسَكُمۡ</a:t>
            </a:r>
          </a:p>
        </p:txBody>
      </p:sp>
      <p:sp>
        <p:nvSpPr>
          <p:cNvPr id="9" name="Card 3 فِيٓ أَنفُسِكُمۡ" descr="فِيٓ أَنفُسِكُمۡ">
            <a:hlinkClick action="ppaction://hlinksldjump" r:id="rId5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فِيٓ أَنفُسِكُمۡ</a:t>
            </a:r>
          </a:p>
        </p:txBody>
      </p:sp>
      <p:sp>
        <p:nvSpPr>
          <p:cNvPr id="10" name="Card 4 وَلَا ٱلضَّآلِّينَ" descr="وَلَا ٱلضَّآلِّينَ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11" name="Card 5 ٱلۡحَآقَّةُ" descr="ٱلۡحَآقَّةُ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ٱلۡحَآقَّةُ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nf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Munfasil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ءَاتُوا۟" descr="ءَاتُوا۟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ءَاتُوا۟</a:t>
            </a:r>
          </a:p>
        </p:txBody>
      </p:sp>
      <p:sp>
        <p:nvSpPr>
          <p:cNvPr id="8" name="Card 2 قُوٓا۟ أَنفُسَكُمۡ" descr="قُوٓا۟ أَنفُسَكُمۡ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قُوٓا۟ أَنفُسَكُمۡ</a:t>
            </a:r>
          </a:p>
        </p:txBody>
      </p:sp>
      <p:sp>
        <p:nvSpPr>
          <p:cNvPr id="9" name="Card 3 فِيٓ أَنفُسِكُمۡ" descr="فِيٓ أَنفُسِكُمۡ">
            <a:hlinkClick action="ppaction://hlinksldjump" r:id="rId5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فِيٓ أَنفُسِكُمۡ</a:t>
            </a:r>
          </a:p>
        </p:txBody>
      </p:sp>
      <p:sp>
        <p:nvSpPr>
          <p:cNvPr id="10" name="Card 4 وَلَا ٱلضَّآلِّينَ" descr="وَلَا ٱلضَّآلِّينَ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11" name="Card 5 ٱلۡحَآقَّةُ" descr="ٱلۡحَآقَّةُ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ٱلۡحَآقَّةُ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nf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Munfasil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ءَاتُوا۟" descr="ءَاتُوا۟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ءَاتُوا۟</a:t>
            </a:r>
          </a:p>
        </p:txBody>
      </p:sp>
      <p:sp>
        <p:nvSpPr>
          <p:cNvPr id="8" name="Card 3 فِيٓ أَنفُسِكُمۡ" descr="فِيٓ أَنفُسِكُمۡ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فِيٓ أَنفُسِكُمۡ</a:t>
            </a:r>
          </a:p>
        </p:txBody>
      </p:sp>
      <p:sp>
        <p:nvSpPr>
          <p:cNvPr id="9" name="Card 4 وَلَا ٱلضَّآلِّينَ" descr="وَلَا ٱلضَّآلِّينَ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10" name="Card 5 ٱلۡحَآقَّةُ" descr="ٱلۡحَآقَّةُ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ٱلۡحَآقَّةُ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nf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Munfasil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ءَاتُوا۟" descr="ءَاتُوا۟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ءَاتُوا۟</a:t>
            </a:r>
          </a:p>
        </p:txBody>
      </p:sp>
      <p:sp>
        <p:nvSpPr>
          <p:cNvPr id="8" name="Card 3 فِيٓ أَنفُسِكُمۡ" descr="فِيٓ أَنفُسِكُمۡ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فِيٓ أَنفُسِكُمۡ</a:t>
            </a:r>
          </a:p>
        </p:txBody>
      </p:sp>
      <p:sp>
        <p:nvSpPr>
          <p:cNvPr id="9" name="Card 4 وَلَا ٱلضَّآلِّينَ" descr="وَلَا ٱلضَّآلِّينَ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10" name="Card 5 ٱلۡحَآقَّةُ" descr="ٱلۡحَآقَّةُ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ٱلۡحَآقَّةُ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nf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Munfasil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ءَاتُوا۟" descr="ءَاتُوا۟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ءَاتُوا۟</a:t>
            </a:r>
          </a:p>
        </p:txBody>
      </p:sp>
      <p:sp>
        <p:nvSpPr>
          <p:cNvPr id="8" name="Card 2 قُوٓا۟ أَنفُسَكُمۡ" descr="قُوٓا۟ أَنفُسَكُمۡ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قُوٓا۟ أَنفُسَكُمۡ</a:t>
            </a:r>
          </a:p>
        </p:txBody>
      </p:sp>
      <p:sp>
        <p:nvSpPr>
          <p:cNvPr id="9" name="Card 4 وَلَا ٱلضَّآلِّينَ" descr="وَلَا ٱلضَّآلِّينَ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10" name="Card 5 ٱلۡحَآقَّةُ" descr="ٱلۡحَآقَّةُ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ٱلۡحَآقَّةُ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nf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Munfasil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ءَاتُوا۟" descr="ءَاتُوا۟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ءَاتُوا۟</a:t>
            </a:r>
          </a:p>
        </p:txBody>
      </p:sp>
      <p:sp>
        <p:nvSpPr>
          <p:cNvPr id="8" name="Card 2 قُوٓا۟ أَنفُسَكُمۡ" descr="قُوٓا۟ أَنفُسَكُمۡ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قُوٓا۟ أَنفُسَكُمۡ</a:t>
            </a:r>
          </a:p>
        </p:txBody>
      </p:sp>
      <p:sp>
        <p:nvSpPr>
          <p:cNvPr id="9" name="Card 4 وَلَا ٱلضَّآلِّينَ" descr="وَلَا ٱلضَّآلِّينَ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10" name="Card 5 ٱلۡحَآقَّةُ" descr="ٱلۡحَآقَّةُ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ٱلۡحَآقَّةُ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nf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Munfasil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ءَاتُوا۟" descr="ءَاتُوا۟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ءَاتُوا۟</a:t>
            </a:r>
          </a:p>
        </p:txBody>
      </p:sp>
      <p:sp>
        <p:nvSpPr>
          <p:cNvPr id="8" name="Card 4 وَلَا ٱلضَّآلِّينَ" descr="وَلَا ٱلضَّآلِّينَ"/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9" name="Card 5 ٱلۡحَآقَّةُ" descr="ٱلۡحَآقَّةُ"/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ٱلۡحَآقَّةُ</a:t>
            </a:r>
          </a:p>
        </p:txBody>
      </p:sp>
      <p:sp>
        <p:nvSpPr>
          <p:cNvPr id="10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1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20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ٱلصَّآخَّةُ" descr="ٱلصَّآخَّة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12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4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6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8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صَّآخَّةُ" descr="ٱلصَّآخَّة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سِيٓءَ بِهِمۡ" descr="سِيٓءَ بِهِم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سِيٓءَ بِهِمۡ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سِيٓءَ بِهِمۡ" descr="سِيٓءَ بِهِمۡ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سِيٓءَ بِهِمۡ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عَلِيمًا" descr="عَلِيم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Arial"/>
                <a:cs typeface="Arial"/>
              </a:rPr>
              <a:t>عَلِيمًا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7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9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1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عَلِيمًا" descr="عَلِيمً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عَلِيمًا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صٓ" descr="صٓ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صٓ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صٓ" descr="صٓ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صٓ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نَسۡتَعِينُ" descr="نَسۡتَعِين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نَسۡتَعِينُ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7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9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1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نَسۡتَعِينُ" descr="نَسۡتَعِين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نَسۡتَعِينُ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نَسۡتَعِينُ" descr="نَسۡتَعِين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نَسۡتَعِينُ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ٱلصَّآخَّةُ" descr="ٱلصَّآخَّة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12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4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6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8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صَّآخَّةُ" descr="ٱلصَّآخَّة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سِيٓءَ بِهِمۡ" descr="سِيٓءَ بِهِم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سِيٓءَ بِهِمۡ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سِيٓءَ بِهِمۡ" descr="سِيٓءَ بِهِمۡ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سِيٓءَ بِهِمۡ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عَلِيمًا" descr="عَلِيم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Arial"/>
                <a:cs typeface="Arial"/>
              </a:rPr>
              <a:t>عَلِيمًا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7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9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1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3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عَلِيمًا" descr="عَلِيمً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عَلِيمًا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صٓ" descr="صٓ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صٓ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صٓ" descr="صٓ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صٓ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نَسۡتَعِينُ" descr="نَسۡتَعِين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نَسۡتَعِينُ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7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9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1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3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أَفۡوَاجًا" descr="أَفۡوَاج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أَفۡوَاجًا</a:t>
            </a:r>
          </a:p>
        </p:txBody>
      </p:sp>
      <p:sp>
        <p:nvSpPr>
          <p:cNvPr id="12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3" name="Answer 1 Bada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Answer text 1" descr="Bada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5" name="Answer 2 'Iwad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2" descr="'Iwad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'Iwad</a:t>
            </a:r>
          </a:p>
        </p:txBody>
      </p:sp>
      <p:sp>
        <p:nvSpPr>
          <p:cNvPr id="17" name="Answer 3 Munfasil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3" descr="Munfasil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أَفۡوَاجًا" descr="أَفۡوَاجً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أَفۡوَاجًا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شَآءَ" descr="شَآء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14" name="Answer 1 Bada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Bada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6" name="Answer 2 Lazim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Lazim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8" name="Answer 3 Muttasi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Muttasi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شَآءَ" descr="شَآء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صَّآخَّةُ" descr="ٱلصَّآخَّة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14" name="Answer 1 Lazim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Lazim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6" name="Answer 2 Munfasi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Munfasi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8" name="Answer 3 Leen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Leen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صَّآخَّةُ" descr="ٱلصَّآخَّة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يَعۡلَمُونَ" descr="يَعۡلَمُو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يَعۡلَمُونَ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'Arid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'Arid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7" name="Answer 2 Bada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Bada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9" name="Answer 3 Lazim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Lazim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يَعۡلَمُونَ" descr="يَعۡلَمُو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يَعۡلَمُونَ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سَوَآءٌ" descr="سَوَآءٌ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سَوَآءٌ</a:t>
            </a:r>
          </a:p>
        </p:txBody>
      </p:sp>
      <p:sp>
        <p:nvSpPr>
          <p:cNvPr id="14" name="Answer 1 Lazim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Lazim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6" name="Answer 2 Munfasil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Munfasil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8" name="Answer 3 Muttasi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Muttasi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سَوَآءٌ" descr="سَوَآءٌ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سَوَآءٌ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سَوَآءٌ" descr="سَوَآءٌ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سَوَآءٌ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أَفۡوَاجًا" descr="أَفۡوَاج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أَفۡوَاجًا</a:t>
            </a:r>
          </a:p>
        </p:txBody>
      </p:sp>
      <p:sp>
        <p:nvSpPr>
          <p:cNvPr id="12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3" name="Answer 1 Bada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Answer text 1" descr="Bada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5" name="Answer 2 'Iwad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2" descr="'Iwad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'Iwad</a:t>
            </a:r>
          </a:p>
        </p:txBody>
      </p:sp>
      <p:sp>
        <p:nvSpPr>
          <p:cNvPr id="17" name="Answer 3 Munfasil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3" descr="Munfasil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أَفۡوَاجًا" descr="أَفۡوَاجً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أَفۡوَاجًا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شَآءَ" descr="شَآء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14" name="Answer 1 Bada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Bada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6" name="Answer 2 Lazim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Lazim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8" name="Answer 3 Muttasi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Muttasi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شَآءَ" descr="شَآء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صَّآخَّةُ" descr="ٱلصَّآخَّة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14" name="Answer 1 Lazim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Lazim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6" name="Answer 2 Munfasi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Munfasi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8" name="Answer 3 Leen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Leen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صَّآخَّةُ" descr="ٱلصَّآخَّة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يَعۡلَمُونَ" descr="يَعۡلَمُو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يَعۡلَمُونَ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'Arid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'Arid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7" name="Answer 2 Bada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Bada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9" name="Answer 3 Lazim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Lazim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يَعۡلَمُونَ" descr="يَعۡلَمُو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يَعۡلَمُونَ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سَوَآءٌ" descr="سَوَآءٌ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سَوَآءٌ</a:t>
            </a:r>
          </a:p>
        </p:txBody>
      </p:sp>
      <p:sp>
        <p:nvSpPr>
          <p:cNvPr id="14" name="Answer 1 Lazim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Lazim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6" name="Answer 2 Munfasil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Munfasil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8" name="Answer 3 Muttasi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Muttasi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Bada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Badal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بِمَآ أُنزِلَ" descr="بِمَآ أُنزِل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8" name="Card 2 سِيٓءَ بِهِمۡ" descr="سِيٓءَ بِهِمۡ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سِيٓءَ بِهِمۡ</a:t>
            </a:r>
          </a:p>
        </p:txBody>
      </p:sp>
      <p:sp>
        <p:nvSpPr>
          <p:cNvPr id="9" name="Card 3 شَآءَ" descr="شَآءَ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10" name="Card 4 ءَادَمَ" descr="ءَادَمَ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ءَادَمَ</a:t>
            </a:r>
          </a:p>
        </p:txBody>
      </p:sp>
      <p:sp>
        <p:nvSpPr>
          <p:cNvPr id="11" name="Card 5 إِيمَٰنًا" descr="إِيمَـٰنًا">
            <a:hlinkClick action="ppaction://hlinksldjump" r:id="rId5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إِيمَـ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نًا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Bada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Badal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بِمَآ أُنزِلَ" descr="بِمَآ أُنزِل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8" name="Card 2 سِيٓءَ بِهِمۡ" descr="سِيٓءَ بِهِمۡ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سِيٓءَ بِهِمۡ</a:t>
            </a:r>
          </a:p>
        </p:txBody>
      </p:sp>
      <p:sp>
        <p:nvSpPr>
          <p:cNvPr id="9" name="Card 3 شَآءَ" descr="شَآءَ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10" name="Card 4 ءَادَمَ" descr="ءَادَمَ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ءَادَمَ</a:t>
            </a:r>
          </a:p>
        </p:txBody>
      </p:sp>
      <p:sp>
        <p:nvSpPr>
          <p:cNvPr id="11" name="Card 5 إِيمَٰنًا" descr="إِيمَـٰنًا">
            <a:hlinkClick action="ppaction://hlinksldjump" r:id="rId5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إِيمَـ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نًا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Bada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Badal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بِمَآ أُنزِلَ" descr="بِمَآ أُنزِل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8" name="Card 2 سِيٓءَ بِهِمۡ" descr="سِيٓءَ بِهِمۡ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سِيٓءَ بِهِمۡ</a:t>
            </a:r>
          </a:p>
        </p:txBody>
      </p:sp>
      <p:sp>
        <p:nvSpPr>
          <p:cNvPr id="9" name="Card 3 شَآءَ" descr="شَآءَ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10" name="Card 5 إِيمَٰنًا" descr="إِيمَـٰنًا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إِيمَـ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نًا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Bada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Badal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بِمَآ أُنزِلَ" descr="بِمَآ أُنزِل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8" name="Card 2 سِيٓءَ بِهِمۡ" descr="سِيٓءَ بِهِمۡ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سِيٓءَ بِهِمۡ</a:t>
            </a:r>
          </a:p>
        </p:txBody>
      </p:sp>
      <p:sp>
        <p:nvSpPr>
          <p:cNvPr id="9" name="Card 3 شَآءَ" descr="شَآءَ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10" name="Card 5 إِيمَٰنًا" descr="إِيمَـٰنًا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إِيمَـ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نًا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Bada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Badal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بِمَآ أُنزِلَ" descr="بِمَآ أُنزِل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8" name="Card 2 سِيٓءَ بِهِمۡ" descr="سِيٓءَ بِهِمۡ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سِيٓءَ بِهِمۡ</a:t>
            </a:r>
          </a:p>
        </p:txBody>
      </p:sp>
      <p:sp>
        <p:nvSpPr>
          <p:cNvPr id="9" name="Card 3 شَآءَ" descr="شَآءَ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10" name="Card 4 ءَادَمَ" descr="ءَادَمَ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ءَادَمَ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Bada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Badal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بِمَآ أُنزِلَ" descr="بِمَآ أُنزِلَ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8" name="Card 2 سِيٓءَ بِهِمۡ" descr="سِيٓءَ بِهِمۡ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سِيٓءَ بِهِمۡ</a:t>
            </a:r>
          </a:p>
        </p:txBody>
      </p:sp>
      <p:sp>
        <p:nvSpPr>
          <p:cNvPr id="9" name="Card 3 شَآءَ" descr="شَآءَ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10" name="Card 4 ءَادَمَ" descr="ءَادَمَ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ءَادَمَ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Bada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Badal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بِمَآ أُنزِلَ" descr="بِمَآ أُنزِلَ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8" name="Card 2 سِيٓءَ بِهِمۡ" descr="سِيٓءَ بِهِمۡ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سِيٓءَ بِهِمۡ</a:t>
            </a:r>
          </a:p>
        </p:txBody>
      </p:sp>
      <p:sp>
        <p:nvSpPr>
          <p:cNvPr id="9" name="Card 3 شَآءَ" descr="شَآءَ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10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1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ءَاتُوا۟" descr="ءَاتُوا۟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ءَاتُوا۟</a:t>
            </a:r>
          </a:p>
        </p:txBody>
      </p:sp>
      <p:sp>
        <p:nvSpPr>
          <p:cNvPr id="12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4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6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8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ءَاتُوا۟" descr="ءَاتُوا۟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ءَاتُوا۟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تَعۡمَلُونَ" descr="تَعۡمَلُو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تَعۡمَلُونَ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7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9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1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تَعۡمَلُونَ" descr="تَعۡمَلُو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تَعۡمَلُونَ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مَآءِ" descr="ٱلۡمَآء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ٱلۡمَآءِ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ۡمَآءِ" descr="ٱلۡمَآء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ٱلۡمَآءِ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بِمَآ أُنزِلَ" descr="بِمَآ أُنزِل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600" b="1" lang="ar-SA">
                <a:solidFill>
                  <a:srgbClr val="2E2640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بِمَآ أُنزِلَ" descr="بِمَآ أُنزِل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B8A3E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بَصِيرًا" descr="بَصِير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Arial"/>
                <a:cs typeface="Arial"/>
              </a:rPr>
              <a:t>بَصِيرًا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7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9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1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بَصِيرًا" descr="بَصِيرً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بَصِيرًا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بَصِيرًا" descr="بَصِير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Arial"/>
                <a:cs typeface="Arial"/>
              </a:rPr>
              <a:t>بَصِيرًا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ءَاتُوا۟" descr="ءَاتُوا۟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ءَاتُوا۟</a:t>
            </a:r>
          </a:p>
        </p:txBody>
      </p:sp>
      <p:sp>
        <p:nvSpPr>
          <p:cNvPr id="12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4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6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8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ءَاتُوا۟" descr="ءَاتُوا۟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ءَاتُوا۟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تَعۡمَلُونَ" descr="تَعۡمَلُو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تَعۡمَلُونَ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7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9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1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3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تَعۡمَلُونَ" descr="تَعۡمَلُو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تَعۡمَلُونَ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مَآءِ" descr="ٱلۡمَآء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ٱلۡمَآءِ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ۡمَآءِ" descr="ٱلۡمَآء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ٱلۡمَآءِ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بِمَآ أُنزِلَ" descr="بِمَآ أُنزِل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600" b="1" lang="ar-SA">
                <a:solidFill>
                  <a:srgbClr val="2E2640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بِمَآ أُنزِلَ" descr="بِمَآ أُنزِل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B8A3E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بَصِيرًا" descr="بَصِير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Arial"/>
                <a:cs typeface="Arial"/>
              </a:rPr>
              <a:t>بَصِيرًا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7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9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1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3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لَآ إِلَٰهَ" descr="لَآ إِلَـٰه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لَآ إِلَـ</a:t>
            </a:r>
            <a:r>
              <a:rPr sz="9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</a:t>
            </a:r>
          </a:p>
        </p:txBody>
      </p:sp>
      <p:sp>
        <p:nvSpPr>
          <p:cNvPr id="12" name="Answer 1 Leen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Leen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4" name="Answer 2 Munfasi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Munfasi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6" name="Answer 3 'Iwad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'Iwad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'Iwad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لَآ إِلَٰهَ" descr="لَآ إِلَـٰه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2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لَآ إِلَـ</a:t>
            </a:r>
            <a:r>
              <a:rPr sz="3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2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هَ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ءَامَنُوا۟" descr="ءَامَنُوا۟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ءَامَنُوا۟</a:t>
            </a:r>
          </a:p>
        </p:txBody>
      </p:sp>
      <p:sp>
        <p:nvSpPr>
          <p:cNvPr id="14" name="Answer 1 Leen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Leen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6" name="Answer 2 Bada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Bada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8" name="Answer 3 Lazim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Lazim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ءَامَنُوا۟" descr="ءَامَنُوا۟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ءَامَنُوا۟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حَكِيمًا" descr="حَكِيم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Arial"/>
                <a:cs typeface="Arial"/>
              </a:rPr>
              <a:t>حَكِيمًا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Lazim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Lazim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7" name="Answer 2 'Iwad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'Iwad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'Iwad</a:t>
            </a:r>
          </a:p>
        </p:txBody>
      </p:sp>
      <p:sp>
        <p:nvSpPr>
          <p:cNvPr id="19" name="Answer 3 Muttasil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Muttasil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حَكِيمًا" descr="حَكِيمً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حَكِيمًا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نَسۡتَعِينُ" descr="نَسۡتَعِين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نَسۡتَعِينُ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Lazim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Lazim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7" name="Answer 2 'Arid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'Arid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9" name="Answer 3 'Iwad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'Iwad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'Iwad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نَسۡتَعِينُ" descr="نَسۡتَعِين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نَسۡتَعِينُ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صٓ" descr="صٓ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صٓ</a:t>
            </a:r>
          </a:p>
        </p:txBody>
      </p:sp>
      <p:sp>
        <p:nvSpPr>
          <p:cNvPr id="14" name="Answer 1 Leen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Leen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6" name="Answer 2 Badal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Badal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8" name="Answer 3 Lazim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Lazim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صٓ" descr="صٓ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صٓ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صٓ" descr="صٓ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صٓ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لَآ إِلَٰهَ" descr="لَآ إِلَـٰه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لَآ إِلَـ</a:t>
            </a:r>
            <a:r>
              <a:rPr sz="9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</a:t>
            </a:r>
          </a:p>
        </p:txBody>
      </p:sp>
      <p:sp>
        <p:nvSpPr>
          <p:cNvPr id="12" name="Answer 1 Leen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Leen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4" name="Answer 2 Munfasi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Munfasi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6" name="Answer 3 'Iwad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'Iwad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'Iwad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لَآ إِلَٰهَ" descr="لَآ إِلَـٰه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2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لَآ إِلَـ</a:t>
            </a:r>
            <a:r>
              <a:rPr sz="3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2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هَ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ءَامَنُوا۟" descr="ءَامَنُوا۟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ءَامَنُوا۟</a:t>
            </a:r>
          </a:p>
        </p:txBody>
      </p:sp>
      <p:sp>
        <p:nvSpPr>
          <p:cNvPr id="14" name="Answer 1 Leen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Leen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6" name="Answer 2 Bada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Bada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8" name="Answer 3 Lazim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Lazim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ءَامَنُوا۟" descr="ءَامَنُوا۟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ءَامَنُوا۟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حَكِيمًا" descr="حَكِيم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Arial"/>
                <a:cs typeface="Arial"/>
              </a:rPr>
              <a:t>حَكِيمًا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Lazim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Lazim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7" name="Answer 2 'Iwad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'Iwad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'Iwad</a:t>
            </a:r>
          </a:p>
        </p:txBody>
      </p:sp>
      <p:sp>
        <p:nvSpPr>
          <p:cNvPr id="19" name="Answer 3 Muttasil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Muttasil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حَكِيمًا" descr="حَكِيمً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حَكِيمًا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نَسۡتَعِينُ" descr="نَسۡتَعِين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نَسۡتَعِينُ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Lazim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Lazim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7" name="Answer 2 'Arid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'Arid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9" name="Answer 3 'Iwad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'Iwad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'Iwad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نَسۡتَعِينُ" descr="نَسۡتَعِين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نَسۡتَعِينُ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صٓ" descr="صٓ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صٓ</a:t>
            </a:r>
          </a:p>
        </p:txBody>
      </p:sp>
      <p:sp>
        <p:nvSpPr>
          <p:cNvPr id="14" name="Answer 1 Leen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Leen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6" name="Answer 2 Badal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Badal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8" name="Answer 3 Lazim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Lazim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azim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Lazim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الٓمٓ" descr="الٓمٓ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الٓمٓ</a:t>
            </a:r>
          </a:p>
        </p:txBody>
      </p:sp>
      <p:sp>
        <p:nvSpPr>
          <p:cNvPr id="8" name="Card 2 لَآ إِلَٰهَ" descr="لَآ إِلَـٰه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لَآ إِلَـ</a:t>
            </a:r>
            <a:r>
              <a:rPr sz="5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</a:t>
            </a:r>
          </a:p>
        </p:txBody>
      </p:sp>
      <p:sp>
        <p:nvSpPr>
          <p:cNvPr id="9" name="Card 3 ٱلصَّآخَّةُ" descr="ٱلصَّآخَّةُ">
            <a:hlinkClick action="ppaction://hlinksldjump" r:id="rId5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10" name="Card 4 فِيٓ أَنفُسِكُمۡ" descr="فِيٓ أَنفُسِكُمۡ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فِيٓ أَنفُسِكُمۡ</a:t>
            </a:r>
          </a:p>
        </p:txBody>
      </p:sp>
      <p:sp>
        <p:nvSpPr>
          <p:cNvPr id="11" name="Card 5 ءَادَمَ" descr="ءَادَمَ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ءَادَمَ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azim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Lazim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الٓمٓ" descr="الٓمٓ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الٓمٓ</a:t>
            </a:r>
          </a:p>
        </p:txBody>
      </p:sp>
      <p:sp>
        <p:nvSpPr>
          <p:cNvPr id="8" name="Card 2 لَآ إِلَٰهَ" descr="لَآ إِلَـٰه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لَآ إِلَـ</a:t>
            </a:r>
            <a:r>
              <a:rPr sz="5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</a:t>
            </a:r>
          </a:p>
        </p:txBody>
      </p:sp>
      <p:sp>
        <p:nvSpPr>
          <p:cNvPr id="9" name="Card 3 ٱلصَّآخَّةُ" descr="ٱلصَّآخَّةُ">
            <a:hlinkClick action="ppaction://hlinksldjump" r:id="rId5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10" name="Card 4 فِيٓ أَنفُسِكُمۡ" descr="فِيٓ أَنفُسِكُمۡ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فِيٓ أَنفُسِكُمۡ</a:t>
            </a:r>
          </a:p>
        </p:txBody>
      </p:sp>
      <p:sp>
        <p:nvSpPr>
          <p:cNvPr id="11" name="Card 5 ءَادَمَ" descr="ءَادَمَ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ءَادَمَ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azim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Lazim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2 لَآ إِلَٰهَ" descr="لَآ إِلَـٰهَ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لَآ إِلَـ</a:t>
            </a:r>
            <a:r>
              <a:rPr sz="5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</a:t>
            </a:r>
          </a:p>
        </p:txBody>
      </p:sp>
      <p:sp>
        <p:nvSpPr>
          <p:cNvPr id="8" name="Card 3 ٱلصَّآخَّةُ" descr="ٱلصَّآخَّةُ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9" name="Card 4 فِيٓ أَنفُسِكُمۡ" descr="فِيٓ أَنفُسِكُمۡ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فِيٓ أَنفُسِكُمۡ</a:t>
            </a:r>
          </a:p>
        </p:txBody>
      </p:sp>
      <p:sp>
        <p:nvSpPr>
          <p:cNvPr id="10" name="Card 5 ءَادَمَ" descr="ءَادَمَ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ءَادَمَ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azim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Lazim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2 لَآ إِلَٰهَ" descr="لَآ إِلَـٰهَ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لَآ إِلَـ</a:t>
            </a:r>
            <a:r>
              <a:rPr sz="5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</a:t>
            </a:r>
          </a:p>
        </p:txBody>
      </p:sp>
      <p:sp>
        <p:nvSpPr>
          <p:cNvPr id="8" name="Card 3 ٱلصَّآخَّةُ" descr="ٱلصَّآخَّةُ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9" name="Card 4 فِيٓ أَنفُسِكُمۡ" descr="فِيٓ أَنفُسِكُمۡ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فِيٓ أَنفُسِكُمۡ</a:t>
            </a:r>
          </a:p>
        </p:txBody>
      </p:sp>
      <p:sp>
        <p:nvSpPr>
          <p:cNvPr id="10" name="Card 5 ءَادَمَ" descr="ءَادَمَ">
            <a:hlinkClick action="ppaction://hlinksldjump" r:id="rId3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ءَادَمَ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azim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Lazim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الٓمٓ" descr="الٓمٓ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الٓمٓ</a:t>
            </a:r>
          </a:p>
        </p:txBody>
      </p:sp>
      <p:sp>
        <p:nvSpPr>
          <p:cNvPr id="8" name="Card 2 لَآ إِلَٰهَ" descr="لَآ إِلَـٰه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لَآ إِلَـ</a:t>
            </a:r>
            <a:r>
              <a:rPr sz="5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</a:t>
            </a:r>
          </a:p>
        </p:txBody>
      </p:sp>
      <p:sp>
        <p:nvSpPr>
          <p:cNvPr id="9" name="Card 4 فِيٓ أَنفُسِكُمۡ" descr="فِيٓ أَنفُسِكُمۡ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فِيٓ أَنفُسِكُمۡ</a:t>
            </a:r>
          </a:p>
        </p:txBody>
      </p:sp>
      <p:sp>
        <p:nvSpPr>
          <p:cNvPr id="10" name="Card 5 ءَادَمَ" descr="ءَادَمَ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ءَادَمَ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azim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Lazim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الٓمٓ" descr="الٓمٓ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الٓمٓ</a:t>
            </a:r>
          </a:p>
        </p:txBody>
      </p:sp>
      <p:sp>
        <p:nvSpPr>
          <p:cNvPr id="8" name="Card 2 لَآ إِلَٰهَ" descr="لَآ إِلَـٰه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لَآ إِلَـ</a:t>
            </a:r>
            <a:r>
              <a:rPr sz="5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</a:t>
            </a:r>
          </a:p>
        </p:txBody>
      </p:sp>
      <p:sp>
        <p:nvSpPr>
          <p:cNvPr id="9" name="Card 4 فِيٓ أَنفُسِكُمۡ" descr="فِيٓ أَنفُسِكُمۡ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فِيٓ أَنفُسِكُمۡ</a:t>
            </a:r>
          </a:p>
        </p:txBody>
      </p:sp>
      <p:sp>
        <p:nvSpPr>
          <p:cNvPr id="10" name="Card 5 ءَادَمَ" descr="ءَادَمَ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ءَادَمَ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azim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Lazim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2 لَآ إِلَٰهَ" descr="لَآ إِلَـٰهَ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لَآ إِلَـ</a:t>
            </a:r>
            <a:r>
              <a:rPr sz="5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</a:t>
            </a:r>
          </a:p>
        </p:txBody>
      </p:sp>
      <p:sp>
        <p:nvSpPr>
          <p:cNvPr id="8" name="Card 4 فِيٓ أَنفُسِكُمۡ" descr="فِيٓ أَنفُسِكُمۡ"/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فِيٓ أَنفُسِكُمۡ</a:t>
            </a:r>
          </a:p>
        </p:txBody>
      </p:sp>
      <p:sp>
        <p:nvSpPr>
          <p:cNvPr id="9" name="Card 5 ءَادَمَ" descr="ءَادَمَ"/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ءَادَمَ</a:t>
            </a:r>
          </a:p>
        </p:txBody>
      </p:sp>
      <p:sp>
        <p:nvSpPr>
          <p:cNvPr id="10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1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20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قٓ" descr="قٓ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قٓ</a:t>
            </a:r>
          </a:p>
        </p:txBody>
      </p:sp>
      <p:sp>
        <p:nvSpPr>
          <p:cNvPr id="12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4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6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8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قٓ" descr="قٓ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قٓ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تَعۡمَلُونَ" descr="تَعۡمَلُو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تَعۡمَلُونَ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7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9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1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تَعۡمَلُونَ" descr="تَعۡمَلُو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تَعۡمَلُونَ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عَٰلَمِينَ" descr="ٱلۡعَـٰلَمِي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ٱلۡعَـ</a:t>
            </a:r>
            <a:r>
              <a:rPr sz="7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لَمِينَ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7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9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1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ۡعَٰلَمِينَ" descr="ٱلۡعَـٰلَمِي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ٱلۡعَـ</a:t>
            </a:r>
            <a:r>
              <a:rPr sz="2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2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لَمِينَ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نِّسَآءِ" descr="ٱلنِّسَآء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ٱلنِّسَآءِ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نِّسَآءِ" descr="ٱلنِّسَآء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ٱلنِّسَآءِ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فِيٓ أَنفُسِكُمۡ" descr="فِيٓ أَنفُسِكُم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فِيٓ أَنفُسِكُمۡ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فِيٓ أَنفُسِكُمۡ" descr="فِيٓ أَنفُسِكُمۡ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فِيٓ أَنفُسِكُمۡ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فِيٓ أَنفُسِكُمۡ" descr="فِيٓ أَنفُسِكُم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فِيٓ أَنفُسِكُمۡ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قٓ" descr="قٓ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قٓ</a:t>
            </a:r>
          </a:p>
        </p:txBody>
      </p:sp>
      <p:sp>
        <p:nvSpPr>
          <p:cNvPr id="12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4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6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8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قٓ" descr="قٓ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قٓ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تَعۡمَلُونَ" descr="تَعۡمَلُو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تَعۡمَلُونَ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7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9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1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3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تَعۡمَلُونَ" descr="تَعۡمَلُو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تَعۡمَلُونَ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عَٰلَمِينَ" descr="ٱلۡعَـٰلَمِين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ٱلۡعَـ</a:t>
            </a:r>
            <a:r>
              <a:rPr sz="7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لَمِينَ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7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9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1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3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ۡعَٰلَمِينَ" descr="ٱلۡعَـٰلَمِين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ٱلۡعَـ</a:t>
            </a:r>
            <a:r>
              <a:rPr sz="2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2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لَمِينَ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نِّسَآءِ" descr="ٱلنِّسَآء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ٱلنِّسَآءِ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نِّسَآءِ" descr="ٱلنِّسَآء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ٱلنِّسَآءِ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فِيٓ أَنفُسِكُمۡ" descr="فِيٓ أَنفُسِكُم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فِيٓ أَنفُسِكُمۡ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ٱلسَّمَآءِ" descr="ٱلسَّمَآءِ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ٱلسَّمَآءِ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ٱلۡمَآءِ" descr="ٱلۡمَآءِ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ٱلۡمَآءِ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يَشَآءُ" descr="يَشَآء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31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ٱلطَّآمَّةُ" descr="ٱلطَّآمَّة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ٱلطَّآمَّةُ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ٱلۡعَٰلَمِينَ" descr="ٱلۡعَـٰلَمِين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ٱلۡعَـ</a:t>
            </a:r>
            <a:r>
              <a:rPr sz="74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7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لَمِينَ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ٱلصَّيۡفِ" descr="ٱلصَّيۡفِ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ٱلصَّيۡفِ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سَوَآءٌ" descr="سَوَآءٌ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3100" b="1" lang="ar-SA">
                <a:solidFill>
                  <a:srgbClr val="2E2640"/>
                </a:solidFill>
                <a:latin typeface="Arial"/>
                <a:cs typeface="Arial"/>
              </a:rPr>
              <a:t>سَوَآءٌ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ءَامَنُوا۟" descr="ءَامَنُوا۟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ءَامَنُوا۟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قُوٓا۟ أَنفُسَكُمۡ" descr="قُوٓا۟ أَنفُسَكُم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قُوٓا۟ أَنفُسَكُمۡ</a:t>
            </a:r>
          </a:p>
        </p:txBody>
      </p:sp>
      <p:sp>
        <p:nvSpPr>
          <p:cNvPr id="12" name="Answer 1 Leen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Leen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4" name="Answer 2 'Arid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'Arid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6" name="Answer 3 Munfasi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Munfasi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قُوٓا۟ أَنفُسَكُمۡ" descr="قُوٓا۟ أَنفُسَكُمۡ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قُوٓا۟ أَنفُسَكُمۡ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دَآبَّةٍ" descr="دَآبَّةٍ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14" name="Answer 1 'Iwad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'Iwad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'Iwad</a:t>
            </a:r>
          </a:p>
        </p:txBody>
      </p:sp>
      <p:sp>
        <p:nvSpPr>
          <p:cNvPr id="16" name="Answer 2 'Arid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'Arid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8" name="Answer 3 Lazim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Lazim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دَآبَّةٍ" descr="دَآبَّةٍ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نِّسَآءِ" descr="ٱلنِّسَآء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ٱلنِّسَآءِ</a:t>
            </a:r>
          </a:p>
        </p:txBody>
      </p:sp>
      <p:sp>
        <p:nvSpPr>
          <p:cNvPr id="14" name="Answer 1 Bada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Bada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6" name="Answer 2 Muttasi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Muttasi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8" name="Answer 3 'Arid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'Arid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نِّسَآءِ" descr="ٱلنِّسَآء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ٱلنِّسَآءِ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ءَادَمَ" descr="ءَادَم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ءَادَمَ</a:t>
            </a:r>
          </a:p>
        </p:txBody>
      </p:sp>
      <p:sp>
        <p:nvSpPr>
          <p:cNvPr id="14" name="Answer 1 Leen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Leen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6" name="Answer 2 Bada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Bada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8" name="Answer 3 'Arid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'Arid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ءَادَمَ" descr="ءَادَم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ءَادَمَ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حَآقَّةُ" descr="ٱلۡحَآقَّة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ٱلۡحَآقَّةُ</a:t>
            </a:r>
          </a:p>
        </p:txBody>
      </p:sp>
      <p:sp>
        <p:nvSpPr>
          <p:cNvPr id="14" name="Answer 1 'Arid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'Arid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6" name="Answer 2 Muttasil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Muttasil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8" name="Answer 3 Lazim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Lazim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ۡحَآقَّةُ" descr="ٱلۡحَآقَّة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ٱلۡحَآقَّةُ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حَآقَّةُ" descr="ٱلۡحَآقَّة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ٱلۡحَآقَّةُ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قُوٓا۟ أَنفُسَكُمۡ" descr="قُوٓا۟ أَنفُسَكُم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قُوٓا۟ أَنفُسَكُمۡ</a:t>
            </a:r>
          </a:p>
        </p:txBody>
      </p:sp>
      <p:sp>
        <p:nvSpPr>
          <p:cNvPr id="12" name="Answer 1 Leen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Leen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4" name="Answer 2 'Arid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'Arid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6" name="Answer 3 Munfasi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Munfasi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قُوٓا۟ أَنفُسَكُمۡ" descr="قُوٓا۟ أَنفُسَكُمۡ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قُوٓا۟ أَنفُسَكُمۡ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دَآبَّةٍ" descr="دَآبَّةٍ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14" name="Answer 1 'Iwad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'Iwad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'Iwad</a:t>
            </a:r>
          </a:p>
        </p:txBody>
      </p:sp>
      <p:sp>
        <p:nvSpPr>
          <p:cNvPr id="16" name="Answer 2 'Arid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'Arid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8" name="Answer 3 Lazim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Lazim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دَآبَّةٍ" descr="دَآبَّةٍ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نِّسَآءِ" descr="ٱلنِّسَآء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ٱلنِّسَآءِ</a:t>
            </a:r>
          </a:p>
        </p:txBody>
      </p:sp>
      <p:sp>
        <p:nvSpPr>
          <p:cNvPr id="14" name="Answer 1 Bada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Bada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6" name="Answer 2 Muttasi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Muttasi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8" name="Answer 3 'Arid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'Arid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نِّسَآءِ" descr="ٱلنِّسَآء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ٱلنِّسَآءِ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ءَادَمَ" descr="ءَادَم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ءَادَمَ</a:t>
            </a:r>
          </a:p>
        </p:txBody>
      </p:sp>
      <p:sp>
        <p:nvSpPr>
          <p:cNvPr id="14" name="Answer 1 Leen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Leen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6" name="Answer 2 Bada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Bada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18" name="Answer 3 'Arid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'Arid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ءَادَمَ" descr="ءَادَم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ءَادَمَ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ۡحَآقَّةُ" descr="ٱلۡحَآقَّة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ٱلۡحَآقَّةُ</a:t>
            </a:r>
          </a:p>
        </p:txBody>
      </p:sp>
      <p:sp>
        <p:nvSpPr>
          <p:cNvPr id="14" name="Answer 1 'Arid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'Arid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6" name="Answer 2 Muttasil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Muttasil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8" name="Answer 3 Lazim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Lazim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tt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Muttasil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يَشَآءُ" descr="يَشَآءُ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8" name="Card 2 إِنَّآ أَعۡطَيۡنَٰكَ" descr="إِنَّآ أَعۡطَيۡنَـٰك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إِنَّآ أَعۡطَيۡنَـ</a:t>
            </a:r>
            <a:r>
              <a:rPr sz="3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9" name="Card 3 ءَاتُوا۟" descr="ءَاتُوا۟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ءَاتُوا۟</a:t>
            </a:r>
          </a:p>
        </p:txBody>
      </p:sp>
      <p:sp>
        <p:nvSpPr>
          <p:cNvPr id="10" name="Card 4 الٓمٓ" descr="الٓمٓ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الٓمٓ</a:t>
            </a:r>
          </a:p>
        </p:txBody>
      </p:sp>
      <p:sp>
        <p:nvSpPr>
          <p:cNvPr id="11" name="Card 5 جَآءَ" descr="جَآءَ">
            <a:hlinkClick action="ppaction://hlinksldjump" r:id="rId5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جَآءَ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tt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Muttasil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يَشَآءُ" descr="يَشَآءُ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8" name="Card 2 إِنَّآ أَعۡطَيۡنَٰكَ" descr="إِنَّآ أَعۡطَيۡنَـٰك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إِنَّآ أَعۡطَيۡنَـ</a:t>
            </a:r>
            <a:r>
              <a:rPr sz="3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9" name="Card 3 ءَاتُوا۟" descr="ءَاتُوا۟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ءَاتُوا۟</a:t>
            </a:r>
          </a:p>
        </p:txBody>
      </p:sp>
      <p:sp>
        <p:nvSpPr>
          <p:cNvPr id="10" name="Card 4 الٓمٓ" descr="الٓمٓ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الٓمٓ</a:t>
            </a:r>
          </a:p>
        </p:txBody>
      </p:sp>
      <p:sp>
        <p:nvSpPr>
          <p:cNvPr id="11" name="Card 5 جَآءَ" descr="جَآءَ">
            <a:hlinkClick action="ppaction://hlinksldjump" r:id="rId5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جَآءَ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tt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Muttasil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2 إِنَّآ أَعۡطَيۡنَٰكَ" descr="إِنَّآ أَعۡطَيۡنَـٰكَ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إِنَّآ أَعۡطَيۡنَـ</a:t>
            </a:r>
            <a:r>
              <a:rPr sz="3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8" name="Card 3 ءَاتُوا۟" descr="ءَاتُوا۟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ءَاتُوا۟</a:t>
            </a:r>
          </a:p>
        </p:txBody>
      </p:sp>
      <p:sp>
        <p:nvSpPr>
          <p:cNvPr id="9" name="Card 4 الٓمٓ" descr="الٓمٓ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الٓمٓ</a:t>
            </a:r>
          </a:p>
        </p:txBody>
      </p:sp>
      <p:sp>
        <p:nvSpPr>
          <p:cNvPr id="10" name="Card 5 جَآءَ" descr="جَآءَ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جَآءَ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tt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Muttasil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2 إِنَّآ أَعۡطَيۡنَٰكَ" descr="إِنَّآ أَعۡطَيۡنَـٰكَ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إِنَّآ أَعۡطَيۡنَـ</a:t>
            </a:r>
            <a:r>
              <a:rPr sz="3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8" name="Card 3 ءَاتُوا۟" descr="ءَاتُوا۟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ءَاتُوا۟</a:t>
            </a:r>
          </a:p>
        </p:txBody>
      </p:sp>
      <p:sp>
        <p:nvSpPr>
          <p:cNvPr id="9" name="Card 4 الٓمٓ" descr="الٓمٓ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الٓمٓ</a:t>
            </a:r>
          </a:p>
        </p:txBody>
      </p:sp>
      <p:sp>
        <p:nvSpPr>
          <p:cNvPr id="10" name="Card 5 جَآءَ" descr="جَآءَ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جَآءَ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tt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Muttasil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يَشَآءُ" descr="يَشَآءُ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8" name="Card 2 إِنَّآ أَعۡطَيۡنَٰكَ" descr="إِنَّآ أَعۡطَيۡنَـٰك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إِنَّآ أَعۡطَيۡنَـ</a:t>
            </a:r>
            <a:r>
              <a:rPr sz="3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9" name="Card 3 ءَاتُوا۟" descr="ءَاتُوا۟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ءَاتُوا۟</a:t>
            </a:r>
          </a:p>
        </p:txBody>
      </p:sp>
      <p:sp>
        <p:nvSpPr>
          <p:cNvPr id="10" name="Card 4 الٓمٓ" descr="الٓمٓ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الٓمٓ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tt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Muttasil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يَشَآءُ" descr="يَشَآءُ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8" name="Card 2 إِنَّآ أَعۡطَيۡنَٰكَ" descr="إِنَّآ أَعۡطَيۡنَـٰك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إِنَّآ أَعۡطَيۡنَـ</a:t>
            </a:r>
            <a:r>
              <a:rPr sz="3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9" name="Card 3 ءَاتُوا۟" descr="ءَاتُوا۟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ءَاتُوا۟</a:t>
            </a:r>
          </a:p>
        </p:txBody>
      </p:sp>
      <p:sp>
        <p:nvSpPr>
          <p:cNvPr id="10" name="Card 4 الٓمٓ" descr="الٓمٓ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الٓمٓ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tt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Muttasil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2 إِنَّآ أَعۡطَيۡنَٰكَ" descr="إِنَّآ أَعۡطَيۡنَـٰكَ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إِنَّآ أَعۡطَيۡنَـ</a:t>
            </a:r>
            <a:r>
              <a:rPr sz="3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8" name="Card 3 ءَاتُوا۟" descr="ءَاتُوا۟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ءَاتُوا۟</a:t>
            </a:r>
          </a:p>
        </p:txBody>
      </p:sp>
      <p:sp>
        <p:nvSpPr>
          <p:cNvPr id="9" name="Card 4 الٓمٓ" descr="الٓمٓ"/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الٓمٓ</a:t>
            </a:r>
          </a:p>
        </p:txBody>
      </p:sp>
      <p:sp>
        <p:nvSpPr>
          <p:cNvPr id="10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1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دَآبَّةٍ" descr="دَآبَّةٍ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12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4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6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8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دَآبَّةٍ" descr="دَآبَّةٍ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قُوٓا۟ أَنفُسَكُمۡ" descr="قُوٓا۟ أَنفُسَكُم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قُوٓا۟ أَنفُسَكُمۡ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قُوٓا۟ أَنفُسَكُمۡ" descr="قُوٓا۟ أَنفُسَكُمۡ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قُوٓا۟ أَنفُسَكُمۡ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سِيٓءَ بِهِمۡ" descr="سِيٓءَ بِهِم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سِيٓءَ بِهِمۡ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سِيٓءَ بِهِمۡ" descr="سِيٓءَ بِهِمۡ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سِيٓءَ بِهِمۡ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سَوَآءٌ" descr="سَوَآءٌ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سَوَآءٌ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سَوَآءٌ" descr="سَوَآءٌ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سَوَآءٌ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عَلِيمًا" descr="عَلِيم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Arial"/>
                <a:cs typeface="Arial"/>
              </a:rPr>
              <a:t>عَلِيمًا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7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9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1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عَلِيمًا" descr="عَلِيمً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عَلِيمًا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عَلِيمًا" descr="عَلِيم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Arial"/>
                <a:cs typeface="Arial"/>
              </a:rPr>
              <a:t>عَلِيمًا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دَآبَّةٍ" descr="دَآبَّةٍ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12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4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6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8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دَآبَّةٍ" descr="دَآبَّةٍ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دَآبَّةٍ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قُوٓا۟ أَنفُسَكُمۡ" descr="قُوٓا۟ أَنفُسَكُم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قُوٓا۟ أَنفُسَكُمۡ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قُوٓا۟ أَنفُسَكُمۡ" descr="قُوٓا۟ أَنفُسَكُمۡ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0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قُوٓا۟ أَنفُسَكُمۡ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سِيٓءَ بِهِمۡ" descr="سِيٓءَ بِهِمۡ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سِيٓءَ بِهِمۡ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سِيٓءَ بِهِمۡ" descr="سِيٓءَ بِهِمۡ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سِيٓءَ بِهِمۡ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سَوَآءٌ" descr="سَوَآءٌ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سَوَآءٌ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سَوَآءٌ" descr="سَوَآءٌ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سَوَآءٌ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عَلِيمًا" descr="عَلِيمً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Arial"/>
                <a:cs typeface="Arial"/>
              </a:rPr>
              <a:t>عَلِيمًا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7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9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1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3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ٱلۡمَآءِ" descr="ٱلۡمَآء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ٱلۡمَآءِ</a:t>
            </a:r>
          </a:p>
        </p:txBody>
      </p:sp>
      <p:sp>
        <p:nvSpPr>
          <p:cNvPr id="12" name="Answer 1 'Arid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'Arid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4" name="Answer 2 Muttasi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Muttasi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6" name="Answer 3 Lazim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Lazim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ۡمَآءِ" descr="ٱلۡمَآء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ٱلۡمَآءِ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قٓ" descr="قٓ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قٓ</a:t>
            </a:r>
          </a:p>
        </p:txBody>
      </p:sp>
      <p:sp>
        <p:nvSpPr>
          <p:cNvPr id="14" name="Answer 1 Munfasi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Munfasi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6" name="Answer 2 Lazim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Lazim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8" name="Answer 3 Badal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Badal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قٓ" descr="قٓ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قٓ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دُّعَآءِ" descr="ٱلدُّعَآء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ٱلدُّعَآءِ</a:t>
            </a:r>
          </a:p>
        </p:txBody>
      </p:sp>
      <p:sp>
        <p:nvSpPr>
          <p:cNvPr id="14" name="Answer 1 Muttasi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Muttasi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6" name="Answer 2 Leen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Leen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8" name="Answer 3 Munfasi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Munfasi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دُّعَآءِ" descr="ٱلدُّعَآء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ٱلدُّعَآءِ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الٓمٓ" descr="الٓمٓ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الٓمٓ</a:t>
            </a:r>
          </a:p>
        </p:txBody>
      </p:sp>
      <p:sp>
        <p:nvSpPr>
          <p:cNvPr id="14" name="Answer 1 'Arid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'Arid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6" name="Answer 2 Lazim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Lazim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8" name="Answer 3 'Iwad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'Iwad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'Iwad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ٓمٓ" descr="الٓمٓ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الٓمٓ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يَشَآءُ" descr="يَشَآء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14" name="Answer 1 Muttasi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Muttasi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6" name="Answer 2 Leen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Leen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8" name="Answer 3 'Iwad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'Iwad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'Iwad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يَشَآءُ" descr="يَشَآء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يَشَآءُ" descr="يَشَآء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ٱلۡمَآءِ" descr="ٱلۡمَآء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ٱلۡمَآءِ</a:t>
            </a:r>
          </a:p>
        </p:txBody>
      </p:sp>
      <p:sp>
        <p:nvSpPr>
          <p:cNvPr id="12" name="Answer 1 'Arid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'Arid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4" name="Answer 2 Muttasil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Muttasil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6" name="Answer 3 Lazim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Lazim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ۡمَآءِ" descr="ٱلۡمَآء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ٱلۡمَآءِ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قٓ" descr="قٓ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قٓ</a:t>
            </a:r>
          </a:p>
        </p:txBody>
      </p:sp>
      <p:sp>
        <p:nvSpPr>
          <p:cNvPr id="14" name="Answer 1 Munfasi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Munfasi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16" name="Answer 2 Lazim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Lazim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8" name="Answer 3 Badal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Badal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Badal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قٓ" descr="قٓ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قٓ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دُّعَآءِ" descr="ٱلدُّعَآء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ٱلدُّعَآءِ</a:t>
            </a:r>
          </a:p>
        </p:txBody>
      </p:sp>
      <p:sp>
        <p:nvSpPr>
          <p:cNvPr id="14" name="Answer 1 Muttasi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Muttasi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6" name="Answer 2 Leen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Leen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8" name="Answer 3 Munfasil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Munfasil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Munfasil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دُّعَآءِ" descr="ٱلدُّعَآء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ٱلدُّعَآءِ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الٓمٓ" descr="الٓمٓ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الٓمٓ</a:t>
            </a:r>
          </a:p>
        </p:txBody>
      </p:sp>
      <p:sp>
        <p:nvSpPr>
          <p:cNvPr id="14" name="Answer 1 'Arid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'Arid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'Arid</a:t>
            </a:r>
          </a:p>
        </p:txBody>
      </p:sp>
      <p:sp>
        <p:nvSpPr>
          <p:cNvPr id="16" name="Answer 2 Lazim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Lazim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Lazim</a:t>
            </a:r>
          </a:p>
        </p:txBody>
      </p:sp>
      <p:sp>
        <p:nvSpPr>
          <p:cNvPr id="18" name="Answer 3 'Iwad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'Iwad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'Iwad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is i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Which madd is it?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الٓمٓ" descr="الٓمٓ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الٓمٓ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يَشَآءُ" descr="يَشَآء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يَشَآءُ</a:t>
            </a:r>
          </a:p>
        </p:txBody>
      </p:sp>
      <p:sp>
        <p:nvSpPr>
          <p:cNvPr id="14" name="Answer 1 Muttasil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Muttasil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600" b="1" lang="en-US">
                <a:solidFill>
                  <a:srgbClr val="2E2640"/>
                </a:solidFill>
                <a:latin typeface="Arial"/>
                <a:cs typeface="Arial"/>
              </a:rPr>
              <a:t>Muttasil</a:t>
            </a:r>
          </a:p>
        </p:txBody>
      </p:sp>
      <p:sp>
        <p:nvSpPr>
          <p:cNvPr id="16" name="Answer 2 Leen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Leen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Leen</a:t>
            </a:r>
          </a:p>
        </p:txBody>
      </p:sp>
      <p:sp>
        <p:nvSpPr>
          <p:cNvPr id="18" name="Answer 3 'Iwad">
            <a:hlinkClick action="ppaction://hlinksldjump" r:id="rId4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'Iwad">
            <a:hlinkClick action="ppaction://hlinksldjump" r:id="rId4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'Iwad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nf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Munfasil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فِيٓ أَنفُسِكُمۡ" descr="فِيٓ أَنفُسِكُمۡ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فِيٓ أَنفُسِكُمۡ</a:t>
            </a:r>
          </a:p>
        </p:txBody>
      </p:sp>
      <p:sp>
        <p:nvSpPr>
          <p:cNvPr id="8" name="Card 2 ءَادَمَ" descr="ءَادَم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ءَادَمَ</a:t>
            </a:r>
          </a:p>
        </p:txBody>
      </p:sp>
      <p:sp>
        <p:nvSpPr>
          <p:cNvPr id="9" name="Card 3 أُو۟لَٰٓئِكَ" descr="أُو۟لَـٰٓئِكَ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sp>
        <p:nvSpPr>
          <p:cNvPr id="10" name="Card 4 شَآءَ" descr="شَآءَ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11" name="Card 5 بِمَآ أُنزِلَ" descr="بِمَآ أُنزِلَ">
            <a:hlinkClick action="ppaction://hlinksldjump" r:id="rId5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nf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Munfasil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فِيٓ أَنفُسِكُمۡ" descr="فِيٓ أَنفُسِكُمۡ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فِيٓ أَنفُسِكُمۡ</a:t>
            </a:r>
          </a:p>
        </p:txBody>
      </p:sp>
      <p:sp>
        <p:nvSpPr>
          <p:cNvPr id="8" name="Card 2 ءَادَمَ" descr="ءَادَم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ءَادَمَ</a:t>
            </a:r>
          </a:p>
        </p:txBody>
      </p:sp>
      <p:sp>
        <p:nvSpPr>
          <p:cNvPr id="9" name="Card 3 أُو۟لَٰٓئِكَ" descr="أُو۟لَـٰٓئِكَ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sp>
        <p:nvSpPr>
          <p:cNvPr id="10" name="Card 4 شَآءَ" descr="شَآءَ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11" name="Card 5 بِمَآ أُنزِلَ" descr="بِمَآ أُنزِلَ">
            <a:hlinkClick action="ppaction://hlinksldjump" r:id="rId5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2" dur="20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nf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Munfasil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2 ءَادَمَ" descr="ءَادَمَ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ءَادَمَ</a:t>
            </a:r>
          </a:p>
        </p:txBody>
      </p:sp>
      <p:sp>
        <p:nvSpPr>
          <p:cNvPr id="8" name="Card 3 أُو۟لَٰٓئِكَ" descr="أُو۟لَـٰٓئِكَ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sp>
        <p:nvSpPr>
          <p:cNvPr id="9" name="Card 4 شَآءَ" descr="شَآءَ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10" name="Card 5 بِمَآ أُنزِلَ" descr="بِمَآ أُنزِلَ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nf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Munfasil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2 ءَادَمَ" descr="ءَادَمَ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ءَادَمَ</a:t>
            </a:r>
          </a:p>
        </p:txBody>
      </p:sp>
      <p:sp>
        <p:nvSpPr>
          <p:cNvPr id="8" name="Card 3 أُو۟لَٰٓئِكَ" descr="أُو۟لَـٰٓئِكَ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sp>
        <p:nvSpPr>
          <p:cNvPr id="9" name="Card 4 شَآءَ" descr="شَآءَ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10" name="Card 5 بِمَآ أُنزِلَ" descr="بِمَآ أُنزِلَ">
            <a:hlinkClick action="ppaction://hlinksldjump" r:id="rId4"/>
          </p:cNvPr>
          <p:cNvSpPr/>
          <p:nvPr/>
        </p:nvSpPr>
        <p:spPr>
          <a:xfrm>
            <a:off x="4635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nf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Munfasil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فِيٓ أَنفُسِكُمۡ" descr="فِيٓ أَنفُسِكُمۡ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فِيٓ أَنفُسِكُمۡ</a:t>
            </a:r>
          </a:p>
        </p:txBody>
      </p:sp>
      <p:sp>
        <p:nvSpPr>
          <p:cNvPr id="8" name="Card 2 ءَادَمَ" descr="ءَادَم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ءَادَمَ</a:t>
            </a:r>
          </a:p>
        </p:txBody>
      </p:sp>
      <p:sp>
        <p:nvSpPr>
          <p:cNvPr id="9" name="Card 3 أُو۟لَٰٓئِكَ" descr="أُو۟لَـٰٓئِكَ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sp>
        <p:nvSpPr>
          <p:cNvPr id="10" name="Card 4 شَآءَ" descr="شَآءَ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5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nf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Munfasil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1 فِيٓ أَنفُسِكُمۡ" descr="فِيٓ أَنفُسِكُمۡ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فِيٓ أَنفُسِكُمۡ</a:t>
            </a:r>
          </a:p>
        </p:txBody>
      </p:sp>
      <p:sp>
        <p:nvSpPr>
          <p:cNvPr id="8" name="Card 2 ءَادَمَ" descr="ءَادَمَ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ءَادَمَ</a:t>
            </a:r>
          </a:p>
        </p:txBody>
      </p:sp>
      <p:sp>
        <p:nvSpPr>
          <p:cNvPr id="9" name="Card 3 أُو۟لَٰٓئِكَ" descr="أُو۟لَـٰٓئِكَ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sp>
        <p:nvSpPr>
          <p:cNvPr id="10" name="Card 4 شَآءَ" descr="شَآءَ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Munfasil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Munfasil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2 ءَادَمَ" descr="ءَادَمَ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ءَادَمَ</a:t>
            </a:r>
          </a:p>
        </p:txBody>
      </p:sp>
      <p:sp>
        <p:nvSpPr>
          <p:cNvPr id="8" name="Card 3 أُو۟لَٰٓئِكَ" descr="أُو۟لَـٰٓئِكَ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أُو۟لَـ</a:t>
            </a:r>
            <a:r>
              <a:rPr sz="58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ٓئِكَ</a:t>
            </a:r>
          </a:p>
        </p:txBody>
      </p:sp>
      <p:sp>
        <p:nvSpPr>
          <p:cNvPr id="9" name="Card 4 شَآءَ" descr="شَآءَ"/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10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1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ٱلنِّسَآءِ" descr="ٱلنِّسَآء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ٱلنِّسَآءِ</a:t>
            </a:r>
          </a:p>
        </p:txBody>
      </p:sp>
      <p:sp>
        <p:nvSpPr>
          <p:cNvPr id="12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4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6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8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نِّسَآءِ" descr="ٱلنِّسَآء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ٱلنِّسَآءِ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يلَٰفِ" descr="إِيلَـٰف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إِيلَـ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إِيلَٰفِ" descr="إِيلَـٰف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إِيلَـ</a:t>
            </a:r>
            <a:r>
              <a:rPr sz="3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فِ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صَّآخَّةُ" descr="ٱلصَّآخَّة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صَّآخَّةُ" descr="ٱلصَّآخَّة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لَآ إِلَٰهَ" descr="لَآ إِلَـٰه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لَآ إِلَـ</a:t>
            </a:r>
            <a:r>
              <a:rPr sz="9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لَآ إِلَٰهَ" descr="لَآ إِلَـٰه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2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لَآ إِلَـ</a:t>
            </a:r>
            <a:r>
              <a:rPr sz="3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2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هَ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خَوۡفٍ" descr="خَوۡفٍ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خَوۡفٍ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7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9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1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خَوۡفٍ" descr="خَوۡفٍ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خَوۡفٍ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خَوۡفٍ" descr="خَوۡفٍ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خَوۡفٍ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ad ٱلنِّسَآءِ" descr="ٱلنِّسَآء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ٱلنِّسَآءِ</a:t>
            </a:r>
          </a:p>
        </p:txBody>
      </p:sp>
      <p:sp>
        <p:nvSpPr>
          <p:cNvPr id="12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4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6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8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نِّسَآءِ" descr="ٱلنِّسَآء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ٱلنِّسَآءِ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إِيلَٰفِ" descr="إِيلَـٰف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إِيلَـ</a:t>
            </a:r>
            <a:r>
              <a:rPr sz="10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إِيلَٰفِ" descr="إِيلَـٰف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إِيلَـ</a:t>
            </a:r>
            <a:r>
              <a:rPr sz="3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5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فِ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ٱلصَّآخَّةُ" descr="ٱلصَّآخَّة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4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4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ٱلصَّآخَّةُ" descr="ٱلصَّآخَّة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9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ٱلصَّآخَّةُ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لَآ إِلَٰهَ" descr="لَآ إِلَـٰه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لَآ إِلَـ</a:t>
            </a:r>
            <a:r>
              <a:rPr sz="9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9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</a:t>
            </a:r>
          </a:p>
        </p:txBody>
      </p:sp>
      <p:sp>
        <p:nvSpPr>
          <p:cNvPr id="14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6" name="Answer 2 4 or 5">
            <a:hlinkClick action="ppaction://hlinksldjump" r:id="rId4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nswer text 2" descr="4 or 5">
            <a:hlinkClick action="ppaction://hlinksldjump" r:id="rId4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8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Answer 4 2, 4 or 6">
            <a:hlinkClick action="ppaction://hlinksldjump" r:id="rId3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nswer text 4" descr="2, 4 or 6">
            <a:hlinkClick action="ppaction://hlinksldjump" r:id="rId3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How many counts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How many counts?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لَآ إِلَٰهَ" descr="لَآ إِلَـٰه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2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لَآ إِلَـ</a:t>
            </a:r>
            <a:r>
              <a:rPr sz="32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3200" b="1" lang="ar-SA">
                <a:solidFill>
                  <a:srgbClr val="2B8A3E"/>
                </a:solidFill>
                <a:latin typeface="Traditional Arabic"/>
                <a:cs typeface="Traditional Arabic"/>
              </a:rPr>
              <a:t>هَ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خَوۡفٍ" descr="خَوۡفٍ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خَوۡفٍ</a:t>
            </a:r>
          </a:p>
        </p:txBody>
      </p:sp>
      <p:sp>
        <p:nvSpPr>
          <p:cNvPr id="14" name="Hint" descr="(stop on this word)"/>
          <p:cNvSpPr/>
          <p:nvPr/>
        </p:nvSpPr>
        <p:spPr>
          <a:xfrm>
            <a:off x="3556000" y="339725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6741D9"/>
                </a:solidFill>
                <a:latin typeface="Arial"/>
                <a:cs typeface="Arial"/>
              </a:rPr>
              <a:t>(stop on this word)</a:t>
            </a:r>
          </a:p>
        </p:txBody>
      </p:sp>
      <p:sp>
        <p:nvSpPr>
          <p:cNvPr id="15" name="Answer 1 2">
            <a:hlinkClick action="ppaction://hlinksldjump" r:id="rId3"/>
          </p:cNvPr>
          <p:cNvSpPr/>
          <p:nvPr/>
        </p:nvSpPr>
        <p:spPr>
          <a:xfrm>
            <a:off x="889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2">
            <a:hlinkClick action="ppaction://hlinksldjump" r:id="rId3"/>
          </p:cNvPr>
          <p:cNvSpPr/>
          <p:nvPr/>
        </p:nvSpPr>
        <p:spPr>
          <a:xfrm>
            <a:off x="984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7" name="Answer 2 4 or 5">
            <a:hlinkClick action="ppaction://hlinksldjump" r:id="rId3"/>
          </p:cNvPr>
          <p:cNvSpPr/>
          <p:nvPr/>
        </p:nvSpPr>
        <p:spPr>
          <a:xfrm>
            <a:off x="3556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4 or 5">
            <a:hlinkClick action="ppaction://hlinksldjump" r:id="rId3"/>
          </p:cNvPr>
          <p:cNvSpPr/>
          <p:nvPr/>
        </p:nvSpPr>
        <p:spPr>
          <a:xfrm>
            <a:off x="3651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2E2640"/>
                </a:solidFill>
                <a:latin typeface="Arial"/>
                <a:cs typeface="Arial"/>
              </a:rPr>
              <a:t>4 or 5</a:t>
            </a:r>
          </a:p>
        </p:txBody>
      </p:sp>
      <p:sp>
        <p:nvSpPr>
          <p:cNvPr id="19" name="Answer 3 6">
            <a:hlinkClick action="ppaction://hlinksldjump" r:id="rId3"/>
          </p:cNvPr>
          <p:cNvSpPr/>
          <p:nvPr/>
        </p:nvSpPr>
        <p:spPr>
          <a:xfrm>
            <a:off x="6223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6">
            <a:hlinkClick action="ppaction://hlinksldjump" r:id="rId3"/>
          </p:cNvPr>
          <p:cNvSpPr/>
          <p:nvPr/>
        </p:nvSpPr>
        <p:spPr>
          <a:xfrm>
            <a:off x="6318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2E264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1" name="Answer 4 2, 4 or 6">
            <a:hlinkClick action="ppaction://hlinksldjump" r:id="rId4"/>
          </p:cNvPr>
          <p:cNvSpPr/>
          <p:nvPr/>
        </p:nvSpPr>
        <p:spPr>
          <a:xfrm>
            <a:off x="8890000" y="3937000"/>
            <a:ext cx="2413000" cy="1714500"/>
          </a:xfrm>
          <a:prstGeom prst="roundRect">
            <a:avLst>
              <a:gd name="adj" fmla="val 18000"/>
            </a:avLst>
          </a:prstGeom>
          <a:solidFill>
            <a:srgbClr val="FFF3B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nswer text 4" descr="2, 4 or 6">
            <a:hlinkClick action="ppaction://hlinksldjump" r:id="rId4"/>
          </p:cNvPr>
          <p:cNvSpPr/>
          <p:nvPr/>
        </p:nvSpPr>
        <p:spPr>
          <a:xfrm>
            <a:off x="8985250" y="4000500"/>
            <a:ext cx="2222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2, 4 or 6</a:t>
            </a:r>
          </a:p>
        </p:txBody>
      </p:sp>
      <p:sp>
        <p:nvSpPr>
          <p:cNvPr id="23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إِنِّيٓ أَعۡلَمُ" descr="إِنِّيٓ أَعۡلَمُ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إِنِّيٓ أَعۡلَمُ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بِمَآ أُنزِلَ" descr="بِمَآ أُنزِ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4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ءَامَنُوا۟" descr="ءَامَنُوا۟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ءَامَنُوا۟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4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شَآءَ" descr="شَآء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4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يَٰٓأَيُّهَا" descr="يَـٰٓأَيُّهَا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يَـ</a:t>
            </a:r>
            <a:r>
              <a:rPr sz="8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ٓأَيُّهَا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4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بِمَآ أُنزِلَ" descr="بِمَآ أُنزِ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بِمَآ أُنزِلَ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4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ءَامَنُوا۟" descr="ءَامَنُوا۟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ءَامَنُوا۟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4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شَآءَ" descr="شَآء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4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يَٰٓأَيُّهَا" descr="يَـٰٓأَيُّهَا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يَـ</a:t>
            </a:r>
            <a:r>
              <a:rPr sz="8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ٓأَيُّهَا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4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وَلَا ٱلضَّآلِّينَ" descr="وَلَا ٱلضَّآلِّين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4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ءَامَنُوا۟" descr="ءَامَنُوا۟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ءَامَنُوا۟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4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شَآءَ" descr="شَآء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4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يَٰٓأَيُّهَا" descr="يَـٰٓأَيُّهَا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يَـ</a:t>
            </a:r>
            <a:r>
              <a:rPr sz="8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ٓأَيُّهَا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4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وَلَا ٱلضَّآلِّينَ" descr="وَلَا ٱلضَّآلِّين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4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وَمَآ أَدۡرَىٰكَ" descr="وَمَآ أَدۡرَىٰك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وَمَآ أَدۡرَى</a:t>
            </a:r>
            <a:r>
              <a:rPr sz="5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4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شَآءَ" descr="شَآء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شَآءَ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4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يَٰٓأَيُّهَا" descr="يَـٰٓأَيُّهَا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يَـ</a:t>
            </a:r>
            <a:r>
              <a:rPr sz="8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ٓأَيُّهَا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4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وَلَا ٱلضَّآلِّينَ" descr="وَلَا ٱلضَّآلِّين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4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وَمَآ أَدۡرَىٰكَ" descr="وَمَآ أَدۡرَىٰك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وَمَآ أَدۡرَى</a:t>
            </a:r>
            <a:r>
              <a:rPr sz="5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4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َوَآءٌ" descr="سَوَآء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سَوَآءٌ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4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يَٰٓأَيُّهَا" descr="يَـٰٓأَيُّهَا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يَـ</a:t>
            </a:r>
            <a:r>
              <a:rPr sz="85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ٓأَيُّهَا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4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وَلَا ٱلضَّآلِّينَ" descr="وَلَا ٱلضَّآلِّين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وَلَا ٱلضَّآلِّينَ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4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وَمَآ أَدۡرَىٰكَ" descr="وَمَآ أَدۡرَىٰك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وَمَآ أَدۡرَى</a:t>
            </a:r>
            <a:r>
              <a:rPr sz="5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4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َوَآءٌ" descr="سَوَآء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سَوَآءٌ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ٱلۡعَٰلَمِينَ" descr="ٱلۡعَـٰلَمِين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ٱلۡعَـ</a:t>
            </a:r>
            <a:r>
              <a:rPr sz="6000" b="1" lang="ar-SA">
                <a:solidFill>
                  <a:srgbClr val="E03131"/>
                </a:solidFill>
                <a:latin typeface="Traditional Arabic"/>
                <a:cs typeface="Traditional Arabic"/>
              </a:rPr>
              <a:t>ٰ</a:t>
            </a:r>
            <a:r>
              <a:rPr sz="6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لَمِينَ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3810000"/>
            <a:ext cx="1460500" cy="800100"/>
          </a:xfrm>
          <a:prstGeom prst="rect">
            <a:avLst/>
          </a:prstGeom>
        </p:spPr>
      </p:pic>
      <p:sp>
        <p:nvSpPr>
          <p:cNvPr id="24" name="Red wins" descr="Red team wins!"/>
          <p:cNvSpPr/>
          <p:nvPr/>
        </p:nvSpPr>
        <p:spPr>
          <a:xfrm>
            <a:off x="3556000" y="1270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2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5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2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Blue car" descr="Blue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5334000"/>
            <a:ext cx="1460500" cy="800100"/>
          </a:xfrm>
          <a:prstGeom prst="rect">
            <a:avLst/>
          </a:prstGeom>
        </p:spPr>
      </p:pic>
      <p:sp>
        <p:nvSpPr>
          <p:cNvPr id="24" name="Blue wins" descr="Blue team wins!"/>
          <p:cNvSpPr/>
          <p:nvPr/>
        </p:nvSpPr>
        <p:spPr>
          <a:xfrm>
            <a:off x="3556000" y="1270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2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5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2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921000" y="1270000"/>
            <a:ext cx="6350000" cy="3175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ell done" descr="Well done!"/>
          <p:cNvSpPr/>
          <p:nvPr/>
        </p:nvSpPr>
        <p:spPr>
          <a:xfrm>
            <a:off x="3175000" y="1587500"/>
            <a:ext cx="5842000" cy="1016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900" b="1" lang="en-US">
                <a:solidFill>
                  <a:srgbClr val="8A6CF0"/>
                </a:solidFill>
                <a:latin typeface="Arial"/>
                <a:cs typeface="Arial"/>
              </a:rPr>
              <a:t>Well done!</a:t>
            </a:r>
          </a:p>
        </p:txBody>
      </p:sp>
      <p:sp>
        <p:nvSpPr>
          <p:cNvPr id="5" name="Star 1"/>
          <p:cNvSpPr/>
          <p:nvPr/>
        </p:nvSpPr>
        <p:spPr>
          <a:xfrm>
            <a:off x="3556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4635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5715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6794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7874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lay again" descr="↺  Play again">
            <a:hlinkClick action="ppaction://hlinksldjump" r:id="rId3"/>
          </p:cNvPr>
          <p:cNvSpPr/>
          <p:nvPr/>
        </p:nvSpPr>
        <p:spPr>
          <a:xfrm>
            <a:off x="4508500" y="4953000"/>
            <a:ext cx="3175000" cy="889000"/>
          </a:xfrm>
          <a:prstGeom prst="roundRect">
            <a:avLst>
              <a:gd name="adj" fmla="val 30000"/>
            </a:avLst>
          </a:prstGeom>
          <a:solidFill>
            <a:srgbClr val="1971C2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FFFFFF"/>
                </a:solidFill>
                <a:latin typeface="Arial"/>
                <a:cs typeface="Arial"/>
              </a:rPr>
              <a:t>↺  Play again</a:t>
            </a:r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Secondary Madd Games</dc:title>
  <dc:subject>Interactive reading games for children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