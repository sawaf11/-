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5.xml"/><Relationship Id="rId8" Type="http://schemas.openxmlformats.org/officeDocument/2006/relationships/slide" Target="slide4.xml"/><Relationship Id="rId9" Type="http://schemas.openxmlformats.org/officeDocument/2006/relationships/slide" Target="slide7.xml"/><Relationship Id="rId10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5.xml"/><Relationship Id="rId8" Type="http://schemas.openxmlformats.org/officeDocument/2006/relationships/slide" Target="slide4.xml"/><Relationship Id="rId9" Type="http://schemas.openxmlformats.org/officeDocument/2006/relationships/slide" Target="slide7.xml"/><Relationship Id="rId10" Type="http://schemas.openxmlformats.org/officeDocument/2006/relationships/slide" Target="slide10.xml"/><Relationship Id="rId11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9.xm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9.xm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0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slide" Target="slide17.xml"/><Relationship Id="rId8" Type="http://schemas.openxmlformats.org/officeDocument/2006/relationships/slide" Target="slide16.xml"/><Relationship Id="rId9" Type="http://schemas.openxmlformats.org/officeDocument/2006/relationships/slide" Target="slide19.xml"/><Relationship Id="rId10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slide" Target="slide17.xml"/><Relationship Id="rId8" Type="http://schemas.openxmlformats.org/officeDocument/2006/relationships/slide" Target="slide16.xml"/><Relationship Id="rId9" Type="http://schemas.openxmlformats.org/officeDocument/2006/relationships/slide" Target="slide19.xml"/><Relationship Id="rId10" Type="http://schemas.openxmlformats.org/officeDocument/2006/relationships/slide" Target="slide22.xml"/><Relationship Id="rId11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slide" Target="slide18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slide" Target="slide18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22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audio" Target="../media/snd_boing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.xml"/><Relationship Id="rId6" Type="http://schemas.openxmlformats.org/officeDocument/2006/relationships/slide" Target="slide44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0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7.xml"/><Relationship Id="rId6" Type="http://schemas.openxmlformats.org/officeDocument/2006/relationships/slide" Target="slide41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48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2.xml"/><Relationship Id="rId6" Type="http://schemas.openxmlformats.org/officeDocument/2006/relationships/slide" Target="slide3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7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.xml"/><Relationship Id="rId6" Type="http://schemas.openxmlformats.org/officeDocument/2006/relationships/slide" Target="slide44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5.xml"/><Relationship Id="rId6" Type="http://schemas.openxmlformats.org/officeDocument/2006/relationships/slide" Target="slide39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0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7.xml"/><Relationship Id="rId6" Type="http://schemas.openxmlformats.org/officeDocument/2006/relationships/slide" Target="slide41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Relationship Id="rId4" Type="http://schemas.openxmlformats.org/officeDocument/2006/relationships/slide" Target="slide4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.xml"/><Relationship Id="rId6" Type="http://schemas.openxmlformats.org/officeDocument/2006/relationships/slide" Target="slide53.xml"/><Relationship Id="rId7" Type="http://schemas.openxmlformats.org/officeDocument/2006/relationships/slide" Target="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din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2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5.xml"/><Relationship Id="rId6" Type="http://schemas.openxmlformats.org/officeDocument/2006/relationships/slide" Target="slide56.xml"/><Relationship Id="rId7" Type="http://schemas.openxmlformats.org/officeDocument/2006/relationships/audio" Target="../media/snd_din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.xml"/><Relationship Id="rId6" Type="http://schemas.openxmlformats.org/officeDocument/2006/relationships/slide" Target="slide53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4.xml"/><Relationship Id="rId6" Type="http://schemas.openxmlformats.org/officeDocument/2006/relationships/slide" Target="slide51.xml"/><Relationship Id="rId7" Type="http://schemas.openxmlformats.org/officeDocument/2006/relationships/slide" Target="slide56.xml"/><Relationship Id="rId8" Type="http://schemas.openxmlformats.org/officeDocument/2006/relationships/audio" Target="../media/snd_boing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6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4.png"/><Relationship Id="rId7" Type="http://schemas.openxmlformats.org/officeDocument/2006/relationships/slide" Target="slide57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4.png"/><Relationship Id="rId7" Type="http://schemas.openxmlformats.org/officeDocument/2006/relationships/slide" Target="slide57.xml"/><Relationship Id="rId8" Type="http://schemas.openxmlformats.org/officeDocument/2006/relationships/slide" Target="slide58.xml"/><Relationship Id="rId9" Type="http://schemas.openxmlformats.org/officeDocument/2006/relationships/slide" Target="slide60.xml"/><Relationship Id="rId10" Type="http://schemas.openxmlformats.org/officeDocument/2006/relationships/slide" Target="slide63.xml"/><Relationship Id="rId11" Type="http://schemas.openxmlformats.org/officeDocument/2006/relationships/audio" Target="../media/snd_boin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slide" Target="slide59.xml"/><Relationship Id="rId8" Type="http://schemas.openxmlformats.org/officeDocument/2006/relationships/slide" Target="slide62.xml"/><Relationship Id="rId9" Type="http://schemas.openxmlformats.org/officeDocument/2006/relationships/slide" Target="slide63.xml"/><Relationship Id="rId10" Type="http://schemas.openxmlformats.org/officeDocument/2006/relationships/audio" Target="../media/snd_pop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slide" Target="slide59.xml"/><Relationship Id="rId8" Type="http://schemas.openxmlformats.org/officeDocument/2006/relationships/slide" Target="slide62.xml"/><Relationship Id="rId9" Type="http://schemas.openxmlformats.org/officeDocument/2006/relationships/slide" Target="slide63.xml"/><Relationship Id="rId10" Type="http://schemas.openxmlformats.org/officeDocument/2006/relationships/audio" Target="../media/snd_boin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pop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1.xml"/><Relationship Id="rId7" Type="http://schemas.openxmlformats.org/officeDocument/2006/relationships/slide" Target="slide62.xml"/><Relationship Id="rId8" Type="http://schemas.openxmlformats.org/officeDocument/2006/relationships/slide" Target="slide63.xml"/><Relationship Id="rId9" Type="http://schemas.openxmlformats.org/officeDocument/2006/relationships/audio" Target="../media/snd_boin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63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" Target="slide6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64.xml"/><Relationship Id="rId8" Type="http://schemas.openxmlformats.org/officeDocument/2006/relationships/slide" Target="slide65.xml"/><Relationship Id="rId9" Type="http://schemas.openxmlformats.org/officeDocument/2006/relationships/slide" Target="slide66.xml"/><Relationship Id="rId10" Type="http://schemas.openxmlformats.org/officeDocument/2006/relationships/audio" Target="../media/snd_boing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66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png"/><Relationship Id="rId4" Type="http://schemas.openxmlformats.org/officeDocument/2006/relationships/slide" Target="slide6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68.xml"/><Relationship Id="rId12" Type="http://schemas.openxmlformats.org/officeDocument/2006/relationships/slide" Target="slide69.xml"/><Relationship Id="rId13" Type="http://schemas.openxmlformats.org/officeDocument/2006/relationships/slide" Target="slide70.xml"/><Relationship Id="rId14" Type="http://schemas.openxmlformats.org/officeDocument/2006/relationships/slide" Target="slide71.xml"/><Relationship Id="rId15" Type="http://schemas.openxmlformats.org/officeDocument/2006/relationships/slide" Target="slide72.xml"/><Relationship Id="rId16" Type="http://schemas.openxmlformats.org/officeDocument/2006/relationships/slide" Target="slide73.xml"/><Relationship Id="rId17" Type="http://schemas.openxmlformats.org/officeDocument/2006/relationships/slide" Target="slide74.xml"/><Relationship Id="rId18" Type="http://schemas.openxmlformats.org/officeDocument/2006/relationships/slide" Target="slide75.xml"/><Relationship Id="rId19" Type="http://schemas.openxmlformats.org/officeDocument/2006/relationships/slide" Target="slide7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67.xml"/><Relationship Id="rId6" Type="http://schemas.openxmlformats.org/officeDocument/2006/relationships/slide" Target="slide76.xml"/><Relationship Id="rId7" Type="http://schemas.openxmlformats.org/officeDocument/2006/relationships/audio" Target="../media/snd_tada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77.xml"/><Relationship Id="rId7" Type="http://schemas.openxmlformats.org/officeDocument/2006/relationships/slide" Target="slide78.xml"/><Relationship Id="rId8" Type="http://schemas.openxmlformats.org/officeDocument/2006/relationships/slide" Target="slide80.xml"/><Relationship Id="rId9" Type="http://schemas.openxmlformats.org/officeDocument/2006/relationships/slide" Target="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77.xml"/><Relationship Id="rId7" Type="http://schemas.openxmlformats.org/officeDocument/2006/relationships/slide" Target="slide78.xml"/><Relationship Id="rId8" Type="http://schemas.openxmlformats.org/officeDocument/2006/relationships/slide" Target="slide80.xml"/><Relationship Id="rId9" Type="http://schemas.openxmlformats.org/officeDocument/2006/relationships/slide" Target="slide83.xml"/><Relationship Id="rId10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splash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79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bo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81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splash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slide" Target="slide81.xml"/><Relationship Id="rId7" Type="http://schemas.openxmlformats.org/officeDocument/2006/relationships/slide" Target="slide82.xml"/><Relationship Id="rId8" Type="http://schemas.openxmlformats.org/officeDocument/2006/relationships/slide" Target="slide83.xml"/><Relationship Id="rId9" Type="http://schemas.openxmlformats.org/officeDocument/2006/relationships/audio" Target="../media/snd_boing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slide" Target="slide83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4.xml"/><Relationship Id="rId4" Type="http://schemas.openxmlformats.org/officeDocument/2006/relationships/slide" Target="slide85.xml"/><Relationship Id="rId5" Type="http://schemas.openxmlformats.org/officeDocument/2006/relationships/slide" Target="slide87.xml"/><Relationship Id="rId6" Type="http://schemas.openxmlformats.org/officeDocument/2006/relationships/slide" Target="slide9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4.xml"/><Relationship Id="rId4" Type="http://schemas.openxmlformats.org/officeDocument/2006/relationships/slide" Target="slide85.xml"/><Relationship Id="rId5" Type="http://schemas.openxmlformats.org/officeDocument/2006/relationships/slide" Target="slide87.xml"/><Relationship Id="rId6" Type="http://schemas.openxmlformats.org/officeDocument/2006/relationships/slide" Target="slide90.xml"/><Relationship Id="rId7" Type="http://schemas.openxmlformats.org/officeDocument/2006/relationships/audio" Target="../media/snd_boing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6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8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n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88.xml"/><Relationship Id="rId4" Type="http://schemas.openxmlformats.org/officeDocument/2006/relationships/slide" Target="slide89.xml"/><Relationship Id="rId5" Type="http://schemas.openxmlformats.org/officeDocument/2006/relationships/slide" Target="slide90.xml"/><Relationship Id="rId6" Type="http://schemas.openxmlformats.org/officeDocument/2006/relationships/audio" Target="../media/snd_boing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90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91.xml"/><Relationship Id="rId4" Type="http://schemas.openxmlformats.org/officeDocument/2006/relationships/slide" Target="slide92.xml"/><Relationship Id="rId5" Type="http://schemas.openxmlformats.org/officeDocument/2006/relationships/slide" Target="slide9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91.xml"/><Relationship Id="rId4" Type="http://schemas.openxmlformats.org/officeDocument/2006/relationships/slide" Target="slide92.xml"/><Relationship Id="rId5" Type="http://schemas.openxmlformats.org/officeDocument/2006/relationships/slide" Target="slide93.xml"/><Relationship Id="rId6" Type="http://schemas.openxmlformats.org/officeDocument/2006/relationships/audio" Target="../media/snd_boing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93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7.xml"/><Relationship Id="rId6" Type="http://schemas.openxmlformats.org/officeDocument/2006/relationships/slide" Target="slide103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4.xml"/><Relationship Id="rId6" Type="http://schemas.openxmlformats.org/officeDocument/2006/relationships/slide" Target="slide98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9.xml"/><Relationship Id="rId6" Type="http://schemas.openxmlformats.org/officeDocument/2006/relationships/slide" Target="slide105.xml"/><Relationship Id="rId7" Type="http://schemas.openxmlformats.org/officeDocument/2006/relationships/slide" Target="slide106.xml"/><Relationship Id="rId8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106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4.xml"/><Relationship Id="rId6" Type="http://schemas.openxmlformats.org/officeDocument/2006/relationships/slide" Target="slide100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1.xml"/><Relationship Id="rId6" Type="http://schemas.openxmlformats.org/officeDocument/2006/relationships/slide" Target="slide95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2.xml"/><Relationship Id="rId6" Type="http://schemas.openxmlformats.org/officeDocument/2006/relationships/slide" Target="slide96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7.xml"/><Relationship Id="rId6" Type="http://schemas.openxmlformats.org/officeDocument/2006/relationships/slide" Target="slide103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04.xml"/><Relationship Id="rId6" Type="http://schemas.openxmlformats.org/officeDocument/2006/relationships/slide" Target="slide98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99.xml"/><Relationship Id="rId6" Type="http://schemas.openxmlformats.org/officeDocument/2006/relationships/slide" Target="slide105.xml"/><Relationship Id="rId7" Type="http://schemas.openxmlformats.org/officeDocument/2006/relationships/slide" Target="slide106.xml"/><Relationship Id="rId8" Type="http://schemas.openxmlformats.org/officeDocument/2006/relationships/audio" Target="../media/snd_boing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07.xml"/><Relationship Id="rId6" Type="http://schemas.openxmlformats.org/officeDocument/2006/relationships/slide" Target="slide109.xml"/><Relationship Id="rId7" Type="http://schemas.openxmlformats.org/officeDocument/2006/relationships/slide" Target="slide11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08.xml"/><Relationship Id="rId6" Type="http://schemas.openxmlformats.org/officeDocument/2006/relationships/slide" Target="slide111.xml"/><Relationship Id="rId7" Type="http://schemas.openxmlformats.org/officeDocument/2006/relationships/audio" Target="../media/snd_ding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10.xml"/><Relationship Id="rId6" Type="http://schemas.openxmlformats.org/officeDocument/2006/relationships/slide" Target="slide111.xml"/><Relationship Id="rId7" Type="http://schemas.openxmlformats.org/officeDocument/2006/relationships/audio" Target="../media/snd_d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07.xml"/><Relationship Id="rId6" Type="http://schemas.openxmlformats.org/officeDocument/2006/relationships/slide" Target="slide109.xml"/><Relationship Id="rId7" Type="http://schemas.openxmlformats.org/officeDocument/2006/relationships/slide" Target="slide111.xml"/><Relationship Id="rId8" Type="http://schemas.openxmlformats.org/officeDocument/2006/relationships/audio" Target="../media/snd_boing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11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12.xml"/><Relationship Id="rId7" Type="http://schemas.openxmlformats.org/officeDocument/2006/relationships/slide" Target="slide113.xml"/><Relationship Id="rId8" Type="http://schemas.openxmlformats.org/officeDocument/2006/relationships/slide" Target="slide115.xml"/><Relationship Id="rId9" Type="http://schemas.openxmlformats.org/officeDocument/2006/relationships/slide" Target="slide1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12.xml"/><Relationship Id="rId7" Type="http://schemas.openxmlformats.org/officeDocument/2006/relationships/slide" Target="slide113.xml"/><Relationship Id="rId8" Type="http://schemas.openxmlformats.org/officeDocument/2006/relationships/slide" Target="slide115.xml"/><Relationship Id="rId9" Type="http://schemas.openxmlformats.org/officeDocument/2006/relationships/slide" Target="slide118.xml"/><Relationship Id="rId10" Type="http://schemas.openxmlformats.org/officeDocument/2006/relationships/audio" Target="../media/snd_boing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114.xml"/><Relationship Id="rId7" Type="http://schemas.openxmlformats.org/officeDocument/2006/relationships/slide" Target="slide117.xml"/><Relationship Id="rId8" Type="http://schemas.openxmlformats.org/officeDocument/2006/relationships/slide" Target="slide118.xml"/><Relationship Id="rId9" Type="http://schemas.openxmlformats.org/officeDocument/2006/relationships/audio" Target="../media/snd_pop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114.xml"/><Relationship Id="rId7" Type="http://schemas.openxmlformats.org/officeDocument/2006/relationships/slide" Target="slide117.xml"/><Relationship Id="rId8" Type="http://schemas.openxmlformats.org/officeDocument/2006/relationships/slide" Target="slide118.xml"/><Relationship Id="rId9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16.xml"/><Relationship Id="rId7" Type="http://schemas.openxmlformats.org/officeDocument/2006/relationships/slide" Target="slide117.xml"/><Relationship Id="rId8" Type="http://schemas.openxmlformats.org/officeDocument/2006/relationships/slide" Target="slide118.xml"/><Relationship Id="rId9" Type="http://schemas.openxmlformats.org/officeDocument/2006/relationships/audio" Target="../media/snd_pop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16.xml"/><Relationship Id="rId7" Type="http://schemas.openxmlformats.org/officeDocument/2006/relationships/slide" Target="slide117.xml"/><Relationship Id="rId8" Type="http://schemas.openxmlformats.org/officeDocument/2006/relationships/slide" Target="slide118.xml"/><Relationship Id="rId9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slide" Target="slide118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slide" Target="slide120.xml"/><Relationship Id="rId7" Type="http://schemas.openxmlformats.org/officeDocument/2006/relationships/slide" Target="slide119.xml"/><Relationship Id="rId8" Type="http://schemas.openxmlformats.org/officeDocument/2006/relationships/slide" Target="slide12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slide" Target="slide120.xml"/><Relationship Id="rId7" Type="http://schemas.openxmlformats.org/officeDocument/2006/relationships/slide" Target="slide119.xml"/><Relationship Id="rId8" Type="http://schemas.openxmlformats.org/officeDocument/2006/relationships/slide" Target="slide121.xml"/><Relationship Id="rId9" Type="http://schemas.openxmlformats.org/officeDocument/2006/relationships/audio" Target="../media/snd_boing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slide" Target="slide121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slide" Target="slide123.xml"/><Relationship Id="rId8" Type="http://schemas.openxmlformats.org/officeDocument/2006/relationships/slide" Target="slide122.xml"/><Relationship Id="rId9" Type="http://schemas.openxmlformats.org/officeDocument/2006/relationships/slide" Target="slide125.xml"/><Relationship Id="rId10" Type="http://schemas.openxmlformats.org/officeDocument/2006/relationships/slide" Target="slide128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slide" Target="slide123.xml"/><Relationship Id="rId8" Type="http://schemas.openxmlformats.org/officeDocument/2006/relationships/slide" Target="slide122.xml"/><Relationship Id="rId9" Type="http://schemas.openxmlformats.org/officeDocument/2006/relationships/slide" Target="slide125.xml"/><Relationship Id="rId10" Type="http://schemas.openxmlformats.org/officeDocument/2006/relationships/slide" Target="slide128.xml"/><Relationship Id="rId11" Type="http://schemas.openxmlformats.org/officeDocument/2006/relationships/audio" Target="../media/snd_boing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124.xml"/><Relationship Id="rId7" Type="http://schemas.openxmlformats.org/officeDocument/2006/relationships/slide" Target="slide127.xml"/><Relationship Id="rId8" Type="http://schemas.openxmlformats.org/officeDocument/2006/relationships/slide" Target="slide128.xml"/><Relationship Id="rId9" Type="http://schemas.openxmlformats.org/officeDocument/2006/relationships/audio" Target="../media/snd_spla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slide" Target="slide124.xml"/><Relationship Id="rId7" Type="http://schemas.openxmlformats.org/officeDocument/2006/relationships/slide" Target="slide127.xml"/><Relationship Id="rId8" Type="http://schemas.openxmlformats.org/officeDocument/2006/relationships/slide" Target="slide128.xml"/><Relationship Id="rId9" Type="http://schemas.openxmlformats.org/officeDocument/2006/relationships/audio" Target="../media/snd_boing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27.xml"/><Relationship Id="rId7" Type="http://schemas.openxmlformats.org/officeDocument/2006/relationships/slide" Target="slide126.xml"/><Relationship Id="rId8" Type="http://schemas.openxmlformats.org/officeDocument/2006/relationships/slide" Target="slide128.xml"/><Relationship Id="rId9" Type="http://schemas.openxmlformats.org/officeDocument/2006/relationships/audio" Target="../media/snd_splash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" Target="slide127.xml"/><Relationship Id="rId7" Type="http://schemas.openxmlformats.org/officeDocument/2006/relationships/slide" Target="slide126.xml"/><Relationship Id="rId8" Type="http://schemas.openxmlformats.org/officeDocument/2006/relationships/slide" Target="slide128.xml"/><Relationship Id="rId9" Type="http://schemas.openxmlformats.org/officeDocument/2006/relationships/audio" Target="../media/snd_boing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" Target="slide128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9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slide" Target="slide13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29.xml"/><Relationship Id="rId4" Type="http://schemas.openxmlformats.org/officeDocument/2006/relationships/slide" Target="slide130.xml"/><Relationship Id="rId5" Type="http://schemas.openxmlformats.org/officeDocument/2006/relationships/slide" Target="slide132.xml"/><Relationship Id="rId6" Type="http://schemas.openxmlformats.org/officeDocument/2006/relationships/slide" Target="slide135.xml"/><Relationship Id="rId7" Type="http://schemas.openxmlformats.org/officeDocument/2006/relationships/audio" Target="../media/snd_boing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31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nk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31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ing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nk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33.xml"/><Relationship Id="rId4" Type="http://schemas.openxmlformats.org/officeDocument/2006/relationships/slide" Target="slide134.xml"/><Relationship Id="rId5" Type="http://schemas.openxmlformats.org/officeDocument/2006/relationships/slide" Target="slide135.xml"/><Relationship Id="rId6" Type="http://schemas.openxmlformats.org/officeDocument/2006/relationships/audio" Target="../media/snd_boing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35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136.xml"/><Relationship Id="rId12" Type="http://schemas.openxmlformats.org/officeDocument/2006/relationships/slide" Target="slide137.xml"/><Relationship Id="rId13" Type="http://schemas.openxmlformats.org/officeDocument/2006/relationships/slide" Target="slide138.xml"/><Relationship Id="rId14" Type="http://schemas.openxmlformats.org/officeDocument/2006/relationships/slide" Target="slide139.xml"/><Relationship Id="rId15" Type="http://schemas.openxmlformats.org/officeDocument/2006/relationships/slide" Target="slide140.xml"/><Relationship Id="rId16" Type="http://schemas.openxmlformats.org/officeDocument/2006/relationships/slide" Target="slide141.xml"/><Relationship Id="rId17" Type="http://schemas.openxmlformats.org/officeDocument/2006/relationships/slide" Target="slide142.xml"/><Relationship Id="rId18" Type="http://schemas.openxmlformats.org/officeDocument/2006/relationships/slide" Target="slide143.xml"/><Relationship Id="rId19" Type="http://schemas.openxmlformats.org/officeDocument/2006/relationships/slide" Target="slide144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135.xml"/><Relationship Id="rId6" Type="http://schemas.openxmlformats.org/officeDocument/2006/relationships/slide" Target="slide144.xml"/><Relationship Id="rId7" Type="http://schemas.openxmlformats.org/officeDocument/2006/relationships/audio" Target="../media/snd_tada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45.xml"/><Relationship Id="rId4" Type="http://schemas.openxmlformats.org/officeDocument/2006/relationships/slide" Target="slide146.xml"/><Relationship Id="rId5" Type="http://schemas.openxmlformats.org/officeDocument/2006/relationships/slide" Target="slide14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45.xml"/><Relationship Id="rId4" Type="http://schemas.openxmlformats.org/officeDocument/2006/relationships/slide" Target="slide146.xml"/><Relationship Id="rId5" Type="http://schemas.openxmlformats.org/officeDocument/2006/relationships/slide" Target="slide147.xml"/><Relationship Id="rId6" Type="http://schemas.openxmlformats.org/officeDocument/2006/relationships/audio" Target="../media/snd_boing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47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4.xml"/><Relationship Id="rId6" Type="http://schemas.openxmlformats.org/officeDocument/2006/relationships/slide" Target="slide148.xml"/><Relationship Id="rId7" Type="http://schemas.openxmlformats.org/officeDocument/2006/relationships/slide" Target="slide160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49.xml"/><Relationship Id="rId6" Type="http://schemas.openxmlformats.org/officeDocument/2006/relationships/slide" Target="slide155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0.xml"/><Relationship Id="rId6" Type="http://schemas.openxmlformats.org/officeDocument/2006/relationships/slide" Target="slide156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7.xml"/><Relationship Id="rId6" Type="http://schemas.openxmlformats.org/officeDocument/2006/relationships/slide" Target="slide151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8.xml"/><Relationship Id="rId6" Type="http://schemas.openxmlformats.org/officeDocument/2006/relationships/slide" Target="slide152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3.xml"/><Relationship Id="rId6" Type="http://schemas.openxmlformats.org/officeDocument/2006/relationships/slide" Target="slide159.xml"/><Relationship Id="rId7" Type="http://schemas.openxmlformats.org/officeDocument/2006/relationships/slide" Target="slide160.xml"/><Relationship Id="rId8" Type="http://schemas.openxmlformats.org/officeDocument/2006/relationships/audio" Target="../media/snd_ding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160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4.xml"/><Relationship Id="rId6" Type="http://schemas.openxmlformats.org/officeDocument/2006/relationships/slide" Target="slide148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49.xml"/><Relationship Id="rId6" Type="http://schemas.openxmlformats.org/officeDocument/2006/relationships/slide" Target="slide155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0.xml"/><Relationship Id="rId6" Type="http://schemas.openxmlformats.org/officeDocument/2006/relationships/slide" Target="slide156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7.xml"/><Relationship Id="rId6" Type="http://schemas.openxmlformats.org/officeDocument/2006/relationships/slide" Target="slide151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8.xml"/><Relationship Id="rId6" Type="http://schemas.openxmlformats.org/officeDocument/2006/relationships/slide" Target="slide152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53.xml"/><Relationship Id="rId6" Type="http://schemas.openxmlformats.org/officeDocument/2006/relationships/slide" Target="slide159.xml"/><Relationship Id="rId7" Type="http://schemas.openxmlformats.org/officeDocument/2006/relationships/slide" Target="slide160.xml"/><Relationship Id="rId8" Type="http://schemas.openxmlformats.org/officeDocument/2006/relationships/audio" Target="../media/snd_boing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61.xml"/><Relationship Id="rId6" Type="http://schemas.openxmlformats.org/officeDocument/2006/relationships/slide" Target="slide163.xml"/><Relationship Id="rId7" Type="http://schemas.openxmlformats.org/officeDocument/2006/relationships/slide" Target="slide165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62.xml"/><Relationship Id="rId6" Type="http://schemas.openxmlformats.org/officeDocument/2006/relationships/slide" Target="slide165.xml"/><Relationship Id="rId7" Type="http://schemas.openxmlformats.org/officeDocument/2006/relationships/audio" Target="../media/snd_d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64.xml"/><Relationship Id="rId6" Type="http://schemas.openxmlformats.org/officeDocument/2006/relationships/slide" Target="slide165.xml"/><Relationship Id="rId7" Type="http://schemas.openxmlformats.org/officeDocument/2006/relationships/audio" Target="../media/snd_ding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61.xml"/><Relationship Id="rId6" Type="http://schemas.openxmlformats.org/officeDocument/2006/relationships/slide" Target="slide163.xml"/><Relationship Id="rId7" Type="http://schemas.openxmlformats.org/officeDocument/2006/relationships/slide" Target="slide165.xml"/><Relationship Id="rId8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165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67.xml"/><Relationship Id="rId7" Type="http://schemas.openxmlformats.org/officeDocument/2006/relationships/slide" Target="slide166.xml"/><Relationship Id="rId8" Type="http://schemas.openxmlformats.org/officeDocument/2006/relationships/slide" Target="slide169.xml"/><Relationship Id="rId9" Type="http://schemas.openxmlformats.org/officeDocument/2006/relationships/slide" Target="slide17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67.xml"/><Relationship Id="rId7" Type="http://schemas.openxmlformats.org/officeDocument/2006/relationships/slide" Target="slide166.xml"/><Relationship Id="rId8" Type="http://schemas.openxmlformats.org/officeDocument/2006/relationships/slide" Target="slide169.xml"/><Relationship Id="rId9" Type="http://schemas.openxmlformats.org/officeDocument/2006/relationships/slide" Target="slide172.xml"/><Relationship Id="rId10" Type="http://schemas.openxmlformats.org/officeDocument/2006/relationships/audio" Target="../media/snd_boing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68.xml"/><Relationship Id="rId7" Type="http://schemas.openxmlformats.org/officeDocument/2006/relationships/slide" Target="slide171.xml"/><Relationship Id="rId8" Type="http://schemas.openxmlformats.org/officeDocument/2006/relationships/slide" Target="slide172.xml"/><Relationship Id="rId9" Type="http://schemas.openxmlformats.org/officeDocument/2006/relationships/audio" Target="../media/snd_pop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slide" Target="slide168.xml"/><Relationship Id="rId7" Type="http://schemas.openxmlformats.org/officeDocument/2006/relationships/slide" Target="slide171.xml"/><Relationship Id="rId8" Type="http://schemas.openxmlformats.org/officeDocument/2006/relationships/slide" Target="slide172.xml"/><Relationship Id="rId9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slide" Target="slide171.xml"/><Relationship Id="rId6" Type="http://schemas.openxmlformats.org/officeDocument/2006/relationships/slide" Target="slide170.xml"/><Relationship Id="rId7" Type="http://schemas.openxmlformats.org/officeDocument/2006/relationships/slide" Target="slide172.xml"/><Relationship Id="rId8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slide" Target="slide171.xml"/><Relationship Id="rId6" Type="http://schemas.openxmlformats.org/officeDocument/2006/relationships/slide" Target="slide170.xml"/><Relationship Id="rId7" Type="http://schemas.openxmlformats.org/officeDocument/2006/relationships/slide" Target="slide172.xml"/><Relationship Id="rId8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slide" Target="slide172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slide" Target="slide175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slide" Target="slide173.xml"/><Relationship Id="rId9" Type="http://schemas.openxmlformats.org/officeDocument/2006/relationships/slide" Target="slide174.xml"/><Relationship Id="rId10" Type="http://schemas.openxmlformats.org/officeDocument/2006/relationships/slide" Target="slide175.xml"/><Relationship Id="rId11" Type="http://schemas.openxmlformats.org/officeDocument/2006/relationships/audio" Target="../media/snd_boing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175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176.xml"/><Relationship Id="rId8" Type="http://schemas.openxmlformats.org/officeDocument/2006/relationships/slide" Target="slide177.xml"/><Relationship Id="rId9" Type="http://schemas.openxmlformats.org/officeDocument/2006/relationships/slide" Target="slide179.xml"/><Relationship Id="rId10" Type="http://schemas.openxmlformats.org/officeDocument/2006/relationships/slide" Target="slide18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176.xml"/><Relationship Id="rId8" Type="http://schemas.openxmlformats.org/officeDocument/2006/relationships/slide" Target="slide177.xml"/><Relationship Id="rId9" Type="http://schemas.openxmlformats.org/officeDocument/2006/relationships/slide" Target="slide179.xml"/><Relationship Id="rId10" Type="http://schemas.openxmlformats.org/officeDocument/2006/relationships/slide" Target="slide182.xml"/><Relationship Id="rId11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178.xml"/><Relationship Id="rId8" Type="http://schemas.openxmlformats.org/officeDocument/2006/relationships/slide" Target="slide181.xml"/><Relationship Id="rId9" Type="http://schemas.openxmlformats.org/officeDocument/2006/relationships/slide" Target="slide182.xml"/><Relationship Id="rId10" Type="http://schemas.openxmlformats.org/officeDocument/2006/relationships/audio" Target="../media/snd_splash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178.xml"/><Relationship Id="rId8" Type="http://schemas.openxmlformats.org/officeDocument/2006/relationships/slide" Target="slide181.xml"/><Relationship Id="rId9" Type="http://schemas.openxmlformats.org/officeDocument/2006/relationships/slide" Target="slide182.xml"/><Relationship Id="rId10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180.xml"/><Relationship Id="rId7" Type="http://schemas.openxmlformats.org/officeDocument/2006/relationships/slide" Target="slide181.xml"/><Relationship Id="rId8" Type="http://schemas.openxmlformats.org/officeDocument/2006/relationships/slide" Target="slide182.xml"/><Relationship Id="rId9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180.xml"/><Relationship Id="rId7" Type="http://schemas.openxmlformats.org/officeDocument/2006/relationships/slide" Target="slide181.xml"/><Relationship Id="rId8" Type="http://schemas.openxmlformats.org/officeDocument/2006/relationships/slide" Target="slide182.xml"/><Relationship Id="rId9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182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3.xml"/><Relationship Id="rId4" Type="http://schemas.openxmlformats.org/officeDocument/2006/relationships/slide" Target="slide184.xml"/><Relationship Id="rId5" Type="http://schemas.openxmlformats.org/officeDocument/2006/relationships/slide" Target="slide186.xml"/><Relationship Id="rId6" Type="http://schemas.openxmlformats.org/officeDocument/2006/relationships/slide" Target="slide189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3.xml"/><Relationship Id="rId4" Type="http://schemas.openxmlformats.org/officeDocument/2006/relationships/slide" Target="slide184.xml"/><Relationship Id="rId5" Type="http://schemas.openxmlformats.org/officeDocument/2006/relationships/slide" Target="slide186.xml"/><Relationship Id="rId6" Type="http://schemas.openxmlformats.org/officeDocument/2006/relationships/slide" Target="slide189.xml"/><Relationship Id="rId7" Type="http://schemas.openxmlformats.org/officeDocument/2006/relationships/audio" Target="../media/snd_boing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5.xml"/><Relationship Id="rId4" Type="http://schemas.openxmlformats.org/officeDocument/2006/relationships/slide" Target="slide188.xml"/><Relationship Id="rId5" Type="http://schemas.openxmlformats.org/officeDocument/2006/relationships/slide" Target="slide189.xml"/><Relationship Id="rId6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5.xml"/><Relationship Id="rId4" Type="http://schemas.openxmlformats.org/officeDocument/2006/relationships/slide" Target="slide188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7.xml"/><Relationship Id="rId4" Type="http://schemas.openxmlformats.org/officeDocument/2006/relationships/slide" Target="slide188.xml"/><Relationship Id="rId5" Type="http://schemas.openxmlformats.org/officeDocument/2006/relationships/slide" Target="slide189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7.xml"/><Relationship Id="rId4" Type="http://schemas.openxmlformats.org/officeDocument/2006/relationships/slide" Target="slide188.xml"/><Relationship Id="rId5" Type="http://schemas.openxmlformats.org/officeDocument/2006/relationships/slide" Target="slide189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189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91.xml"/><Relationship Id="rId4" Type="http://schemas.openxmlformats.org/officeDocument/2006/relationships/slide" Target="slide190.xml"/><Relationship Id="rId5" Type="http://schemas.openxmlformats.org/officeDocument/2006/relationships/slide" Target="slide19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91.xml"/><Relationship Id="rId4" Type="http://schemas.openxmlformats.org/officeDocument/2006/relationships/slide" Target="slide190.xml"/><Relationship Id="rId5" Type="http://schemas.openxmlformats.org/officeDocument/2006/relationships/slide" Target="slide192.xml"/><Relationship Id="rId6" Type="http://schemas.openxmlformats.org/officeDocument/2006/relationships/audio" Target="../media/snd_boing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192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93.xml"/><Relationship Id="rId6" Type="http://schemas.openxmlformats.org/officeDocument/2006/relationships/slide" Target="slide199.xml"/><Relationship Id="rId7" Type="http://schemas.openxmlformats.org/officeDocument/2006/relationships/slide" Target="slide205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0.xml"/><Relationship Id="rId6" Type="http://schemas.openxmlformats.org/officeDocument/2006/relationships/slide" Target="slide194.xml"/><Relationship Id="rId7" Type="http://schemas.openxmlformats.org/officeDocument/2006/relationships/slide" Target="slide205.xml"/><Relationship Id="rId8" Type="http://schemas.openxmlformats.org/officeDocument/2006/relationships/audio" Target="../media/snd_ding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1.xml"/><Relationship Id="rId6" Type="http://schemas.openxmlformats.org/officeDocument/2006/relationships/slide" Target="slide195.xml"/><Relationship Id="rId7" Type="http://schemas.openxmlformats.org/officeDocument/2006/relationships/slide" Target="slide205.xml"/><Relationship Id="rId8" Type="http://schemas.openxmlformats.org/officeDocument/2006/relationships/audio" Target="../media/snd_ding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96.xml"/><Relationship Id="rId6" Type="http://schemas.openxmlformats.org/officeDocument/2006/relationships/slide" Target="slide202.xml"/><Relationship Id="rId7" Type="http://schemas.openxmlformats.org/officeDocument/2006/relationships/slide" Target="slide205.xml"/><Relationship Id="rId8" Type="http://schemas.openxmlformats.org/officeDocument/2006/relationships/audio" Target="../media/snd_ding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5.xml"/><Relationship Id="rId8" Type="http://schemas.openxmlformats.org/officeDocument/2006/relationships/audio" Target="../media/snd_ding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5.xml"/><Relationship Id="rId8" Type="http://schemas.openxmlformats.org/officeDocument/2006/relationships/audio" Target="../media/snd_ding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205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93.xml"/><Relationship Id="rId6" Type="http://schemas.openxmlformats.org/officeDocument/2006/relationships/slide" Target="slide199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0.xml"/><Relationship Id="rId6" Type="http://schemas.openxmlformats.org/officeDocument/2006/relationships/slide" Target="slide194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1.xml"/><Relationship Id="rId6" Type="http://schemas.openxmlformats.org/officeDocument/2006/relationships/slide" Target="slide195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196.xml"/><Relationship Id="rId6" Type="http://schemas.openxmlformats.org/officeDocument/2006/relationships/slide" Target="slide202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3.xml"/><Relationship Id="rId6" Type="http://schemas.openxmlformats.org/officeDocument/2006/relationships/slide" Target="slide197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04.xml"/><Relationship Id="rId6" Type="http://schemas.openxmlformats.org/officeDocument/2006/relationships/slide" Target="slide198.xml"/><Relationship Id="rId7" Type="http://schemas.openxmlformats.org/officeDocument/2006/relationships/slide" Target="slide205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206.xml"/><Relationship Id="rId12" Type="http://schemas.openxmlformats.org/officeDocument/2006/relationships/slide" Target="slide207.xml"/><Relationship Id="rId13" Type="http://schemas.openxmlformats.org/officeDocument/2006/relationships/slide" Target="slide208.xml"/><Relationship Id="rId14" Type="http://schemas.openxmlformats.org/officeDocument/2006/relationships/slide" Target="slide209.xml"/><Relationship Id="rId15" Type="http://schemas.openxmlformats.org/officeDocument/2006/relationships/slide" Target="slide210.xml"/><Relationship Id="rId16" Type="http://schemas.openxmlformats.org/officeDocument/2006/relationships/slide" Target="slide211.xml"/><Relationship Id="rId17" Type="http://schemas.openxmlformats.org/officeDocument/2006/relationships/slide" Target="slide212.xml"/><Relationship Id="rId18" Type="http://schemas.openxmlformats.org/officeDocument/2006/relationships/slide" Target="slide213.xml"/><Relationship Id="rId19" Type="http://schemas.openxmlformats.org/officeDocument/2006/relationships/slide" Target="slide214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205.xml"/><Relationship Id="rId6" Type="http://schemas.openxmlformats.org/officeDocument/2006/relationships/slide" Target="slide214.xml"/><Relationship Id="rId7" Type="http://schemas.openxmlformats.org/officeDocument/2006/relationships/audio" Target="../media/snd_tada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17.xml"/><Relationship Id="rId6" Type="http://schemas.openxmlformats.org/officeDocument/2006/relationships/slide" Target="slide215.xml"/><Relationship Id="rId7" Type="http://schemas.openxmlformats.org/officeDocument/2006/relationships/slide" Target="slide219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16.xml"/><Relationship Id="rId6" Type="http://schemas.openxmlformats.org/officeDocument/2006/relationships/slide" Target="slide219.xml"/><Relationship Id="rId7" Type="http://schemas.openxmlformats.org/officeDocument/2006/relationships/audio" Target="../media/snd_ding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18.xml"/><Relationship Id="rId6" Type="http://schemas.openxmlformats.org/officeDocument/2006/relationships/slide" Target="slide219.xml"/><Relationship Id="rId7" Type="http://schemas.openxmlformats.org/officeDocument/2006/relationships/audio" Target="../media/snd_ding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17.xml"/><Relationship Id="rId6" Type="http://schemas.openxmlformats.org/officeDocument/2006/relationships/slide" Target="slide215.xml"/><Relationship Id="rId7" Type="http://schemas.openxmlformats.org/officeDocument/2006/relationships/slide" Target="slide219.xml"/><Relationship Id="rId8" Type="http://schemas.openxmlformats.org/officeDocument/2006/relationships/audio" Target="../media/snd_boing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19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slide" Target="slide221.xml"/><Relationship Id="rId7" Type="http://schemas.openxmlformats.org/officeDocument/2006/relationships/slide" Target="slide220.xml"/><Relationship Id="rId8" Type="http://schemas.openxmlformats.org/officeDocument/2006/relationships/slide" Target="slide223.xml"/><Relationship Id="rId9" Type="http://schemas.openxmlformats.org/officeDocument/2006/relationships/slide" Target="slide226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slide" Target="slide221.xml"/><Relationship Id="rId7" Type="http://schemas.openxmlformats.org/officeDocument/2006/relationships/slide" Target="slide220.xml"/><Relationship Id="rId8" Type="http://schemas.openxmlformats.org/officeDocument/2006/relationships/slide" Target="slide223.xml"/><Relationship Id="rId9" Type="http://schemas.openxmlformats.org/officeDocument/2006/relationships/slide" Target="slide226.xml"/><Relationship Id="rId10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slide" Target="slide222.xml"/><Relationship Id="rId7" Type="http://schemas.openxmlformats.org/officeDocument/2006/relationships/slide" Target="slide225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slide" Target="slide222.xml"/><Relationship Id="rId7" Type="http://schemas.openxmlformats.org/officeDocument/2006/relationships/slide" Target="slide225.xml"/><Relationship Id="rId8" Type="http://schemas.openxmlformats.org/officeDocument/2006/relationships/slide" Target="slide226.xml"/><Relationship Id="rId9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slide" Target="slide225.xml"/><Relationship Id="rId7" Type="http://schemas.openxmlformats.org/officeDocument/2006/relationships/slide" Target="slide224.xml"/><Relationship Id="rId8" Type="http://schemas.openxmlformats.org/officeDocument/2006/relationships/slide" Target="slide226.xml"/><Relationship Id="rId9" Type="http://schemas.openxmlformats.org/officeDocument/2006/relationships/audio" Target="../media/snd_pop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8.png"/><Relationship Id="rId6" Type="http://schemas.openxmlformats.org/officeDocument/2006/relationships/slide" Target="slide225.xml"/><Relationship Id="rId7" Type="http://schemas.openxmlformats.org/officeDocument/2006/relationships/slide" Target="slide224.xml"/><Relationship Id="rId8" Type="http://schemas.openxmlformats.org/officeDocument/2006/relationships/slide" Target="slide226.xml"/><Relationship Id="rId9" Type="http://schemas.openxmlformats.org/officeDocument/2006/relationships/audio" Target="../media/snd_boing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slide" Target="slide226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0.png"/><Relationship Id="rId7" Type="http://schemas.openxmlformats.org/officeDocument/2006/relationships/slide" Target="slide227.xml"/><Relationship Id="rId8" Type="http://schemas.openxmlformats.org/officeDocument/2006/relationships/slide" Target="slide228.xml"/><Relationship Id="rId9" Type="http://schemas.openxmlformats.org/officeDocument/2006/relationships/slide" Target="slide229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0.png"/><Relationship Id="rId7" Type="http://schemas.openxmlformats.org/officeDocument/2006/relationships/slide" Target="slide227.xml"/><Relationship Id="rId8" Type="http://schemas.openxmlformats.org/officeDocument/2006/relationships/slide" Target="slide228.xml"/><Relationship Id="rId9" Type="http://schemas.openxmlformats.org/officeDocument/2006/relationships/slide" Target="slide229.xml"/><Relationship Id="rId10" Type="http://schemas.openxmlformats.org/officeDocument/2006/relationships/audio" Target="../media/snd_boing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0.png"/><Relationship Id="rId7" Type="http://schemas.openxmlformats.org/officeDocument/2006/relationships/slide" Target="slide229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Relationship Id="rId6" Type="http://schemas.openxmlformats.org/officeDocument/2006/relationships/image" Target="../media/image18.png"/><Relationship Id="rId7" Type="http://schemas.openxmlformats.org/officeDocument/2006/relationships/slide" Target="slide230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slide" Target="slide236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Relationship Id="rId6" Type="http://schemas.openxmlformats.org/officeDocument/2006/relationships/image" Target="../media/image18.png"/><Relationship Id="rId7" Type="http://schemas.openxmlformats.org/officeDocument/2006/relationships/slide" Target="slide230.xml"/><Relationship Id="rId8" Type="http://schemas.openxmlformats.org/officeDocument/2006/relationships/slide" Target="slide231.xml"/><Relationship Id="rId9" Type="http://schemas.openxmlformats.org/officeDocument/2006/relationships/slide" Target="slide233.xml"/><Relationship Id="rId10" Type="http://schemas.openxmlformats.org/officeDocument/2006/relationships/slide" Target="slide236.xml"/><Relationship Id="rId11" Type="http://schemas.openxmlformats.org/officeDocument/2006/relationships/audio" Target="../media/snd_boing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slide" Target="slide232.xml"/><Relationship Id="rId7" Type="http://schemas.openxmlformats.org/officeDocument/2006/relationships/slide" Target="slide235.xml"/><Relationship Id="rId8" Type="http://schemas.openxmlformats.org/officeDocument/2006/relationships/slide" Target="slide236.xml"/><Relationship Id="rId9" Type="http://schemas.openxmlformats.org/officeDocument/2006/relationships/audio" Target="../media/snd_splash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slide" Target="slide232.xml"/><Relationship Id="rId7" Type="http://schemas.openxmlformats.org/officeDocument/2006/relationships/slide" Target="slide235.xml"/><Relationship Id="rId8" Type="http://schemas.openxmlformats.org/officeDocument/2006/relationships/slide" Target="slide236.xml"/><Relationship Id="rId9" Type="http://schemas.openxmlformats.org/officeDocument/2006/relationships/audio" Target="../media/snd_boing.wav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Relationship Id="rId6" Type="http://schemas.openxmlformats.org/officeDocument/2006/relationships/image" Target="../media/image18.png"/><Relationship Id="rId7" Type="http://schemas.openxmlformats.org/officeDocument/2006/relationships/slide" Target="slide234.xml"/><Relationship Id="rId8" Type="http://schemas.openxmlformats.org/officeDocument/2006/relationships/slide" Target="slide235.xml"/><Relationship Id="rId9" Type="http://schemas.openxmlformats.org/officeDocument/2006/relationships/slide" Target="slide236.xml"/><Relationship Id="rId10" Type="http://schemas.openxmlformats.org/officeDocument/2006/relationships/audio" Target="../media/snd_spla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Relationship Id="rId6" Type="http://schemas.openxmlformats.org/officeDocument/2006/relationships/image" Target="../media/image18.png"/><Relationship Id="rId7" Type="http://schemas.openxmlformats.org/officeDocument/2006/relationships/slide" Target="slide234.xml"/><Relationship Id="rId8" Type="http://schemas.openxmlformats.org/officeDocument/2006/relationships/slide" Target="slide235.xml"/><Relationship Id="rId9" Type="http://schemas.openxmlformats.org/officeDocument/2006/relationships/slide" Target="slide236.xml"/><Relationship Id="rId10" Type="http://schemas.openxmlformats.org/officeDocument/2006/relationships/audio" Target="../media/snd_boing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slide" Target="slide236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37.xml"/><Relationship Id="rId4" Type="http://schemas.openxmlformats.org/officeDocument/2006/relationships/slide" Target="slide238.xml"/><Relationship Id="rId5" Type="http://schemas.openxmlformats.org/officeDocument/2006/relationships/slide" Target="slide240.xml"/><Relationship Id="rId6" Type="http://schemas.openxmlformats.org/officeDocument/2006/relationships/slide" Target="slide243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37.xml"/><Relationship Id="rId4" Type="http://schemas.openxmlformats.org/officeDocument/2006/relationships/slide" Target="slide238.xml"/><Relationship Id="rId5" Type="http://schemas.openxmlformats.org/officeDocument/2006/relationships/slide" Target="slide240.xml"/><Relationship Id="rId6" Type="http://schemas.openxmlformats.org/officeDocument/2006/relationships/slide" Target="slide243.xml"/><Relationship Id="rId7" Type="http://schemas.openxmlformats.org/officeDocument/2006/relationships/audio" Target="../media/snd_boing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39.xml"/><Relationship Id="rId4" Type="http://schemas.openxmlformats.org/officeDocument/2006/relationships/slide" Target="slide242.xml"/><Relationship Id="rId5" Type="http://schemas.openxmlformats.org/officeDocument/2006/relationships/slide" Target="slide243.xml"/><Relationship Id="rId6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39.xml"/><Relationship Id="rId4" Type="http://schemas.openxmlformats.org/officeDocument/2006/relationships/slide" Target="slide242.xml"/><Relationship Id="rId5" Type="http://schemas.openxmlformats.org/officeDocument/2006/relationships/slide" Target="slide243.xml"/><Relationship Id="rId6" Type="http://schemas.openxmlformats.org/officeDocument/2006/relationships/audio" Target="../media/snd_boing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3.xml"/><Relationship Id="rId6" Type="http://schemas.openxmlformats.org/officeDocument/2006/relationships/audio" Target="../media/snd_bonk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41.xml"/><Relationship Id="rId4" Type="http://schemas.openxmlformats.org/officeDocument/2006/relationships/slide" Target="slide242.xml"/><Relationship Id="rId5" Type="http://schemas.openxmlformats.org/officeDocument/2006/relationships/slide" Target="slide243.xml"/><Relationship Id="rId6" Type="http://schemas.openxmlformats.org/officeDocument/2006/relationships/audio" Target="../media/snd_boing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243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png"/><Relationship Id="rId4" Type="http://schemas.openxmlformats.org/officeDocument/2006/relationships/slide" Target="slide24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7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1.xml"/><Relationship Id="rId6" Type="http://schemas.openxmlformats.org/officeDocument/2006/relationships/slide" Target="slide247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2.xml"/><Relationship Id="rId6" Type="http://schemas.openxmlformats.org/officeDocument/2006/relationships/slide" Target="slide248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3.xml"/><Relationship Id="rId6" Type="http://schemas.openxmlformats.org/officeDocument/2006/relationships/slide" Target="slide27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6.xml"/><Relationship Id="rId6" Type="http://schemas.openxmlformats.org/officeDocument/2006/relationships/slide" Target="slide252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7.xml"/><Relationship Id="rId6" Type="http://schemas.openxmlformats.org/officeDocument/2006/relationships/slide" Target="slide253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8.xml"/><Relationship Id="rId6" Type="http://schemas.openxmlformats.org/officeDocument/2006/relationships/slide" Target="slide27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59.xml"/><Relationship Id="rId6" Type="http://schemas.openxmlformats.org/officeDocument/2006/relationships/slide" Target="slide255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0.xml"/><Relationship Id="rId6" Type="http://schemas.openxmlformats.org/officeDocument/2006/relationships/slide" Target="slide256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1.xml"/><Relationship Id="rId6" Type="http://schemas.openxmlformats.org/officeDocument/2006/relationships/slide" Target="slide257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2.xml"/><Relationship Id="rId6" Type="http://schemas.openxmlformats.org/officeDocument/2006/relationships/slide" Target="slide258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3.xml"/><Relationship Id="rId6" Type="http://schemas.openxmlformats.org/officeDocument/2006/relationships/slide" Target="slide27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4.xml"/><Relationship Id="rId6" Type="http://schemas.openxmlformats.org/officeDocument/2006/relationships/slide" Target="slide26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5.xml"/><Relationship Id="rId6" Type="http://schemas.openxmlformats.org/officeDocument/2006/relationships/slide" Target="slide261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6.xml"/><Relationship Id="rId6" Type="http://schemas.openxmlformats.org/officeDocument/2006/relationships/slide" Target="slide262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7.xml"/><Relationship Id="rId6" Type="http://schemas.openxmlformats.org/officeDocument/2006/relationships/slide" Target="slide263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8.xml"/><Relationship Id="rId6" Type="http://schemas.openxmlformats.org/officeDocument/2006/relationships/slide" Target="slide27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5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6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7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68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269.xml"/><Relationship Id="rId6" Type="http://schemas.openxmlformats.org/officeDocument/2006/relationships/slide" Target="slide270.xml"/><Relationship Id="rId7" Type="http://schemas.openxmlformats.org/officeDocument/2006/relationships/slide" Target="slide271.xml"/><Relationship Id="rId8" Type="http://schemas.openxmlformats.org/officeDocument/2006/relationships/audio" Target="../media/snd_vroom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271.xml"/><Relationship Id="rId5" Type="http://schemas.openxmlformats.org/officeDocument/2006/relationships/audio" Target="../media/snd_cheer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271.xml"/><Relationship Id="rId5" Type="http://schemas.openxmlformats.org/officeDocument/2006/relationships/audio" Target="../media/snd_cheer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272.xml"/><Relationship Id="rId4" Type="http://schemas.openxmlformats.org/officeDocument/2006/relationships/slide" Target="slide273.xml"/><Relationship Id="rId5" Type="http://schemas.openxmlformats.org/officeDocument/2006/relationships/slide" Target="slide274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272.xml"/><Relationship Id="rId4" Type="http://schemas.openxmlformats.org/officeDocument/2006/relationships/slide" Target="slide273.xml"/><Relationship Id="rId5" Type="http://schemas.openxmlformats.org/officeDocument/2006/relationships/slide" Target="slide274.xml"/><Relationship Id="rId6" Type="http://schemas.openxmlformats.org/officeDocument/2006/relationships/audio" Target="../media/snd_bo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27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1.xml"/><Relationship Id="rId6" Type="http://schemas.openxmlformats.org/officeDocument/2006/relationships/slide" Target="slide275.xml"/><Relationship Id="rId7" Type="http://schemas.openxmlformats.org/officeDocument/2006/relationships/slide" Target="slide28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6.xml"/><Relationship Id="rId6" Type="http://schemas.openxmlformats.org/officeDocument/2006/relationships/slide" Target="slide282.xml"/><Relationship Id="rId7" Type="http://schemas.openxmlformats.org/officeDocument/2006/relationships/slide" Target="slide287.xml"/><Relationship Id="rId8" Type="http://schemas.openxmlformats.org/officeDocument/2006/relationships/audio" Target="../media/snd_ding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7.xml"/><Relationship Id="rId6" Type="http://schemas.openxmlformats.org/officeDocument/2006/relationships/slide" Target="slide283.xml"/><Relationship Id="rId7" Type="http://schemas.openxmlformats.org/officeDocument/2006/relationships/slide" Target="slide287.xml"/><Relationship Id="rId8" Type="http://schemas.openxmlformats.org/officeDocument/2006/relationships/audio" Target="../media/snd_ding.wav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8.xml"/><Relationship Id="rId6" Type="http://schemas.openxmlformats.org/officeDocument/2006/relationships/slide" Target="slide284.xml"/><Relationship Id="rId7" Type="http://schemas.openxmlformats.org/officeDocument/2006/relationships/slide" Target="slide287.xml"/><Relationship Id="rId8" Type="http://schemas.openxmlformats.org/officeDocument/2006/relationships/audio" Target="../media/snd_d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87.xml"/><Relationship Id="rId8" Type="http://schemas.openxmlformats.org/officeDocument/2006/relationships/audio" Target="../media/snd_ding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87.xml"/><Relationship Id="rId8" Type="http://schemas.openxmlformats.org/officeDocument/2006/relationships/audio" Target="../media/snd_d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28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1.xml"/><Relationship Id="rId6" Type="http://schemas.openxmlformats.org/officeDocument/2006/relationships/slide" Target="slide275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6.xml"/><Relationship Id="rId6" Type="http://schemas.openxmlformats.org/officeDocument/2006/relationships/slide" Target="slide282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7.xml"/><Relationship Id="rId6" Type="http://schemas.openxmlformats.org/officeDocument/2006/relationships/slide" Target="slide283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78.xml"/><Relationship Id="rId6" Type="http://schemas.openxmlformats.org/officeDocument/2006/relationships/slide" Target="slide284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5.xml"/><Relationship Id="rId6" Type="http://schemas.openxmlformats.org/officeDocument/2006/relationships/slide" Target="slide279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280.xml"/><Relationship Id="rId6" Type="http://schemas.openxmlformats.org/officeDocument/2006/relationships/slide" Target="slide286.xml"/><Relationship Id="rId7" Type="http://schemas.openxmlformats.org/officeDocument/2006/relationships/slide" Target="slide287.xml"/><Relationship Id="rId8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88.xml"/><Relationship Id="rId7" Type="http://schemas.openxmlformats.org/officeDocument/2006/relationships/slide" Target="slide292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89.xml"/><Relationship Id="rId6" Type="http://schemas.openxmlformats.org/officeDocument/2006/relationships/slide" Target="slide292.xml"/><Relationship Id="rId7" Type="http://schemas.openxmlformats.org/officeDocument/2006/relationships/audio" Target="../media/snd_d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91.xml"/><Relationship Id="rId6" Type="http://schemas.openxmlformats.org/officeDocument/2006/relationships/slide" Target="slide292.xml"/><Relationship Id="rId7" Type="http://schemas.openxmlformats.org/officeDocument/2006/relationships/audio" Target="../media/snd_d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88.xml"/><Relationship Id="rId7" Type="http://schemas.openxmlformats.org/officeDocument/2006/relationships/slide" Target="slide292.xml"/><Relationship Id="rId8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292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294.xml"/><Relationship Id="rId8" Type="http://schemas.openxmlformats.org/officeDocument/2006/relationships/slide" Target="slide293.xml"/><Relationship Id="rId9" Type="http://schemas.openxmlformats.org/officeDocument/2006/relationships/slide" Target="slide296.xml"/><Relationship Id="rId10" Type="http://schemas.openxmlformats.org/officeDocument/2006/relationships/slide" Target="slide299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294.xml"/><Relationship Id="rId8" Type="http://schemas.openxmlformats.org/officeDocument/2006/relationships/slide" Target="slide293.xml"/><Relationship Id="rId9" Type="http://schemas.openxmlformats.org/officeDocument/2006/relationships/slide" Target="slide296.xml"/><Relationship Id="rId10" Type="http://schemas.openxmlformats.org/officeDocument/2006/relationships/slide" Target="slide299.xml"/><Relationship Id="rId11" Type="http://schemas.openxmlformats.org/officeDocument/2006/relationships/audio" Target="../media/snd_boing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8.png"/><Relationship Id="rId7" Type="http://schemas.openxmlformats.org/officeDocument/2006/relationships/slide" Target="slide295.xml"/><Relationship Id="rId8" Type="http://schemas.openxmlformats.org/officeDocument/2006/relationships/slide" Target="slide298.xml"/><Relationship Id="rId9" Type="http://schemas.openxmlformats.org/officeDocument/2006/relationships/slide" Target="slide299.xml"/><Relationship Id="rId10" Type="http://schemas.openxmlformats.org/officeDocument/2006/relationships/audio" Target="../media/snd_pop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8.png"/><Relationship Id="rId7" Type="http://schemas.openxmlformats.org/officeDocument/2006/relationships/slide" Target="slide295.xml"/><Relationship Id="rId8" Type="http://schemas.openxmlformats.org/officeDocument/2006/relationships/slide" Target="slide298.xml"/><Relationship Id="rId9" Type="http://schemas.openxmlformats.org/officeDocument/2006/relationships/slide" Target="slide299.xml"/><Relationship Id="rId10" Type="http://schemas.openxmlformats.org/officeDocument/2006/relationships/audio" Target="../media/snd_boing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" Target="slide298.xml"/><Relationship Id="rId7" Type="http://schemas.openxmlformats.org/officeDocument/2006/relationships/slide" Target="slide297.xml"/><Relationship Id="rId8" Type="http://schemas.openxmlformats.org/officeDocument/2006/relationships/slide" Target="slide299.xml"/><Relationship Id="rId9" Type="http://schemas.openxmlformats.org/officeDocument/2006/relationships/audio" Target="../media/snd_pop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slide" Target="slide298.xml"/><Relationship Id="rId7" Type="http://schemas.openxmlformats.org/officeDocument/2006/relationships/slide" Target="slide297.xml"/><Relationship Id="rId8" Type="http://schemas.openxmlformats.org/officeDocument/2006/relationships/slide" Target="slide299.xml"/><Relationship Id="rId9" Type="http://schemas.openxmlformats.org/officeDocument/2006/relationships/audio" Target="../media/snd_boing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8.png"/><Relationship Id="rId6" Type="http://schemas.openxmlformats.org/officeDocument/2006/relationships/slide" Target="slide299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" Target="slide300.xml"/><Relationship Id="rId8" Type="http://schemas.openxmlformats.org/officeDocument/2006/relationships/slide" Target="slide301.xml"/><Relationship Id="rId9" Type="http://schemas.openxmlformats.org/officeDocument/2006/relationships/slide" Target="slide302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" Target="slide300.xml"/><Relationship Id="rId8" Type="http://schemas.openxmlformats.org/officeDocument/2006/relationships/slide" Target="slide301.xml"/><Relationship Id="rId9" Type="http://schemas.openxmlformats.org/officeDocument/2006/relationships/slide" Target="slide302.xml"/><Relationship Id="rId10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slide" Target="slide302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303.xml"/><Relationship Id="rId12" Type="http://schemas.openxmlformats.org/officeDocument/2006/relationships/slide" Target="slide304.xml"/><Relationship Id="rId13" Type="http://schemas.openxmlformats.org/officeDocument/2006/relationships/slide" Target="slide305.xml"/><Relationship Id="rId14" Type="http://schemas.openxmlformats.org/officeDocument/2006/relationships/slide" Target="slide306.xml"/><Relationship Id="rId15" Type="http://schemas.openxmlformats.org/officeDocument/2006/relationships/slide" Target="slide307.xml"/><Relationship Id="rId16" Type="http://schemas.openxmlformats.org/officeDocument/2006/relationships/slide" Target="slide308.xml"/><Relationship Id="rId17" Type="http://schemas.openxmlformats.org/officeDocument/2006/relationships/slide" Target="slide309.xml"/><Relationship Id="rId18" Type="http://schemas.openxmlformats.org/officeDocument/2006/relationships/slide" Target="slide310.xml"/><Relationship Id="rId19" Type="http://schemas.openxmlformats.org/officeDocument/2006/relationships/slide" Target="slide311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02.xml"/><Relationship Id="rId6" Type="http://schemas.openxmlformats.org/officeDocument/2006/relationships/slide" Target="slide311.xml"/><Relationship Id="rId7" Type="http://schemas.openxmlformats.org/officeDocument/2006/relationships/audio" Target="../media/snd_tada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312.xml"/><Relationship Id="rId8" Type="http://schemas.openxmlformats.org/officeDocument/2006/relationships/slide" Target="slide313.xml"/><Relationship Id="rId9" Type="http://schemas.openxmlformats.org/officeDocument/2006/relationships/slide" Target="slide315.xml"/><Relationship Id="rId10" Type="http://schemas.openxmlformats.org/officeDocument/2006/relationships/slide" Target="slide318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312.xml"/><Relationship Id="rId8" Type="http://schemas.openxmlformats.org/officeDocument/2006/relationships/slide" Target="slide313.xml"/><Relationship Id="rId9" Type="http://schemas.openxmlformats.org/officeDocument/2006/relationships/slide" Target="slide315.xml"/><Relationship Id="rId10" Type="http://schemas.openxmlformats.org/officeDocument/2006/relationships/slide" Target="slide318.xml"/><Relationship Id="rId11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314.xml"/><Relationship Id="rId7" Type="http://schemas.openxmlformats.org/officeDocument/2006/relationships/slide" Target="slide317.xml"/><Relationship Id="rId8" Type="http://schemas.openxmlformats.org/officeDocument/2006/relationships/slide" Target="slide318.xml"/><Relationship Id="rId9" Type="http://schemas.openxmlformats.org/officeDocument/2006/relationships/audio" Target="../media/snd_spla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314.xml"/><Relationship Id="rId7" Type="http://schemas.openxmlformats.org/officeDocument/2006/relationships/slide" Target="slide317.xml"/><Relationship Id="rId8" Type="http://schemas.openxmlformats.org/officeDocument/2006/relationships/slide" Target="slide318.xml"/><Relationship Id="rId9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316.xml"/><Relationship Id="rId7" Type="http://schemas.openxmlformats.org/officeDocument/2006/relationships/slide" Target="slide317.xml"/><Relationship Id="rId8" Type="http://schemas.openxmlformats.org/officeDocument/2006/relationships/slide" Target="slide318.xml"/><Relationship Id="rId9" Type="http://schemas.openxmlformats.org/officeDocument/2006/relationships/audio" Target="../media/snd_splash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slide" Target="slide316.xml"/><Relationship Id="rId7" Type="http://schemas.openxmlformats.org/officeDocument/2006/relationships/slide" Target="slide317.xml"/><Relationship Id="rId8" Type="http://schemas.openxmlformats.org/officeDocument/2006/relationships/slide" Target="slide318.xml"/><Relationship Id="rId9" Type="http://schemas.openxmlformats.org/officeDocument/2006/relationships/audio" Target="../media/snd_boing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8.png"/><Relationship Id="rId4" Type="http://schemas.openxmlformats.org/officeDocument/2006/relationships/image" Target="../media/image18.png"/><Relationship Id="rId5" Type="http://schemas.openxmlformats.org/officeDocument/2006/relationships/slide" Target="slide318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9.xml"/><Relationship Id="rId4" Type="http://schemas.openxmlformats.org/officeDocument/2006/relationships/slide" Target="slide320.xml"/><Relationship Id="rId5" Type="http://schemas.openxmlformats.org/officeDocument/2006/relationships/slide" Target="slide322.xml"/><Relationship Id="rId6" Type="http://schemas.openxmlformats.org/officeDocument/2006/relationships/slide" Target="slide325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19.xml"/><Relationship Id="rId4" Type="http://schemas.openxmlformats.org/officeDocument/2006/relationships/slide" Target="slide320.xml"/><Relationship Id="rId5" Type="http://schemas.openxmlformats.org/officeDocument/2006/relationships/slide" Target="slide322.xml"/><Relationship Id="rId6" Type="http://schemas.openxmlformats.org/officeDocument/2006/relationships/slide" Target="slide325.xml"/><Relationship Id="rId7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1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1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3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nk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3.xml"/><Relationship Id="rId4" Type="http://schemas.openxmlformats.org/officeDocument/2006/relationships/slide" Target="slide324.xml"/><Relationship Id="rId5" Type="http://schemas.openxmlformats.org/officeDocument/2006/relationships/slide" Target="slide325.xml"/><Relationship Id="rId6" Type="http://schemas.openxmlformats.org/officeDocument/2006/relationships/audio" Target="../media/snd_boing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25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26.xml"/><Relationship Id="rId4" Type="http://schemas.openxmlformats.org/officeDocument/2006/relationships/slide" Target="slide327.xml"/><Relationship Id="rId5" Type="http://schemas.openxmlformats.org/officeDocument/2006/relationships/slide" Target="slide328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26.xml"/><Relationship Id="rId4" Type="http://schemas.openxmlformats.org/officeDocument/2006/relationships/slide" Target="slide327.xml"/><Relationship Id="rId5" Type="http://schemas.openxmlformats.org/officeDocument/2006/relationships/slide" Target="slide328.xml"/><Relationship Id="rId6" Type="http://schemas.openxmlformats.org/officeDocument/2006/relationships/audio" Target="../media/snd_bo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28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29.xml"/><Relationship Id="rId6" Type="http://schemas.openxmlformats.org/officeDocument/2006/relationships/slide" Target="slide335.xml"/><Relationship Id="rId7" Type="http://schemas.openxmlformats.org/officeDocument/2006/relationships/slide" Target="slide341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6.xml"/><Relationship Id="rId6" Type="http://schemas.openxmlformats.org/officeDocument/2006/relationships/slide" Target="slide330.xml"/><Relationship Id="rId7" Type="http://schemas.openxmlformats.org/officeDocument/2006/relationships/slide" Target="slide341.xml"/><Relationship Id="rId8" Type="http://schemas.openxmlformats.org/officeDocument/2006/relationships/audio" Target="../media/snd_ding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7.xml"/><Relationship Id="rId6" Type="http://schemas.openxmlformats.org/officeDocument/2006/relationships/slide" Target="slide331.xml"/><Relationship Id="rId7" Type="http://schemas.openxmlformats.org/officeDocument/2006/relationships/slide" Target="slide341.xml"/><Relationship Id="rId8" Type="http://schemas.openxmlformats.org/officeDocument/2006/relationships/audio" Target="../media/snd_ding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8.xml"/><Relationship Id="rId6" Type="http://schemas.openxmlformats.org/officeDocument/2006/relationships/slide" Target="slide332.xml"/><Relationship Id="rId7" Type="http://schemas.openxmlformats.org/officeDocument/2006/relationships/slide" Target="slide341.xml"/><Relationship Id="rId8" Type="http://schemas.openxmlformats.org/officeDocument/2006/relationships/audio" Target="../media/snd_d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3.xml"/><Relationship Id="rId6" Type="http://schemas.openxmlformats.org/officeDocument/2006/relationships/slide" Target="slide339.xml"/><Relationship Id="rId7" Type="http://schemas.openxmlformats.org/officeDocument/2006/relationships/slide" Target="slide341.xml"/><Relationship Id="rId8" Type="http://schemas.openxmlformats.org/officeDocument/2006/relationships/audio" Target="../media/snd_ding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40.xml"/><Relationship Id="rId6" Type="http://schemas.openxmlformats.org/officeDocument/2006/relationships/slide" Target="slide334.xml"/><Relationship Id="rId7" Type="http://schemas.openxmlformats.org/officeDocument/2006/relationships/slide" Target="slide341.xml"/><Relationship Id="rId8" Type="http://schemas.openxmlformats.org/officeDocument/2006/relationships/audio" Target="../media/snd_d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341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29.xml"/><Relationship Id="rId6" Type="http://schemas.openxmlformats.org/officeDocument/2006/relationships/slide" Target="slide335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6.xml"/><Relationship Id="rId6" Type="http://schemas.openxmlformats.org/officeDocument/2006/relationships/slide" Target="slide330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7.xml"/><Relationship Id="rId6" Type="http://schemas.openxmlformats.org/officeDocument/2006/relationships/slide" Target="slide331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8.xml"/><Relationship Id="rId6" Type="http://schemas.openxmlformats.org/officeDocument/2006/relationships/slide" Target="slide332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33.xml"/><Relationship Id="rId6" Type="http://schemas.openxmlformats.org/officeDocument/2006/relationships/slide" Target="slide339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40.xml"/><Relationship Id="rId6" Type="http://schemas.openxmlformats.org/officeDocument/2006/relationships/slide" Target="slide334.xml"/><Relationship Id="rId7" Type="http://schemas.openxmlformats.org/officeDocument/2006/relationships/slide" Target="slide341.xml"/><Relationship Id="rId8" Type="http://schemas.openxmlformats.org/officeDocument/2006/relationships/audio" Target="../media/snd_boing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5.xml"/><Relationship Id="rId6" Type="http://schemas.openxmlformats.org/officeDocument/2006/relationships/slide" Target="slide342.xml"/><Relationship Id="rId7" Type="http://schemas.openxmlformats.org/officeDocument/2006/relationships/slide" Target="slide348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3.xml"/><Relationship Id="rId6" Type="http://schemas.openxmlformats.org/officeDocument/2006/relationships/slide" Target="slide346.xml"/><Relationship Id="rId7" Type="http://schemas.openxmlformats.org/officeDocument/2006/relationships/slide" Target="slide348.xml"/><Relationship Id="rId8" Type="http://schemas.openxmlformats.org/officeDocument/2006/relationships/audio" Target="../media/snd_ding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4.xml"/><Relationship Id="rId6" Type="http://schemas.openxmlformats.org/officeDocument/2006/relationships/slide" Target="slide348.xml"/><Relationship Id="rId7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7.xml"/><Relationship Id="rId6" Type="http://schemas.openxmlformats.org/officeDocument/2006/relationships/slide" Target="slide348.xml"/><Relationship Id="rId7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5.xml"/><Relationship Id="rId6" Type="http://schemas.openxmlformats.org/officeDocument/2006/relationships/slide" Target="slide342.xml"/><Relationship Id="rId7" Type="http://schemas.openxmlformats.org/officeDocument/2006/relationships/slide" Target="slide348.xml"/><Relationship Id="rId8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3.xml"/><Relationship Id="rId6" Type="http://schemas.openxmlformats.org/officeDocument/2006/relationships/slide" Target="slide346.xml"/><Relationship Id="rId7" Type="http://schemas.openxmlformats.org/officeDocument/2006/relationships/slide" Target="slide348.xml"/><Relationship Id="rId8" Type="http://schemas.openxmlformats.org/officeDocument/2006/relationships/audio" Target="../media/snd_bo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48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50.xml"/><Relationship Id="rId6" Type="http://schemas.openxmlformats.org/officeDocument/2006/relationships/slide" Target="slide349.xml"/><Relationship Id="rId7" Type="http://schemas.openxmlformats.org/officeDocument/2006/relationships/slide" Target="slide352.xml"/><Relationship Id="rId8" Type="http://schemas.openxmlformats.org/officeDocument/2006/relationships/slide" Target="slide355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50.xml"/><Relationship Id="rId6" Type="http://schemas.openxmlformats.org/officeDocument/2006/relationships/slide" Target="slide349.xml"/><Relationship Id="rId7" Type="http://schemas.openxmlformats.org/officeDocument/2006/relationships/slide" Target="slide352.xml"/><Relationship Id="rId8" Type="http://schemas.openxmlformats.org/officeDocument/2006/relationships/slide" Target="slide355.xml"/><Relationship Id="rId9" Type="http://schemas.openxmlformats.org/officeDocument/2006/relationships/audio" Target="../media/snd_boing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slide" Target="slide351.xml"/><Relationship Id="rId6" Type="http://schemas.openxmlformats.org/officeDocument/2006/relationships/slide" Target="slide354.xml"/><Relationship Id="rId7" Type="http://schemas.openxmlformats.org/officeDocument/2006/relationships/slide" Target="slide355.xml"/><Relationship Id="rId8" Type="http://schemas.openxmlformats.org/officeDocument/2006/relationships/audio" Target="../media/snd_pop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slide" Target="slide351.xml"/><Relationship Id="rId6" Type="http://schemas.openxmlformats.org/officeDocument/2006/relationships/slide" Target="slide354.xml"/><Relationship Id="rId7" Type="http://schemas.openxmlformats.org/officeDocument/2006/relationships/slide" Target="slide355.xml"/><Relationship Id="rId8" Type="http://schemas.openxmlformats.org/officeDocument/2006/relationships/audio" Target="../media/snd_boing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54.xml"/><Relationship Id="rId6" Type="http://schemas.openxmlformats.org/officeDocument/2006/relationships/slide" Target="slide353.xml"/><Relationship Id="rId7" Type="http://schemas.openxmlformats.org/officeDocument/2006/relationships/slide" Target="slide355.xml"/><Relationship Id="rId8" Type="http://schemas.openxmlformats.org/officeDocument/2006/relationships/audio" Target="../media/snd_pop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slide" Target="slide354.xml"/><Relationship Id="rId6" Type="http://schemas.openxmlformats.org/officeDocument/2006/relationships/slide" Target="slide353.xml"/><Relationship Id="rId7" Type="http://schemas.openxmlformats.org/officeDocument/2006/relationships/slide" Target="slide355.xml"/><Relationship Id="rId8" Type="http://schemas.openxmlformats.org/officeDocument/2006/relationships/audio" Target="../media/snd_boing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slide" Target="slide355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40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39.png"/><Relationship Id="rId8" Type="http://schemas.openxmlformats.org/officeDocument/2006/relationships/slide" Target="slide357.xml"/><Relationship Id="rId9" Type="http://schemas.openxmlformats.org/officeDocument/2006/relationships/slide" Target="slide356.xml"/><Relationship Id="rId10" Type="http://schemas.openxmlformats.org/officeDocument/2006/relationships/slide" Target="slide358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40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39.png"/><Relationship Id="rId8" Type="http://schemas.openxmlformats.org/officeDocument/2006/relationships/slide" Target="slide357.xml"/><Relationship Id="rId9" Type="http://schemas.openxmlformats.org/officeDocument/2006/relationships/slide" Target="slide356.xml"/><Relationship Id="rId10" Type="http://schemas.openxmlformats.org/officeDocument/2006/relationships/slide" Target="slide358.xml"/><Relationship Id="rId11" Type="http://schemas.openxmlformats.org/officeDocument/2006/relationships/audio" Target="../media/snd_boing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39.png"/><Relationship Id="rId7" Type="http://schemas.openxmlformats.org/officeDocument/2006/relationships/slide" Target="slide358.xml"/><Relationship Id="rId8" Type="http://schemas.openxmlformats.org/officeDocument/2006/relationships/audio" Target="../media/snd_munch.wav"/><Relationship Id="rId9" Type="http://schemas.openxmlformats.org/officeDocument/2006/relationships/image" Target="../media/image44.png"/><Relationship Id="rId10" Type="http://schemas.openxmlformats.org/officeDocument/2006/relationships/audio" Target="../media/snd_cheer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360.xml"/><Relationship Id="rId7" Type="http://schemas.openxmlformats.org/officeDocument/2006/relationships/slide" Target="slide359.xml"/><Relationship Id="rId8" Type="http://schemas.openxmlformats.org/officeDocument/2006/relationships/slide" Target="slide362.xml"/><Relationship Id="rId9" Type="http://schemas.openxmlformats.org/officeDocument/2006/relationships/slide" Target="slide365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360.xml"/><Relationship Id="rId7" Type="http://schemas.openxmlformats.org/officeDocument/2006/relationships/slide" Target="slide359.xml"/><Relationship Id="rId8" Type="http://schemas.openxmlformats.org/officeDocument/2006/relationships/slide" Target="slide362.xml"/><Relationship Id="rId9" Type="http://schemas.openxmlformats.org/officeDocument/2006/relationships/slide" Target="slide365.xml"/><Relationship Id="rId10" Type="http://schemas.openxmlformats.org/officeDocument/2006/relationships/audio" Target="../media/snd_boing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361.xml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audio" Target="../media/snd_splash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361.xml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audio" Target="../media/snd_boing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364.xml"/><Relationship Id="rId6" Type="http://schemas.openxmlformats.org/officeDocument/2006/relationships/slide" Target="slide363.xml"/><Relationship Id="rId7" Type="http://schemas.openxmlformats.org/officeDocument/2006/relationships/slide" Target="slide365.xml"/><Relationship Id="rId8" Type="http://schemas.openxmlformats.org/officeDocument/2006/relationships/audio" Target="../media/snd_splash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" Target="slide364.xml"/><Relationship Id="rId6" Type="http://schemas.openxmlformats.org/officeDocument/2006/relationships/slide" Target="slide363.xml"/><Relationship Id="rId7" Type="http://schemas.openxmlformats.org/officeDocument/2006/relationships/slide" Target="slide365.xml"/><Relationship Id="rId8" Type="http://schemas.openxmlformats.org/officeDocument/2006/relationships/audio" Target="../media/snd_boing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slide" Target="slide365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66.xml"/><Relationship Id="rId4" Type="http://schemas.openxmlformats.org/officeDocument/2006/relationships/slide" Target="slide367.xml"/><Relationship Id="rId5" Type="http://schemas.openxmlformats.org/officeDocument/2006/relationships/slide" Target="slide369.xml"/><Relationship Id="rId6" Type="http://schemas.openxmlformats.org/officeDocument/2006/relationships/slide" Target="slide372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66.xml"/><Relationship Id="rId4" Type="http://schemas.openxmlformats.org/officeDocument/2006/relationships/slide" Target="slide367.xml"/><Relationship Id="rId5" Type="http://schemas.openxmlformats.org/officeDocument/2006/relationships/slide" Target="slide369.xml"/><Relationship Id="rId6" Type="http://schemas.openxmlformats.org/officeDocument/2006/relationships/slide" Target="slide372.xml"/><Relationship Id="rId7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68.xml"/><Relationship Id="rId4" Type="http://schemas.openxmlformats.org/officeDocument/2006/relationships/slide" Target="slide371.xml"/><Relationship Id="rId5" Type="http://schemas.openxmlformats.org/officeDocument/2006/relationships/slide" Target="slide372.xml"/><Relationship Id="rId6" Type="http://schemas.openxmlformats.org/officeDocument/2006/relationships/audio" Target="../media/snd_bonk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68.xml"/><Relationship Id="rId4" Type="http://schemas.openxmlformats.org/officeDocument/2006/relationships/slide" Target="slide371.xml"/><Relationship Id="rId5" Type="http://schemas.openxmlformats.org/officeDocument/2006/relationships/slide" Target="slide372.xml"/><Relationship Id="rId6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70.xml"/><Relationship Id="rId4" Type="http://schemas.openxmlformats.org/officeDocument/2006/relationships/slide" Target="slide371.xml"/><Relationship Id="rId5" Type="http://schemas.openxmlformats.org/officeDocument/2006/relationships/slide" Target="slide372.xml"/><Relationship Id="rId6" Type="http://schemas.openxmlformats.org/officeDocument/2006/relationships/audio" Target="../media/snd_bonk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70.xml"/><Relationship Id="rId4" Type="http://schemas.openxmlformats.org/officeDocument/2006/relationships/slide" Target="slide371.xml"/><Relationship Id="rId5" Type="http://schemas.openxmlformats.org/officeDocument/2006/relationships/slide" Target="slide372.xml"/><Relationship Id="rId6" Type="http://schemas.openxmlformats.org/officeDocument/2006/relationships/audio" Target="../media/snd_boing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372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373.xml"/><Relationship Id="rId12" Type="http://schemas.openxmlformats.org/officeDocument/2006/relationships/slide" Target="slide374.xml"/><Relationship Id="rId13" Type="http://schemas.openxmlformats.org/officeDocument/2006/relationships/slide" Target="slide375.xml"/><Relationship Id="rId14" Type="http://schemas.openxmlformats.org/officeDocument/2006/relationships/slide" Target="slide376.xml"/><Relationship Id="rId15" Type="http://schemas.openxmlformats.org/officeDocument/2006/relationships/slide" Target="slide377.xml"/><Relationship Id="rId16" Type="http://schemas.openxmlformats.org/officeDocument/2006/relationships/slide" Target="slide378.xml"/><Relationship Id="rId17" Type="http://schemas.openxmlformats.org/officeDocument/2006/relationships/slide" Target="slide379.xml"/><Relationship Id="rId18" Type="http://schemas.openxmlformats.org/officeDocument/2006/relationships/slide" Target="slide380.xml"/><Relationship Id="rId19" Type="http://schemas.openxmlformats.org/officeDocument/2006/relationships/slide" Target="slide381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372.xml"/><Relationship Id="rId6" Type="http://schemas.openxmlformats.org/officeDocument/2006/relationships/slide" Target="slide381.xml"/><Relationship Id="rId7" Type="http://schemas.openxmlformats.org/officeDocument/2006/relationships/audio" Target="../media/snd_tada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82.xml"/><Relationship Id="rId4" Type="http://schemas.openxmlformats.org/officeDocument/2006/relationships/slide" Target="slide383.xml"/><Relationship Id="rId5" Type="http://schemas.openxmlformats.org/officeDocument/2006/relationships/slide" Target="slide384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82.xml"/><Relationship Id="rId4" Type="http://schemas.openxmlformats.org/officeDocument/2006/relationships/slide" Target="slide383.xml"/><Relationship Id="rId5" Type="http://schemas.openxmlformats.org/officeDocument/2006/relationships/slide" Target="slide384.xml"/><Relationship Id="rId6" Type="http://schemas.openxmlformats.org/officeDocument/2006/relationships/audio" Target="../media/snd_boing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384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1.xml"/><Relationship Id="rId6" Type="http://schemas.openxmlformats.org/officeDocument/2006/relationships/slide" Target="slide385.xml"/><Relationship Id="rId7" Type="http://schemas.openxmlformats.org/officeDocument/2006/relationships/slide" Target="slide39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6.xml"/><Relationship Id="rId6" Type="http://schemas.openxmlformats.org/officeDocument/2006/relationships/slide" Target="slide392.xml"/><Relationship Id="rId7" Type="http://schemas.openxmlformats.org/officeDocument/2006/relationships/slide" Target="slide397.xml"/><Relationship Id="rId8" Type="http://schemas.openxmlformats.org/officeDocument/2006/relationships/audio" Target="../media/snd_ding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3.xml"/><Relationship Id="rId6" Type="http://schemas.openxmlformats.org/officeDocument/2006/relationships/slide" Target="slide387.xml"/><Relationship Id="rId7" Type="http://schemas.openxmlformats.org/officeDocument/2006/relationships/slide" Target="slide397.xml"/><Relationship Id="rId8" Type="http://schemas.openxmlformats.org/officeDocument/2006/relationships/audio" Target="../media/snd_ding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8.xml"/><Relationship Id="rId6" Type="http://schemas.openxmlformats.org/officeDocument/2006/relationships/slide" Target="slide394.xml"/><Relationship Id="rId7" Type="http://schemas.openxmlformats.org/officeDocument/2006/relationships/slide" Target="slide397.xml"/><Relationship Id="rId8" Type="http://schemas.openxmlformats.org/officeDocument/2006/relationships/audio" Target="../media/snd_ding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5.xml"/><Relationship Id="rId6" Type="http://schemas.openxmlformats.org/officeDocument/2006/relationships/slide" Target="slide389.xml"/><Relationship Id="rId7" Type="http://schemas.openxmlformats.org/officeDocument/2006/relationships/slide" Target="slide397.xml"/><Relationship Id="rId8" Type="http://schemas.openxmlformats.org/officeDocument/2006/relationships/audio" Target="../media/snd_d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0.xml"/><Relationship Id="rId6" Type="http://schemas.openxmlformats.org/officeDocument/2006/relationships/slide" Target="slide396.xml"/><Relationship Id="rId7" Type="http://schemas.openxmlformats.org/officeDocument/2006/relationships/slide" Target="slide397.xml"/><Relationship Id="rId8" Type="http://schemas.openxmlformats.org/officeDocument/2006/relationships/audio" Target="../media/snd_ding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397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1.xml"/><Relationship Id="rId6" Type="http://schemas.openxmlformats.org/officeDocument/2006/relationships/slide" Target="slide385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6.xml"/><Relationship Id="rId6" Type="http://schemas.openxmlformats.org/officeDocument/2006/relationships/slide" Target="slide392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3.xml"/><Relationship Id="rId6" Type="http://schemas.openxmlformats.org/officeDocument/2006/relationships/slide" Target="slide387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88.xml"/><Relationship Id="rId6" Type="http://schemas.openxmlformats.org/officeDocument/2006/relationships/slide" Target="slide394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5.xml"/><Relationship Id="rId6" Type="http://schemas.openxmlformats.org/officeDocument/2006/relationships/slide" Target="slide389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390.xml"/><Relationship Id="rId6" Type="http://schemas.openxmlformats.org/officeDocument/2006/relationships/slide" Target="slide396.xml"/><Relationship Id="rId7" Type="http://schemas.openxmlformats.org/officeDocument/2006/relationships/slide" Target="slide397.xml"/><Relationship Id="rId8" Type="http://schemas.openxmlformats.org/officeDocument/2006/relationships/audio" Target="../media/snd_boing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01.xml"/><Relationship Id="rId6" Type="http://schemas.openxmlformats.org/officeDocument/2006/relationships/slide" Target="slide398.xml"/><Relationship Id="rId7" Type="http://schemas.openxmlformats.org/officeDocument/2006/relationships/slide" Target="slide404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99.xml"/><Relationship Id="rId6" Type="http://schemas.openxmlformats.org/officeDocument/2006/relationships/slide" Target="slide402.xml"/><Relationship Id="rId7" Type="http://schemas.openxmlformats.org/officeDocument/2006/relationships/slide" Target="slide404.xml"/><Relationship Id="rId8" Type="http://schemas.openxmlformats.org/officeDocument/2006/relationships/audio" Target="../media/snd_ding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00.xml"/><Relationship Id="rId6" Type="http://schemas.openxmlformats.org/officeDocument/2006/relationships/slide" Target="slide404.xml"/><Relationship Id="rId7" Type="http://schemas.openxmlformats.org/officeDocument/2006/relationships/audio" Target="../media/snd_d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03.xml"/><Relationship Id="rId6" Type="http://schemas.openxmlformats.org/officeDocument/2006/relationships/slide" Target="slide404.xml"/><Relationship Id="rId7" Type="http://schemas.openxmlformats.org/officeDocument/2006/relationships/audio" Target="../media/snd_ding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01.xml"/><Relationship Id="rId6" Type="http://schemas.openxmlformats.org/officeDocument/2006/relationships/slide" Target="slide398.xml"/><Relationship Id="rId7" Type="http://schemas.openxmlformats.org/officeDocument/2006/relationships/slide" Target="slide404.xml"/><Relationship Id="rId8" Type="http://schemas.openxmlformats.org/officeDocument/2006/relationships/audio" Target="../media/snd_boing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399.xml"/><Relationship Id="rId6" Type="http://schemas.openxmlformats.org/officeDocument/2006/relationships/slide" Target="slide402.xml"/><Relationship Id="rId7" Type="http://schemas.openxmlformats.org/officeDocument/2006/relationships/slide" Target="slide404.xml"/><Relationship Id="rId8" Type="http://schemas.openxmlformats.org/officeDocument/2006/relationships/audio" Target="../media/snd_bo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04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405.xml"/><Relationship Id="rId8" Type="http://schemas.openxmlformats.org/officeDocument/2006/relationships/slide" Target="slide406.xml"/><Relationship Id="rId9" Type="http://schemas.openxmlformats.org/officeDocument/2006/relationships/slide" Target="slide408.xml"/><Relationship Id="rId10" Type="http://schemas.openxmlformats.org/officeDocument/2006/relationships/slide" Target="slide411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slide" Target="slide405.xml"/><Relationship Id="rId8" Type="http://schemas.openxmlformats.org/officeDocument/2006/relationships/slide" Target="slide406.xml"/><Relationship Id="rId9" Type="http://schemas.openxmlformats.org/officeDocument/2006/relationships/slide" Target="slide408.xml"/><Relationship Id="rId10" Type="http://schemas.openxmlformats.org/officeDocument/2006/relationships/slide" Target="slide411.xml"/><Relationship Id="rId11" Type="http://schemas.openxmlformats.org/officeDocument/2006/relationships/audio" Target="../media/snd_bo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09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pop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409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411.xml"/><Relationship Id="rId6" Type="http://schemas.openxmlformats.org/officeDocument/2006/relationships/audio" Target="../media/snd_pop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40.png"/><Relationship Id="rId7" Type="http://schemas.openxmlformats.org/officeDocument/2006/relationships/slide" Target="slide412.xml"/><Relationship Id="rId8" Type="http://schemas.openxmlformats.org/officeDocument/2006/relationships/slide" Target="slide413.xml"/><Relationship Id="rId9" Type="http://schemas.openxmlformats.org/officeDocument/2006/relationships/slide" Target="slide414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40.png"/><Relationship Id="rId7" Type="http://schemas.openxmlformats.org/officeDocument/2006/relationships/slide" Target="slide412.xml"/><Relationship Id="rId8" Type="http://schemas.openxmlformats.org/officeDocument/2006/relationships/slide" Target="slide413.xml"/><Relationship Id="rId9" Type="http://schemas.openxmlformats.org/officeDocument/2006/relationships/slide" Target="slide414.xml"/><Relationship Id="rId10" Type="http://schemas.openxmlformats.org/officeDocument/2006/relationships/audio" Target="../media/snd_boing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" Target="slide414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5.xml"/><Relationship Id="rId7" Type="http://schemas.openxmlformats.org/officeDocument/2006/relationships/slide" Target="slide416.xml"/><Relationship Id="rId8" Type="http://schemas.openxmlformats.org/officeDocument/2006/relationships/slide" Target="slide418.xml"/><Relationship Id="rId9" Type="http://schemas.openxmlformats.org/officeDocument/2006/relationships/slide" Target="slide421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5.xml"/><Relationship Id="rId7" Type="http://schemas.openxmlformats.org/officeDocument/2006/relationships/slide" Target="slide416.xml"/><Relationship Id="rId8" Type="http://schemas.openxmlformats.org/officeDocument/2006/relationships/slide" Target="slide418.xml"/><Relationship Id="rId9" Type="http://schemas.openxmlformats.org/officeDocument/2006/relationships/slide" Target="slide421.xml"/><Relationship Id="rId10" Type="http://schemas.openxmlformats.org/officeDocument/2006/relationships/audio" Target="../media/snd_boing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7.xml"/><Relationship Id="rId7" Type="http://schemas.openxmlformats.org/officeDocument/2006/relationships/slide" Target="slide420.xml"/><Relationship Id="rId8" Type="http://schemas.openxmlformats.org/officeDocument/2006/relationships/slide" Target="slide421.xml"/><Relationship Id="rId9" Type="http://schemas.openxmlformats.org/officeDocument/2006/relationships/audio" Target="../media/snd_splash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7.xml"/><Relationship Id="rId7" Type="http://schemas.openxmlformats.org/officeDocument/2006/relationships/slide" Target="slide420.xml"/><Relationship Id="rId8" Type="http://schemas.openxmlformats.org/officeDocument/2006/relationships/slide" Target="slide421.xml"/><Relationship Id="rId9" Type="http://schemas.openxmlformats.org/officeDocument/2006/relationships/audio" Target="../media/snd_boing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9.xml"/><Relationship Id="rId7" Type="http://schemas.openxmlformats.org/officeDocument/2006/relationships/slide" Target="slide420.xml"/><Relationship Id="rId8" Type="http://schemas.openxmlformats.org/officeDocument/2006/relationships/slide" Target="slide421.xml"/><Relationship Id="rId9" Type="http://schemas.openxmlformats.org/officeDocument/2006/relationships/audio" Target="../media/snd_splash.wav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19.xml"/><Relationship Id="rId7" Type="http://schemas.openxmlformats.org/officeDocument/2006/relationships/slide" Target="slide420.xml"/><Relationship Id="rId8" Type="http://schemas.openxmlformats.org/officeDocument/2006/relationships/slide" Target="slide421.xml"/><Relationship Id="rId9" Type="http://schemas.openxmlformats.org/officeDocument/2006/relationships/audio" Target="../media/snd_boing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21.xml"/><Relationship Id="rId7" Type="http://schemas.openxmlformats.org/officeDocument/2006/relationships/audio" Target="../media/snd_splas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3.xml"/><Relationship Id="rId4" Type="http://schemas.openxmlformats.org/officeDocument/2006/relationships/slide" Target="slide422.xml"/><Relationship Id="rId5" Type="http://schemas.openxmlformats.org/officeDocument/2006/relationships/slide" Target="slide425.xml"/><Relationship Id="rId6" Type="http://schemas.openxmlformats.org/officeDocument/2006/relationships/slide" Target="slide428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3.xml"/><Relationship Id="rId4" Type="http://schemas.openxmlformats.org/officeDocument/2006/relationships/slide" Target="slide422.xml"/><Relationship Id="rId5" Type="http://schemas.openxmlformats.org/officeDocument/2006/relationships/slide" Target="slide425.xml"/><Relationship Id="rId6" Type="http://schemas.openxmlformats.org/officeDocument/2006/relationships/slide" Target="slide428.xml"/><Relationship Id="rId7" Type="http://schemas.openxmlformats.org/officeDocument/2006/relationships/audio" Target="../media/snd_boing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4.xml"/><Relationship Id="rId4" Type="http://schemas.openxmlformats.org/officeDocument/2006/relationships/slide" Target="slide427.xml"/><Relationship Id="rId5" Type="http://schemas.openxmlformats.org/officeDocument/2006/relationships/slide" Target="slide428.xml"/><Relationship Id="rId6" Type="http://schemas.openxmlformats.org/officeDocument/2006/relationships/audio" Target="../media/snd_bonk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4.xml"/><Relationship Id="rId4" Type="http://schemas.openxmlformats.org/officeDocument/2006/relationships/slide" Target="slide427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7.xml"/><Relationship Id="rId4" Type="http://schemas.openxmlformats.org/officeDocument/2006/relationships/slide" Target="slide426.xml"/><Relationship Id="rId5" Type="http://schemas.openxmlformats.org/officeDocument/2006/relationships/slide" Target="slide428.xml"/><Relationship Id="rId6" Type="http://schemas.openxmlformats.org/officeDocument/2006/relationships/audio" Target="../media/snd_bonk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7.xml"/><Relationship Id="rId4" Type="http://schemas.openxmlformats.org/officeDocument/2006/relationships/slide" Target="slide426.xml"/><Relationship Id="rId5" Type="http://schemas.openxmlformats.org/officeDocument/2006/relationships/slide" Target="slide428.xml"/><Relationship Id="rId6" Type="http://schemas.openxmlformats.org/officeDocument/2006/relationships/audio" Target="../media/snd_boing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28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29.xml"/><Relationship Id="rId4" Type="http://schemas.openxmlformats.org/officeDocument/2006/relationships/slide" Target="slide430.xml"/><Relationship Id="rId5" Type="http://schemas.openxmlformats.org/officeDocument/2006/relationships/slide" Target="slide431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29.xml"/><Relationship Id="rId4" Type="http://schemas.openxmlformats.org/officeDocument/2006/relationships/slide" Target="slide430.xml"/><Relationship Id="rId5" Type="http://schemas.openxmlformats.org/officeDocument/2006/relationships/slide" Target="slide431.xml"/><Relationship Id="rId6" Type="http://schemas.openxmlformats.org/officeDocument/2006/relationships/audio" Target="../media/snd_bo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31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2.xml"/><Relationship Id="rId6" Type="http://schemas.openxmlformats.org/officeDocument/2006/relationships/slide" Target="slide438.xml"/><Relationship Id="rId7" Type="http://schemas.openxmlformats.org/officeDocument/2006/relationships/slide" Target="slide444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9.xml"/><Relationship Id="rId6" Type="http://schemas.openxmlformats.org/officeDocument/2006/relationships/slide" Target="slide433.xml"/><Relationship Id="rId7" Type="http://schemas.openxmlformats.org/officeDocument/2006/relationships/slide" Target="slide444.xml"/><Relationship Id="rId8" Type="http://schemas.openxmlformats.org/officeDocument/2006/relationships/audio" Target="../media/snd_d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4.xml"/><Relationship Id="rId6" Type="http://schemas.openxmlformats.org/officeDocument/2006/relationships/slide" Target="slide440.xml"/><Relationship Id="rId7" Type="http://schemas.openxmlformats.org/officeDocument/2006/relationships/slide" Target="slide444.xml"/><Relationship Id="rId8" Type="http://schemas.openxmlformats.org/officeDocument/2006/relationships/audio" Target="../media/snd_ding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41.xml"/><Relationship Id="rId6" Type="http://schemas.openxmlformats.org/officeDocument/2006/relationships/slide" Target="slide435.xml"/><Relationship Id="rId7" Type="http://schemas.openxmlformats.org/officeDocument/2006/relationships/slide" Target="slide444.xml"/><Relationship Id="rId8" Type="http://schemas.openxmlformats.org/officeDocument/2006/relationships/audio" Target="../media/snd_ding.wav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42.xml"/><Relationship Id="rId6" Type="http://schemas.openxmlformats.org/officeDocument/2006/relationships/slide" Target="slide436.xml"/><Relationship Id="rId7" Type="http://schemas.openxmlformats.org/officeDocument/2006/relationships/slide" Target="slide444.xml"/><Relationship Id="rId8" Type="http://schemas.openxmlformats.org/officeDocument/2006/relationships/audio" Target="../media/snd_ding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7.xml"/><Relationship Id="rId6" Type="http://schemas.openxmlformats.org/officeDocument/2006/relationships/slide" Target="slide443.xml"/><Relationship Id="rId7" Type="http://schemas.openxmlformats.org/officeDocument/2006/relationships/slide" Target="slide444.xml"/><Relationship Id="rId8" Type="http://schemas.openxmlformats.org/officeDocument/2006/relationships/audio" Target="../media/snd_ding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444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2.xml"/><Relationship Id="rId6" Type="http://schemas.openxmlformats.org/officeDocument/2006/relationships/slide" Target="slide438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9.xml"/><Relationship Id="rId6" Type="http://schemas.openxmlformats.org/officeDocument/2006/relationships/slide" Target="slide433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4.xml"/><Relationship Id="rId6" Type="http://schemas.openxmlformats.org/officeDocument/2006/relationships/slide" Target="slide440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41.xml"/><Relationship Id="rId6" Type="http://schemas.openxmlformats.org/officeDocument/2006/relationships/slide" Target="slide435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42.xml"/><Relationship Id="rId6" Type="http://schemas.openxmlformats.org/officeDocument/2006/relationships/slide" Target="slide436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37.xml"/><Relationship Id="rId6" Type="http://schemas.openxmlformats.org/officeDocument/2006/relationships/slide" Target="slide443.xml"/><Relationship Id="rId7" Type="http://schemas.openxmlformats.org/officeDocument/2006/relationships/slide" Target="slide444.xml"/><Relationship Id="rId8" Type="http://schemas.openxmlformats.org/officeDocument/2006/relationships/audio" Target="../media/snd_boing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445.xml"/><Relationship Id="rId12" Type="http://schemas.openxmlformats.org/officeDocument/2006/relationships/slide" Target="slide446.xml"/><Relationship Id="rId13" Type="http://schemas.openxmlformats.org/officeDocument/2006/relationships/slide" Target="slide447.xml"/><Relationship Id="rId14" Type="http://schemas.openxmlformats.org/officeDocument/2006/relationships/slide" Target="slide448.xml"/><Relationship Id="rId15" Type="http://schemas.openxmlformats.org/officeDocument/2006/relationships/slide" Target="slide449.xml"/><Relationship Id="rId16" Type="http://schemas.openxmlformats.org/officeDocument/2006/relationships/slide" Target="slide450.xml"/><Relationship Id="rId17" Type="http://schemas.openxmlformats.org/officeDocument/2006/relationships/slide" Target="slide451.xml"/><Relationship Id="rId18" Type="http://schemas.openxmlformats.org/officeDocument/2006/relationships/slide" Target="slide452.xml"/><Relationship Id="rId19" Type="http://schemas.openxmlformats.org/officeDocument/2006/relationships/slide" Target="slide453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444.xml"/><Relationship Id="rId6" Type="http://schemas.openxmlformats.org/officeDocument/2006/relationships/slide" Target="slide453.xml"/><Relationship Id="rId7" Type="http://schemas.openxmlformats.org/officeDocument/2006/relationships/audio" Target="../media/snd_tada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4.xml"/><Relationship Id="rId6" Type="http://schemas.openxmlformats.org/officeDocument/2006/relationships/slide" Target="slide457.xml"/><Relationship Id="rId7" Type="http://schemas.openxmlformats.org/officeDocument/2006/relationships/slide" Target="slide460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8.xml"/><Relationship Id="rId6" Type="http://schemas.openxmlformats.org/officeDocument/2006/relationships/slide" Target="slide455.xml"/><Relationship Id="rId7" Type="http://schemas.openxmlformats.org/officeDocument/2006/relationships/slide" Target="slide460.xml"/><Relationship Id="rId8" Type="http://schemas.openxmlformats.org/officeDocument/2006/relationships/audio" Target="../media/snd_ding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6.xml"/><Relationship Id="rId6" Type="http://schemas.openxmlformats.org/officeDocument/2006/relationships/slide" Target="slide460.xml"/><Relationship Id="rId7" Type="http://schemas.openxmlformats.org/officeDocument/2006/relationships/audio" Target="../media/snd_ding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9.xml"/><Relationship Id="rId6" Type="http://schemas.openxmlformats.org/officeDocument/2006/relationships/slide" Target="slide460.xml"/><Relationship Id="rId7" Type="http://schemas.openxmlformats.org/officeDocument/2006/relationships/audio" Target="../media/snd_d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4.xml"/><Relationship Id="rId6" Type="http://schemas.openxmlformats.org/officeDocument/2006/relationships/slide" Target="slide457.xml"/><Relationship Id="rId7" Type="http://schemas.openxmlformats.org/officeDocument/2006/relationships/slide" Target="slide460.xml"/><Relationship Id="rId8" Type="http://schemas.openxmlformats.org/officeDocument/2006/relationships/audio" Target="../media/snd_boing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58.xml"/><Relationship Id="rId6" Type="http://schemas.openxmlformats.org/officeDocument/2006/relationships/slide" Target="slide455.xml"/><Relationship Id="rId7" Type="http://schemas.openxmlformats.org/officeDocument/2006/relationships/slide" Target="slide460.xml"/><Relationship Id="rId8" Type="http://schemas.openxmlformats.org/officeDocument/2006/relationships/audio" Target="../media/snd_boing.wav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460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slide" Target="slide461.xml"/><Relationship Id="rId9" Type="http://schemas.openxmlformats.org/officeDocument/2006/relationships/slide" Target="slide462.xml"/><Relationship Id="rId10" Type="http://schemas.openxmlformats.org/officeDocument/2006/relationships/slide" Target="slide464.xml"/><Relationship Id="rId11" Type="http://schemas.openxmlformats.org/officeDocument/2006/relationships/slide" Target="slide46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slide" Target="slide461.xml"/><Relationship Id="rId9" Type="http://schemas.openxmlformats.org/officeDocument/2006/relationships/slide" Target="slide462.xml"/><Relationship Id="rId10" Type="http://schemas.openxmlformats.org/officeDocument/2006/relationships/slide" Target="slide464.xml"/><Relationship Id="rId11" Type="http://schemas.openxmlformats.org/officeDocument/2006/relationships/slide" Target="slide467.xml"/><Relationship Id="rId12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28.png"/><Relationship Id="rId7" Type="http://schemas.openxmlformats.org/officeDocument/2006/relationships/slide" Target="slide463.xml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audio" Target="../media/snd_pop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28.png"/><Relationship Id="rId7" Type="http://schemas.openxmlformats.org/officeDocument/2006/relationships/slide" Target="slide463.xml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slide" Target="slide465.xml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audio" Target="../media/snd_pop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slide" Target="slide465.xml"/><Relationship Id="rId8" Type="http://schemas.openxmlformats.org/officeDocument/2006/relationships/slide" Target="slide466.xml"/><Relationship Id="rId9" Type="http://schemas.openxmlformats.org/officeDocument/2006/relationships/slide" Target="slide467.xml"/><Relationship Id="rId10" Type="http://schemas.openxmlformats.org/officeDocument/2006/relationships/audio" Target="../media/snd_boing.wav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slide" Target="slide467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40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slide" Target="slide470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40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468.xml"/><Relationship Id="rId8" Type="http://schemas.openxmlformats.org/officeDocument/2006/relationships/slide" Target="slide469.xml"/><Relationship Id="rId9" Type="http://schemas.openxmlformats.org/officeDocument/2006/relationships/slide" Target="slide470.xml"/><Relationship Id="rId10" Type="http://schemas.openxmlformats.org/officeDocument/2006/relationships/audio" Target="../media/snd_boing.wav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40.png"/><Relationship Id="rId5" Type="http://schemas.openxmlformats.org/officeDocument/2006/relationships/image" Target="../media/image11.png"/><Relationship Id="rId6" Type="http://schemas.openxmlformats.org/officeDocument/2006/relationships/slide" Target="slide470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471.xml"/><Relationship Id="rId7" Type="http://schemas.openxmlformats.org/officeDocument/2006/relationships/slide" Target="slide472.xml"/><Relationship Id="rId8" Type="http://schemas.openxmlformats.org/officeDocument/2006/relationships/slide" Target="slide474.xml"/><Relationship Id="rId9" Type="http://schemas.openxmlformats.org/officeDocument/2006/relationships/slide" Target="slide47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471.xml"/><Relationship Id="rId7" Type="http://schemas.openxmlformats.org/officeDocument/2006/relationships/slide" Target="slide472.xml"/><Relationship Id="rId8" Type="http://schemas.openxmlformats.org/officeDocument/2006/relationships/slide" Target="slide474.xml"/><Relationship Id="rId9" Type="http://schemas.openxmlformats.org/officeDocument/2006/relationships/slide" Target="slide477.xml"/><Relationship Id="rId10" Type="http://schemas.openxmlformats.org/officeDocument/2006/relationships/audio" Target="../media/snd_bo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73.xml"/><Relationship Id="rId6" Type="http://schemas.openxmlformats.org/officeDocument/2006/relationships/slide" Target="slide476.xml"/><Relationship Id="rId7" Type="http://schemas.openxmlformats.org/officeDocument/2006/relationships/slide" Target="slide477.xml"/><Relationship Id="rId8" Type="http://schemas.openxmlformats.org/officeDocument/2006/relationships/audio" Target="../media/snd_splash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73.xml"/><Relationship Id="rId6" Type="http://schemas.openxmlformats.org/officeDocument/2006/relationships/slide" Target="slide476.xml"/><Relationship Id="rId7" Type="http://schemas.openxmlformats.org/officeDocument/2006/relationships/slide" Target="slide477.xml"/><Relationship Id="rId8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475.xml"/><Relationship Id="rId7" Type="http://schemas.openxmlformats.org/officeDocument/2006/relationships/slide" Target="slide476.xml"/><Relationship Id="rId8" Type="http://schemas.openxmlformats.org/officeDocument/2006/relationships/slide" Target="slide477.xml"/><Relationship Id="rId9" Type="http://schemas.openxmlformats.org/officeDocument/2006/relationships/audio" Target="../media/snd_splash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slide" Target="slide475.xml"/><Relationship Id="rId7" Type="http://schemas.openxmlformats.org/officeDocument/2006/relationships/slide" Target="slide476.xml"/><Relationship Id="rId8" Type="http://schemas.openxmlformats.org/officeDocument/2006/relationships/slide" Target="slide477.xml"/><Relationship Id="rId9" Type="http://schemas.openxmlformats.org/officeDocument/2006/relationships/audio" Target="../media/snd_boing.wav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slide" Target="slide477.xml"/><Relationship Id="rId6" Type="http://schemas.openxmlformats.org/officeDocument/2006/relationships/audio" Target="../media/snd_splash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79.xml"/><Relationship Id="rId4" Type="http://schemas.openxmlformats.org/officeDocument/2006/relationships/slide" Target="slide478.xml"/><Relationship Id="rId5" Type="http://schemas.openxmlformats.org/officeDocument/2006/relationships/slide" Target="slide481.xml"/><Relationship Id="rId6" Type="http://schemas.openxmlformats.org/officeDocument/2006/relationships/slide" Target="slide484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79.xml"/><Relationship Id="rId4" Type="http://schemas.openxmlformats.org/officeDocument/2006/relationships/slide" Target="slide478.xml"/><Relationship Id="rId5" Type="http://schemas.openxmlformats.org/officeDocument/2006/relationships/slide" Target="slide481.xml"/><Relationship Id="rId6" Type="http://schemas.openxmlformats.org/officeDocument/2006/relationships/slide" Target="slide484.xml"/><Relationship Id="rId7" Type="http://schemas.openxmlformats.org/officeDocument/2006/relationships/audio" Target="../media/snd_boing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0.xml"/><Relationship Id="rId4" Type="http://schemas.openxmlformats.org/officeDocument/2006/relationships/slide" Target="slide483.xml"/><Relationship Id="rId5" Type="http://schemas.openxmlformats.org/officeDocument/2006/relationships/slide" Target="slide484.xml"/><Relationship Id="rId6" Type="http://schemas.openxmlformats.org/officeDocument/2006/relationships/audio" Target="../media/snd_bonk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0.xml"/><Relationship Id="rId4" Type="http://schemas.openxmlformats.org/officeDocument/2006/relationships/slide" Target="slide483.xml"/><Relationship Id="rId5" Type="http://schemas.openxmlformats.org/officeDocument/2006/relationships/slide" Target="slide484.xml"/><Relationship Id="rId6" Type="http://schemas.openxmlformats.org/officeDocument/2006/relationships/audio" Target="../media/snd_boing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3.xml"/><Relationship Id="rId4" Type="http://schemas.openxmlformats.org/officeDocument/2006/relationships/slide" Target="slide482.xml"/><Relationship Id="rId5" Type="http://schemas.openxmlformats.org/officeDocument/2006/relationships/slide" Target="slide484.xml"/><Relationship Id="rId6" Type="http://schemas.openxmlformats.org/officeDocument/2006/relationships/audio" Target="../media/snd_bonk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3.xml"/><Relationship Id="rId4" Type="http://schemas.openxmlformats.org/officeDocument/2006/relationships/slide" Target="slide482.xml"/><Relationship Id="rId5" Type="http://schemas.openxmlformats.org/officeDocument/2006/relationships/slide" Target="slide484.xml"/><Relationship Id="rId6" Type="http://schemas.openxmlformats.org/officeDocument/2006/relationships/audio" Target="../media/snd_boing.wav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slide" Target="slide484.xml"/><Relationship Id="rId4" Type="http://schemas.openxmlformats.org/officeDocument/2006/relationships/audio" Target="../media/snd_bonk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85.xml"/><Relationship Id="rId4" Type="http://schemas.openxmlformats.org/officeDocument/2006/relationships/slide" Target="slide486.xml"/><Relationship Id="rId5" Type="http://schemas.openxmlformats.org/officeDocument/2006/relationships/slide" Target="slide48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85.xml"/><Relationship Id="rId4" Type="http://schemas.openxmlformats.org/officeDocument/2006/relationships/slide" Target="slide486.xml"/><Relationship Id="rId5" Type="http://schemas.openxmlformats.org/officeDocument/2006/relationships/slide" Target="slide487.xml"/><Relationship Id="rId6" Type="http://schemas.openxmlformats.org/officeDocument/2006/relationships/audio" Target="../media/snd_boing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slide" Target="slide487.xml"/><Relationship Id="rId4" Type="http://schemas.openxmlformats.org/officeDocument/2006/relationships/audio" Target="../media/snd_ding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4.xml"/><Relationship Id="rId6" Type="http://schemas.openxmlformats.org/officeDocument/2006/relationships/slide" Target="slide488.xml"/><Relationship Id="rId7" Type="http://schemas.openxmlformats.org/officeDocument/2006/relationships/slide" Target="slide500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89.xml"/><Relationship Id="rId6" Type="http://schemas.openxmlformats.org/officeDocument/2006/relationships/slide" Target="slide495.xml"/><Relationship Id="rId7" Type="http://schemas.openxmlformats.org/officeDocument/2006/relationships/slide" Target="slide500.xml"/><Relationship Id="rId8" Type="http://schemas.openxmlformats.org/officeDocument/2006/relationships/audio" Target="../media/snd_ding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6.xml"/><Relationship Id="rId6" Type="http://schemas.openxmlformats.org/officeDocument/2006/relationships/slide" Target="slide490.xml"/><Relationship Id="rId7" Type="http://schemas.openxmlformats.org/officeDocument/2006/relationships/slide" Target="slide500.xml"/><Relationship Id="rId8" Type="http://schemas.openxmlformats.org/officeDocument/2006/relationships/audio" Target="../media/snd_ding.wav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1.xml"/><Relationship Id="rId6" Type="http://schemas.openxmlformats.org/officeDocument/2006/relationships/slide" Target="slide497.xml"/><Relationship Id="rId7" Type="http://schemas.openxmlformats.org/officeDocument/2006/relationships/slide" Target="slide500.xml"/><Relationship Id="rId8" Type="http://schemas.openxmlformats.org/officeDocument/2006/relationships/audio" Target="../media/snd_ding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0.xml"/><Relationship Id="rId8" Type="http://schemas.openxmlformats.org/officeDocument/2006/relationships/audio" Target="../media/snd_ding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9.xml"/><Relationship Id="rId6" Type="http://schemas.openxmlformats.org/officeDocument/2006/relationships/slide" Target="slide493.xml"/><Relationship Id="rId7" Type="http://schemas.openxmlformats.org/officeDocument/2006/relationships/slide" Target="slide500.xml"/><Relationship Id="rId8" Type="http://schemas.openxmlformats.org/officeDocument/2006/relationships/audio" Target="../media/snd_ding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slide" Target="slide500.xml"/><Relationship Id="rId4" Type="http://schemas.openxmlformats.org/officeDocument/2006/relationships/audio" Target="../media/snd_tada.wav"/><Relationship Id="rId5" Type="http://schemas.openxmlformats.org/officeDocument/2006/relationships/image" Target="../media/image44.png"/><Relationship Id="rId6" Type="http://schemas.openxmlformats.org/officeDocument/2006/relationships/audio" Target="../media/snd_cheer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4.xml"/><Relationship Id="rId6" Type="http://schemas.openxmlformats.org/officeDocument/2006/relationships/slide" Target="slide488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89.xml"/><Relationship Id="rId6" Type="http://schemas.openxmlformats.org/officeDocument/2006/relationships/slide" Target="slide495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6.xml"/><Relationship Id="rId6" Type="http://schemas.openxmlformats.org/officeDocument/2006/relationships/slide" Target="slide490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1.xml"/><Relationship Id="rId6" Type="http://schemas.openxmlformats.org/officeDocument/2006/relationships/slide" Target="slide497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8.xml"/><Relationship Id="rId6" Type="http://schemas.openxmlformats.org/officeDocument/2006/relationships/slide" Target="slide492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slide" Target="slide499.xml"/><Relationship Id="rId6" Type="http://schemas.openxmlformats.org/officeDocument/2006/relationships/slide" Target="slide493.xml"/><Relationship Id="rId7" Type="http://schemas.openxmlformats.org/officeDocument/2006/relationships/slide" Target="slide500.xml"/><Relationship Id="rId8" Type="http://schemas.openxmlformats.org/officeDocument/2006/relationships/audio" Target="../media/snd_boing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3.xml"/><Relationship Id="rId6" Type="http://schemas.openxmlformats.org/officeDocument/2006/relationships/slide" Target="slide501.xml"/><Relationship Id="rId7" Type="http://schemas.openxmlformats.org/officeDocument/2006/relationships/slide" Target="slide505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2.xml"/><Relationship Id="rId6" Type="http://schemas.openxmlformats.org/officeDocument/2006/relationships/slide" Target="slide505.xml"/><Relationship Id="rId7" Type="http://schemas.openxmlformats.org/officeDocument/2006/relationships/audio" Target="../media/snd_ding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4.xml"/><Relationship Id="rId6" Type="http://schemas.openxmlformats.org/officeDocument/2006/relationships/slide" Target="slide505.xml"/><Relationship Id="rId7" Type="http://schemas.openxmlformats.org/officeDocument/2006/relationships/audio" Target="../media/snd_ding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3.xml"/><Relationship Id="rId6" Type="http://schemas.openxmlformats.org/officeDocument/2006/relationships/slide" Target="slide501.xml"/><Relationship Id="rId7" Type="http://schemas.openxmlformats.org/officeDocument/2006/relationships/slide" Target="slide505.xml"/><Relationship Id="rId8" Type="http://schemas.openxmlformats.org/officeDocument/2006/relationships/audio" Target="../media/snd_boing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slide" Target="slide505.xml"/><Relationship Id="rId6" Type="http://schemas.openxmlformats.org/officeDocument/2006/relationships/audio" Target="../media/snd_whistle.wav"/><Relationship Id="rId7" Type="http://schemas.openxmlformats.org/officeDocument/2006/relationships/image" Target="../media/image44.png"/><Relationship Id="rId8" Type="http://schemas.openxmlformats.org/officeDocument/2006/relationships/audio" Target="../media/snd_cheer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506.xml"/><Relationship Id="rId8" Type="http://schemas.openxmlformats.org/officeDocument/2006/relationships/slide" Target="slide507.xml"/><Relationship Id="rId9" Type="http://schemas.openxmlformats.org/officeDocument/2006/relationships/slide" Target="slide509.xml"/><Relationship Id="rId10" Type="http://schemas.openxmlformats.org/officeDocument/2006/relationships/slide" Target="slide512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506.xml"/><Relationship Id="rId8" Type="http://schemas.openxmlformats.org/officeDocument/2006/relationships/slide" Target="slide507.xml"/><Relationship Id="rId9" Type="http://schemas.openxmlformats.org/officeDocument/2006/relationships/slide" Target="slide509.xml"/><Relationship Id="rId10" Type="http://schemas.openxmlformats.org/officeDocument/2006/relationships/slide" Target="slide512.xml"/><Relationship Id="rId11" Type="http://schemas.openxmlformats.org/officeDocument/2006/relationships/audio" Target="../media/snd_boing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508.xml"/><Relationship Id="rId7" Type="http://schemas.openxmlformats.org/officeDocument/2006/relationships/slide" Target="slide511.xml"/><Relationship Id="rId8" Type="http://schemas.openxmlformats.org/officeDocument/2006/relationships/slide" Target="slide512.xml"/><Relationship Id="rId9" Type="http://schemas.openxmlformats.org/officeDocument/2006/relationships/audio" Target="../media/snd_pop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508.xml"/><Relationship Id="rId7" Type="http://schemas.openxmlformats.org/officeDocument/2006/relationships/slide" Target="slide511.xml"/><Relationship Id="rId8" Type="http://schemas.openxmlformats.org/officeDocument/2006/relationships/slide" Target="slide512.xml"/><Relationship Id="rId9" Type="http://schemas.openxmlformats.org/officeDocument/2006/relationships/audio" Target="../media/snd_boing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510.xml"/><Relationship Id="rId8" Type="http://schemas.openxmlformats.org/officeDocument/2006/relationships/slide" Target="slide511.xml"/><Relationship Id="rId9" Type="http://schemas.openxmlformats.org/officeDocument/2006/relationships/slide" Target="slide512.xml"/><Relationship Id="rId10" Type="http://schemas.openxmlformats.org/officeDocument/2006/relationships/audio" Target="../media/snd_pop.wav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slide" Target="slide510.xml"/><Relationship Id="rId8" Type="http://schemas.openxmlformats.org/officeDocument/2006/relationships/slide" Target="slide511.xml"/><Relationship Id="rId9" Type="http://schemas.openxmlformats.org/officeDocument/2006/relationships/slide" Target="slide512.xml"/><Relationship Id="rId10" Type="http://schemas.openxmlformats.org/officeDocument/2006/relationships/audio" Target="../media/snd_boing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512.xml"/><Relationship Id="rId7" Type="http://schemas.openxmlformats.org/officeDocument/2006/relationships/audio" Target="../media/snd_pop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513.xml"/><Relationship Id="rId8" Type="http://schemas.openxmlformats.org/officeDocument/2006/relationships/slide" Target="slide514.xml"/><Relationship Id="rId9" Type="http://schemas.openxmlformats.org/officeDocument/2006/relationships/slide" Target="slide515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513.xml"/><Relationship Id="rId8" Type="http://schemas.openxmlformats.org/officeDocument/2006/relationships/slide" Target="slide514.xml"/><Relationship Id="rId9" Type="http://schemas.openxmlformats.org/officeDocument/2006/relationships/slide" Target="slide515.xml"/><Relationship Id="rId10" Type="http://schemas.openxmlformats.org/officeDocument/2006/relationships/audio" Target="../media/snd_boing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" Target="slide515.xml"/><Relationship Id="rId7" Type="http://schemas.openxmlformats.org/officeDocument/2006/relationships/audio" Target="../media/snd_munch.wav"/><Relationship Id="rId8" Type="http://schemas.openxmlformats.org/officeDocument/2006/relationships/image" Target="../media/image44.png"/><Relationship Id="rId9" Type="http://schemas.openxmlformats.org/officeDocument/2006/relationships/audio" Target="../media/snd_cheer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" Target="slide516.xml"/><Relationship Id="rId12" Type="http://schemas.openxmlformats.org/officeDocument/2006/relationships/slide" Target="slide517.xml"/><Relationship Id="rId13" Type="http://schemas.openxmlformats.org/officeDocument/2006/relationships/slide" Target="slide518.xml"/><Relationship Id="rId14" Type="http://schemas.openxmlformats.org/officeDocument/2006/relationships/slide" Target="slide519.xml"/><Relationship Id="rId15" Type="http://schemas.openxmlformats.org/officeDocument/2006/relationships/slide" Target="slide520.xml"/><Relationship Id="rId16" Type="http://schemas.openxmlformats.org/officeDocument/2006/relationships/slide" Target="slide521.xml"/><Relationship Id="rId17" Type="http://schemas.openxmlformats.org/officeDocument/2006/relationships/slide" Target="slide522.xml"/><Relationship Id="rId18" Type="http://schemas.openxmlformats.org/officeDocument/2006/relationships/slide" Target="slide523.xml"/><Relationship Id="rId19" Type="http://schemas.openxmlformats.org/officeDocument/2006/relationships/slide" Target="slide524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" Target="slide515.xml"/><Relationship Id="rId6" Type="http://schemas.openxmlformats.org/officeDocument/2006/relationships/slide" Target="slide524.xml"/><Relationship Id="rId7" Type="http://schemas.openxmlformats.org/officeDocument/2006/relationships/audio" Target="../media/snd_tada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29.xml"/><Relationship Id="rId6" Type="http://schemas.openxmlformats.org/officeDocument/2006/relationships/slide" Target="slide525.xml"/><Relationship Id="rId7" Type="http://schemas.openxmlformats.org/officeDocument/2006/relationships/slide" Target="slide551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0.xml"/><Relationship Id="rId6" Type="http://schemas.openxmlformats.org/officeDocument/2006/relationships/slide" Target="slide526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1.xml"/><Relationship Id="rId6" Type="http://schemas.openxmlformats.org/officeDocument/2006/relationships/slide" Target="slide527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2.xml"/><Relationship Id="rId6" Type="http://schemas.openxmlformats.org/officeDocument/2006/relationships/slide" Target="slide528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3.xml"/><Relationship Id="rId6" Type="http://schemas.openxmlformats.org/officeDocument/2006/relationships/slide" Target="slide55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4.xml"/><Relationship Id="rId6" Type="http://schemas.openxmlformats.org/officeDocument/2006/relationships/slide" Target="slide53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5.xml"/><Relationship Id="rId6" Type="http://schemas.openxmlformats.org/officeDocument/2006/relationships/slide" Target="slide531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6.xml"/><Relationship Id="rId6" Type="http://schemas.openxmlformats.org/officeDocument/2006/relationships/slide" Target="slide532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7.xml"/><Relationship Id="rId6" Type="http://schemas.openxmlformats.org/officeDocument/2006/relationships/slide" Target="slide533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8.xml"/><Relationship Id="rId6" Type="http://schemas.openxmlformats.org/officeDocument/2006/relationships/slide" Target="slide55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39.xml"/><Relationship Id="rId6" Type="http://schemas.openxmlformats.org/officeDocument/2006/relationships/slide" Target="slide535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0.xml"/><Relationship Id="rId6" Type="http://schemas.openxmlformats.org/officeDocument/2006/relationships/slide" Target="slide536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1.xml"/><Relationship Id="rId6" Type="http://schemas.openxmlformats.org/officeDocument/2006/relationships/slide" Target="slide537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2.xml"/><Relationship Id="rId6" Type="http://schemas.openxmlformats.org/officeDocument/2006/relationships/slide" Target="slide538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3.xml"/><Relationship Id="rId6" Type="http://schemas.openxmlformats.org/officeDocument/2006/relationships/slide" Target="slide55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4.xml"/><Relationship Id="rId6" Type="http://schemas.openxmlformats.org/officeDocument/2006/relationships/slide" Target="slide54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5.xml"/><Relationship Id="rId6" Type="http://schemas.openxmlformats.org/officeDocument/2006/relationships/slide" Target="slide541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6.xml"/><Relationship Id="rId6" Type="http://schemas.openxmlformats.org/officeDocument/2006/relationships/slide" Target="slide542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7.xml"/><Relationship Id="rId6" Type="http://schemas.openxmlformats.org/officeDocument/2006/relationships/slide" Target="slide543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8.xml"/><Relationship Id="rId6" Type="http://schemas.openxmlformats.org/officeDocument/2006/relationships/slide" Target="slide55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45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46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47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48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slide" Target="slide549.xml"/><Relationship Id="rId6" Type="http://schemas.openxmlformats.org/officeDocument/2006/relationships/slide" Target="slide550.xml"/><Relationship Id="rId7" Type="http://schemas.openxmlformats.org/officeDocument/2006/relationships/slide" Target="slide551.xml"/><Relationship Id="rId8" Type="http://schemas.openxmlformats.org/officeDocument/2006/relationships/audio" Target="../media/snd_vroom.wav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1.png"/><Relationship Id="rId4" Type="http://schemas.openxmlformats.org/officeDocument/2006/relationships/slide" Target="slide551.xml"/><Relationship Id="rId5" Type="http://schemas.openxmlformats.org/officeDocument/2006/relationships/audio" Target="../media/snd_cheer.wav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Relationship Id="rId4" Type="http://schemas.openxmlformats.org/officeDocument/2006/relationships/slide" Target="slide551.xml"/><Relationship Id="rId5" Type="http://schemas.openxmlformats.org/officeDocument/2006/relationships/audio" Target="../media/snd_cheer.wav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4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Madd Waw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Madd Waw Games</a:t>
            </a:r>
          </a:p>
        </p:txBody>
      </p:sp>
      <p:sp>
        <p:nvSpPr>
          <p:cNvPr id="5" name="Sample" descr="بُو  تُو  نُو  مُو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900" b="1" lang="ar-SA">
                <a:solidFill>
                  <a:srgbClr val="2E2640"/>
                </a:solidFill>
                <a:latin typeface="Arial"/>
                <a:cs typeface="Arial"/>
              </a:rPr>
              <a:t>بُو  تُو  نُو  مُو</a:t>
            </a:r>
          </a:p>
        </p:txBody>
      </p:sp>
      <p:sp>
        <p:nvSpPr>
          <p:cNvPr id="6" name="Subtitle" descr="Stretch the sound: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E2640"/>
                </a:solidFill>
                <a:latin typeface="Arial"/>
                <a:cs typeface="Arial"/>
              </a:rPr>
              <a:t>Stretch the sound: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981" y="2095500"/>
            <a:ext cx="1099038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أُو" descr="أ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و" descr="ص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أُو" descr="أ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و" descr="ص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أُ" descr="أ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أُ" descr="أ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أُو" descr="أ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أُو" descr="أ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أُ" descr="أ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أُ" descr="أ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صُو" descr="صُو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لُو" descr="ل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و" descr="أ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و" descr="ذ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و" descr="أ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أَ" descr="أ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و" descr="ذ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و" descr="أ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أُ" descr="أ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أَ" descr="أ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أَ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ذُو" descr="ذُو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99393"/>
            <a:ext cx="2095500" cy="1297214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" descr="ب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ُو" descr="بُو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و" descr="م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َ" descr="ب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" descr="ب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بُو" descr="بُو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و" descr="م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بَ" descr="بَ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" descr="ب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بُو" descr="بُو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" descr="ب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بُو" descr="بُو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" descr="ب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و" descr="ب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" descr="ب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بَ" descr="ب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و" descr="ب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" descr="ب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مُو" descr="مُو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بَ" descr="ب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و" descr="ب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ُ" descr="ب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و" descr="ذ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ذُ" descr="ذ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طُ" descr="ط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و" descr="ب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ُ" descr="ب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و" descr="ذ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ذُ" descr="ذ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طُ" descr="ط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ُ" descr="ب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ُو" descr="ذ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ُ" descr="ذ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ُ" descr="ب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ُو" descr="ذ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ُ" descr="ذ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و" descr="ب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ُ" descr="ب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ُ" descr="ذ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و" descr="ب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بُ" descr="ب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ذُ" descr="ذ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طُ" descr="ط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بُ" descr="ب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ذُ" descr="ذ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طُ" descr="ط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نُ" descr="ن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ind It!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Find It!</a:t>
            </a:r>
          </a:p>
        </p:txBody>
      </p:sp>
      <p:sp>
        <p:nvSpPr>
          <p:cNvPr id="5" name="Line 1" descr="1.  Read every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every card.</a:t>
            </a:r>
          </a:p>
        </p:txBody>
      </p:sp>
      <p:sp>
        <p:nvSpPr>
          <p:cNvPr id="6" name="Line 2" descr="2.  Tap the card the question asks fo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Tap the card the question asks for.</a:t>
            </a:r>
          </a:p>
        </p:txBody>
      </p:sp>
      <p:sp>
        <p:nvSpPr>
          <p:cNvPr id="7" name="Line 3" descr="3.  Ding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Ding!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ُو" descr="ل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7" name="Card 2 أُو" descr="أ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8" name="Card 3 فُو" descr="ف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9" name="Card 4 تُ" descr="ت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ُو" descr="ل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7" name="Card 2 أُو" descr="أ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8" name="Card 3 فُو" descr="ف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9" name="Card 4 تُ" descr="ت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لُو" descr="ل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7" name="Card 2 أُو" descr="أُو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8" name="Card 3 فُو" descr="ف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Short or Long?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Short or Long?</a:t>
            </a:r>
          </a:p>
        </p:txBody>
      </p:sp>
      <p:sp>
        <p:nvSpPr>
          <p:cNvPr id="5" name="Line 1" descr="1.  Read the sound on the car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1.  Read the sound on the card.</a:t>
            </a:r>
          </a:p>
        </p:txBody>
      </p:sp>
      <p:sp>
        <p:nvSpPr>
          <p:cNvPr id="6" name="Line 2" descr="2.  Short sound: the short caterpilla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2.  Short sound: the short caterpillar.</a:t>
            </a:r>
          </a:p>
        </p:txBody>
      </p:sp>
      <p:sp>
        <p:nvSpPr>
          <p:cNvPr id="7" name="Line 3" descr="3.  Long sound (madd): the long on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3.  Long sound (madd): the long one!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13302"/>
            <a:ext cx="2095500" cy="66939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ُو" descr="ت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ُو" descr="ت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ُ" descr="ظ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ُ" descr="ظ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و" descr="أ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ُ" descr="ث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ُ" descr="ث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تُو" descr="ت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تُو" descr="ت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ُ" descr="ظ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ُ" descr="ظ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و" descr="أ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ُ" descr="ث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ُ" descr="ث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96353"/>
            <a:ext cx="2095500" cy="150329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قُ" descr="ق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Card بٌ" descr="ب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لُو" descr="ل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Card بٌ" descr="ب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لُو" descr="ل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Wagon card 2" descr="ل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Card بٌ" descr="ب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Wagon card 2" descr="ل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Wagon card 3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قُ" descr="ق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Card بٌ" descr="ب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لُو" descr="ل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Card بٌ" descr="ب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2" name="Card لُو" descr="ل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ُلُوبٌ" descr="قُل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قُلُوبٌ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ق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1" name="Wagon card 2" descr="ل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Wagon card 3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Word" descr="قُلُوب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قُلُوبٌ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ُو" descr="ب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بُو" descr="ب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و" descr="ث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ُو" descr="ب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و" descr="ث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ُو" descr="ب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ُو" descr="ب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بُو" descr="ب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ثُ" descr="ث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بُو" descr="ب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ُو" descr="جُو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َ" descr="ث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ُ" descr="ث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ُو" descr="ث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ُو" descr="جُو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َ" descr="ث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ُ" descr="ث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ُو" descr="ث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ثُو" descr="ث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ُو" descr="جُو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ثَ" descr="ث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ثُ" descr="ث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524125"/>
            <a:ext cx="2095500" cy="104775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و" descr="ت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ُو" descr="ث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أُو" descr="بُأ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بُأُو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بُو" descr="فُب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فُبُو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و" descr="أ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ُثُو" descr="كُث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كُثُو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ُتُو" descr="دُت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دُتُو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و" descr="ب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ُو" descr="ن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ُو" descr="نُو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ُو" descr="ن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نُو" descr="نُو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ُو" descr="ن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نُو" descr="ن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ُو" descr="ن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نُو" descr="ن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و" descr="صُو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نُو" descr="ن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نَ" descr="ن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نُ" descr="ن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صُو" descr="صُو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نُو" descr="ن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ثُو" descr="ث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نُو" descr="ن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ثُو" descr="ث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ثُو" descr="ث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ثُو" descr="ث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نُو" descr="ن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نُو" descr="ن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ُ" descr="ب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ُ" descr="ث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ُ" descr="ب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7" name="Card 2 ذُ" descr="ذ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8" name="Card 3 أُ" descr="أ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Card 4 يُو" descr="يُو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ُ" descr="ب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7" name="Card 2 ذُ" descr="ذُ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8" name="Card 3 أُ" descr="أ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Card 4 يُو" descr="يُو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بُ" descr="بُ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7" name="Card 2 ذُ" descr="ذُ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8" name="Card 3 أُ" descr="أ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و" descr="ك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و" descr="ك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و" descr="ج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ُ" descr="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ُ" descr="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ُو" descr="ل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ُو" descr="ل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ُ" descr="ص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و" descr="ك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و" descr="ك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و" descr="ج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بُ" descr="ب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بُ" descr="ب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ُو" descr="ل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ُو" descr="ل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وبٌ" descr="ك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كُو" descr="ك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0" name="Card بٌ" descr="ب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وبٌ" descr="ك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0" name="Card بٌ" descr="ب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وبٌ" descr="ك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0" name="Wagon card 2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وبٌ" descr="ك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كُو" descr="ك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0" name="Card بٌ" descr="ب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وبٌ" descr="كُوب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كُوبٌ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ك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0" name="Wagon card 2" descr="ب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1" name="Word" descr="كُوب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كُوبٌ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و" descr="ج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ُو" descr="ج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و" descr="ج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جُو" descr="ج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ُو" descr="ج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جُو" descr="ج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و" descr="ج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و" descr="ج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و" descr="نُو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ُ" descr="ج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ُو" descr="جُو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ُ" descr="ج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ُو" descr="ظ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جُو" descr="جُو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َ" descr="ج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ُ" descr="ج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ظُو" descr="ظُو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و" descr="ج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جَ" descr="ج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جُ" descr="ج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ظُو" descr="ظُو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و" descr="د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ُو" descr="حُو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و" descr="د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حُو" descr="حُو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ُو" descr="دُو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ُو" descr="ح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حَ" descr="حَ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ُو" descr="دُو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حُو" descr="ح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و" descr="د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و" descr="ح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حَ" descr="حَ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و" descr="د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و" descr="ح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حَ" descr="حَ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حُ" descr="ح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ُو" descr="دُو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و" descr="ح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ُو" descr="دُو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و" descr="ح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ُو" descr="دُو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و" descr="د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و" descr="د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و" descr="ح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و" descr="ح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نُ" descr="ن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حُ" descr="ح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نُ" descr="ن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دُ" descr="د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ُو" descr="ج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ُو" descr="ح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نُو" descr="عُن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عُنُو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يُو" descr="سُي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سُيُو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حُو" descr="مُح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مُحُو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و" descr="ن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جُو" descr="قُج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قُجُو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ُو" descr="ي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طُو" descr="ط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7" name="Card 2 غُو" descr="غ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8" name="Card 3 صُو" descr="ص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9" name="Card 4 خُ" descr="خ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طُو" descr="ط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7" name="Card 2 غُو" descr="غ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8" name="Card 3 صُو" descr="ص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9" name="Card 4 خُ" descr="خ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طُو" descr="ط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7" name="Card 2 غُو" descr="غُو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8" name="Card 3 صُو" descr="ص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خُو" descr="خ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ُو" descr="خ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ُ" descr="ذ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ُ" descr="ذ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ُ" descr="ص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ُو" descr="ه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ُو" descr="ض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و" descr="ض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" descr="ج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" descr="ج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" descr="ج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خُو" descr="خ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ُو" descr="خ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ذُ" descr="ذ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ذُ" descr="ذ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ُ" descr="ص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هُو" descr="ه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ُو" descr="ض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و" descr="ض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" descr="ج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ُوفٌ" descr="صُوف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صُوفٌ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صُو" descr="ص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0" name="Card فٌ" descr="ف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ُوفٌ" descr="صُوف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صُوفٌ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ص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0" name="Card فٌ" descr="ف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ُوفٌ" descr="صُوف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صُوفٌ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ص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0" name="Wagon card 2" descr="ف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ُوفٌ" descr="صُوف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صُوفٌ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صُو" descr="ص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0" name="Card فٌ" descr="ف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صُوفٌ" descr="صُوف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صُوفٌ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ص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0" name="Wagon card 2" descr="ف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1" name="Word" descr="صُوف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صُوفٌ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دُو" descr="د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ُو" descr="د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دُ" descr="د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دُو" descr="د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دُو" descr="د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دُ" descr="د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ُو" descr="ث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دُو" descr="د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ُ" descr="د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ُو" descr="ث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دُو" descr="د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ُ" descr="د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دُو" descr="د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ُ" descr="د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دُو" descr="د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ثُو" descr="ث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دُ" descr="د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ثُو" descr="ث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دُ" descr="د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لُو" descr="ل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ُو" descr="م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دُو" descr="دُو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ُ" descr="د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ُو" descr="مُو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دُو" descr="دُو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دُ" descr="د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دُو" descr="د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َ" descr="د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مُو" descr="مُو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دُ" descr="د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ُو" descr="ذ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ُو" descr="ذُو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ذُ" descr="ذ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ُو" descr="ذ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ذُو" descr="ذُو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ذُ" descr="ذ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ذَ" descr="ذ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ُو" descr="ذ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ُ" descr="ذ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ذَ" descr="ذ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ذُو" descr="ذ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ُ" descr="ذ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ُو" descr="ذ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ُ" descr="ذ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ذُو" descr="ذ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ذَ" descr="ذ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ذُ" descr="ذ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ذُو" descr="ذ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ذَ" descr="ذ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ذُ" descr="ذ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ذُو" descr="ذ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ُو" descr="غ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ذُو" descr="ذ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ُو" descr="غ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ُو" descr="غ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ُو" descr="غ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ذُو" descr="ذ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ذُو" descr="ذ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صُ" descr="ص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ذُ" descr="ذ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غُ" descr="غ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مُ" descr="م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رُو" descr="ر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7" name="Card 2 عُ" descr="ع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8" name="Card 3 ضُ" descr="ض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9" name="Card 4 مُ" descr="م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رُو" descr="ر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7" name="Card 2 عُ" descr="ع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8" name="Card 3 ضُ" descr="ضُ">
            <a:hlinkClick action="ppaction://hlinksldjump" r:id="rId4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9" name="Card 4 مُ" descr="م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2 عُ" descr="عُ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7" name="Card 3 ضُ" descr="ض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8" name="Card 4 مُ" descr="م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55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رُ" descr="ر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" descr="ر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ُو" descr="ظ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ُو" descr="ظ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ُو" descr="ق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ُو" descr="ق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ُ" descr="ض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" descr="ض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ُو" descr="ط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ُو" descr="ط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ُو" descr="ط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رُ" descr="ر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رُ" descr="ر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ظُو" descr="ظ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ظُو" descr="ظ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قُو" descr="ق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قُو" descr="ق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ضُ" descr="ض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ضُ" descr="ض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طُو" descr="ط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ذُو" descr="قُذ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قُذُو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و" descr="ذ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ُو" descr="د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ُدُو" descr="شُد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شُدُو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ُخُو" descr="زُخ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زُخُو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ُو" descr="خ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ُو" descr="ر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ُرُو" descr="غُر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غُرُو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ُودٌ" descr="عُو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0" name="Card عُو" descr="ع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ُودٌ" descr="عُو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ع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0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ُودٌ" descr="عُو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ع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0" name="Wagon card 2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ُودٌ" descr="عُو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دٌ" descr="د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0" name="Card عُو" descr="ع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عُودٌ" descr="عُود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عُودٌ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ع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0" name="Wagon card 2" descr="د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Word" descr="عُود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عُودٌ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و" descr="ز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ُو" descr="ط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ُو" descr="ز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و" descr="ز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ُو" descr="ط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زُو" descr="ز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طُو" descr="ط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ُو" descr="ز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طُو" descr="ط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زُو" descr="ز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و" descr="ز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ُو" descr="ط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و" descr="ز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طُو" descr="ط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طُو" descr="ط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ُ" descr="ز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و" descr="م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ُو" descr="ز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ُ" descr="ز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و" descr="م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زُو" descr="ز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و" descr="ز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ُ" descr="ز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َ" descr="ز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زَ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مُو" descr="م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و" descr="س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ُو" descr="سُو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ُ" descr="س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َ" descr="س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و" descr="س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سُو" descr="سُو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سُ" descr="س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َ" descr="س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سُو" descr="س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ُ" descr="س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سُو" descr="سُو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ُ" descr="س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و" descr="س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ُ" descr="س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و" descr="س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سُ" descr="س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َ" descr="س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و" descr="س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أُو" descr="أُو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سُ" descr="س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سَ" descr="س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و" descr="سُو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رُو" descr="ر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و" descr="سُو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رُو" descr="ر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و" descr="ر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و" descr="ر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و" descr="سُو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و" descr="سُو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قُ" descr="ق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ظُ" descr="ظ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474232"/>
            <a:ext cx="2095500" cy="1147536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طُوفُ" descr="يَطُوف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يَطُوفُ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زُهُورٌ" descr="زُه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زُهُورٌ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زُورُ" descr="يَزُو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يَزُورُ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ُيُوتٌ" descr="بُي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بُيُوتٌ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زُهُورٌ" descr="زُه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زُهُورٌ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زُورُ" descr="يَزُو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يَزُورُ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ُيُوتٌ" descr="بُي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بُيُوتٌ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يُوفٌ" descr="سُيُوف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سُيُوفٌ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زُورُ" descr="يَزُو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يَزُورُ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ُيُوتٌ" descr="بُي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بُيُوتٌ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يُوفٌ" descr="سُيُوف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سُيُوفٌ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صُومُ" descr="يَصُوم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يَصُومُ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رُوسٌ" descr="دُرُوس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دُرُوسٌ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ُيُوتٌ" descr="بُي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بُيُوتٌ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يُوفٌ" descr="سُيُوف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سُيُوفٌ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صُومُ" descr="يَصُوم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يَصُومُ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ُيُوخٌ" descr="شُيُوخ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شُيُوخٌ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بُيُوتٌ" descr="بُي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بُيُوتٌ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يُوفٌ" descr="سُيُوف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سُيُوفٌ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صُومُ" descr="يَصُوم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يَصُومُ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ُيُوخٌ" descr="شُيُوخ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شُيُوخٌ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ُولٌ" descr="فُول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فُولٌ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2 شُ" descr="ش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8" name="Card 3 وُو" descr="و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9" name="Card 4 أُو" descr="أ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2 شُ" descr="ش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8" name="Card 3 وُو" descr="و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9" name="Card 4 أُو" descr="أ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3 وُو" descr="و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8" name="Card 4 أُو" descr="أُو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شُو" descr="ش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ُو" descr="ش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" descr="ج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" descr="ج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ُ" descr="ث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ُ" descr="ث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" descr="أ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" descr="أ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ُ" descr="خ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خُ" descr="خ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ُ" descr="خ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شُو" descr="ش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شُو" descr="ش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" descr="ج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" descr="ج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ثُ" descr="ث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ثُ" descr="ث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" descr="أ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" descr="أ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خُ" descr="خ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حٌ" descr="ح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0" name="Card رُو" descr="ر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Card حٌ" descr="ح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Wagon card 2" descr="ح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حٌ" descr="ح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0" name="Card رُو" descr="ر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رُوحٌ" descr="رُوح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رُوحٌ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ر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رُو</a:t>
            </a:r>
          </a:p>
        </p:txBody>
      </p:sp>
      <p:sp>
        <p:nvSpPr>
          <p:cNvPr id="10" name="Wagon card 2" descr="ح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1" name="Word" descr="رُوح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رُوحٌ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و" descr="ص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و" descr="ذ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و" descr="ص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و" descr="صُو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و" descr="ذ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و" descr="ص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ُو" descr="ذ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ُو" descr="ذ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و" descr="ص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و" descr="ص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و" descr="ذ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و" descr="صُو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و" descr="ذ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أُو" descr="أ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ذُو" descr="ذ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ذُو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أُو" descr="أ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صُ" descr="ص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ُ" descr="ص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و" descr="ش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َ" descr="ص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ُو" descr="ص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ُ" descr="ص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و" descr="ش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َ" descr="صَ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ُو" descr="ص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صُو" descr="ص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صُ" descr="ص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و" descr="شُو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صَ" descr="صَ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سُو" descr="عُس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عُسُو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ُو" descr="ز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زُو" descr="طُز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طُزُو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و" descr="س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ُو" descr="ص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ُشُو" descr="جُش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جُشُو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صُو" descr="ذُص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ذُصُو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ُو" descr="ش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ُو" descr="ض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ضُو" descr="ضُو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ُو" descr="ضُو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ضُو" descr="ضُو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ضَ" descr="ضَ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ضُو" descr="ض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ضُو" descr="ض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ُو" descr="ض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ضُو" descr="ض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ضَ" descr="ضَ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ضُو" descr="ض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ُو" descr="مُو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ضَ" descr="ضَ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ُو" descr="ض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ُو" descr="غ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ُو" descr="ض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غُو" descr="غ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ُو" descr="غ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غُو" descr="غ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ُو" descr="ض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ضُو" descr="ض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هُ" descr="ه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ضُ" descr="ض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ثُ" descr="ث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هُ" descr="ه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2 طُو" descr="طُو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Card 3 صُ" descr="ص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2 طُو" descr="طُو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Card 3 صُ" descr="ص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3 صُ" descr="ص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8" name="Card 4 عُ" descr="ع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طُ" descr="ط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ُ" descr="ط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و" descr="أ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و" descr="د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و" descr="د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ُو" descr="س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سُو" descr="س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ُو" descr="س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طُ" descr="ط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طُ" descr="ط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و" descr="أ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و" descr="أ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و" descr="د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و" descr="د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حُو" descr="ح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حُو" descr="ح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حُو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سُو" descr="س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ُو" descr="د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1" name="Card يَ" descr="ي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دُو" descr="د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رُ" descr="رُ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Wagon card 3" descr="ر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دُو" descr="د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1" name="Card يَ" descr="ي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رُ" descr="ر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دُو" descr="د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ard رُ" descr="رُ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دُورُ" descr="يَدُور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يَدُورُ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د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Wagon card 3" descr="ر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Word" descr="يَدُورُ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يَدُورُ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ُو" descr="ظ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كُو" descr="ك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ظُو" descr="ظ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ُ" descr="ظ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ُو" descr="ظ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كُو" descr="ك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ظُو" descr="ظ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ُ" descr="ظ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كُو" descr="كُو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و" descr="ظ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كُو" descr="كُو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0" name="Balloon 3" descr="Balloon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>
            <a:hlinkClick action="ppaction://hlinksldjump" r:id="rId5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و" descr="ظ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4" name="Balloon 5" descr="Balloon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5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ُو" descr="ظ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كُو" descr="ك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ظُو" descr="ظُو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كُو" descr="ك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صُو" descr="صُو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كُو" descr="ك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صُو" descr="ص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ظُ" descr="ظ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و" descr="ظُو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ُو" descr="صُو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و" descr="ظُو">
            <a:hlinkClick action="ppaction://hlinksldjump" r:id="rId8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9" name="Food 2" descr="Food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ظَ" descr="ظَ">
            <a:hlinkClick action="ppaction://hlinksldjump" r:id="rId9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11" name="Food 3" descr="Food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9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صُو" descr="صُو">
            <a:hlinkClick action="ppaction://hlinksldjump" r:id="rId9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و" descr="ظ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ظَ" descr="ظَ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ظَ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ظُ" descr="ظ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صُو" descr="صُو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صُو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ُو" descr="ع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ُو" descr="ع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ُو" descr="عُو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عُو" descr="ع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عَ" descr="ع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ُو" descr="ع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عَ" descr="ع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عُو" descr="ع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ُو" descr="عُو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عُو" descr="عُو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عَ" descr="ع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و" descr="ع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بُو" descr="بُو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عَ" descr="ع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عُ" descr="ع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يُو" descr="ي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ُو" descr="ع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يُو" descr="ي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عُو" descr="عُو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ُو" descr="ع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عُو" descr="عُو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يُو" descr="ي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يُو" descr="يُو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شُ" descr="ش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غُ" descr="غ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عُ" descr="ع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شُ" descr="ش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غُ" descr="غ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عُ" descr="ع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و" descr="ع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ظُو" descr="أُظ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أُظُو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ُعُو" descr="ثُع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ثُعُو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طُو" descr="بُط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بُطُو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و" descr="ط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ُو" descr="ظ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ُو" descr="ض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ُضُو" descr="وُض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وُضُو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2 غُ" descr="غ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8" name="Card 3 ضُو" descr="ض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Card 4 ثُو" descr="ث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2 غُ" descr="غُ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8" name="Card 3 ضُو" descr="ض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9" name="Card 4 ثُو" descr="ثُو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كُو" descr="ك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7" name="Card 3 ضُو" descr="ض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8" name="Card 4 ثُو" descr="ثُو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ُو" descr="غ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و" descr="غ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" descr="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" descr="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و" descr="ج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" descr="أ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أُ" descr="أ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" descr="أ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غُو" descr="غ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و" descr="غ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" descr="د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" descr="د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يُ" descr="ي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يُ" descr="ي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جُو" descr="ج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جُو" descr="ج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جُو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أُ" descr="أ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فُو" descr="ف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1" name="Card يَ" descr="ي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زُ" descr="ز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فُو" descr="ف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ard زُ" descr="زُ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ف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ard زُ" descr="ز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ف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Wagon card 3" descr="ز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فُو" descr="ف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1" name="Card يَ" descr="يَ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2" name="Card زُ" descr="زُ">
            <a:hlinkClick action="ppaction://hlinksldjump" r:id="rId5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Card فُو" descr="فُو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ard زُ" descr="زُ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يَفُوزُ" descr="يَفُوزُ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يَفُوزُ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ي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يَ</a:t>
            </a:r>
          </a:p>
        </p:txBody>
      </p:sp>
      <p:sp>
        <p:nvSpPr>
          <p:cNvPr id="11" name="Wagon card 2" descr="ف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Wagon card 3" descr="زُ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Word" descr="يَفُوزُ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يَفُوزُ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و" descr="ف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ُو" descr="ف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و" descr="ش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دُو" descr="د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و" descr="ف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فُو" descr="فُو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و" descr="ش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دُو" descr="د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فُو" descr="ف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و" descr="ش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دُو" descr="د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فُو" descr="ف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و" descr="ش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دُو" descr="د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و" descr="ف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و" descr="ش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دُو" descr="د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و" descr="ف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و" descr="شُو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دُو" descr="د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فُ" descr="ف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شُو" descr="شُو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شُو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دُو" descr="د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َ" descr="ف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ُو" descr="ز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ُ" descr="ف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ُو" descr="ف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َ" descr="ف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ُو" descr="ز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ُ" descr="ف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فُو" descr="ف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فُو" descr="ف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فَ" descr="ف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زُو" descr="زُو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ُ" descr="ف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ُو" descr="قُو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قُو" descr="قُو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ُو" descr="ق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قُو" descr="قُو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قُو" descr="قُو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قُو" descr="ق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بُو" descr="بُو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بُو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قَ" descr="قَ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ُو" descr="ز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ُ" descr="ق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ُ" descr="ز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قُو" descr="قُو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ُو" descr="ز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ُ" descr="ق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ُ" descr="ز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قُو" descr="قُو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ُ" descr="ق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ُ" descr="ز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و" descr="ق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ُ" descr="ق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ُ" descr="ز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و" descr="قُو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ُو" descr="ز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ُ" descr="ق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ُ" descr="ز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زُو" descr="ز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قُ" descr="ق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زُ" descr="ز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قُ" descr="ق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زُ" descr="ز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جُ" descr="ج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2 كُو" descr="كُو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8" name="Card 3 طُ" descr="ط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2 كُو" descr="كُو">
            <a:hlinkClick action="ppaction://hlinksldjump" r:id="rId4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8" name="Card 3 طُ" descr="طُ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9" name="Card 4 عُ" descr="عُ">
            <a:hlinkClick action="ppaction://hlinksldjump" r:id="rId3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LONG one (madd)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Tap the LONG one (madd)!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جُ" descr="جُ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7" name="Card 3 طُ" descr="طُ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8" name="Card 4 عُ" descr="عُ"/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7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85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و" descr="ف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و" descr="ف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ُ" descr="ز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ُ" descr="ز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ُو" descr="ل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ُو" descr="ل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و" descr="د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و" descr="د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ُ" descr="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مُ" descr="م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ُ" descr="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كُ" descr="ك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" descr="ك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فُو" descr="ف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فُو" descr="ف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زُ" descr="ز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زُ" descr="ز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لُو" descr="ل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لُو" descr="ل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دُو" descr="د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دُو" descr="د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دُو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مُ" descr="م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ُو" descr="غ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ُفُو" descr="خُف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خُفُو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و" descr="ق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ُو" descr="ك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و" descr="ف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كُو" descr="بُك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بُكُو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ُغُو" descr="لُغ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لُغُو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قُو" descr="عُق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عُقُو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سُ" descr="س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طُو" descr="ط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طُو" descr="ط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card 2" descr="ط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2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card 2" descr="ط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سُ" descr="سُ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رٌ" descr="رٌ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طُو" descr="ط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رٌ" descr="رٌ">
            <a:hlinkClick action="ppaction://hlinksldjump" r:id="rId5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2" name="Card طُو" descr="طُو">
            <a:hlinkClick action="ppaction://hlinksldjump" r:id="rId6"/>
          </p:cNvPr>
          <p:cNvSpPr/>
          <p:nvPr/>
        </p:nvSpPr>
        <p:spPr>
          <a:xfrm>
            <a:off x="6604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طُورٌ" descr="سُطُور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سُطُورٌ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card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card 2" descr="ط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2" name="Wagon card 3" descr="ر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Word" descr="سُطُور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سُطُورٌ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و" descr="خ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6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8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9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و" descr="خُو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6" name="Balloon 5" descr="Balloon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لُو" descr="لُو">
            <a:hlinkClick action="ppaction://hlinksldjump" r:id="rId10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و" descr="ث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خُو" descr="خ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و" descr="ث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خُو" descr="خ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لُو" descr="لُو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و" descr="خ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و" descr="لُو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و" descr="ثُو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خُو" descr="خ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و" descr="ثُو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خُو" descr="خُو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َ" descr="ل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ُو" descr="ي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ُو" descr="ل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ُ" descr="ل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َ" descr="ل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ُو" descr="يُو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ُو" descr="لُو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لُ" descr="ل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و" descr="ل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َ" descr="ل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يُو" descr="يُو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يُو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لُ" descr="ل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ُو" descr="م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و" descr="ض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و" descr="م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ُ" descr="م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ُو" descr="م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و" descr="ض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و" descr="مُو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6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ُ" descr="م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و" descr="ض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و" descr="ضُو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مُو" descr="مُو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ُو" descr="م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و" descr="ض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مُو" descr="مُو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و" descr="ضُو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و" descr="م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مَ" descr="مَ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و" descr="ضُو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4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مُ" descr="م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و" descr="م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ُو" descr="ه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ُ" descr="ل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مُ" descr="م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ُ" descr="ك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و" descr="م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هُو" descr="هُو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لُ" descr="ل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مُ" descr="م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كُ" descr="ك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ُو" descr="ه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ُ" descr="ل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مُ" descr="م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ُ" descr="ك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هُو" descr="هُو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ُ" descr="ل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مُ" descr="م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ُ" descr="ك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و" descr="م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ُ" descr="ل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مُ" descr="م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ُ" descr="ك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و" descr="مُو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هُ" descr="ه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لُ" descr="ل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مُ" descr="م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كُ" descr="ك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ong sound (madd)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Tap every long sound (madd)</a:t>
            </a:r>
          </a:p>
        </p:txBody>
      </p:sp>
      <p:sp>
        <p:nvSpPr>
          <p:cNvPr id="5" name="Find ـُو" descr="ـ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ـُو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هُ" descr="ه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لُ" descr="ل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مُ" descr="م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كُ" descr="ك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ُو" descr="خ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7" name="Card 2 طُو" descr="ط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Card 3 ظُو" descr="ظ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9" name="Card 4 هُ" descr="ه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ُو" descr="خُو">
            <a:hlinkClick action="ppaction://hlinksldjump" r:id="rId3"/>
          </p:cNvPr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7" name="Card 2 طُو" descr="طُو">
            <a:hlinkClick action="ppaction://hlinksldjump" r:id="rId3"/>
          </p:cNvPr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Card 3 ظُو" descr="ظُو">
            <a:hlinkClick action="ppaction://hlinksldjump" r:id="rId3"/>
          </p:cNvPr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9" name="Card 4 هُ" descr="هُ">
            <a:hlinkClick action="ppaction://hlinksldjump" r:id="rId4"/>
          </p:cNvPr>
          <p:cNvSpPr/>
          <p:nvPr/>
        </p:nvSpPr>
        <p:spPr>
          <a:xfrm>
            <a:off x="8064500" y="3556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Try again!" descr="Try again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4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6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8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0" dur="1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the SHORT one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Tap the SHORT one!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ard 1 خُو" descr="خُو"/>
          <p:cNvSpPr/>
          <p:nvPr/>
        </p:nvSpPr>
        <p:spPr>
          <a:xfrm>
            <a:off x="8064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7" name="Card 2 طُو" descr="طُو"/>
          <p:cNvSpPr/>
          <p:nvPr/>
        </p:nvSpPr>
        <p:spPr>
          <a:xfrm>
            <a:off x="4635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8" name="Card 3 ظُو" descr="ظُو"/>
          <p:cNvSpPr/>
          <p:nvPr/>
        </p:nvSpPr>
        <p:spPr>
          <a:xfrm>
            <a:off x="1206500" y="1651000"/>
            <a:ext cx="2921000" cy="152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300" b="1" lang="ar-SA">
                <a:solidFill>
                  <a:srgbClr val="2E2640"/>
                </a:solidFill>
                <a:latin typeface="Arial"/>
                <a:cs typeface="Arial"/>
              </a:rPr>
              <a:t>ظُو</a:t>
            </a:r>
          </a:p>
        </p:txBody>
      </p:sp>
      <p:sp>
        <p:nvSpPr>
          <p:cNvPr id="9" name="Great job!" descr="Great job!"/>
          <p:cNvSpPr/>
          <p:nvPr/>
        </p:nvSpPr>
        <p:spPr>
          <a:xfrm>
            <a:off x="45720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0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9" dur="140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1" dur="155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120 E" pathEditMode="relative" ptsTypes="AA">
                                      <p:cBhvr>
                                        <p:cTn id="13" dur="17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هُو" descr="ه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ُ" descr="ص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ُ" descr="غ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" descr="غ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ُو" descr="ن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ُو" descr="ن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و" descr="ك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كُو" descr="ك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و" descr="ك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5" name="Great job!" descr="Great job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6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ad هُو" descr="ه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3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5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6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18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هُو" descr="ه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صُ" descr="ص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صُ" descr="ص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وُو" descr="و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وُو" descr="و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غُ" descr="غُ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غُ" descr="غُ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نُو" descr="ن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Short or long?  Tap the caterpillar!"/>
          <p:cNvSpPr/>
          <p:nvPr/>
        </p:nvSpPr>
        <p:spPr>
          <a:xfrm>
            <a:off x="2413000" y="190500"/>
            <a:ext cx="736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Short or long?  Tap the caterpillar!</a:t>
            </a:r>
          </a:p>
        </p:txBody>
      </p:sp>
      <p:sp>
        <p:nvSpPr>
          <p:cNvPr id="5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r place 6"/>
          <p:cNvSpPr/>
          <p:nvPr/>
        </p:nvSpPr>
        <p:spPr>
          <a:xfrm>
            <a:off x="28575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olved نُو" descr="نُو"/>
          <p:cNvSpPr/>
          <p:nvPr/>
        </p:nvSpPr>
        <p:spPr>
          <a:xfrm>
            <a:off x="9779000" y="1079500"/>
            <a:ext cx="2159000" cy="698500"/>
          </a:xfrm>
          <a:prstGeom prst="roundRect">
            <a:avLst>
              <a:gd name="adj" fmla="val 30000"/>
            </a:avLst>
          </a:prstGeom>
          <a:solidFill>
            <a:srgbClr val="EBFBEE"/>
          </a:solidFill>
          <a:ln w="381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B8A3E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2" name="Check" descr="✓"/>
          <p:cNvSpPr/>
          <p:nvPr/>
        </p:nvSpPr>
        <p:spPr>
          <a:xfrm>
            <a:off x="9525000" y="1206500"/>
            <a:ext cx="444500" cy="444500"/>
          </a:xfrm>
          <a:prstGeom prst="ellipse">
            <a:avLst/>
          </a:prstGeom>
          <a:solidFill>
            <a:srgbClr val="2FB57A"/>
          </a:solidFill>
          <a:ln w="381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3" name="Card"/>
          <p:cNvSpPr/>
          <p:nvPr/>
        </p:nvSpPr>
        <p:spPr>
          <a:xfrm>
            <a:off x="3556000" y="1206500"/>
            <a:ext cx="5080000" cy="2159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ad كُو" descr="كُو"/>
          <p:cNvSpPr/>
          <p:nvPr/>
        </p:nvSpPr>
        <p:spPr>
          <a:xfrm>
            <a:off x="3746500" y="1270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كُو</a:t>
            </a:r>
          </a:p>
        </p:txBody>
      </p:sp>
      <p:sp>
        <p:nvSpPr>
          <p:cNvPr id="15" name="Answer 1 Short">
            <a:hlinkClick action="ppaction://hlinksldjump" r:id="rId5"/>
          </p:cNvPr>
          <p:cNvSpPr/>
          <p:nvPr/>
        </p:nvSpPr>
        <p:spPr>
          <a:xfrm>
            <a:off x="241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FFE3E8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hort caterpillar" descr="Short caterpillar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90" y="4064000"/>
            <a:ext cx="1014620" cy="952500"/>
          </a:xfrm>
          <a:prstGeom prst="rect">
            <a:avLst/>
          </a:prstGeom>
        </p:spPr>
      </p:pic>
      <p:sp>
        <p:nvSpPr>
          <p:cNvPr id="17" name="Short label" descr="Short">
            <a:hlinkClick action="ppaction://hlinksldjump" r:id="rId5"/>
          </p:cNvPr>
          <p:cNvSpPr/>
          <p:nvPr/>
        </p:nvSpPr>
        <p:spPr>
          <a:xfrm>
            <a:off x="241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Short</a:t>
            </a:r>
          </a:p>
        </p:txBody>
      </p:sp>
      <p:sp>
        <p:nvSpPr>
          <p:cNvPr id="18" name="Answer 2 Long">
            <a:hlinkClick action="ppaction://hlinksldjump" r:id="rId6"/>
          </p:cNvPr>
          <p:cNvSpPr/>
          <p:nvPr/>
        </p:nvSpPr>
        <p:spPr>
          <a:xfrm>
            <a:off x="6223000" y="3937000"/>
            <a:ext cx="3556000" cy="1714500"/>
          </a:xfrm>
          <a:prstGeom prst="roundRect">
            <a:avLst>
              <a:gd name="adj" fmla="val 18000"/>
            </a:avLst>
          </a:prstGeom>
          <a:solidFill>
            <a:srgbClr val="E0F4FF"/>
          </a:solidFill>
          <a:ln w="50800">
            <a:solidFill>
              <a:srgbClr val="9C93B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ong caterpillar" descr="Long caterpillar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130" y="4064000"/>
            <a:ext cx="2981739" cy="952500"/>
          </a:xfrm>
          <a:prstGeom prst="rect">
            <a:avLst/>
          </a:prstGeom>
        </p:spPr>
      </p:pic>
      <p:sp>
        <p:nvSpPr>
          <p:cNvPr id="20" name="Long label" descr="Long">
            <a:hlinkClick action="ppaction://hlinksldjump" r:id="rId6"/>
          </p:cNvPr>
          <p:cNvSpPr/>
          <p:nvPr/>
        </p:nvSpPr>
        <p:spPr>
          <a:xfrm>
            <a:off x="6223000" y="5080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2E2640"/>
                </a:solidFill>
                <a:latin typeface="Arial"/>
                <a:cs typeface="Arial"/>
              </a:rPr>
              <a:t>Long</a:t>
            </a:r>
          </a:p>
        </p:txBody>
      </p:sp>
      <p:sp>
        <p:nvSpPr>
          <p:cNvPr id="21" name="Try again!" descr="Try again!"/>
          <p:cNvSpPr/>
          <p:nvPr/>
        </p:nvSpPr>
        <p:spPr>
          <a:xfrm>
            <a:off x="381000" y="1016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ثُومٌ" descr="ث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0" name="Card ثُو" descr="ث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1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ثُومٌ" descr="ث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ث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ثُومٌ" descr="ث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ث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Wagon card 2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2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ثُومٌ" descr="ث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Card مٌ" descr="مٌ">
            <a:hlinkClick action="ppaction://hlinksldjump" r:id="rId5"/>
          </p:cNvPr>
          <p:cNvSpPr/>
          <p:nvPr/>
        </p:nvSpPr>
        <p:spPr>
          <a:xfrm>
            <a:off x="3302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0" name="Card ثُو" descr="ثُو">
            <a:hlinkClick action="ppaction://hlinksldjump" r:id="rId6"/>
          </p:cNvPr>
          <p:cNvSpPr/>
          <p:nvPr/>
        </p:nvSpPr>
        <p:spPr>
          <a:xfrm>
            <a:off x="4953000" y="1778000"/>
            <a:ext cx="1333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9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ثُومٌ" descr="ثُومٌ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ثُومٌ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sp>
        <p:nvSpPr>
          <p:cNvPr id="9" name="Wagon card 1" descr="ثُو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ثُو</a:t>
            </a:r>
          </a:p>
        </p:txBody>
      </p:sp>
      <p:sp>
        <p:nvSpPr>
          <p:cNvPr id="10" name="Wagon card 2" descr="مٌ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1" name="Word" descr="ثُومٌ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ثُومٌ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ُو" descr="و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وُو" descr="و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ُو" descr="ن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ُو" descr="و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وُو" descr="وُو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6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ُو" descr="ن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ُو" descr="و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و" descr="ن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وُو" descr="وُو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و" descr="نُو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ُو" descr="و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و" descr="ن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وُو" descr="وُو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و" descr="نُو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سُو" descr="سُو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سُو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نُو" descr="نُو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6700" b="1" lang="ar-SA">
                <a:solidFill>
                  <a:srgbClr val="2E2640"/>
                </a:solidFill>
                <a:latin typeface="Arial"/>
                <a:cs typeface="Arial"/>
              </a:rPr>
              <a:t>نُو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وُ" descr="و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عُو" descr="ع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ُو" descr="و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وُ" descr="و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عُو" descr="عُو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وُو" descr="وُو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وُو" descr="وُو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وُو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وَ" descr="وَ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وَ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وُ" descr="و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9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عُو" descr="عُو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Arial"/>
                <a:cs typeface="Arial"/>
              </a:rPr>
              <a:t>عُو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هُو" descr="تُه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تُهُو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و" descr="م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لُو" descr="نُل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نُلُو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ُو" descr="و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ُو" descr="ل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ُمُو" descr="صُم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صُمُو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ُو" descr="ه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وُو" descr="قُوُو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قُوُو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طُيُورٌ" descr="طُي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طُيُورٌ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ثُلُوجٌ" descr="ثُلُوج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ثُلُوجٌ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يُونٌ" descr="عُيُو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عُيُونٌ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وتٌ" descr="ح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نُودٌ" descr="جُن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جُنُودٌ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ثُلُوجٌ" descr="ثُلُوج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ثُلُوجٌ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يُونٌ" descr="عُيُو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عُيُونٌ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وتٌ" descr="ح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نُودٌ" descr="جُن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جُنُودٌ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ُوتٌ" descr="ت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يُونٌ" descr="عُيُون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عُيُونٌ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وتٌ" descr="ح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نُودٌ" descr="جُن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جُنُودٌ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ُوتٌ" descr="ت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ُورٌ" descr="ن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وتٌ" descr="ح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نُودٌ" descr="جُن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جُنُودٌ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ُوتٌ" descr="ت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ُورٌ" descr="ن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ودٌ" descr="د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نُودٌ" descr="جُن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جُنُودٌ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تُوتٌ" descr="تُوت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تُوتٌ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ُورٌ" descr="نُور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دُودٌ" descr="دُودٌ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دُودٌ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يَعُودُ" descr="يَعُود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600" b="1" lang="ar-SA">
                <a:solidFill>
                  <a:srgbClr val="2E2640"/>
                </a:solidFill>
                <a:latin typeface="Arial"/>
                <a:cs typeface="Arial"/>
              </a:rPr>
              <a:t>يَعُودُ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Waw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