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10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slide" Target="slide21.xml"/><Relationship Id="rId6" Type="http://schemas.openxmlformats.org/officeDocument/2006/relationships/slide" Target="slide20.xml"/><Relationship Id="rId7" Type="http://schemas.openxmlformats.org/officeDocument/2006/relationships/slide" Target="slide22.xml"/><Relationship Id="rId8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slide" Target="slide21.xml"/><Relationship Id="rId6" Type="http://schemas.openxmlformats.org/officeDocument/2006/relationships/slide" Target="slide20.xml"/><Relationship Id="rId7" Type="http://schemas.openxmlformats.org/officeDocument/2006/relationships/slide" Target="slide22.xml"/><Relationship Id="rId8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slide" Target="slide22.xml"/><Relationship Id="rId5" Type="http://schemas.openxmlformats.org/officeDocument/2006/relationships/audio" Target="../media/snd_splash.wav"/><Relationship Id="rId6" Type="http://schemas.openxmlformats.org/officeDocument/2006/relationships/image" Target="../media/image44.png"/><Relationship Id="rId7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.xml"/><Relationship Id="rId6" Type="http://schemas.openxmlformats.org/officeDocument/2006/relationships/slide" Target="slide38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.xml"/><Relationship Id="rId6" Type="http://schemas.openxmlformats.org/officeDocument/2006/relationships/slide" Target="slide40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.xml"/><Relationship Id="rId6" Type="http://schemas.openxmlformats.org/officeDocument/2006/relationships/slide" Target="slide38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.xml"/><Relationship Id="rId6" Type="http://schemas.openxmlformats.org/officeDocument/2006/relationships/slide" Target="slide40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din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2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5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" Target="slide57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" Target="slide57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3.xml"/><Relationship Id="rId11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pop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pop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slide" Target="slide63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29.png"/><Relationship Id="rId7" Type="http://schemas.openxmlformats.org/officeDocument/2006/relationships/image" Target="../media/image8.png"/><Relationship Id="rId8" Type="http://schemas.openxmlformats.org/officeDocument/2006/relationships/slide" Target="slide64.xml"/><Relationship Id="rId9" Type="http://schemas.openxmlformats.org/officeDocument/2006/relationships/slide" Target="slide65.xml"/><Relationship Id="rId10" Type="http://schemas.openxmlformats.org/officeDocument/2006/relationships/slide" Target="slide6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29.png"/><Relationship Id="rId7" Type="http://schemas.openxmlformats.org/officeDocument/2006/relationships/image" Target="../media/image8.png"/><Relationship Id="rId8" Type="http://schemas.openxmlformats.org/officeDocument/2006/relationships/slide" Target="slide64.xml"/><Relationship Id="rId9" Type="http://schemas.openxmlformats.org/officeDocument/2006/relationships/slide" Target="slide65.xml"/><Relationship Id="rId10" Type="http://schemas.openxmlformats.org/officeDocument/2006/relationships/slide" Target="slide66.xml"/><Relationship Id="rId11" Type="http://schemas.openxmlformats.org/officeDocument/2006/relationships/audio" Target="../media/snd_boin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8.png"/><Relationship Id="rId7" Type="http://schemas.openxmlformats.org/officeDocument/2006/relationships/slide" Target="slide66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68.xml"/><Relationship Id="rId12" Type="http://schemas.openxmlformats.org/officeDocument/2006/relationships/slide" Target="slide69.xml"/><Relationship Id="rId13" Type="http://schemas.openxmlformats.org/officeDocument/2006/relationships/slide" Target="slide70.xml"/><Relationship Id="rId14" Type="http://schemas.openxmlformats.org/officeDocument/2006/relationships/slide" Target="slide71.xml"/><Relationship Id="rId15" Type="http://schemas.openxmlformats.org/officeDocument/2006/relationships/slide" Target="slide72.xml"/><Relationship Id="rId16" Type="http://schemas.openxmlformats.org/officeDocument/2006/relationships/slide" Target="slide73.xml"/><Relationship Id="rId17" Type="http://schemas.openxmlformats.org/officeDocument/2006/relationships/slide" Target="slide74.xml"/><Relationship Id="rId18" Type="http://schemas.openxmlformats.org/officeDocument/2006/relationships/slide" Target="slide75.xml"/><Relationship Id="rId19" Type="http://schemas.openxmlformats.org/officeDocument/2006/relationships/slide" Target="slide7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3.png"/><Relationship Id="rId7" Type="http://schemas.openxmlformats.org/officeDocument/2006/relationships/slide" Target="slide77.xml"/><Relationship Id="rId8" Type="http://schemas.openxmlformats.org/officeDocument/2006/relationships/slide" Target="slide78.xml"/><Relationship Id="rId9" Type="http://schemas.openxmlformats.org/officeDocument/2006/relationships/slide" Target="slide80.xml"/><Relationship Id="rId10" Type="http://schemas.openxmlformats.org/officeDocument/2006/relationships/slide" Target="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3.png"/><Relationship Id="rId7" Type="http://schemas.openxmlformats.org/officeDocument/2006/relationships/slide" Target="slide77.xml"/><Relationship Id="rId8" Type="http://schemas.openxmlformats.org/officeDocument/2006/relationships/slide" Target="slide78.xml"/><Relationship Id="rId9" Type="http://schemas.openxmlformats.org/officeDocument/2006/relationships/slide" Target="slide80.xml"/><Relationship Id="rId10" Type="http://schemas.openxmlformats.org/officeDocument/2006/relationships/slide" Target="slide83.xml"/><Relationship Id="rId11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40.png"/><Relationship Id="rId5" Type="http://schemas.openxmlformats.org/officeDocument/2006/relationships/image" Target="../media/image13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splash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40.png"/><Relationship Id="rId5" Type="http://schemas.openxmlformats.org/officeDocument/2006/relationships/image" Target="../media/image13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bo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slide" Target="slide81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splash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slide" Target="slide81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3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5.xml"/><Relationship Id="rId4" Type="http://schemas.openxmlformats.org/officeDocument/2006/relationships/slide" Target="slide84.xml"/><Relationship Id="rId5" Type="http://schemas.openxmlformats.org/officeDocument/2006/relationships/slide" Target="slide87.xml"/><Relationship Id="rId6" Type="http://schemas.openxmlformats.org/officeDocument/2006/relationships/slide" Target="slide9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5.xml"/><Relationship Id="rId4" Type="http://schemas.openxmlformats.org/officeDocument/2006/relationships/slide" Target="slide84.xml"/><Relationship Id="rId5" Type="http://schemas.openxmlformats.org/officeDocument/2006/relationships/slide" Target="slide87.xml"/><Relationship Id="rId6" Type="http://schemas.openxmlformats.org/officeDocument/2006/relationships/slide" Target="slide90.xml"/><Relationship Id="rId7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9.xml"/><Relationship Id="rId4" Type="http://schemas.openxmlformats.org/officeDocument/2006/relationships/slide" Target="slide88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9.xml"/><Relationship Id="rId4" Type="http://schemas.openxmlformats.org/officeDocument/2006/relationships/slide" Target="slide88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9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2.xml"/><Relationship Id="rId4" Type="http://schemas.openxmlformats.org/officeDocument/2006/relationships/slide" Target="slide91.xml"/><Relationship Id="rId5" Type="http://schemas.openxmlformats.org/officeDocument/2006/relationships/slide" Target="slide9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2.xml"/><Relationship Id="rId4" Type="http://schemas.openxmlformats.org/officeDocument/2006/relationships/slide" Target="slide91.xml"/><Relationship Id="rId5" Type="http://schemas.openxmlformats.org/officeDocument/2006/relationships/slide" Target="slide93.xml"/><Relationship Id="rId6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3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3.xml"/><Relationship Id="rId6" Type="http://schemas.openxmlformats.org/officeDocument/2006/relationships/slide" Target="slide97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98.xml"/><Relationship Id="rId6" Type="http://schemas.openxmlformats.org/officeDocument/2006/relationships/slide" Target="slide104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5.xml"/><Relationship Id="rId6" Type="http://schemas.openxmlformats.org/officeDocument/2006/relationships/slide" Target="slide99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06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3.xml"/><Relationship Id="rId6" Type="http://schemas.openxmlformats.org/officeDocument/2006/relationships/slide" Target="slide97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98.xml"/><Relationship Id="rId6" Type="http://schemas.openxmlformats.org/officeDocument/2006/relationships/slide" Target="slide104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05.xml"/><Relationship Id="rId6" Type="http://schemas.openxmlformats.org/officeDocument/2006/relationships/slide" Target="slide99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0.xml"/><Relationship Id="rId6" Type="http://schemas.openxmlformats.org/officeDocument/2006/relationships/slide" Target="slide107.xml"/><Relationship Id="rId7" Type="http://schemas.openxmlformats.org/officeDocument/2006/relationships/slide" Target="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8.xml"/><Relationship Id="rId6" Type="http://schemas.openxmlformats.org/officeDocument/2006/relationships/slide" Target="slide111.xml"/><Relationship Id="rId7" Type="http://schemas.openxmlformats.org/officeDocument/2006/relationships/slide" Target="slide113.xml"/><Relationship Id="rId8" Type="http://schemas.openxmlformats.org/officeDocument/2006/relationships/audio" Target="../media/snd_d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9.xml"/><Relationship Id="rId6" Type="http://schemas.openxmlformats.org/officeDocument/2006/relationships/slide" Target="slide113.xml"/><Relationship Id="rId7" Type="http://schemas.openxmlformats.org/officeDocument/2006/relationships/audio" Target="../media/snd_d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2.xml"/><Relationship Id="rId6" Type="http://schemas.openxmlformats.org/officeDocument/2006/relationships/slide" Target="slide113.xml"/><Relationship Id="rId7" Type="http://schemas.openxmlformats.org/officeDocument/2006/relationships/audio" Target="../media/snd_d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0.xml"/><Relationship Id="rId6" Type="http://schemas.openxmlformats.org/officeDocument/2006/relationships/slide" Target="slide107.xml"/><Relationship Id="rId7" Type="http://schemas.openxmlformats.org/officeDocument/2006/relationships/slide" Target="slide113.xml"/><Relationship Id="rId8" Type="http://schemas.openxmlformats.org/officeDocument/2006/relationships/audio" Target="../media/snd_boing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8.xml"/><Relationship Id="rId6" Type="http://schemas.openxmlformats.org/officeDocument/2006/relationships/slide" Target="slide111.xml"/><Relationship Id="rId7" Type="http://schemas.openxmlformats.org/officeDocument/2006/relationships/slide" Target="slide113.xml"/><Relationship Id="rId8" Type="http://schemas.openxmlformats.org/officeDocument/2006/relationships/audio" Target="../media/snd_boing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3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slide" Target="slide115.xml"/><Relationship Id="rId8" Type="http://schemas.openxmlformats.org/officeDocument/2006/relationships/slide" Target="slide117.xml"/><Relationship Id="rId9" Type="http://schemas.openxmlformats.org/officeDocument/2006/relationships/slide" Target="slide114.xml"/><Relationship Id="rId10" Type="http://schemas.openxmlformats.org/officeDocument/2006/relationships/slide" Target="slide1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slide" Target="slide115.xml"/><Relationship Id="rId8" Type="http://schemas.openxmlformats.org/officeDocument/2006/relationships/slide" Target="slide117.xml"/><Relationship Id="rId9" Type="http://schemas.openxmlformats.org/officeDocument/2006/relationships/slide" Target="slide114.xml"/><Relationship Id="rId10" Type="http://schemas.openxmlformats.org/officeDocument/2006/relationships/slide" Target="slide120.xml"/><Relationship Id="rId11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119.xml"/><Relationship Id="rId7" Type="http://schemas.openxmlformats.org/officeDocument/2006/relationships/slide" Target="slide116.xml"/><Relationship Id="rId8" Type="http://schemas.openxmlformats.org/officeDocument/2006/relationships/slide" Target="slide120.xml"/><Relationship Id="rId9" Type="http://schemas.openxmlformats.org/officeDocument/2006/relationships/audio" Target="../media/snd_pop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119.xml"/><Relationship Id="rId7" Type="http://schemas.openxmlformats.org/officeDocument/2006/relationships/slide" Target="slide116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" Target="slide119.xml"/><Relationship Id="rId8" Type="http://schemas.openxmlformats.org/officeDocument/2006/relationships/slide" Target="slide118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" Target="slide119.xml"/><Relationship Id="rId8" Type="http://schemas.openxmlformats.org/officeDocument/2006/relationships/slide" Target="slide118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" Target="slide120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28.png"/><Relationship Id="rId8" Type="http://schemas.openxmlformats.org/officeDocument/2006/relationships/slide" Target="slide121.xml"/><Relationship Id="rId9" Type="http://schemas.openxmlformats.org/officeDocument/2006/relationships/slide" Target="slide122.xml"/><Relationship Id="rId10" Type="http://schemas.openxmlformats.org/officeDocument/2006/relationships/slide" Target="slide12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28.png"/><Relationship Id="rId8" Type="http://schemas.openxmlformats.org/officeDocument/2006/relationships/slide" Target="slide121.xml"/><Relationship Id="rId9" Type="http://schemas.openxmlformats.org/officeDocument/2006/relationships/slide" Target="slide122.xml"/><Relationship Id="rId10" Type="http://schemas.openxmlformats.org/officeDocument/2006/relationships/slide" Target="slide123.xml"/><Relationship Id="rId11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slide" Target="slide123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slide" Target="slide125.xml"/><Relationship Id="rId7" Type="http://schemas.openxmlformats.org/officeDocument/2006/relationships/slide" Target="slide124.xml"/><Relationship Id="rId8" Type="http://schemas.openxmlformats.org/officeDocument/2006/relationships/slide" Target="slide127.xml"/><Relationship Id="rId9" Type="http://schemas.openxmlformats.org/officeDocument/2006/relationships/slide" Target="slide13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slide" Target="slide125.xml"/><Relationship Id="rId7" Type="http://schemas.openxmlformats.org/officeDocument/2006/relationships/slide" Target="slide124.xml"/><Relationship Id="rId8" Type="http://schemas.openxmlformats.org/officeDocument/2006/relationships/slide" Target="slide127.xml"/><Relationship Id="rId9" Type="http://schemas.openxmlformats.org/officeDocument/2006/relationships/slide" Target="slide130.xml"/><Relationship Id="rId10" Type="http://schemas.openxmlformats.org/officeDocument/2006/relationships/audio" Target="../media/snd_bo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" Target="slide126.xml"/><Relationship Id="rId7" Type="http://schemas.openxmlformats.org/officeDocument/2006/relationships/slide" Target="slide129.xml"/><Relationship Id="rId8" Type="http://schemas.openxmlformats.org/officeDocument/2006/relationships/slide" Target="slide130.xml"/><Relationship Id="rId9" Type="http://schemas.openxmlformats.org/officeDocument/2006/relationships/audio" Target="../media/snd_splash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" Target="slide126.xml"/><Relationship Id="rId7" Type="http://schemas.openxmlformats.org/officeDocument/2006/relationships/slide" Target="slide129.xml"/><Relationship Id="rId8" Type="http://schemas.openxmlformats.org/officeDocument/2006/relationships/slide" Target="slide130.xml"/><Relationship Id="rId9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slide" Target="slide129.xml"/><Relationship Id="rId7" Type="http://schemas.openxmlformats.org/officeDocument/2006/relationships/slide" Target="slide128.xml"/><Relationship Id="rId8" Type="http://schemas.openxmlformats.org/officeDocument/2006/relationships/slide" Target="slide130.xml"/><Relationship Id="rId9" Type="http://schemas.openxmlformats.org/officeDocument/2006/relationships/audio" Target="../media/snd_splash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slide" Target="slide129.xml"/><Relationship Id="rId7" Type="http://schemas.openxmlformats.org/officeDocument/2006/relationships/slide" Target="slide128.xml"/><Relationship Id="rId8" Type="http://schemas.openxmlformats.org/officeDocument/2006/relationships/slide" Target="slide130.xml"/><Relationship Id="rId9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" Target="slide130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2.xml"/><Relationship Id="rId4" Type="http://schemas.openxmlformats.org/officeDocument/2006/relationships/slide" Target="slide131.xml"/><Relationship Id="rId5" Type="http://schemas.openxmlformats.org/officeDocument/2006/relationships/slide" Target="slide134.xml"/><Relationship Id="rId6" Type="http://schemas.openxmlformats.org/officeDocument/2006/relationships/slide" Target="slide13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2.xml"/><Relationship Id="rId4" Type="http://schemas.openxmlformats.org/officeDocument/2006/relationships/slide" Target="slide131.xml"/><Relationship Id="rId5" Type="http://schemas.openxmlformats.org/officeDocument/2006/relationships/slide" Target="slide134.xml"/><Relationship Id="rId6" Type="http://schemas.openxmlformats.org/officeDocument/2006/relationships/slide" Target="slide137.xml"/><Relationship Id="rId7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3.xml"/><Relationship Id="rId4" Type="http://schemas.openxmlformats.org/officeDocument/2006/relationships/slide" Target="slide136.xml"/><Relationship Id="rId5" Type="http://schemas.openxmlformats.org/officeDocument/2006/relationships/slide" Target="slide137.xml"/><Relationship Id="rId6" Type="http://schemas.openxmlformats.org/officeDocument/2006/relationships/audio" Target="../media/snd_bonk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3.xml"/><Relationship Id="rId4" Type="http://schemas.openxmlformats.org/officeDocument/2006/relationships/slide" Target="slide136.xml"/><Relationship Id="rId5" Type="http://schemas.openxmlformats.org/officeDocument/2006/relationships/slide" Target="slide137.xml"/><Relationship Id="rId6" Type="http://schemas.openxmlformats.org/officeDocument/2006/relationships/audio" Target="../media/snd_bo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6.xml"/><Relationship Id="rId4" Type="http://schemas.openxmlformats.org/officeDocument/2006/relationships/slide" Target="slide135.xml"/><Relationship Id="rId5" Type="http://schemas.openxmlformats.org/officeDocument/2006/relationships/slide" Target="slide137.xml"/><Relationship Id="rId6" Type="http://schemas.openxmlformats.org/officeDocument/2006/relationships/audio" Target="../media/snd_bonk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6.xml"/><Relationship Id="rId4" Type="http://schemas.openxmlformats.org/officeDocument/2006/relationships/slide" Target="slide135.xml"/><Relationship Id="rId5" Type="http://schemas.openxmlformats.org/officeDocument/2006/relationships/slide" Target="slide137.xml"/><Relationship Id="rId6" Type="http://schemas.openxmlformats.org/officeDocument/2006/relationships/audio" Target="../media/snd_bo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7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138.xml"/><Relationship Id="rId12" Type="http://schemas.openxmlformats.org/officeDocument/2006/relationships/slide" Target="slide139.xml"/><Relationship Id="rId13" Type="http://schemas.openxmlformats.org/officeDocument/2006/relationships/slide" Target="slide140.xml"/><Relationship Id="rId14" Type="http://schemas.openxmlformats.org/officeDocument/2006/relationships/slide" Target="slide141.xml"/><Relationship Id="rId15" Type="http://schemas.openxmlformats.org/officeDocument/2006/relationships/slide" Target="slide142.xml"/><Relationship Id="rId16" Type="http://schemas.openxmlformats.org/officeDocument/2006/relationships/slide" Target="slide143.xml"/><Relationship Id="rId17" Type="http://schemas.openxmlformats.org/officeDocument/2006/relationships/slide" Target="slide144.xml"/><Relationship Id="rId18" Type="http://schemas.openxmlformats.org/officeDocument/2006/relationships/slide" Target="slide145.xml"/><Relationship Id="rId19" Type="http://schemas.openxmlformats.org/officeDocument/2006/relationships/slide" Target="slide14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137.xml"/><Relationship Id="rId6" Type="http://schemas.openxmlformats.org/officeDocument/2006/relationships/slide" Target="slide146.xml"/><Relationship Id="rId7" Type="http://schemas.openxmlformats.org/officeDocument/2006/relationships/audio" Target="../media/snd_tada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48.xml"/><Relationship Id="rId4" Type="http://schemas.openxmlformats.org/officeDocument/2006/relationships/slide" Target="slide147.xml"/><Relationship Id="rId5" Type="http://schemas.openxmlformats.org/officeDocument/2006/relationships/slide" Target="slide14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48.xml"/><Relationship Id="rId4" Type="http://schemas.openxmlformats.org/officeDocument/2006/relationships/slide" Target="slide147.xml"/><Relationship Id="rId5" Type="http://schemas.openxmlformats.org/officeDocument/2006/relationships/slide" Target="slide149.xml"/><Relationship Id="rId6" Type="http://schemas.openxmlformats.org/officeDocument/2006/relationships/audio" Target="../media/snd_bo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49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6.xml"/><Relationship Id="rId6" Type="http://schemas.openxmlformats.org/officeDocument/2006/relationships/slide" Target="slide150.xml"/><Relationship Id="rId7" Type="http://schemas.openxmlformats.org/officeDocument/2006/relationships/slide" Target="slide16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1.xml"/><Relationship Id="rId6" Type="http://schemas.openxmlformats.org/officeDocument/2006/relationships/slide" Target="slide157.xml"/><Relationship Id="rId7" Type="http://schemas.openxmlformats.org/officeDocument/2006/relationships/slide" Target="slide162.xml"/><Relationship Id="rId8" Type="http://schemas.openxmlformats.org/officeDocument/2006/relationships/audio" Target="../media/snd_d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2.xml"/><Relationship Id="rId6" Type="http://schemas.openxmlformats.org/officeDocument/2006/relationships/slide" Target="slide158.xml"/><Relationship Id="rId7" Type="http://schemas.openxmlformats.org/officeDocument/2006/relationships/slide" Target="slide162.xml"/><Relationship Id="rId8" Type="http://schemas.openxmlformats.org/officeDocument/2006/relationships/audio" Target="../media/snd_d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9.xml"/><Relationship Id="rId6" Type="http://schemas.openxmlformats.org/officeDocument/2006/relationships/slide" Target="slide153.xml"/><Relationship Id="rId7" Type="http://schemas.openxmlformats.org/officeDocument/2006/relationships/slide" Target="slide162.xml"/><Relationship Id="rId8" Type="http://schemas.openxmlformats.org/officeDocument/2006/relationships/audio" Target="../media/snd_d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4.xml"/><Relationship Id="rId6" Type="http://schemas.openxmlformats.org/officeDocument/2006/relationships/slide" Target="slide160.xml"/><Relationship Id="rId7" Type="http://schemas.openxmlformats.org/officeDocument/2006/relationships/slide" Target="slide162.xml"/><Relationship Id="rId8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5.xml"/><Relationship Id="rId6" Type="http://schemas.openxmlformats.org/officeDocument/2006/relationships/slide" Target="slide161.xml"/><Relationship Id="rId7" Type="http://schemas.openxmlformats.org/officeDocument/2006/relationships/slide" Target="slide162.xml"/><Relationship Id="rId8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2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6.xml"/><Relationship Id="rId6" Type="http://schemas.openxmlformats.org/officeDocument/2006/relationships/slide" Target="slide150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1.xml"/><Relationship Id="rId6" Type="http://schemas.openxmlformats.org/officeDocument/2006/relationships/slide" Target="slide157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2.xml"/><Relationship Id="rId6" Type="http://schemas.openxmlformats.org/officeDocument/2006/relationships/slide" Target="slide158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9.xml"/><Relationship Id="rId6" Type="http://schemas.openxmlformats.org/officeDocument/2006/relationships/slide" Target="slide153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4.xml"/><Relationship Id="rId6" Type="http://schemas.openxmlformats.org/officeDocument/2006/relationships/slide" Target="slide160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55.xml"/><Relationship Id="rId6" Type="http://schemas.openxmlformats.org/officeDocument/2006/relationships/slide" Target="slide161.xml"/><Relationship Id="rId7" Type="http://schemas.openxmlformats.org/officeDocument/2006/relationships/slide" Target="slide162.xml"/><Relationship Id="rId8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63.xml"/><Relationship Id="rId6" Type="http://schemas.openxmlformats.org/officeDocument/2006/relationships/slide" Target="slide165.xml"/><Relationship Id="rId7" Type="http://schemas.openxmlformats.org/officeDocument/2006/relationships/slide" Target="slide16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66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63.xml"/><Relationship Id="rId6" Type="http://schemas.openxmlformats.org/officeDocument/2006/relationships/slide" Target="slide165.xml"/><Relationship Id="rId7" Type="http://schemas.openxmlformats.org/officeDocument/2006/relationships/slide" Target="slide167.xml"/><Relationship Id="rId8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67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.png"/><Relationship Id="rId7" Type="http://schemas.openxmlformats.org/officeDocument/2006/relationships/slide" Target="slide169.xml"/><Relationship Id="rId8" Type="http://schemas.openxmlformats.org/officeDocument/2006/relationships/slide" Target="slide168.xml"/><Relationship Id="rId9" Type="http://schemas.openxmlformats.org/officeDocument/2006/relationships/slide" Target="slide171.xml"/><Relationship Id="rId10" Type="http://schemas.openxmlformats.org/officeDocument/2006/relationships/slide" Target="slide17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.png"/><Relationship Id="rId7" Type="http://schemas.openxmlformats.org/officeDocument/2006/relationships/slide" Target="slide169.xml"/><Relationship Id="rId8" Type="http://schemas.openxmlformats.org/officeDocument/2006/relationships/slide" Target="slide168.xml"/><Relationship Id="rId9" Type="http://schemas.openxmlformats.org/officeDocument/2006/relationships/slide" Target="slide171.xml"/><Relationship Id="rId10" Type="http://schemas.openxmlformats.org/officeDocument/2006/relationships/slide" Target="slide174.xml"/><Relationship Id="rId11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slide" Target="slide170.xml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slide" Target="slide170.xml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slide" Target="slide173.xml"/><Relationship Id="rId7" Type="http://schemas.openxmlformats.org/officeDocument/2006/relationships/slide" Target="slide172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slide" Target="slide173.xml"/><Relationship Id="rId7" Type="http://schemas.openxmlformats.org/officeDocument/2006/relationships/slide" Target="slide172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slide" Target="slide174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76.xml"/><Relationship Id="rId8" Type="http://schemas.openxmlformats.org/officeDocument/2006/relationships/slide" Target="slide175.xml"/><Relationship Id="rId9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76.xml"/><Relationship Id="rId8" Type="http://schemas.openxmlformats.org/officeDocument/2006/relationships/slide" Target="slide175.xml"/><Relationship Id="rId9" Type="http://schemas.openxmlformats.org/officeDocument/2006/relationships/slide" Target="slide177.xml"/><Relationship Id="rId10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slide" Target="slide177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Relationship Id="rId11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184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5.xml"/><Relationship Id="rId4" Type="http://schemas.openxmlformats.org/officeDocument/2006/relationships/slide" Target="slide186.xml"/><Relationship Id="rId5" Type="http://schemas.openxmlformats.org/officeDocument/2006/relationships/slide" Target="slide188.xml"/><Relationship Id="rId6" Type="http://schemas.openxmlformats.org/officeDocument/2006/relationships/slide" Target="slide19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5.xml"/><Relationship Id="rId4" Type="http://schemas.openxmlformats.org/officeDocument/2006/relationships/slide" Target="slide186.xml"/><Relationship Id="rId5" Type="http://schemas.openxmlformats.org/officeDocument/2006/relationships/slide" Target="slide188.xml"/><Relationship Id="rId6" Type="http://schemas.openxmlformats.org/officeDocument/2006/relationships/slide" Target="slide191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9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89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91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2.xml"/><Relationship Id="rId4" Type="http://schemas.openxmlformats.org/officeDocument/2006/relationships/slide" Target="slide193.xml"/><Relationship Id="rId5" Type="http://schemas.openxmlformats.org/officeDocument/2006/relationships/slide" Target="slide19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2.xml"/><Relationship Id="rId4" Type="http://schemas.openxmlformats.org/officeDocument/2006/relationships/slide" Target="slide193.xml"/><Relationship Id="rId5" Type="http://schemas.openxmlformats.org/officeDocument/2006/relationships/slide" Target="slide194.xml"/><Relationship Id="rId6" Type="http://schemas.openxmlformats.org/officeDocument/2006/relationships/audio" Target="../media/snd_boing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95.xml"/><Relationship Id="rId6" Type="http://schemas.openxmlformats.org/officeDocument/2006/relationships/slide" Target="slide201.xml"/><Relationship Id="rId7" Type="http://schemas.openxmlformats.org/officeDocument/2006/relationships/slide" Target="slide20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2.xml"/><Relationship Id="rId6" Type="http://schemas.openxmlformats.org/officeDocument/2006/relationships/slide" Target="slide196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5.xml"/><Relationship Id="rId6" Type="http://schemas.openxmlformats.org/officeDocument/2006/relationships/slide" Target="slide199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0.xml"/><Relationship Id="rId6" Type="http://schemas.openxmlformats.org/officeDocument/2006/relationships/slide" Target="slide206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0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95.xml"/><Relationship Id="rId6" Type="http://schemas.openxmlformats.org/officeDocument/2006/relationships/slide" Target="slide201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2.xml"/><Relationship Id="rId6" Type="http://schemas.openxmlformats.org/officeDocument/2006/relationships/slide" Target="slide196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5.xml"/><Relationship Id="rId6" Type="http://schemas.openxmlformats.org/officeDocument/2006/relationships/slide" Target="slide199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00.xml"/><Relationship Id="rId6" Type="http://schemas.openxmlformats.org/officeDocument/2006/relationships/slide" Target="slide206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208.xml"/><Relationship Id="rId12" Type="http://schemas.openxmlformats.org/officeDocument/2006/relationships/slide" Target="slide209.xml"/><Relationship Id="rId13" Type="http://schemas.openxmlformats.org/officeDocument/2006/relationships/slide" Target="slide210.xml"/><Relationship Id="rId14" Type="http://schemas.openxmlformats.org/officeDocument/2006/relationships/slide" Target="slide211.xml"/><Relationship Id="rId15" Type="http://schemas.openxmlformats.org/officeDocument/2006/relationships/slide" Target="slide212.xml"/><Relationship Id="rId16" Type="http://schemas.openxmlformats.org/officeDocument/2006/relationships/slide" Target="slide213.xml"/><Relationship Id="rId17" Type="http://schemas.openxmlformats.org/officeDocument/2006/relationships/slide" Target="slide214.xml"/><Relationship Id="rId18" Type="http://schemas.openxmlformats.org/officeDocument/2006/relationships/slide" Target="slide215.xml"/><Relationship Id="rId19" Type="http://schemas.openxmlformats.org/officeDocument/2006/relationships/slide" Target="slide21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0.xml"/><Relationship Id="rId6" Type="http://schemas.openxmlformats.org/officeDocument/2006/relationships/slide" Target="slide217.xml"/><Relationship Id="rId7" Type="http://schemas.openxmlformats.org/officeDocument/2006/relationships/slide" Target="slide223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1.xml"/><Relationship Id="rId6" Type="http://schemas.openxmlformats.org/officeDocument/2006/relationships/slide" Target="slide218.xml"/><Relationship Id="rId7" Type="http://schemas.openxmlformats.org/officeDocument/2006/relationships/slide" Target="slide223.xml"/><Relationship Id="rId8" Type="http://schemas.openxmlformats.org/officeDocument/2006/relationships/audio" Target="../media/snd_ding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19.xml"/><Relationship Id="rId6" Type="http://schemas.openxmlformats.org/officeDocument/2006/relationships/slide" Target="slide223.xml"/><Relationship Id="rId7" Type="http://schemas.openxmlformats.org/officeDocument/2006/relationships/audio" Target="../media/snd_d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2.xml"/><Relationship Id="rId6" Type="http://schemas.openxmlformats.org/officeDocument/2006/relationships/slide" Target="slide223.xml"/><Relationship Id="rId7" Type="http://schemas.openxmlformats.org/officeDocument/2006/relationships/audio" Target="../media/snd_ding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0.xml"/><Relationship Id="rId6" Type="http://schemas.openxmlformats.org/officeDocument/2006/relationships/slide" Target="slide217.xml"/><Relationship Id="rId7" Type="http://schemas.openxmlformats.org/officeDocument/2006/relationships/slide" Target="slide223.xml"/><Relationship Id="rId8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1.xml"/><Relationship Id="rId6" Type="http://schemas.openxmlformats.org/officeDocument/2006/relationships/slide" Target="slide218.xml"/><Relationship Id="rId7" Type="http://schemas.openxmlformats.org/officeDocument/2006/relationships/slide" Target="slide223.xml"/><Relationship Id="rId8" Type="http://schemas.openxmlformats.org/officeDocument/2006/relationships/audio" Target="../media/snd_boing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23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224.xml"/><Relationship Id="rId7" Type="http://schemas.openxmlformats.org/officeDocument/2006/relationships/slide" Target="slide225.xml"/><Relationship Id="rId8" Type="http://schemas.openxmlformats.org/officeDocument/2006/relationships/slide" Target="slide227.xml"/><Relationship Id="rId9" Type="http://schemas.openxmlformats.org/officeDocument/2006/relationships/slide" Target="slide230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224.xml"/><Relationship Id="rId7" Type="http://schemas.openxmlformats.org/officeDocument/2006/relationships/slide" Target="slide225.xml"/><Relationship Id="rId8" Type="http://schemas.openxmlformats.org/officeDocument/2006/relationships/slide" Target="slide227.xml"/><Relationship Id="rId9" Type="http://schemas.openxmlformats.org/officeDocument/2006/relationships/slide" Target="slide230.xml"/><Relationship Id="rId10" Type="http://schemas.openxmlformats.org/officeDocument/2006/relationships/audio" Target="../media/snd_boing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226.xml"/><Relationship Id="rId7" Type="http://schemas.openxmlformats.org/officeDocument/2006/relationships/slide" Target="slide229.xml"/><Relationship Id="rId8" Type="http://schemas.openxmlformats.org/officeDocument/2006/relationships/slide" Target="slide230.xml"/><Relationship Id="rId9" Type="http://schemas.openxmlformats.org/officeDocument/2006/relationships/audio" Target="../media/snd_pop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226.xml"/><Relationship Id="rId7" Type="http://schemas.openxmlformats.org/officeDocument/2006/relationships/slide" Target="slide229.xml"/><Relationship Id="rId8" Type="http://schemas.openxmlformats.org/officeDocument/2006/relationships/slide" Target="slide230.xml"/><Relationship Id="rId9" Type="http://schemas.openxmlformats.org/officeDocument/2006/relationships/audio" Target="../media/snd_boing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228.xml"/><Relationship Id="rId6" Type="http://schemas.openxmlformats.org/officeDocument/2006/relationships/slide" Target="slide229.xml"/><Relationship Id="rId7" Type="http://schemas.openxmlformats.org/officeDocument/2006/relationships/slide" Target="slide230.xml"/><Relationship Id="rId8" Type="http://schemas.openxmlformats.org/officeDocument/2006/relationships/audio" Target="../media/snd_pop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228.xml"/><Relationship Id="rId6" Type="http://schemas.openxmlformats.org/officeDocument/2006/relationships/slide" Target="slide229.xml"/><Relationship Id="rId7" Type="http://schemas.openxmlformats.org/officeDocument/2006/relationships/slide" Target="slide230.xml"/><Relationship Id="rId8" Type="http://schemas.openxmlformats.org/officeDocument/2006/relationships/audio" Target="../media/snd_boing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230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231.xml"/><Relationship Id="rId8" Type="http://schemas.openxmlformats.org/officeDocument/2006/relationships/slide" Target="slide232.xml"/><Relationship Id="rId9" Type="http://schemas.openxmlformats.org/officeDocument/2006/relationships/slide" Target="slide233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231.xml"/><Relationship Id="rId8" Type="http://schemas.openxmlformats.org/officeDocument/2006/relationships/slide" Target="slide232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slide" Target="slide233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slide" Target="slide235.xml"/><Relationship Id="rId7" Type="http://schemas.openxmlformats.org/officeDocument/2006/relationships/slide" Target="slide234.xml"/><Relationship Id="rId8" Type="http://schemas.openxmlformats.org/officeDocument/2006/relationships/slide" Target="slide237.xml"/><Relationship Id="rId9" Type="http://schemas.openxmlformats.org/officeDocument/2006/relationships/slide" Target="slide240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slide" Target="slide235.xml"/><Relationship Id="rId7" Type="http://schemas.openxmlformats.org/officeDocument/2006/relationships/slide" Target="slide234.xml"/><Relationship Id="rId8" Type="http://schemas.openxmlformats.org/officeDocument/2006/relationships/slide" Target="slide237.xml"/><Relationship Id="rId9" Type="http://schemas.openxmlformats.org/officeDocument/2006/relationships/slide" Target="slide240.xml"/><Relationship Id="rId10" Type="http://schemas.openxmlformats.org/officeDocument/2006/relationships/audio" Target="../media/snd_bo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slide" Target="slide236.xml"/><Relationship Id="rId7" Type="http://schemas.openxmlformats.org/officeDocument/2006/relationships/slide" Target="slide239.xml"/><Relationship Id="rId8" Type="http://schemas.openxmlformats.org/officeDocument/2006/relationships/slide" Target="slide240.xml"/><Relationship Id="rId9" Type="http://schemas.openxmlformats.org/officeDocument/2006/relationships/audio" Target="../media/snd_spla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slide" Target="slide236.xml"/><Relationship Id="rId7" Type="http://schemas.openxmlformats.org/officeDocument/2006/relationships/slide" Target="slide239.xml"/><Relationship Id="rId8" Type="http://schemas.openxmlformats.org/officeDocument/2006/relationships/slide" Target="slide240.xml"/><Relationship Id="rId9" Type="http://schemas.openxmlformats.org/officeDocument/2006/relationships/audio" Target="../media/snd_bo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slide" Target="slide239.xml"/><Relationship Id="rId6" Type="http://schemas.openxmlformats.org/officeDocument/2006/relationships/slide" Target="slide238.xml"/><Relationship Id="rId7" Type="http://schemas.openxmlformats.org/officeDocument/2006/relationships/slide" Target="slide240.xml"/><Relationship Id="rId8" Type="http://schemas.openxmlformats.org/officeDocument/2006/relationships/audio" Target="../media/snd_splash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slide" Target="slide239.xml"/><Relationship Id="rId6" Type="http://schemas.openxmlformats.org/officeDocument/2006/relationships/slide" Target="slide238.xml"/><Relationship Id="rId7" Type="http://schemas.openxmlformats.org/officeDocument/2006/relationships/slide" Target="slide240.xml"/><Relationship Id="rId8" Type="http://schemas.openxmlformats.org/officeDocument/2006/relationships/audio" Target="../media/snd_boing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slide" Target="slide240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4.xml"/><Relationship Id="rId6" Type="http://schemas.openxmlformats.org/officeDocument/2006/relationships/slide" Target="slide24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4.xml"/><Relationship Id="rId6" Type="http://schemas.openxmlformats.org/officeDocument/2006/relationships/slide" Target="slide247.xml"/><Relationship Id="rId7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3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3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5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nk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5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ing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7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png"/><Relationship Id="rId4" Type="http://schemas.openxmlformats.org/officeDocument/2006/relationships/slide" Target="slide248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75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6.xml"/><Relationship Id="rId6" Type="http://schemas.openxmlformats.org/officeDocument/2006/relationships/slide" Target="slide25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7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8.xml"/><Relationship Id="rId6" Type="http://schemas.openxmlformats.org/officeDocument/2006/relationships/slide" Target="slide25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9.xml"/><Relationship Id="rId6" Type="http://schemas.openxmlformats.org/officeDocument/2006/relationships/slide" Target="slide255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0.xml"/><Relationship Id="rId6" Type="http://schemas.openxmlformats.org/officeDocument/2006/relationships/slide" Target="slide256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1.xml"/><Relationship Id="rId6" Type="http://schemas.openxmlformats.org/officeDocument/2006/relationships/slide" Target="slide257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2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3.xml"/><Relationship Id="rId6" Type="http://schemas.openxmlformats.org/officeDocument/2006/relationships/slide" Target="slide259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4.xml"/><Relationship Id="rId6" Type="http://schemas.openxmlformats.org/officeDocument/2006/relationships/slide" Target="slide26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5.xml"/><Relationship Id="rId6" Type="http://schemas.openxmlformats.org/officeDocument/2006/relationships/slide" Target="slide26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6.xml"/><Relationship Id="rId6" Type="http://schemas.openxmlformats.org/officeDocument/2006/relationships/slide" Target="slide26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7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8.xml"/><Relationship Id="rId6" Type="http://schemas.openxmlformats.org/officeDocument/2006/relationships/slide" Target="slide26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5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0.xml"/><Relationship Id="rId6" Type="http://schemas.openxmlformats.org/officeDocument/2006/relationships/slide" Target="slide266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1.xml"/><Relationship Id="rId6" Type="http://schemas.openxmlformats.org/officeDocument/2006/relationships/slide" Target="slide267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2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69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275.xml"/><Relationship Id="rId5" Type="http://schemas.openxmlformats.org/officeDocument/2006/relationships/audio" Target="../media/snd_cheer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275.xml"/><Relationship Id="rId5" Type="http://schemas.openxmlformats.org/officeDocument/2006/relationships/audio" Target="../media/snd_cheer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76.xml"/><Relationship Id="rId4" Type="http://schemas.openxmlformats.org/officeDocument/2006/relationships/slide" Target="slide277.xml"/><Relationship Id="rId5" Type="http://schemas.openxmlformats.org/officeDocument/2006/relationships/slide" Target="slide278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76.xml"/><Relationship Id="rId4" Type="http://schemas.openxmlformats.org/officeDocument/2006/relationships/slide" Target="slide277.xml"/><Relationship Id="rId5" Type="http://schemas.openxmlformats.org/officeDocument/2006/relationships/slide" Target="slide278.xml"/><Relationship Id="rId6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78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9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7.xml"/><Relationship Id="rId6" Type="http://schemas.openxmlformats.org/officeDocument/2006/relationships/slide" Target="slide281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8.xml"/><Relationship Id="rId6" Type="http://schemas.openxmlformats.org/officeDocument/2006/relationships/slide" Target="slide282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3.xml"/><Relationship Id="rId6" Type="http://schemas.openxmlformats.org/officeDocument/2006/relationships/slide" Target="slide289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90.xml"/><Relationship Id="rId6" Type="http://schemas.openxmlformats.org/officeDocument/2006/relationships/slide" Target="slide284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91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7.xml"/><Relationship Id="rId6" Type="http://schemas.openxmlformats.org/officeDocument/2006/relationships/slide" Target="slide281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8.xml"/><Relationship Id="rId6" Type="http://schemas.openxmlformats.org/officeDocument/2006/relationships/slide" Target="slide282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83.xml"/><Relationship Id="rId6" Type="http://schemas.openxmlformats.org/officeDocument/2006/relationships/slide" Target="slide289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90.xml"/><Relationship Id="rId6" Type="http://schemas.openxmlformats.org/officeDocument/2006/relationships/slide" Target="slide284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2.xml"/><Relationship Id="rId6" Type="http://schemas.openxmlformats.org/officeDocument/2006/relationships/slide" Target="slide295.xml"/><Relationship Id="rId7" Type="http://schemas.openxmlformats.org/officeDocument/2006/relationships/slide" Target="slide298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3.xml"/><Relationship Id="rId6" Type="http://schemas.openxmlformats.org/officeDocument/2006/relationships/slide" Target="slide296.xml"/><Relationship Id="rId7" Type="http://schemas.openxmlformats.org/officeDocument/2006/relationships/slide" Target="slide298.xml"/><Relationship Id="rId8" Type="http://schemas.openxmlformats.org/officeDocument/2006/relationships/audio" Target="../media/snd_ding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4.xml"/><Relationship Id="rId6" Type="http://schemas.openxmlformats.org/officeDocument/2006/relationships/slide" Target="slide298.xml"/><Relationship Id="rId7" Type="http://schemas.openxmlformats.org/officeDocument/2006/relationships/audio" Target="../media/snd_ding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7.xml"/><Relationship Id="rId6" Type="http://schemas.openxmlformats.org/officeDocument/2006/relationships/slide" Target="slide298.xml"/><Relationship Id="rId7" Type="http://schemas.openxmlformats.org/officeDocument/2006/relationships/audio" Target="../media/snd_d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2.xml"/><Relationship Id="rId6" Type="http://schemas.openxmlformats.org/officeDocument/2006/relationships/slide" Target="slide295.xml"/><Relationship Id="rId7" Type="http://schemas.openxmlformats.org/officeDocument/2006/relationships/slide" Target="slide298.xml"/><Relationship Id="rId8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3.xml"/><Relationship Id="rId6" Type="http://schemas.openxmlformats.org/officeDocument/2006/relationships/slide" Target="slide296.xml"/><Relationship Id="rId7" Type="http://schemas.openxmlformats.org/officeDocument/2006/relationships/slide" Target="slide298.xml"/><Relationship Id="rId8" Type="http://schemas.openxmlformats.org/officeDocument/2006/relationships/audio" Target="../media/snd_boing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98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slide" Target="slide299.xml"/><Relationship Id="rId8" Type="http://schemas.openxmlformats.org/officeDocument/2006/relationships/slide" Target="slide300.xml"/><Relationship Id="rId9" Type="http://schemas.openxmlformats.org/officeDocument/2006/relationships/slide" Target="slide302.xml"/><Relationship Id="rId10" Type="http://schemas.openxmlformats.org/officeDocument/2006/relationships/slide" Target="slide305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slide" Target="slide299.xml"/><Relationship Id="rId8" Type="http://schemas.openxmlformats.org/officeDocument/2006/relationships/slide" Target="slide300.xml"/><Relationship Id="rId9" Type="http://schemas.openxmlformats.org/officeDocument/2006/relationships/slide" Target="slide302.xml"/><Relationship Id="rId10" Type="http://schemas.openxmlformats.org/officeDocument/2006/relationships/slide" Target="slide305.xml"/><Relationship Id="rId11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301.xml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audio" Target="../media/snd_pop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slide" Target="slide301.xml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audio" Target="../media/snd_boing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03.xml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audio" Target="../media/snd_pop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03.xml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audio" Target="../media/snd_boing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305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306.xml"/><Relationship Id="rId8" Type="http://schemas.openxmlformats.org/officeDocument/2006/relationships/slide" Target="slide307.xml"/><Relationship Id="rId9" Type="http://schemas.openxmlformats.org/officeDocument/2006/relationships/slide" Target="slide308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306.xml"/><Relationship Id="rId8" Type="http://schemas.openxmlformats.org/officeDocument/2006/relationships/slide" Target="slide307.xml"/><Relationship Id="rId9" Type="http://schemas.openxmlformats.org/officeDocument/2006/relationships/slide" Target="slide308.xml"/><Relationship Id="rId10" Type="http://schemas.openxmlformats.org/officeDocument/2006/relationships/audio" Target="../media/snd_bo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8.png"/><Relationship Id="rId6" Type="http://schemas.openxmlformats.org/officeDocument/2006/relationships/slide" Target="slide308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309.xml"/><Relationship Id="rId12" Type="http://schemas.openxmlformats.org/officeDocument/2006/relationships/slide" Target="slide310.xml"/><Relationship Id="rId13" Type="http://schemas.openxmlformats.org/officeDocument/2006/relationships/slide" Target="slide311.xml"/><Relationship Id="rId14" Type="http://schemas.openxmlformats.org/officeDocument/2006/relationships/slide" Target="slide312.xml"/><Relationship Id="rId15" Type="http://schemas.openxmlformats.org/officeDocument/2006/relationships/slide" Target="slide313.xml"/><Relationship Id="rId16" Type="http://schemas.openxmlformats.org/officeDocument/2006/relationships/slide" Target="slide314.xml"/><Relationship Id="rId17" Type="http://schemas.openxmlformats.org/officeDocument/2006/relationships/slide" Target="slide315.xml"/><Relationship Id="rId18" Type="http://schemas.openxmlformats.org/officeDocument/2006/relationships/slide" Target="slide316.xml"/><Relationship Id="rId19" Type="http://schemas.openxmlformats.org/officeDocument/2006/relationships/slide" Target="slide31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308.xml"/><Relationship Id="rId6" Type="http://schemas.openxmlformats.org/officeDocument/2006/relationships/slide" Target="slide317.xml"/><Relationship Id="rId7" Type="http://schemas.openxmlformats.org/officeDocument/2006/relationships/audio" Target="../media/snd_tada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318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slide" Target="slide324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318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slide" Target="slide324.xml"/><Relationship Id="rId9" Type="http://schemas.openxmlformats.org/officeDocument/2006/relationships/audio" Target="../media/snd_bo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slide" Target="slide320.xml"/><Relationship Id="rId5" Type="http://schemas.openxmlformats.org/officeDocument/2006/relationships/slide" Target="slide323.xml"/><Relationship Id="rId6" Type="http://schemas.openxmlformats.org/officeDocument/2006/relationships/slide" Target="slide324.xml"/><Relationship Id="rId7" Type="http://schemas.openxmlformats.org/officeDocument/2006/relationships/audio" Target="../media/snd_splash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slide" Target="slide320.xml"/><Relationship Id="rId5" Type="http://schemas.openxmlformats.org/officeDocument/2006/relationships/slide" Target="slide323.xml"/><Relationship Id="rId6" Type="http://schemas.openxmlformats.org/officeDocument/2006/relationships/slide" Target="slide324.xml"/><Relationship Id="rId7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322.xml"/><Relationship Id="rId6" Type="http://schemas.openxmlformats.org/officeDocument/2006/relationships/slide" Target="slide323.xml"/><Relationship Id="rId7" Type="http://schemas.openxmlformats.org/officeDocument/2006/relationships/slide" Target="slide324.xml"/><Relationship Id="rId8" Type="http://schemas.openxmlformats.org/officeDocument/2006/relationships/audio" Target="../media/snd_splash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322.xml"/><Relationship Id="rId6" Type="http://schemas.openxmlformats.org/officeDocument/2006/relationships/slide" Target="slide323.xml"/><Relationship Id="rId7" Type="http://schemas.openxmlformats.org/officeDocument/2006/relationships/slide" Target="slide324.xml"/><Relationship Id="rId8" Type="http://schemas.openxmlformats.org/officeDocument/2006/relationships/audio" Target="../media/snd_boing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slide" Target="slide324.xml"/><Relationship Id="rId5" Type="http://schemas.openxmlformats.org/officeDocument/2006/relationships/audio" Target="../media/snd_splash.wav"/><Relationship Id="rId6" Type="http://schemas.openxmlformats.org/officeDocument/2006/relationships/image" Target="../media/image44.png"/><Relationship Id="rId7" Type="http://schemas.openxmlformats.org/officeDocument/2006/relationships/audio" Target="../media/snd_cheer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6.xml"/><Relationship Id="rId4" Type="http://schemas.openxmlformats.org/officeDocument/2006/relationships/slide" Target="slide325.xml"/><Relationship Id="rId5" Type="http://schemas.openxmlformats.org/officeDocument/2006/relationships/slide" Target="slide328.xml"/><Relationship Id="rId6" Type="http://schemas.openxmlformats.org/officeDocument/2006/relationships/slide" Target="slide331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6.xml"/><Relationship Id="rId4" Type="http://schemas.openxmlformats.org/officeDocument/2006/relationships/slide" Target="slide325.xml"/><Relationship Id="rId5" Type="http://schemas.openxmlformats.org/officeDocument/2006/relationships/slide" Target="slide328.xml"/><Relationship Id="rId6" Type="http://schemas.openxmlformats.org/officeDocument/2006/relationships/slide" Target="slide331.xml"/><Relationship Id="rId7" Type="http://schemas.openxmlformats.org/officeDocument/2006/relationships/audio" Target="../media/snd_bo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7.xml"/><Relationship Id="rId4" Type="http://schemas.openxmlformats.org/officeDocument/2006/relationships/slide" Target="slide330.xml"/><Relationship Id="rId5" Type="http://schemas.openxmlformats.org/officeDocument/2006/relationships/slide" Target="slide331.xml"/><Relationship Id="rId6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7.xml"/><Relationship Id="rId4" Type="http://schemas.openxmlformats.org/officeDocument/2006/relationships/slide" Target="slide330.xml"/><Relationship Id="rId5" Type="http://schemas.openxmlformats.org/officeDocument/2006/relationships/slide" Target="slide331.xml"/><Relationship Id="rId6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30.xml"/><Relationship Id="rId4" Type="http://schemas.openxmlformats.org/officeDocument/2006/relationships/slide" Target="slide329.xml"/><Relationship Id="rId5" Type="http://schemas.openxmlformats.org/officeDocument/2006/relationships/slide" Target="slide331.xml"/><Relationship Id="rId6" Type="http://schemas.openxmlformats.org/officeDocument/2006/relationships/audio" Target="../media/snd_bon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30.xml"/><Relationship Id="rId4" Type="http://schemas.openxmlformats.org/officeDocument/2006/relationships/slide" Target="slide329.xml"/><Relationship Id="rId5" Type="http://schemas.openxmlformats.org/officeDocument/2006/relationships/slide" Target="slide331.xml"/><Relationship Id="rId6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31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3.xml"/><Relationship Id="rId4" Type="http://schemas.openxmlformats.org/officeDocument/2006/relationships/slide" Target="slide332.xml"/><Relationship Id="rId5" Type="http://schemas.openxmlformats.org/officeDocument/2006/relationships/slide" Target="slide334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3.xml"/><Relationship Id="rId4" Type="http://schemas.openxmlformats.org/officeDocument/2006/relationships/slide" Target="slide332.xml"/><Relationship Id="rId5" Type="http://schemas.openxmlformats.org/officeDocument/2006/relationships/slide" Target="slide334.xml"/><Relationship Id="rId6" Type="http://schemas.openxmlformats.org/officeDocument/2006/relationships/audio" Target="../media/snd_bo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5.xml"/><Relationship Id="rId6" Type="http://schemas.openxmlformats.org/officeDocument/2006/relationships/slide" Target="slide341.xml"/><Relationship Id="rId7" Type="http://schemas.openxmlformats.org/officeDocument/2006/relationships/slide" Target="slide34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2.xml"/><Relationship Id="rId6" Type="http://schemas.openxmlformats.org/officeDocument/2006/relationships/slide" Target="slide336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3.xml"/><Relationship Id="rId6" Type="http://schemas.openxmlformats.org/officeDocument/2006/relationships/slide" Target="slide337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8.xml"/><Relationship Id="rId6" Type="http://schemas.openxmlformats.org/officeDocument/2006/relationships/slide" Target="slide344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9.xml"/><Relationship Id="rId6" Type="http://schemas.openxmlformats.org/officeDocument/2006/relationships/slide" Target="slide345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0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4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5.xml"/><Relationship Id="rId6" Type="http://schemas.openxmlformats.org/officeDocument/2006/relationships/slide" Target="slide341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2.xml"/><Relationship Id="rId6" Type="http://schemas.openxmlformats.org/officeDocument/2006/relationships/slide" Target="slide336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3.xml"/><Relationship Id="rId6" Type="http://schemas.openxmlformats.org/officeDocument/2006/relationships/slide" Target="slide337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8.xml"/><Relationship Id="rId6" Type="http://schemas.openxmlformats.org/officeDocument/2006/relationships/slide" Target="slide344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9.xml"/><Relationship Id="rId6" Type="http://schemas.openxmlformats.org/officeDocument/2006/relationships/slide" Target="slide345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0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48.xml"/><Relationship Id="rId6" Type="http://schemas.openxmlformats.org/officeDocument/2006/relationships/slide" Target="slide351.xml"/><Relationship Id="rId7" Type="http://schemas.openxmlformats.org/officeDocument/2006/relationships/slide" Target="slide354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49.xml"/><Relationship Id="rId6" Type="http://schemas.openxmlformats.org/officeDocument/2006/relationships/slide" Target="slide352.xml"/><Relationship Id="rId7" Type="http://schemas.openxmlformats.org/officeDocument/2006/relationships/slide" Target="slide354.xml"/><Relationship Id="rId8" Type="http://schemas.openxmlformats.org/officeDocument/2006/relationships/audio" Target="../media/snd_d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50.xml"/><Relationship Id="rId6" Type="http://schemas.openxmlformats.org/officeDocument/2006/relationships/slide" Target="slide354.xml"/><Relationship Id="rId7" Type="http://schemas.openxmlformats.org/officeDocument/2006/relationships/audio" Target="../media/snd_d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53.xml"/><Relationship Id="rId6" Type="http://schemas.openxmlformats.org/officeDocument/2006/relationships/slide" Target="slide354.xml"/><Relationship Id="rId7" Type="http://schemas.openxmlformats.org/officeDocument/2006/relationships/audio" Target="../media/snd_d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48.xml"/><Relationship Id="rId6" Type="http://schemas.openxmlformats.org/officeDocument/2006/relationships/slide" Target="slide351.xml"/><Relationship Id="rId7" Type="http://schemas.openxmlformats.org/officeDocument/2006/relationships/slide" Target="slide354.xml"/><Relationship Id="rId8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49.xml"/><Relationship Id="rId6" Type="http://schemas.openxmlformats.org/officeDocument/2006/relationships/slide" Target="slide352.xml"/><Relationship Id="rId7" Type="http://schemas.openxmlformats.org/officeDocument/2006/relationships/slide" Target="slide354.xml"/><Relationship Id="rId8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54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slide" Target="slide356.xml"/><Relationship Id="rId7" Type="http://schemas.openxmlformats.org/officeDocument/2006/relationships/slide" Target="slide355.xml"/><Relationship Id="rId8" Type="http://schemas.openxmlformats.org/officeDocument/2006/relationships/slide" Target="slide358.xml"/><Relationship Id="rId9" Type="http://schemas.openxmlformats.org/officeDocument/2006/relationships/slide" Target="slide361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slide" Target="slide356.xml"/><Relationship Id="rId7" Type="http://schemas.openxmlformats.org/officeDocument/2006/relationships/slide" Target="slide355.xml"/><Relationship Id="rId8" Type="http://schemas.openxmlformats.org/officeDocument/2006/relationships/slide" Target="slide358.xml"/><Relationship Id="rId9" Type="http://schemas.openxmlformats.org/officeDocument/2006/relationships/slide" Target="slide361.xml"/><Relationship Id="rId10" Type="http://schemas.openxmlformats.org/officeDocument/2006/relationships/audio" Target="../media/snd_bo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60.xml"/><Relationship Id="rId8" Type="http://schemas.openxmlformats.org/officeDocument/2006/relationships/slide" Target="slide361.xml"/><Relationship Id="rId9" Type="http://schemas.openxmlformats.org/officeDocument/2006/relationships/audio" Target="../media/snd_pop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60.xml"/><Relationship Id="rId8" Type="http://schemas.openxmlformats.org/officeDocument/2006/relationships/slide" Target="slide361.xml"/><Relationship Id="rId9" Type="http://schemas.openxmlformats.org/officeDocument/2006/relationships/audio" Target="../media/snd_bo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slide" Target="slide360.xml"/><Relationship Id="rId7" Type="http://schemas.openxmlformats.org/officeDocument/2006/relationships/slide" Target="slide359.xml"/><Relationship Id="rId8" Type="http://schemas.openxmlformats.org/officeDocument/2006/relationships/slide" Target="slide361.xml"/><Relationship Id="rId9" Type="http://schemas.openxmlformats.org/officeDocument/2006/relationships/audio" Target="../media/snd_pop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slide" Target="slide360.xml"/><Relationship Id="rId7" Type="http://schemas.openxmlformats.org/officeDocument/2006/relationships/slide" Target="slide359.xml"/><Relationship Id="rId8" Type="http://schemas.openxmlformats.org/officeDocument/2006/relationships/slide" Target="slide361.xml"/><Relationship Id="rId9" Type="http://schemas.openxmlformats.org/officeDocument/2006/relationships/audio" Target="../media/snd_boing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slide" Target="slide361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slide" Target="slide362.xml"/><Relationship Id="rId8" Type="http://schemas.openxmlformats.org/officeDocument/2006/relationships/slide" Target="slide363.xml"/><Relationship Id="rId9" Type="http://schemas.openxmlformats.org/officeDocument/2006/relationships/slide" Target="slide364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slide" Target="slide362.xml"/><Relationship Id="rId8" Type="http://schemas.openxmlformats.org/officeDocument/2006/relationships/slide" Target="slide363.xml"/><Relationship Id="rId9" Type="http://schemas.openxmlformats.org/officeDocument/2006/relationships/slide" Target="slide364.xml"/><Relationship Id="rId10" Type="http://schemas.openxmlformats.org/officeDocument/2006/relationships/audio" Target="../media/snd_boing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slide" Target="slide364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65.xml"/><Relationship Id="rId8" Type="http://schemas.openxmlformats.org/officeDocument/2006/relationships/slide" Target="slide366.xml"/><Relationship Id="rId9" Type="http://schemas.openxmlformats.org/officeDocument/2006/relationships/slide" Target="slide368.xml"/><Relationship Id="rId10" Type="http://schemas.openxmlformats.org/officeDocument/2006/relationships/slide" Target="slide371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65.xml"/><Relationship Id="rId8" Type="http://schemas.openxmlformats.org/officeDocument/2006/relationships/slide" Target="slide366.xml"/><Relationship Id="rId9" Type="http://schemas.openxmlformats.org/officeDocument/2006/relationships/slide" Target="slide368.xml"/><Relationship Id="rId10" Type="http://schemas.openxmlformats.org/officeDocument/2006/relationships/slide" Target="slide371.xml"/><Relationship Id="rId11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slide" Target="slide367.xml"/><Relationship Id="rId7" Type="http://schemas.openxmlformats.org/officeDocument/2006/relationships/slide" Target="slide370.xml"/><Relationship Id="rId8" Type="http://schemas.openxmlformats.org/officeDocument/2006/relationships/slide" Target="slide371.xml"/><Relationship Id="rId9" Type="http://schemas.openxmlformats.org/officeDocument/2006/relationships/audio" Target="../media/snd_splash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slide" Target="slide367.xml"/><Relationship Id="rId7" Type="http://schemas.openxmlformats.org/officeDocument/2006/relationships/slide" Target="slide370.xml"/><Relationship Id="rId8" Type="http://schemas.openxmlformats.org/officeDocument/2006/relationships/slide" Target="slide371.xml"/><Relationship Id="rId9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slide" Target="slide371.xml"/><Relationship Id="rId10" Type="http://schemas.openxmlformats.org/officeDocument/2006/relationships/audio" Target="../media/snd_splash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slide" Target="slide371.xml"/><Relationship Id="rId10" Type="http://schemas.openxmlformats.org/officeDocument/2006/relationships/audio" Target="../media/snd_bo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slide" Target="slide371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2.xml"/><Relationship Id="rId4" Type="http://schemas.openxmlformats.org/officeDocument/2006/relationships/slide" Target="slide373.xml"/><Relationship Id="rId5" Type="http://schemas.openxmlformats.org/officeDocument/2006/relationships/slide" Target="slide375.xml"/><Relationship Id="rId6" Type="http://schemas.openxmlformats.org/officeDocument/2006/relationships/slide" Target="slide378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2.xml"/><Relationship Id="rId4" Type="http://schemas.openxmlformats.org/officeDocument/2006/relationships/slide" Target="slide373.xml"/><Relationship Id="rId5" Type="http://schemas.openxmlformats.org/officeDocument/2006/relationships/slide" Target="slide375.xml"/><Relationship Id="rId6" Type="http://schemas.openxmlformats.org/officeDocument/2006/relationships/slide" Target="slide378.xml"/><Relationship Id="rId7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4.xml"/><Relationship Id="rId4" Type="http://schemas.openxmlformats.org/officeDocument/2006/relationships/slide" Target="slide377.xml"/><Relationship Id="rId5" Type="http://schemas.openxmlformats.org/officeDocument/2006/relationships/slide" Target="slide378.xml"/><Relationship Id="rId6" Type="http://schemas.openxmlformats.org/officeDocument/2006/relationships/audio" Target="../media/snd_bonk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4.xml"/><Relationship Id="rId4" Type="http://schemas.openxmlformats.org/officeDocument/2006/relationships/slide" Target="slide377.xml"/><Relationship Id="rId5" Type="http://schemas.openxmlformats.org/officeDocument/2006/relationships/slide" Target="slide378.xml"/><Relationship Id="rId6" Type="http://schemas.openxmlformats.org/officeDocument/2006/relationships/audio" Target="../media/snd_bo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6.xml"/><Relationship Id="rId4" Type="http://schemas.openxmlformats.org/officeDocument/2006/relationships/slide" Target="slide377.xml"/><Relationship Id="rId5" Type="http://schemas.openxmlformats.org/officeDocument/2006/relationships/slide" Target="slide378.xml"/><Relationship Id="rId6" Type="http://schemas.openxmlformats.org/officeDocument/2006/relationships/audio" Target="../media/snd_bonk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6.xml"/><Relationship Id="rId4" Type="http://schemas.openxmlformats.org/officeDocument/2006/relationships/slide" Target="slide377.xml"/><Relationship Id="rId5" Type="http://schemas.openxmlformats.org/officeDocument/2006/relationships/slide" Target="slide378.xml"/><Relationship Id="rId6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8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379.xml"/><Relationship Id="rId12" Type="http://schemas.openxmlformats.org/officeDocument/2006/relationships/slide" Target="slide380.xml"/><Relationship Id="rId13" Type="http://schemas.openxmlformats.org/officeDocument/2006/relationships/slide" Target="slide381.xml"/><Relationship Id="rId14" Type="http://schemas.openxmlformats.org/officeDocument/2006/relationships/slide" Target="slide382.xml"/><Relationship Id="rId15" Type="http://schemas.openxmlformats.org/officeDocument/2006/relationships/slide" Target="slide383.xml"/><Relationship Id="rId16" Type="http://schemas.openxmlformats.org/officeDocument/2006/relationships/slide" Target="slide384.xml"/><Relationship Id="rId17" Type="http://schemas.openxmlformats.org/officeDocument/2006/relationships/slide" Target="slide385.xml"/><Relationship Id="rId18" Type="http://schemas.openxmlformats.org/officeDocument/2006/relationships/slide" Target="slide386.xml"/><Relationship Id="rId19" Type="http://schemas.openxmlformats.org/officeDocument/2006/relationships/slide" Target="slide38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378.xml"/><Relationship Id="rId6" Type="http://schemas.openxmlformats.org/officeDocument/2006/relationships/slide" Target="slide387.xml"/><Relationship Id="rId7" Type="http://schemas.openxmlformats.org/officeDocument/2006/relationships/audio" Target="../media/snd_tada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88.xml"/><Relationship Id="rId4" Type="http://schemas.openxmlformats.org/officeDocument/2006/relationships/slide" Target="slide389.xml"/><Relationship Id="rId5" Type="http://schemas.openxmlformats.org/officeDocument/2006/relationships/slide" Target="slide390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88.xml"/><Relationship Id="rId4" Type="http://schemas.openxmlformats.org/officeDocument/2006/relationships/slide" Target="slide389.xml"/><Relationship Id="rId5" Type="http://schemas.openxmlformats.org/officeDocument/2006/relationships/slide" Target="slide390.xml"/><Relationship Id="rId6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0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7.xml"/><Relationship Id="rId6" Type="http://schemas.openxmlformats.org/officeDocument/2006/relationships/slide" Target="slide391.xml"/><Relationship Id="rId7" Type="http://schemas.openxmlformats.org/officeDocument/2006/relationships/slide" Target="slide403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2.xml"/><Relationship Id="rId6" Type="http://schemas.openxmlformats.org/officeDocument/2006/relationships/slide" Target="slide398.xml"/><Relationship Id="rId7" Type="http://schemas.openxmlformats.org/officeDocument/2006/relationships/slide" Target="slide403.xml"/><Relationship Id="rId8" Type="http://schemas.openxmlformats.org/officeDocument/2006/relationships/audio" Target="../media/snd_ding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3.xml"/><Relationship Id="rId6" Type="http://schemas.openxmlformats.org/officeDocument/2006/relationships/slide" Target="slide399.xml"/><Relationship Id="rId7" Type="http://schemas.openxmlformats.org/officeDocument/2006/relationships/slide" Target="slide403.xml"/><Relationship Id="rId8" Type="http://schemas.openxmlformats.org/officeDocument/2006/relationships/audio" Target="../media/snd_d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0.xml"/><Relationship Id="rId6" Type="http://schemas.openxmlformats.org/officeDocument/2006/relationships/slide" Target="slide394.xml"/><Relationship Id="rId7" Type="http://schemas.openxmlformats.org/officeDocument/2006/relationships/slide" Target="slide403.xml"/><Relationship Id="rId8" Type="http://schemas.openxmlformats.org/officeDocument/2006/relationships/audio" Target="../media/snd_ding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1.xml"/><Relationship Id="rId6" Type="http://schemas.openxmlformats.org/officeDocument/2006/relationships/slide" Target="slide395.xml"/><Relationship Id="rId7" Type="http://schemas.openxmlformats.org/officeDocument/2006/relationships/slide" Target="slide403.xml"/><Relationship Id="rId8" Type="http://schemas.openxmlformats.org/officeDocument/2006/relationships/audio" Target="../media/snd_ding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2.xml"/><Relationship Id="rId6" Type="http://schemas.openxmlformats.org/officeDocument/2006/relationships/slide" Target="slide396.xml"/><Relationship Id="rId7" Type="http://schemas.openxmlformats.org/officeDocument/2006/relationships/slide" Target="slide403.xml"/><Relationship Id="rId8" Type="http://schemas.openxmlformats.org/officeDocument/2006/relationships/audio" Target="../media/snd_d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03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7.xml"/><Relationship Id="rId6" Type="http://schemas.openxmlformats.org/officeDocument/2006/relationships/slide" Target="slide391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2.xml"/><Relationship Id="rId6" Type="http://schemas.openxmlformats.org/officeDocument/2006/relationships/slide" Target="slide398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93.xml"/><Relationship Id="rId6" Type="http://schemas.openxmlformats.org/officeDocument/2006/relationships/slide" Target="slide399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0.xml"/><Relationship Id="rId6" Type="http://schemas.openxmlformats.org/officeDocument/2006/relationships/slide" Target="slide394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1.xml"/><Relationship Id="rId6" Type="http://schemas.openxmlformats.org/officeDocument/2006/relationships/slide" Target="slide395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2.xml"/><Relationship Id="rId6" Type="http://schemas.openxmlformats.org/officeDocument/2006/relationships/slide" Target="slide396.xml"/><Relationship Id="rId7" Type="http://schemas.openxmlformats.org/officeDocument/2006/relationships/slide" Target="slide403.xml"/><Relationship Id="rId8" Type="http://schemas.openxmlformats.org/officeDocument/2006/relationships/audio" Target="../media/snd_bo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06.xml"/><Relationship Id="rId6" Type="http://schemas.openxmlformats.org/officeDocument/2006/relationships/slide" Target="slide404.xml"/><Relationship Id="rId7" Type="http://schemas.openxmlformats.org/officeDocument/2006/relationships/slide" Target="slide408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05.xml"/><Relationship Id="rId6" Type="http://schemas.openxmlformats.org/officeDocument/2006/relationships/slide" Target="slide408.xml"/><Relationship Id="rId7" Type="http://schemas.openxmlformats.org/officeDocument/2006/relationships/audio" Target="../media/snd_ding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07.xml"/><Relationship Id="rId6" Type="http://schemas.openxmlformats.org/officeDocument/2006/relationships/slide" Target="slide408.xml"/><Relationship Id="rId7" Type="http://schemas.openxmlformats.org/officeDocument/2006/relationships/audio" Target="../media/snd_d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06.xml"/><Relationship Id="rId6" Type="http://schemas.openxmlformats.org/officeDocument/2006/relationships/slide" Target="slide404.xml"/><Relationship Id="rId7" Type="http://schemas.openxmlformats.org/officeDocument/2006/relationships/slide" Target="slide408.xml"/><Relationship Id="rId8" Type="http://schemas.openxmlformats.org/officeDocument/2006/relationships/audio" Target="../media/snd_boing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08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410.xml"/><Relationship Id="rId7" Type="http://schemas.openxmlformats.org/officeDocument/2006/relationships/slide" Target="slide409.xml"/><Relationship Id="rId8" Type="http://schemas.openxmlformats.org/officeDocument/2006/relationships/slide" Target="slide412.xml"/><Relationship Id="rId9" Type="http://schemas.openxmlformats.org/officeDocument/2006/relationships/slide" Target="slide415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410.xml"/><Relationship Id="rId7" Type="http://schemas.openxmlformats.org/officeDocument/2006/relationships/slide" Target="slide409.xml"/><Relationship Id="rId8" Type="http://schemas.openxmlformats.org/officeDocument/2006/relationships/slide" Target="slide412.xml"/><Relationship Id="rId9" Type="http://schemas.openxmlformats.org/officeDocument/2006/relationships/slide" Target="slide415.xml"/><Relationship Id="rId10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slide" Target="slide411.xml"/><Relationship Id="rId7" Type="http://schemas.openxmlformats.org/officeDocument/2006/relationships/slide" Target="slide414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slide" Target="slide411.xml"/><Relationship Id="rId7" Type="http://schemas.openxmlformats.org/officeDocument/2006/relationships/slide" Target="slide414.xml"/><Relationship Id="rId8" Type="http://schemas.openxmlformats.org/officeDocument/2006/relationships/slide" Target="slide415.xml"/><Relationship Id="rId9" Type="http://schemas.openxmlformats.org/officeDocument/2006/relationships/audio" Target="../media/snd_boing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414.xml"/><Relationship Id="rId7" Type="http://schemas.openxmlformats.org/officeDocument/2006/relationships/slide" Target="slide413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slide" Target="slide414.xml"/><Relationship Id="rId7" Type="http://schemas.openxmlformats.org/officeDocument/2006/relationships/slide" Target="slide413.xml"/><Relationship Id="rId8" Type="http://schemas.openxmlformats.org/officeDocument/2006/relationships/slide" Target="slide415.xml"/><Relationship Id="rId9" Type="http://schemas.openxmlformats.org/officeDocument/2006/relationships/audio" Target="../media/snd_boing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slide" Target="slide415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417.xml"/><Relationship Id="rId8" Type="http://schemas.openxmlformats.org/officeDocument/2006/relationships/slide" Target="slide416.xml"/><Relationship Id="rId9" Type="http://schemas.openxmlformats.org/officeDocument/2006/relationships/slide" Target="slide418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417.xml"/><Relationship Id="rId8" Type="http://schemas.openxmlformats.org/officeDocument/2006/relationships/slide" Target="slide416.xml"/><Relationship Id="rId9" Type="http://schemas.openxmlformats.org/officeDocument/2006/relationships/slide" Target="slide418.xml"/><Relationship Id="rId10" Type="http://schemas.openxmlformats.org/officeDocument/2006/relationships/audio" Target="../media/snd_bo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418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slide" Target="slide420.xml"/><Relationship Id="rId8" Type="http://schemas.openxmlformats.org/officeDocument/2006/relationships/slide" Target="slide419.xml"/><Relationship Id="rId9" Type="http://schemas.openxmlformats.org/officeDocument/2006/relationships/slide" Target="slide422.xml"/><Relationship Id="rId10" Type="http://schemas.openxmlformats.org/officeDocument/2006/relationships/slide" Target="slide425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slide" Target="slide420.xml"/><Relationship Id="rId8" Type="http://schemas.openxmlformats.org/officeDocument/2006/relationships/slide" Target="slide419.xml"/><Relationship Id="rId9" Type="http://schemas.openxmlformats.org/officeDocument/2006/relationships/slide" Target="slide422.xml"/><Relationship Id="rId10" Type="http://schemas.openxmlformats.org/officeDocument/2006/relationships/slide" Target="slide425.xml"/><Relationship Id="rId11" Type="http://schemas.openxmlformats.org/officeDocument/2006/relationships/audio" Target="../media/snd_bo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slide" Target="slide421.xml"/><Relationship Id="rId7" Type="http://schemas.openxmlformats.org/officeDocument/2006/relationships/slide" Target="slide424.xml"/><Relationship Id="rId8" Type="http://schemas.openxmlformats.org/officeDocument/2006/relationships/slide" Target="slide425.xml"/><Relationship Id="rId9" Type="http://schemas.openxmlformats.org/officeDocument/2006/relationships/audio" Target="../media/snd_splash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slide" Target="slide421.xml"/><Relationship Id="rId7" Type="http://schemas.openxmlformats.org/officeDocument/2006/relationships/slide" Target="slide424.xml"/><Relationship Id="rId8" Type="http://schemas.openxmlformats.org/officeDocument/2006/relationships/slide" Target="slide425.xml"/><Relationship Id="rId9" Type="http://schemas.openxmlformats.org/officeDocument/2006/relationships/audio" Target="../media/snd_boing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slide" Target="slide424.xml"/><Relationship Id="rId7" Type="http://schemas.openxmlformats.org/officeDocument/2006/relationships/slide" Target="slide423.xml"/><Relationship Id="rId8" Type="http://schemas.openxmlformats.org/officeDocument/2006/relationships/slide" Target="slide425.xml"/><Relationship Id="rId9" Type="http://schemas.openxmlformats.org/officeDocument/2006/relationships/audio" Target="../media/snd_splash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slide" Target="slide424.xml"/><Relationship Id="rId7" Type="http://schemas.openxmlformats.org/officeDocument/2006/relationships/slide" Target="slide423.xml"/><Relationship Id="rId8" Type="http://schemas.openxmlformats.org/officeDocument/2006/relationships/slide" Target="slide425.xml"/><Relationship Id="rId9" Type="http://schemas.openxmlformats.org/officeDocument/2006/relationships/audio" Target="../media/snd_boing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slide" Target="slide425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26.xml"/><Relationship Id="rId4" Type="http://schemas.openxmlformats.org/officeDocument/2006/relationships/slide" Target="slide427.xml"/><Relationship Id="rId5" Type="http://schemas.openxmlformats.org/officeDocument/2006/relationships/slide" Target="slide429.xml"/><Relationship Id="rId6" Type="http://schemas.openxmlformats.org/officeDocument/2006/relationships/slide" Target="slide432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26.xml"/><Relationship Id="rId4" Type="http://schemas.openxmlformats.org/officeDocument/2006/relationships/slide" Target="slide427.xml"/><Relationship Id="rId5" Type="http://schemas.openxmlformats.org/officeDocument/2006/relationships/slide" Target="slide429.xml"/><Relationship Id="rId6" Type="http://schemas.openxmlformats.org/officeDocument/2006/relationships/slide" Target="slide432.xml"/><Relationship Id="rId7" Type="http://schemas.openxmlformats.org/officeDocument/2006/relationships/audio" Target="../media/snd_boing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28.xml"/><Relationship Id="rId4" Type="http://schemas.openxmlformats.org/officeDocument/2006/relationships/slide" Target="slide431.xml"/><Relationship Id="rId5" Type="http://schemas.openxmlformats.org/officeDocument/2006/relationships/slide" Target="slide432.xml"/><Relationship Id="rId6" Type="http://schemas.openxmlformats.org/officeDocument/2006/relationships/audio" Target="../media/snd_bonk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28.xml"/><Relationship Id="rId4" Type="http://schemas.openxmlformats.org/officeDocument/2006/relationships/slide" Target="slide431.xml"/><Relationship Id="rId5" Type="http://schemas.openxmlformats.org/officeDocument/2006/relationships/slide" Target="slide432.xml"/><Relationship Id="rId6" Type="http://schemas.openxmlformats.org/officeDocument/2006/relationships/audio" Target="../media/snd_bo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30.xml"/><Relationship Id="rId4" Type="http://schemas.openxmlformats.org/officeDocument/2006/relationships/slide" Target="slide431.xml"/><Relationship Id="rId5" Type="http://schemas.openxmlformats.org/officeDocument/2006/relationships/slide" Target="slide432.xml"/><Relationship Id="rId6" Type="http://schemas.openxmlformats.org/officeDocument/2006/relationships/audio" Target="../media/snd_bonk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30.xml"/><Relationship Id="rId4" Type="http://schemas.openxmlformats.org/officeDocument/2006/relationships/slide" Target="slide431.xml"/><Relationship Id="rId5" Type="http://schemas.openxmlformats.org/officeDocument/2006/relationships/slide" Target="slide432.xml"/><Relationship Id="rId6" Type="http://schemas.openxmlformats.org/officeDocument/2006/relationships/audio" Target="../media/snd_bo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32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34.xml"/><Relationship Id="rId4" Type="http://schemas.openxmlformats.org/officeDocument/2006/relationships/slide" Target="slide433.xml"/><Relationship Id="rId5" Type="http://schemas.openxmlformats.org/officeDocument/2006/relationships/slide" Target="slide435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34.xml"/><Relationship Id="rId4" Type="http://schemas.openxmlformats.org/officeDocument/2006/relationships/slide" Target="slide433.xml"/><Relationship Id="rId5" Type="http://schemas.openxmlformats.org/officeDocument/2006/relationships/slide" Target="slide435.xml"/><Relationship Id="rId6" Type="http://schemas.openxmlformats.org/officeDocument/2006/relationships/audio" Target="../media/snd_boing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35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6.xml"/><Relationship Id="rId6" Type="http://schemas.openxmlformats.org/officeDocument/2006/relationships/slide" Target="slide442.xml"/><Relationship Id="rId7" Type="http://schemas.openxmlformats.org/officeDocument/2006/relationships/slide" Target="slide448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3.xml"/><Relationship Id="rId6" Type="http://schemas.openxmlformats.org/officeDocument/2006/relationships/slide" Target="slide437.xml"/><Relationship Id="rId7" Type="http://schemas.openxmlformats.org/officeDocument/2006/relationships/slide" Target="slide448.xml"/><Relationship Id="rId8" Type="http://schemas.openxmlformats.org/officeDocument/2006/relationships/audio" Target="../media/snd_ding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8.xml"/><Relationship Id="rId6" Type="http://schemas.openxmlformats.org/officeDocument/2006/relationships/slide" Target="slide444.xml"/><Relationship Id="rId7" Type="http://schemas.openxmlformats.org/officeDocument/2006/relationships/slide" Target="slide448.xml"/><Relationship Id="rId8" Type="http://schemas.openxmlformats.org/officeDocument/2006/relationships/audio" Target="../media/snd_d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9.xml"/><Relationship Id="rId6" Type="http://schemas.openxmlformats.org/officeDocument/2006/relationships/slide" Target="slide445.xml"/><Relationship Id="rId7" Type="http://schemas.openxmlformats.org/officeDocument/2006/relationships/slide" Target="slide448.xml"/><Relationship Id="rId8" Type="http://schemas.openxmlformats.org/officeDocument/2006/relationships/audio" Target="../media/snd_ding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6.xml"/><Relationship Id="rId6" Type="http://schemas.openxmlformats.org/officeDocument/2006/relationships/slide" Target="slide440.xml"/><Relationship Id="rId7" Type="http://schemas.openxmlformats.org/officeDocument/2006/relationships/slide" Target="slide448.xml"/><Relationship Id="rId8" Type="http://schemas.openxmlformats.org/officeDocument/2006/relationships/audio" Target="../media/snd_d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1.xml"/><Relationship Id="rId6" Type="http://schemas.openxmlformats.org/officeDocument/2006/relationships/slide" Target="slide447.xml"/><Relationship Id="rId7" Type="http://schemas.openxmlformats.org/officeDocument/2006/relationships/slide" Target="slide448.xml"/><Relationship Id="rId8" Type="http://schemas.openxmlformats.org/officeDocument/2006/relationships/audio" Target="../media/snd_ding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4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6.xml"/><Relationship Id="rId6" Type="http://schemas.openxmlformats.org/officeDocument/2006/relationships/slide" Target="slide442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3.xml"/><Relationship Id="rId6" Type="http://schemas.openxmlformats.org/officeDocument/2006/relationships/slide" Target="slide437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8.xml"/><Relationship Id="rId6" Type="http://schemas.openxmlformats.org/officeDocument/2006/relationships/slide" Target="slide444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39.xml"/><Relationship Id="rId6" Type="http://schemas.openxmlformats.org/officeDocument/2006/relationships/slide" Target="slide445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6.xml"/><Relationship Id="rId6" Type="http://schemas.openxmlformats.org/officeDocument/2006/relationships/slide" Target="slide440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1.xml"/><Relationship Id="rId6" Type="http://schemas.openxmlformats.org/officeDocument/2006/relationships/slide" Target="slide447.xml"/><Relationship Id="rId7" Type="http://schemas.openxmlformats.org/officeDocument/2006/relationships/slide" Target="slide448.xml"/><Relationship Id="rId8" Type="http://schemas.openxmlformats.org/officeDocument/2006/relationships/audio" Target="../media/snd_boing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slide" Target="slide449.xml"/><Relationship Id="rId12" Type="http://schemas.openxmlformats.org/officeDocument/2006/relationships/slide" Target="slide450.xml"/><Relationship Id="rId13" Type="http://schemas.openxmlformats.org/officeDocument/2006/relationships/slide" Target="slide451.xml"/><Relationship Id="rId14" Type="http://schemas.openxmlformats.org/officeDocument/2006/relationships/slide" Target="slide452.xml"/><Relationship Id="rId15" Type="http://schemas.openxmlformats.org/officeDocument/2006/relationships/slide" Target="slide453.xml"/><Relationship Id="rId16" Type="http://schemas.openxmlformats.org/officeDocument/2006/relationships/slide" Target="slide454.xml"/><Relationship Id="rId17" Type="http://schemas.openxmlformats.org/officeDocument/2006/relationships/slide" Target="slide455.xml"/><Relationship Id="rId18" Type="http://schemas.openxmlformats.org/officeDocument/2006/relationships/slide" Target="slide456.xml"/><Relationship Id="rId19" Type="http://schemas.openxmlformats.org/officeDocument/2006/relationships/slide" Target="slide45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448.xml"/><Relationship Id="rId6" Type="http://schemas.openxmlformats.org/officeDocument/2006/relationships/slide" Target="slide457.xml"/><Relationship Id="rId7" Type="http://schemas.openxmlformats.org/officeDocument/2006/relationships/audio" Target="../media/snd_tada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1.xml"/><Relationship Id="rId6" Type="http://schemas.openxmlformats.org/officeDocument/2006/relationships/slide" Target="slide458.xml"/><Relationship Id="rId7" Type="http://schemas.openxmlformats.org/officeDocument/2006/relationships/slide" Target="slide464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2.xml"/><Relationship Id="rId6" Type="http://schemas.openxmlformats.org/officeDocument/2006/relationships/slide" Target="slide459.xml"/><Relationship Id="rId7" Type="http://schemas.openxmlformats.org/officeDocument/2006/relationships/slide" Target="slide464.xml"/><Relationship Id="rId8" Type="http://schemas.openxmlformats.org/officeDocument/2006/relationships/audio" Target="../media/snd_ding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0.xml"/><Relationship Id="rId6" Type="http://schemas.openxmlformats.org/officeDocument/2006/relationships/slide" Target="slide464.xml"/><Relationship Id="rId7" Type="http://schemas.openxmlformats.org/officeDocument/2006/relationships/audio" Target="../media/snd_d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3.xml"/><Relationship Id="rId6" Type="http://schemas.openxmlformats.org/officeDocument/2006/relationships/slide" Target="slide464.xml"/><Relationship Id="rId7" Type="http://schemas.openxmlformats.org/officeDocument/2006/relationships/audio" Target="../media/snd_ding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1.xml"/><Relationship Id="rId6" Type="http://schemas.openxmlformats.org/officeDocument/2006/relationships/slide" Target="slide458.xml"/><Relationship Id="rId7" Type="http://schemas.openxmlformats.org/officeDocument/2006/relationships/slide" Target="slide464.xml"/><Relationship Id="rId8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2.xml"/><Relationship Id="rId6" Type="http://schemas.openxmlformats.org/officeDocument/2006/relationships/slide" Target="slide459.xml"/><Relationship Id="rId7" Type="http://schemas.openxmlformats.org/officeDocument/2006/relationships/slide" Target="slide464.xml"/><Relationship Id="rId8" Type="http://schemas.openxmlformats.org/officeDocument/2006/relationships/audio" Target="../media/snd_boing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4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slide" Target="slide465.xml"/><Relationship Id="rId7" Type="http://schemas.openxmlformats.org/officeDocument/2006/relationships/slide" Target="slide466.xml"/><Relationship Id="rId8" Type="http://schemas.openxmlformats.org/officeDocument/2006/relationships/slide" Target="slide468.xml"/><Relationship Id="rId9" Type="http://schemas.openxmlformats.org/officeDocument/2006/relationships/slide" Target="slide471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slide" Target="slide465.xml"/><Relationship Id="rId7" Type="http://schemas.openxmlformats.org/officeDocument/2006/relationships/slide" Target="slide466.xml"/><Relationship Id="rId8" Type="http://schemas.openxmlformats.org/officeDocument/2006/relationships/slide" Target="slide468.xml"/><Relationship Id="rId9" Type="http://schemas.openxmlformats.org/officeDocument/2006/relationships/slide" Target="slide471.xml"/><Relationship Id="rId10" Type="http://schemas.openxmlformats.org/officeDocument/2006/relationships/audio" Target="../media/snd_boing.wav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slide" Target="slide467.xml"/><Relationship Id="rId6" Type="http://schemas.openxmlformats.org/officeDocument/2006/relationships/slide" Target="slide470.xml"/><Relationship Id="rId7" Type="http://schemas.openxmlformats.org/officeDocument/2006/relationships/slide" Target="slide471.xml"/><Relationship Id="rId8" Type="http://schemas.openxmlformats.org/officeDocument/2006/relationships/audio" Target="../media/snd_pop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slide" Target="slide467.xml"/><Relationship Id="rId6" Type="http://schemas.openxmlformats.org/officeDocument/2006/relationships/slide" Target="slide470.xml"/><Relationship Id="rId7" Type="http://schemas.openxmlformats.org/officeDocument/2006/relationships/slide" Target="slide471.xml"/><Relationship Id="rId8" Type="http://schemas.openxmlformats.org/officeDocument/2006/relationships/audio" Target="../media/snd_boing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slide" Target="slide469.xml"/><Relationship Id="rId7" Type="http://schemas.openxmlformats.org/officeDocument/2006/relationships/slide" Target="slide470.xml"/><Relationship Id="rId8" Type="http://schemas.openxmlformats.org/officeDocument/2006/relationships/slide" Target="slide471.xml"/><Relationship Id="rId9" Type="http://schemas.openxmlformats.org/officeDocument/2006/relationships/audio" Target="../media/snd_pop.wav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slide" Target="slide469.xml"/><Relationship Id="rId7" Type="http://schemas.openxmlformats.org/officeDocument/2006/relationships/slide" Target="slide470.xml"/><Relationship Id="rId8" Type="http://schemas.openxmlformats.org/officeDocument/2006/relationships/slide" Target="slide471.xml"/><Relationship Id="rId9" Type="http://schemas.openxmlformats.org/officeDocument/2006/relationships/audio" Target="../media/snd_bo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slide" Target="slide471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slide" Target="slide473.xml"/><Relationship Id="rId8" Type="http://schemas.openxmlformats.org/officeDocument/2006/relationships/slide" Target="slide472.xml"/><Relationship Id="rId9" Type="http://schemas.openxmlformats.org/officeDocument/2006/relationships/slide" Target="slide474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slide" Target="slide473.xml"/><Relationship Id="rId8" Type="http://schemas.openxmlformats.org/officeDocument/2006/relationships/slide" Target="slide472.xml"/><Relationship Id="rId9" Type="http://schemas.openxmlformats.org/officeDocument/2006/relationships/slide" Target="slide474.xml"/><Relationship Id="rId10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slide" Target="slide474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40.png"/><Relationship Id="rId7" Type="http://schemas.openxmlformats.org/officeDocument/2006/relationships/slide" Target="slide475.xml"/><Relationship Id="rId8" Type="http://schemas.openxmlformats.org/officeDocument/2006/relationships/slide" Target="slide476.xml"/><Relationship Id="rId9" Type="http://schemas.openxmlformats.org/officeDocument/2006/relationships/slide" Target="slide478.xml"/><Relationship Id="rId10" Type="http://schemas.openxmlformats.org/officeDocument/2006/relationships/slide" Target="slide481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40.png"/><Relationship Id="rId7" Type="http://schemas.openxmlformats.org/officeDocument/2006/relationships/slide" Target="slide475.xml"/><Relationship Id="rId8" Type="http://schemas.openxmlformats.org/officeDocument/2006/relationships/slide" Target="slide476.xml"/><Relationship Id="rId9" Type="http://schemas.openxmlformats.org/officeDocument/2006/relationships/slide" Target="slide478.xml"/><Relationship Id="rId10" Type="http://schemas.openxmlformats.org/officeDocument/2006/relationships/slide" Target="slide481.xml"/><Relationship Id="rId11" Type="http://schemas.openxmlformats.org/officeDocument/2006/relationships/audio" Target="../media/snd_boing.wav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15.png"/><Relationship Id="rId7" Type="http://schemas.openxmlformats.org/officeDocument/2006/relationships/slide" Target="slide477.xml"/><Relationship Id="rId8" Type="http://schemas.openxmlformats.org/officeDocument/2006/relationships/slide" Target="slide480.xml"/><Relationship Id="rId9" Type="http://schemas.openxmlformats.org/officeDocument/2006/relationships/slide" Target="slide481.xml"/><Relationship Id="rId10" Type="http://schemas.openxmlformats.org/officeDocument/2006/relationships/audio" Target="../media/snd_splash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15.png"/><Relationship Id="rId7" Type="http://schemas.openxmlformats.org/officeDocument/2006/relationships/slide" Target="slide477.xml"/><Relationship Id="rId8" Type="http://schemas.openxmlformats.org/officeDocument/2006/relationships/slide" Target="slide480.xml"/><Relationship Id="rId9" Type="http://schemas.openxmlformats.org/officeDocument/2006/relationships/slide" Target="slide481.xml"/><Relationship Id="rId10" Type="http://schemas.openxmlformats.org/officeDocument/2006/relationships/audio" Target="../media/snd_boing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slide" Target="slide479.xml"/><Relationship Id="rId7" Type="http://schemas.openxmlformats.org/officeDocument/2006/relationships/slide" Target="slide480.xml"/><Relationship Id="rId8" Type="http://schemas.openxmlformats.org/officeDocument/2006/relationships/slide" Target="slide481.xml"/><Relationship Id="rId9" Type="http://schemas.openxmlformats.org/officeDocument/2006/relationships/audio" Target="../media/snd_splash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slide" Target="slide479.xml"/><Relationship Id="rId7" Type="http://schemas.openxmlformats.org/officeDocument/2006/relationships/slide" Target="slide480.xml"/><Relationship Id="rId8" Type="http://schemas.openxmlformats.org/officeDocument/2006/relationships/slide" Target="slide481.xml"/><Relationship Id="rId9" Type="http://schemas.openxmlformats.org/officeDocument/2006/relationships/audio" Target="../media/snd_boing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slide" Target="slide481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3.xml"/><Relationship Id="rId4" Type="http://schemas.openxmlformats.org/officeDocument/2006/relationships/slide" Target="slide482.xml"/><Relationship Id="rId5" Type="http://schemas.openxmlformats.org/officeDocument/2006/relationships/slide" Target="slide485.xml"/><Relationship Id="rId6" Type="http://schemas.openxmlformats.org/officeDocument/2006/relationships/slide" Target="slide488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3.xml"/><Relationship Id="rId4" Type="http://schemas.openxmlformats.org/officeDocument/2006/relationships/slide" Target="slide482.xml"/><Relationship Id="rId5" Type="http://schemas.openxmlformats.org/officeDocument/2006/relationships/slide" Target="slide485.xml"/><Relationship Id="rId6" Type="http://schemas.openxmlformats.org/officeDocument/2006/relationships/slide" Target="slide488.xml"/><Relationship Id="rId7" Type="http://schemas.openxmlformats.org/officeDocument/2006/relationships/audio" Target="../media/snd_boing.wav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4.xml"/><Relationship Id="rId4" Type="http://schemas.openxmlformats.org/officeDocument/2006/relationships/slide" Target="slide487.xml"/><Relationship Id="rId5" Type="http://schemas.openxmlformats.org/officeDocument/2006/relationships/slide" Target="slide488.xml"/><Relationship Id="rId6" Type="http://schemas.openxmlformats.org/officeDocument/2006/relationships/audio" Target="../media/snd_bonk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4.xml"/><Relationship Id="rId4" Type="http://schemas.openxmlformats.org/officeDocument/2006/relationships/slide" Target="slide487.xml"/><Relationship Id="rId5" Type="http://schemas.openxmlformats.org/officeDocument/2006/relationships/slide" Target="slide488.xml"/><Relationship Id="rId6" Type="http://schemas.openxmlformats.org/officeDocument/2006/relationships/audio" Target="../media/snd_boing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7.xml"/><Relationship Id="rId4" Type="http://schemas.openxmlformats.org/officeDocument/2006/relationships/slide" Target="slide486.xml"/><Relationship Id="rId5" Type="http://schemas.openxmlformats.org/officeDocument/2006/relationships/slide" Target="slide488.xml"/><Relationship Id="rId6" Type="http://schemas.openxmlformats.org/officeDocument/2006/relationships/audio" Target="../media/snd_bonk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7.xml"/><Relationship Id="rId4" Type="http://schemas.openxmlformats.org/officeDocument/2006/relationships/slide" Target="slide486.xml"/><Relationship Id="rId5" Type="http://schemas.openxmlformats.org/officeDocument/2006/relationships/slide" Target="slide488.xml"/><Relationship Id="rId6" Type="http://schemas.openxmlformats.org/officeDocument/2006/relationships/audio" Target="../media/snd_boing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88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9.xml"/><Relationship Id="rId4" Type="http://schemas.openxmlformats.org/officeDocument/2006/relationships/slide" Target="slide490.xml"/><Relationship Id="rId5" Type="http://schemas.openxmlformats.org/officeDocument/2006/relationships/slide" Target="slide491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9.xml"/><Relationship Id="rId4" Type="http://schemas.openxmlformats.org/officeDocument/2006/relationships/slide" Target="slide490.xml"/><Relationship Id="rId5" Type="http://schemas.openxmlformats.org/officeDocument/2006/relationships/slide" Target="slide491.xml"/><Relationship Id="rId6" Type="http://schemas.openxmlformats.org/officeDocument/2006/relationships/audio" Target="../media/snd_boing.wav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91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4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3.xml"/><Relationship Id="rId6" Type="http://schemas.openxmlformats.org/officeDocument/2006/relationships/slide" Target="slide499.xml"/><Relationship Id="rId7" Type="http://schemas.openxmlformats.org/officeDocument/2006/relationships/slide" Target="slide504.xml"/><Relationship Id="rId8" Type="http://schemas.openxmlformats.org/officeDocument/2006/relationships/audio" Target="../media/snd_ding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4.xml"/><Relationship Id="rId6" Type="http://schemas.openxmlformats.org/officeDocument/2006/relationships/slide" Target="slide500.xml"/><Relationship Id="rId7" Type="http://schemas.openxmlformats.org/officeDocument/2006/relationships/slide" Target="slide504.xml"/><Relationship Id="rId8" Type="http://schemas.openxmlformats.org/officeDocument/2006/relationships/audio" Target="../media/snd_ding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01.xml"/><Relationship Id="rId6" Type="http://schemas.openxmlformats.org/officeDocument/2006/relationships/slide" Target="slide495.xml"/><Relationship Id="rId7" Type="http://schemas.openxmlformats.org/officeDocument/2006/relationships/slide" Target="slide504.xml"/><Relationship Id="rId8" Type="http://schemas.openxmlformats.org/officeDocument/2006/relationships/audio" Target="../media/snd_ding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02.xml"/><Relationship Id="rId6" Type="http://schemas.openxmlformats.org/officeDocument/2006/relationships/slide" Target="slide496.xml"/><Relationship Id="rId7" Type="http://schemas.openxmlformats.org/officeDocument/2006/relationships/slide" Target="slide504.xml"/><Relationship Id="rId8" Type="http://schemas.openxmlformats.org/officeDocument/2006/relationships/audio" Target="../media/snd_ding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7.xml"/><Relationship Id="rId6" Type="http://schemas.openxmlformats.org/officeDocument/2006/relationships/slide" Target="slide503.xml"/><Relationship Id="rId7" Type="http://schemas.openxmlformats.org/officeDocument/2006/relationships/slide" Target="slide504.xml"/><Relationship Id="rId8" Type="http://schemas.openxmlformats.org/officeDocument/2006/relationships/audio" Target="../media/snd_ding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04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3.xml"/><Relationship Id="rId6" Type="http://schemas.openxmlformats.org/officeDocument/2006/relationships/slide" Target="slide499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4.xml"/><Relationship Id="rId6" Type="http://schemas.openxmlformats.org/officeDocument/2006/relationships/slide" Target="slide500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01.xml"/><Relationship Id="rId6" Type="http://schemas.openxmlformats.org/officeDocument/2006/relationships/slide" Target="slide495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02.xml"/><Relationship Id="rId6" Type="http://schemas.openxmlformats.org/officeDocument/2006/relationships/slide" Target="slide496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97.xml"/><Relationship Id="rId6" Type="http://schemas.openxmlformats.org/officeDocument/2006/relationships/slide" Target="slide503.xml"/><Relationship Id="rId7" Type="http://schemas.openxmlformats.org/officeDocument/2006/relationships/slide" Target="slide504.xml"/><Relationship Id="rId8" Type="http://schemas.openxmlformats.org/officeDocument/2006/relationships/audio" Target="../media/snd_boing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08.xml"/><Relationship Id="rId6" Type="http://schemas.openxmlformats.org/officeDocument/2006/relationships/slide" Target="slide505.xml"/><Relationship Id="rId7" Type="http://schemas.openxmlformats.org/officeDocument/2006/relationships/slide" Target="slide511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06.xml"/><Relationship Id="rId6" Type="http://schemas.openxmlformats.org/officeDocument/2006/relationships/slide" Target="slide509.xml"/><Relationship Id="rId7" Type="http://schemas.openxmlformats.org/officeDocument/2006/relationships/slide" Target="slide511.xml"/><Relationship Id="rId8" Type="http://schemas.openxmlformats.org/officeDocument/2006/relationships/audio" Target="../media/snd_ding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07.xml"/><Relationship Id="rId6" Type="http://schemas.openxmlformats.org/officeDocument/2006/relationships/slide" Target="slide511.xml"/><Relationship Id="rId7" Type="http://schemas.openxmlformats.org/officeDocument/2006/relationships/audio" Target="../media/snd_ding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10.xml"/><Relationship Id="rId6" Type="http://schemas.openxmlformats.org/officeDocument/2006/relationships/slide" Target="slide511.xml"/><Relationship Id="rId7" Type="http://schemas.openxmlformats.org/officeDocument/2006/relationships/audio" Target="../media/snd_ding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08.xml"/><Relationship Id="rId6" Type="http://schemas.openxmlformats.org/officeDocument/2006/relationships/slide" Target="slide505.xml"/><Relationship Id="rId7" Type="http://schemas.openxmlformats.org/officeDocument/2006/relationships/slide" Target="slide511.xml"/><Relationship Id="rId8" Type="http://schemas.openxmlformats.org/officeDocument/2006/relationships/audio" Target="../media/snd_boing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06.xml"/><Relationship Id="rId6" Type="http://schemas.openxmlformats.org/officeDocument/2006/relationships/slide" Target="slide509.xml"/><Relationship Id="rId7" Type="http://schemas.openxmlformats.org/officeDocument/2006/relationships/slide" Target="slide511.xml"/><Relationship Id="rId8" Type="http://schemas.openxmlformats.org/officeDocument/2006/relationships/audio" Target="../media/snd_boing.wav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11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16.xml"/><Relationship Id="rId6" Type="http://schemas.openxmlformats.org/officeDocument/2006/relationships/slide" Target="slide512.xml"/><Relationship Id="rId7" Type="http://schemas.openxmlformats.org/officeDocument/2006/relationships/slide" Target="slide538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17.xml"/><Relationship Id="rId6" Type="http://schemas.openxmlformats.org/officeDocument/2006/relationships/slide" Target="slide513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18.xml"/><Relationship Id="rId6" Type="http://schemas.openxmlformats.org/officeDocument/2006/relationships/slide" Target="slide514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19.xml"/><Relationship Id="rId6" Type="http://schemas.openxmlformats.org/officeDocument/2006/relationships/slide" Target="slide515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0.xml"/><Relationship Id="rId6" Type="http://schemas.openxmlformats.org/officeDocument/2006/relationships/slide" Target="slide53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1.xml"/><Relationship Id="rId6" Type="http://schemas.openxmlformats.org/officeDocument/2006/relationships/slide" Target="slide51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2.xml"/><Relationship Id="rId6" Type="http://schemas.openxmlformats.org/officeDocument/2006/relationships/slide" Target="slide518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3.xml"/><Relationship Id="rId6" Type="http://schemas.openxmlformats.org/officeDocument/2006/relationships/slide" Target="slide519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4.xml"/><Relationship Id="rId6" Type="http://schemas.openxmlformats.org/officeDocument/2006/relationships/slide" Target="slide520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5.xml"/><Relationship Id="rId6" Type="http://schemas.openxmlformats.org/officeDocument/2006/relationships/slide" Target="slide53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6.xml"/><Relationship Id="rId6" Type="http://schemas.openxmlformats.org/officeDocument/2006/relationships/slide" Target="slide522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7.xml"/><Relationship Id="rId6" Type="http://schemas.openxmlformats.org/officeDocument/2006/relationships/slide" Target="slide523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8.xml"/><Relationship Id="rId6" Type="http://schemas.openxmlformats.org/officeDocument/2006/relationships/slide" Target="slide524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9.xml"/><Relationship Id="rId6" Type="http://schemas.openxmlformats.org/officeDocument/2006/relationships/slide" Target="slide525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0.xml"/><Relationship Id="rId6" Type="http://schemas.openxmlformats.org/officeDocument/2006/relationships/slide" Target="slide53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1.xml"/><Relationship Id="rId6" Type="http://schemas.openxmlformats.org/officeDocument/2006/relationships/slide" Target="slide52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2.xml"/><Relationship Id="rId6" Type="http://schemas.openxmlformats.org/officeDocument/2006/relationships/slide" Target="slide528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3.xml"/><Relationship Id="rId6" Type="http://schemas.openxmlformats.org/officeDocument/2006/relationships/slide" Target="slide529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4.xml"/><Relationship Id="rId6" Type="http://schemas.openxmlformats.org/officeDocument/2006/relationships/slide" Target="slide530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5.xml"/><Relationship Id="rId6" Type="http://schemas.openxmlformats.org/officeDocument/2006/relationships/slide" Target="slide53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2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3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4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5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7.xml"/><Relationship Id="rId7" Type="http://schemas.openxmlformats.org/officeDocument/2006/relationships/slide" Target="slide538.xml"/><Relationship Id="rId8" Type="http://schemas.openxmlformats.org/officeDocument/2006/relationships/audio" Target="../media/snd_vroom.wav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538.xml"/><Relationship Id="rId5" Type="http://schemas.openxmlformats.org/officeDocument/2006/relationships/audio" Target="../media/snd_cheer.wav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538.xml"/><Relationship Id="rId5" Type="http://schemas.openxmlformats.org/officeDocument/2006/relationships/audio" Target="../media/snd_cheer.wav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4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Madd Alif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600" b="1" lang="en-US">
                <a:solidFill>
                  <a:srgbClr val="8A6CF0"/>
                </a:solidFill>
                <a:latin typeface="Arial"/>
                <a:cs typeface="Arial"/>
              </a:rPr>
              <a:t>Madd Alif Games</a:t>
            </a:r>
          </a:p>
        </p:txBody>
      </p:sp>
      <p:sp>
        <p:nvSpPr>
          <p:cNvPr id="5" name="Sample" descr="بَا  تَا  نَا  مَا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بَا  تَا  نَا  مَا</a:t>
            </a:r>
          </a:p>
        </p:txBody>
      </p:sp>
      <p:sp>
        <p:nvSpPr>
          <p:cNvPr id="6" name="Subtitle" descr="Stretch the sound: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Stretch the sound: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981" y="2095500"/>
            <a:ext cx="1099038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ا" descr="ب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ا" descr="ب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ا" descr="ب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ا" descr="ب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َا" descr="بَا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َا" descr="بَا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ا" descr="ب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ا" descr="ب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غَا" descr="غَا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ا" descr="نَا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َ" descr="ب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غَا" descr="غ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ِ" descr="ب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َا" descr="ب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بَ" descr="ب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ِ" descr="ب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َا" descr="ب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بَ" descr="ب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بَا" descr="ب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ِ" descr="ب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بَ" descr="ب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غَا" descr="غ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99393"/>
            <a:ext cx="2095500" cy="1297214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تَا" descr="ت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ِ" descr="ت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ا" descr="تَا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َ" descr="ت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َا" descr="ك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تَا" descr="ت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ِ" descr="ت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ا" descr="تَا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َ" descr="ت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َا" descr="ك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ِ" descr="تِ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تَا" descr="ت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َ" descr="تَ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ا" descr="كَا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ِ" descr="تِ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تَا" descr="ت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َ" descr="تَ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ا" descr="كَا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تَا" descr="ت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ِ" descr="ت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َ" descr="ت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ا" descr="ك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تَا" descr="ت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ِ" descr="ت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َ" descr="ت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ا" descr="ك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تَا" descr="ت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ِ" descr="ت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تَ" descr="ت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كَا" descr="كَا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تَا" descr="ت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تَا" descr="ت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تَا" descr="ت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تَا" descr="ت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َ" descr="م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َ" descr="و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تَ" descr="ت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َ" descr="م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زَ" descr="ز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وَ" descr="و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َا" descr="ل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7" name="Card 2 فَا" descr="ف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8" name="Card 3 ثَ" descr="ث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9" name="Card 4 مَا" descr="م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َا" descr="ل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7" name="Card 2 فَا" descr="ف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8" name="Card 3 ثَ" descr="ث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9" name="Card 4 مَا" descr="م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َا" descr="ل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7" name="Card 2 فَا" descr="فَ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8" name="Card 4 مَا" descr="مَا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hort or Long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Short or Long?</a:t>
            </a:r>
          </a:p>
        </p:txBody>
      </p:sp>
      <p:sp>
        <p:nvSpPr>
          <p:cNvPr id="5" name="Line 1" descr="1.  Read the sound on the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the sound on the card.</a:t>
            </a:r>
          </a:p>
        </p:txBody>
      </p:sp>
      <p:sp>
        <p:nvSpPr>
          <p:cNvPr id="6" name="Line 2" descr="2.  Short sound: the short caterpilla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Short sound: the short caterpillar.</a:t>
            </a:r>
          </a:p>
        </p:txBody>
      </p:sp>
      <p:sp>
        <p:nvSpPr>
          <p:cNvPr id="7" name="Line 3" descr="3.  Long sound (madd): the long on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Long sound (madd): the long one!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13302"/>
            <a:ext cx="2095500" cy="66939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" descr="ح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" descr="ح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ا" descr="ن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ا" descr="م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ا" descr="م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" descr="ض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َ" descr="ض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" descr="ض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" descr="ح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" descr="ح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ا" descr="ن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ا" descr="م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ا" descr="م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" descr="ض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96353"/>
            <a:ext cx="2095500" cy="150329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نَا" descr="ن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ard صِ" descr="صِ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نَا" descr="ن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ard صِ" descr="صِ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نَاصِ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نَاصِرٌ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ا" descr="ن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َا" descr="ك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َا" descr="ن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ا" descr="ن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َا" descr="ك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َا" descr="ن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َا" descr="ك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َا" descr="ن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َا" descr="ك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َا" descr="ن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ا" descr="ن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َا" descr="ك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ا" descr="ن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َا" descr="ك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َ" descr="ن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َا" descr="كَا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َا" descr="كَا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نِ" descr="ن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َ" descr="ن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َا" descr="كَا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نِ" descr="ن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َ" descr="ن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ا" descr="ن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َا" descr="كَا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نِ" descr="ن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نَ" descr="ن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بَا" descr="دَب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دَبَا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ا" descr="ث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ثَا" descr="زَث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زَثَا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َا" descr="ن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ا" descr="ت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َا" descr="ب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َنَا" descr="ضَن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ضَنَا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تَا" descr="فَت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فَتَا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ا" descr="ي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َا" descr="ي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ِ" descr="ي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يَ" descr="ي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ا" descr="ي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َا" descr="ي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ِ" descr="ي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يَ" descr="ي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يَا" descr="ي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ِ" descr="ي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يَ" descr="ي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يَا" descr="ي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ِ" descr="ي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يَ" descr="ي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ا" descr="ي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ِ" descr="ي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يَ" descr="ي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ا" descr="ي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ِ" descr="ي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يَ" descr="ي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ا" descr="ي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ا" descr="عَا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يِ" descr="ي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يَ" descr="ي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َا" descr="ي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َ" descr="ش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شَا" descr="ش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فَ" descr="ف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َا" descr="ي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َ" descr="ش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شَا" descr="ش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فَ" descr="ف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َ" descr="ش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َ" descr="ي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ا" descr="ش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فَ" descr="ف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َ" descr="ش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َ" descr="ي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ا" descr="ش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فَ" descr="ف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َا" descr="ي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َ" descr="ش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فَ" descr="ف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َا" descr="ي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َ" descr="ش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فَ" descr="ف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َ" descr="ش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َ" descr="ي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فَ" descr="ف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َا" descr="ج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7" name="Card 2 خَ" descr="خ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Card 3 كَ" descr="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9" name="Card 4 ظَ" descr="ظ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َا" descr="ج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7" name="Card 2 خَ" descr="خ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Card 3 كَ" descr="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9" name="Card 4 ظَ" descr="ظ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خَ" descr="خ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7" name="Card 3 كَ" descr="ك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Card 4 ظَ" descr="ظ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جَ" descr="ج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" descr="ج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تَا" descr="ت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َا" descr="ت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ا" descr="ض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َا" descr="ض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" descr="ق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َ" descr="ق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جَ" descr="ج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" descr="ج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تَا" descr="ت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َا" descr="ت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ا" descr="ض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َا" descr="ض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" descr="ق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َ" descr="ق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ِ" descr="د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1" name="Card قَا" descr="ق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Card دِ" descr="د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Wagon card 2" descr="د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Wagon card 2" descr="د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ِ" descr="د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1" name="Card قَا" descr="ق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Card دِ" descr="د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ادِرٌ" descr="قَاد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قَادِرٌ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Wagon card 2" descr="د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قَادِ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قَادِرٌ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َا" descr="ح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َا" descr="ح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ا" descr="رَا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ا" descr="قَا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" descr="ح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َا" descr="ح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َا" descr="ح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ا" descr="رَا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ا" descr="قَا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" descr="ح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حَا" descr="ح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ا" descr="ر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ا" descr="ق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" descr="ح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حَا" descr="ح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ا" descr="ر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ا" descr="ق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" descr="ح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َا" descr="ح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ا" descr="ر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ا" descr="ق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" descr="ح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َا" descr="ح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ا" descr="ر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ا" descr="ق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" descr="ح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3 رَا" descr="رَا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قَا" descr="ق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حَ" descr="ح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حَ" descr="ح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ا" descr="حَا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حَ" descr="ح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ا" descr="حَا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َا" descr="ح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حَ" descr="ح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غَا" descr="غ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خَا" descr="خ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" descr="خ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َا" descr="ج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َا" descr="خ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خَا" descr="خ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" descr="خ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َا" descr="ج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َا" descr="خ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خَ" descr="خ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ِ" descr="خ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جَا" descr="ج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َا" descr="خ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خَ" descr="خ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ِ" descr="خ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جَا" descr="ج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َا" descr="خ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خَا" descr="خ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" descr="خ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َا" descr="ج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خَا" descr="خ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" descr="خ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َا" descr="ج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َا" descr="خ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خَ" descr="خ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ِ" descr="خ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جَا" descr="جَا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َا" descr="خ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ثَ" descr="ث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" descr="ط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ا" descr="ث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َا" descr="خ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ثَ" descr="ث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" descr="ط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ا" descr="ث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ثَ" descr="ث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َ" descr="ط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َا" descr="ث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ثَ" descr="ث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َ" descr="ط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َا" descr="ث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َا" descr="خ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ثَ" descr="ث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" descr="ط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َا" descr="خ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ثَ" descr="ث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" descr="ط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ثَ" descr="ث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َ" descr="ط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َخَا" descr="شَخ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شَخَا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يَا" descr="خَي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خَيَا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جَا" descr="خَج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خَجَا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ا" descr="خ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َحَا" descr="نَح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نَحَا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َا" descr="ح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ا" descr="ج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ا" descr="ي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دَ" descr="د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7" name="Card 2 غَا" descr="غ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Card 3 وَا" descr="وَ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9" name="Card 4 رَا" descr="رَا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دَ" descr="د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7" name="Card 2 غَا" descr="غ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Card 3 وَا" descr="وَ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9" name="Card 4 رَا" descr="رَا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غَا" descr="غَ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7" name="Card 3 وَا" descr="وَا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8" name="Card 4 رَا" descr="رَا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َ" descr="ر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َ" descr="ر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" descr="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" descr="ث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َ" descr="ر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َ" descr="ر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" descr="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مَ" descr="نَا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نَا" descr="ن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Card مَ" descr="م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مَ" descr="نَا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ن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Card مَ" descr="مَ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مَ" descr="نَا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ن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Wagon card 2" descr="م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مَ" descr="نَا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نَا" descr="ن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Card مَ" descr="م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مَ" descr="نَا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ن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Wagon card 2" descr="م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Word" descr="نَام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َ" descr="ذ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ا" descr="خ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َا" descr="ذ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َ" descr="ذ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ا" descr="خ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َا" descr="ذ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َا" descr="خ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َا" descr="ذ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َا" descr="خ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َا" descr="ذ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ا" descr="خ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ا" descr="خ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َ" descr="ذ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َا" descr="خَا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َا" descr="ع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ذَا" descr="ذ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ذِ" descr="ذ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َ" descr="ذ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َا" descr="ر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ذَا" descr="ذ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ذِ" descr="ذ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َ" descr="ذ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َا" descr="ر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ا" descr="ذ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ذِ" descr="ذ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ذَ" descr="ذ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رَا" descr="ر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ا" descr="ر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ا" descr="رَا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ا" descr="ر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ا" descr="رَا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َا" descr="ص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رَ" descr="ر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ا" descr="ر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َا" descr="ص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رَ" descr="ر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ا" descr="ر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ا" descr="ر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ا" descr="ر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ِ" descr="ر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َا" descr="صَا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رَ" descr="ر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ا" descr="ر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ا" descr="ج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ا" descr="ر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ا" descr="ج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ا" descr="ج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ا" descr="ج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ا" descr="ر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ا" descr="ر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" descr="ه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رَ" descr="ر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َ" descr="ز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جَ" descr="ج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َ" descr="ق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7" name="Card 2 جَ" descr="ج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Card 3 زَا" descr="زَ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9" name="Card 4 حَ" descr="ح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َ" descr="ق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7" name="Card 2 جَ" descr="ج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Card 3 زَا" descr="زَ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9" name="Card 4 حَ" descr="ح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َ" descr="ق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7" name="Card 2 جَ" descr="ج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Card 4 حَ" descr="ح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زَ" descr="ز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َ" descr="ز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ا" descr="ق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َا" descr="ق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َا" descr="ب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َا" descr="ب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َا" descr="ط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َا" descr="ط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" descr="ش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" descr="ش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" descr="ش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زَ" descr="ز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َ" descr="ز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ا" descr="ق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َا" descr="ق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َا" descr="ب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َا" descr="ب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َا" descr="ط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َا" descr="ط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" descr="ش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زَا" descr="سَز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سَزَا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ا" descr="د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دَا" descr="سَد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سَدَا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رَا" descr="زَر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زَرَا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ذَا" descr="ثَذ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ثَذَا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ا" descr="ذ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َا" descr="ر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ا" descr="ز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ٌ" descr="ب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Card سَ" descr="س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حَا" descr="حَا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بٌ" descr="ب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حَا" descr="ح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ح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ard بٌ" descr="ب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ح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Wagon card 3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ٌ" descr="ب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Card سَ" descr="س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حَا" descr="حَا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بٌ" descr="ب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حَا" descr="ح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حَابٌ" descr="سَحَا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ح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Wagon card 3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Word" descr="سَحَاب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َا" descr="س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َا" descr="س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َا" descr="س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َا" descr="س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سَا" descr="س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سَا" descr="س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َا" descr="س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َا" descr="س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سَ" descr="س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َ" descr="س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ِ" descr="س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َا" descr="س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َ" descr="س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ِ" descr="س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َا" descr="س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سَا" descr="س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َ" descr="س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ِ" descr="س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شَا" descr="ش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شِ" descr="ش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َ" descr="ش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َا" descr="ل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شَا" descr="ش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شَا" descr="ش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شِ" descr="ش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َ" descr="ش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َا" descr="لَا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شَا" descr="ش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شِ" descr="ش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َ" descr="ش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َا" descr="ل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ا" descr="ش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شِ" descr="ش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َ" descr="ش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َا" descr="ل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ا" descr="ش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شَا" descr="ش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شِ" descr="ش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َ" descr="ش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َا" descr="ل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شَا" descr="ش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شِ" descr="ش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َ" descr="ش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َا" descr="ل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شِ" descr="ش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َ" descr="ش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َا" descr="لَا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ا" descr="ر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شَا" descr="ش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ا" descr="ر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شَا" descr="ش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شَا" descr="ش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شَا" descr="ش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ا" descr="ر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ا" descr="ر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َ" descr="ض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لِسَانٌ" descr="لِسَا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لِسَانٌ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رَابٌ" descr="شَر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شَرَابٌ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امِدٌ" descr="حَامِ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حَامِدٌ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مَ" descr="قَا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مِعٌ" descr="سَامِع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سَامِعٌ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رَابٌ" descr="شَر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شَرَابٌ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امِدٌ" descr="حَامِ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حَامِدٌ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مَ" descr="قَا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مِعٌ" descr="سَامِع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سَامِعٌ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ارٌ" descr="ن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امِدٌ" descr="حَامِ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حَامِدٌ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مَ" descr="قَا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مِعٌ" descr="سَامِع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سَامِعٌ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ارٌ" descr="ن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اتِبٌ" descr="كَاتِ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كَاتِبٌ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مَ" descr="قَا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مِعٌ" descr="سَامِع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سَامِعٌ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ارٌ" descr="ن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اتِبٌ" descr="كَاتِ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كَاتِبٌ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ارٌ" descr="د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مِعٌ" descr="سَامِع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سَامِعٌ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ارٌ" descr="ن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اتِبٌ" descr="كَاتِ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كَاتِبٌ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ارٌ" descr="د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ِتَابٌ" descr="كِت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2 هَا" descr="ه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Card 3 صَ" descr="ص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Card 4 عَا" descr="ع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2 هَا" descr="ه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Card 3 صَ" descr="ص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Card 4 عَا" descr="ع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2 هَا" descr="هَ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Card 4 عَا" descr="عَا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صَا" descr="ص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َا" descr="ص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َ" descr="ب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َ" descr="ب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َا" descr="ظ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َا" descr="ظ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َ" descr="ع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َ" descr="ع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َا" descr="ي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َا" descr="ي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َا" descr="ي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صَا" descr="ص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َا" descr="ص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َ" descr="ب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َ" descr="ب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َا" descr="ظ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َا" descr="ظ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َ" descr="ع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َ" descr="ع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َا" descr="ي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غَ" descr="غَ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زَا" descr="ز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زَا" descr="زَا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card 2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Card لٌ" descr="ل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card 2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غَ" descr="غَ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زَا" descr="ز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زَا" descr="زَا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زَالٌ" descr="غَزَا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غَزَالٌ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card 2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Word" descr="غَزَال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غَزَالٌ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ا" descr="ض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ا" descr="ه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ضَا" descr="ض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ا" descr="ضَا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ا" descr="ه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ضَا" descr="ض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هَا" descr="ه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َا" descr="ض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هَا" descr="ه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َا" descr="ض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ا" descr="ض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ا" descr="ه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ا" descr="ض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ا" descr="هَا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َا" descr="ث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هَا" descr="هَا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َا" descr="ث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ضَ" descr="ض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َا" descr="ض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ضِ" descr="ض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َا" descr="ظ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ضَ" descr="ض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َا" descr="ض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ضِ" descr="ض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َا" descr="ظ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ا" descr="ض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ضَ" descr="ض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ضِ" descr="ض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ظَا" descr="ظ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ا" descr="ص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صَا" descr="ثَص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ثَصَا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ضَا" descr="فَض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فَضَا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َسَا" descr="أَس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أَسَا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َا" descr="ش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شَا" descr="قَش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قَشَا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َا" descr="ض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ا" descr="س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َا" descr="طَا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طِ" descr="ط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َا" descr="ط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َا" descr="طَا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طِ" descr="ط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َا" descr="ط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4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3" descr="Fish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طِ" descr="طِ">
            <a:hlinkClick action="ppaction://hlinksldjump" r:id="rId4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2" name="Fish 4" descr="Fish 4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غَا" descr="غَا">
            <a:hlinkClick action="ppaction://hlinksldjump" r:id="rId4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َا" descr="طَا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4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3" descr="Fish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طِ" descr="طِ">
            <a:hlinkClick action="ppaction://hlinksldjump" r:id="rId4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2" name="Fish 4" descr="Fish 4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غَا" descr="غَا">
            <a:hlinkClick action="ppaction://hlinksldjump" r:id="rId4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َا" descr="طَا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َا" descr="طَا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طِ" descr="ط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َا" descr="طَا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طِ" descr="ط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طِ" descr="ط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غَا" descr="غَا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ا" descr="ق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ا" descr="طَا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قَ" descr="ق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شَ" descr="ش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ا" descr="ق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َا" descr="طَا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قَ" descr="ق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شَ" descr="ش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َا" descr="ط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َ" descr="ق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" descr="ش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َا" descr="ط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َ" descr="ق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" descr="ش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ا" descr="ق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َ" descr="ق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" descr="ش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ا" descr="ق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َ" descr="ق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شَ" descr="ش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قَ" descr="ق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شَ" descr="ش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طَ" descr="ط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ظَا" descr="ظ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7" name="Card 2 هَ" descr="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Card 3 يَ" descr="ي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9" name="Card 4 ضَ" descr="ض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ظَا" descr="ظ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7" name="Card 2 هَ" descr="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Card 3 يَ" descr="ي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9" name="Card 4 ضَ" descr="ض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هَ" descr="ه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7" name="Card 3 يَ" descr="ي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Card 4 ضَ" descr="ض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ظَ" descr="ظ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َ" descr="ظ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َ" descr="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َ" descr="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َ" descr="ع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َ" descr="ع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" descr="غ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" descr="غ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" descr="غ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ظَ" descr="ظ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َ" descr="ظ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َ" descr="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َ" descr="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َ" descr="ع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َ" descr="ع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" descr="غ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جَا" descr="ج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ard لِ" descr="لِ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سٌ" descr="س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سٌ" descr="س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سٌ" descr="س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card 3" descr="س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جَا" descr="ج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ard لِ" descr="لِ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سٌ" descr="س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سٌ" descr="س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الِسٌ" descr="جَالِ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جَالِسٌ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card 3" descr="س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Word" descr="جَالِس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جَالِسٌ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عَا" descr="ع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ا" descr="ج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عَ" descr="ع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عَا" descr="ع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ا" descr="ج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عَ" descr="ع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ا" descr="ع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َا" descr="ج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عَ" descr="ع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َا" descr="ج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عَ" descr="ع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َا" descr="ع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عَا" descr="ع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ا" descr="ج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عَ" descr="ع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عَا" descr="ع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ا" descr="ج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عَ" descr="ع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َا" descr="جَا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عَ" descr="ع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حَا" descr="حَا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ا" descr="ص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عَ" descr="ع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عَا" descr="عَا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عِ" descr="ع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ا" descr="ص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عَ" descr="ع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عَا" descr="عَا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عِ" descr="ع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عَا" descr="ع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ا" descr="صَا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عَ" descr="ع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عِ" descr="ع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غَا" descr="غَا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غَا" descr="غَا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غَا" descr="غ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غَا" descr="غ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َا" descr="غ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غَا" descr="غ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غِ" descr="غ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ا" descr="فَا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َا" descr="غ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َا" descr="غَا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َا" descr="غ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َا" descr="غَا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ا" descr="ز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َ" descr="غ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َ" descr="م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َ" descr="ز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َ" descr="ش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غَ" descr="غ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طَا" descr="خَط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خَطَا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َا" descr="ط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َا" descr="ظ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ظَا" descr="هَظ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هَظَا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غَا" descr="مَغ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مَغَا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ا" descr="ع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َعَا" descr="بَع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بَعَا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َا" descr="غ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ظَا" descr="ظ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7" name="Card 2 غَا" descr="غ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Card 3 فَ" descr="ف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9" name="Card 4 يَا" descr="ي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ظَا" descr="ظ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7" name="Card 2 غَا" descr="غ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Card 3 فَ" descr="ف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9" name="Card 4 يَا" descr="ي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ظَا" descr="ظ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7" name="Card 2 غَا" descr="غَ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Card 4 يَا" descr="يَا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فَا" descr="ف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َا" descr="ف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َ" descr="ط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َ" descr="ط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" descr="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ا" descr="غ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ا" descr="غ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َا" descr="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َا" descr="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َا" descr="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فَا" descr="ف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َا" descr="ف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َ" descr="ط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َ" descr="ط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" descr="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ا" descr="غ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ا" descr="غ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َا" descr="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ارَ" descr="زَا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زَارَ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0" name="Card زَا" descr="ز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ارَ" descr="زَا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زَارَ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ارَ" descr="زَا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زَارَ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0" name="Wagon card 2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ارَ" descr="زَا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زَارَ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0" name="Card زَا" descr="زَا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ارَ" descr="زَا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زَارَ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ز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0" name="Wagon card 2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Word" descr="زَار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زَارَ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َا" descr="ق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يَا" descr="ي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َا" descr="ق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يَا" descr="ي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َا" descr="ق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يَا" descr="ي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ا" descr="ل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َا" descr="ق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يَا" descr="ي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يَا" descr="ي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ا" descr="ق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ا" descr="ل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يَا" descr="ي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ا" descr="لَا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يَا" descr="ي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قَ" descr="ق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قَا" descr="ق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ِ" descr="ق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َا" descr="زَا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َ" descr="ق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قَا" descr="ق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ِ" descr="ق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َا" descr="زَا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َ" descr="ق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ا" descr="ق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قِ" descr="ق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زَا" descr="زَا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قَ" descr="ق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كَا" descr="ك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كَ" descr="ك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ا" descr="ك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ِ" descr="ك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ا" descr="د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كَا" descr="ك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كَ" descr="ك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ا" descr="ك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ِ" descr="ك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ا" descr="دَا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كَ" descr="ك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كَا" descr="ك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كِ" descr="ك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ا" descr="د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كَ" descr="ك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كَا" descr="ك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كِ" descr="ك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ا" descr="د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كَا" descr="ك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كَ" descr="ك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كِ" descr="ك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ا" descr="د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كَا" descr="كَا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كَ" descr="ك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كِ" descr="ك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ا" descr="د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ا" descr="ك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كَ" descr="ك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كِ" descr="ك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دَا" descr="دَا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كَا" descr="ك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َا" descr="عَا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كَا" descr="ك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َا" descr="عَا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عَا" descr="ع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عَا" descr="عَا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كَا" descr="ك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كَا" descr="ك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َ" descr="و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زَ" descr="ز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عَ" descr="ع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َا" descr="ل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7" name="Card 2 يَ" descr="ي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Card 3 مَ" descr="م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9" name="Card 4 فَ" descr="ف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َا" descr="ل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7" name="Card 2 يَ" descr="ي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Card 3 مَ" descr="م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9" name="Card 4 فَ" descr="ف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يَ" descr="ي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7" name="Card 3 مَ" descr="م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Card 4 فَ" descr="ف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َا" descr="خ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َا" descr="خ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" descr="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" descr="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" descr="ح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" descr="ح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" descr="ث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َا" descr="خ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َا" descr="خ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" descr="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" descr="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" descr="ح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" descr="ح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َا" descr="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" descr="ث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لَا" descr="قَل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قَلَا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فَا" descr="تَف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تَفَا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كَا" descr="يَك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يَكَا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ا" descr="ق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ا" descr="ف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ا" descr="ل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َا" descr="ك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قَا" descr="دَق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دَقَا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بِ" descr="بِ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صَا" descr="ص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بِ" descr="بِ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1" name="Wagon card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1" name="Wagon card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بِ" descr="بِ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صَا" descr="ص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بِ" descr="بِ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ابِرٌ" descr="صَاب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صَابِرٌ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1" name="Wagon card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صَابِ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صَابِرٌ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ا" descr="م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ا" descr="م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َ" descr="م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ا" descr="م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ا" descr="مَا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َ" descr="م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مَا" descr="م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مَ" descr="م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مَا" descr="م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مَ" descr="م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ا" descr="م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مَ" descr="م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ا" descr="م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مَ" descr="م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ا" descr="ظَا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َا" descr="صَا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مَ" descr="م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ا" descr="م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ِ" descr="م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َا" descr="و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ا" descr="م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ِ" descr="م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َا" descr="و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َا" descr="م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مِ" descr="م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مَ" descr="م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وَا" descr="و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ا" descr="ه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ا" descr="و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َا" descr="هَا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هَ" descr="ه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ا" descr="هَا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ا" descr="و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َا" descr="هَا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هَ" descr="ه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وَا" descr="و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َا" descr="ه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هَ" descr="ه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وَا" descr="وَا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َا" descr="ه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هَ" descr="ه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ا" descr="ه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ا" descr="و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هَ" descr="ه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ا" descr="ه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ا" descr="وَا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هَ" descr="ه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هَا" descr="ه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ِ" descr="ه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وَا" descr="وَا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هَ" descr="ه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ا" descr="ه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ا" descr="ط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ا" descr="ه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ا" descr="طَا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طَ" descr="ط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َ" descr="ي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ا" descr="ط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طَ" descr="ط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َ" descr="ي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ا" descr="طَا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ا" descr="ه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َا" descr="ه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َا" descr="ـ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طَ" descr="ط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َ" descr="ي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َا" descr="خ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Card 2 نَا" descr="ن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8" name="Card 3 قَا" descr="قَ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9" name="Card 4 وَ" descr="و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َا" descr="خ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Card 2 نَا" descr="نَ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8" name="Card 3 قَا" descr="قَ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9" name="Card 4 وَ" descr="و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َا" descr="خ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Card 2 نَا" descr="نَ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8" name="Card 3 قَا" descr="قَا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وَا" descr="و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َ" descr="خ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َ" descr="خ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ا" descr="ن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َ" descr="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وَا" descr="و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َ" descr="خ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َ" descr="خ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" descr="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" descr="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َا" descr="ن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َ" descr="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عَا" descr="ع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ع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مٌ" descr="م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ع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ع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عَا" descr="ع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ع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مٌ" descr="م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َالِمٌ" descr="عَالِ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عَالِمٌ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ع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Wagon card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Word" descr="عَالِم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عَالِمٌ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الٌ" descr="مَا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مَالٌ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لَ" descr="قَا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َابٌ" descr="ب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ِصَانٌ" descr="حِصَا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لَ" descr="قَا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َابٌ" descr="ب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ِصَانٌ" descr="حِصَا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مَالٌ" descr="جَمَا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جَمَالٌ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َابٌ" descr="ب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ِصَانٌ" descr="حِصَا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مَالٌ" descr="جَمَا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جَمَالٌ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رَ" descr="س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ِصَانٌ" descr="حِصَا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مَالٌ" descr="جَمَا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جَمَالٌ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رَ" descr="س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ثِمَارٌ" descr="ثِم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ثِمَارٌ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مَالٌ" descr="جَمَا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جَمَالٌ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رَ" descr="س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ثِمَارٌ" descr="ثِم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ثِمَارٌ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ارٌ" descr="جَا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جَارٌ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