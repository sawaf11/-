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bonk.wav" ContentType="audio/wav"/>
  <Override PartName="/ppt/media/snd_cheer.wav" ContentType="audio/wav"/>
  <Override PartName="/ppt/media/snd_ding.wav" ContentType="audio/wav"/>
  <Override PartName="/ppt/media/snd_munch.wav" ContentType="audio/wav"/>
  <Override PartName="/ppt/media/snd_pop.wav" ContentType="audio/wav"/>
  <Override PartName="/ppt/media/snd_splash.wav" ContentType="audio/wav"/>
  <Override PartName="/ppt/media/snd_tada.wav" ContentType="audio/wav"/>
  <Override PartName="/ppt/media/snd_vroom.wav" ContentType="audio/wav"/>
  <Override PartName="/ppt/media/snd_whistle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slide" Target="slide5.xml"/><Relationship Id="rId8" Type="http://schemas.openxmlformats.org/officeDocument/2006/relationships/slide" Target="slide7.xml"/><Relationship Id="rId9" Type="http://schemas.openxmlformats.org/officeDocument/2006/relationships/slide" Target="slide4.xml"/><Relationship Id="rId10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slide" Target="slide5.xml"/><Relationship Id="rId8" Type="http://schemas.openxmlformats.org/officeDocument/2006/relationships/slide" Target="slide7.xml"/><Relationship Id="rId9" Type="http://schemas.openxmlformats.org/officeDocument/2006/relationships/slide" Target="slide4.xml"/><Relationship Id="rId10" Type="http://schemas.openxmlformats.org/officeDocument/2006/relationships/slide" Target="slide10.xml"/><Relationship Id="rId11" Type="http://schemas.openxmlformats.org/officeDocument/2006/relationships/audio" Target="../media/snd_boin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slide" Target="slide9.xml"/><Relationship Id="rId7" Type="http://schemas.openxmlformats.org/officeDocument/2006/relationships/slide" Target="slide6.xml"/><Relationship Id="rId8" Type="http://schemas.openxmlformats.org/officeDocument/2006/relationships/slide" Target="slide10.xml"/><Relationship Id="rId9" Type="http://schemas.openxmlformats.org/officeDocument/2006/relationships/audio" Target="../media/snd_pop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slide" Target="slide9.xml"/><Relationship Id="rId7" Type="http://schemas.openxmlformats.org/officeDocument/2006/relationships/slide" Target="slide6.xml"/><Relationship Id="rId8" Type="http://schemas.openxmlformats.org/officeDocument/2006/relationships/slide" Target="slide10.xml"/><Relationship Id="rId9" Type="http://schemas.openxmlformats.org/officeDocument/2006/relationships/audio" Target="../media/snd_boin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slide" Target="slide9.xml"/><Relationship Id="rId8" Type="http://schemas.openxmlformats.org/officeDocument/2006/relationships/slide" Target="slide8.xml"/><Relationship Id="rId9" Type="http://schemas.openxmlformats.org/officeDocument/2006/relationships/slide" Target="slide10.xml"/><Relationship Id="rId10" Type="http://schemas.openxmlformats.org/officeDocument/2006/relationships/audio" Target="../media/snd_pop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slide" Target="slide9.xml"/><Relationship Id="rId8" Type="http://schemas.openxmlformats.org/officeDocument/2006/relationships/slide" Target="slide8.xml"/><Relationship Id="rId9" Type="http://schemas.openxmlformats.org/officeDocument/2006/relationships/slide" Target="slide10.xml"/><Relationship Id="rId10" Type="http://schemas.openxmlformats.org/officeDocument/2006/relationships/audio" Target="../media/snd_boing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0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" Target="slide12.xml"/><Relationship Id="rId7" Type="http://schemas.openxmlformats.org/officeDocument/2006/relationships/slide" Target="slide13.xml"/><Relationship Id="rId8" Type="http://schemas.openxmlformats.org/officeDocument/2006/relationships/slide" Target="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" Target="slide12.xml"/><Relationship Id="rId7" Type="http://schemas.openxmlformats.org/officeDocument/2006/relationships/slide" Target="slide13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" Target="slide14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slide" Target="slide17.xml"/><Relationship Id="rId8" Type="http://schemas.openxmlformats.org/officeDocument/2006/relationships/slide" Target="slide16.xml"/><Relationship Id="rId9" Type="http://schemas.openxmlformats.org/officeDocument/2006/relationships/slide" Target="slide19.xml"/><Relationship Id="rId10" Type="http://schemas.openxmlformats.org/officeDocument/2006/relationships/slide" Target="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slide" Target="slide17.xml"/><Relationship Id="rId8" Type="http://schemas.openxmlformats.org/officeDocument/2006/relationships/slide" Target="slide16.xml"/><Relationship Id="rId9" Type="http://schemas.openxmlformats.org/officeDocument/2006/relationships/slide" Target="slide19.xml"/><Relationship Id="rId10" Type="http://schemas.openxmlformats.org/officeDocument/2006/relationships/slide" Target="slide22.xml"/><Relationship Id="rId11" Type="http://schemas.openxmlformats.org/officeDocument/2006/relationships/audio" Target="../media/snd_bo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slide" Target="slide18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audio" Target="../media/snd_splash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slide" Target="slide18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audio" Target="../media/snd_bo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1.xml"/><Relationship Id="rId7" Type="http://schemas.openxmlformats.org/officeDocument/2006/relationships/slide" Target="slide20.xml"/><Relationship Id="rId8" Type="http://schemas.openxmlformats.org/officeDocument/2006/relationships/slide" Target="slide22.xml"/><Relationship Id="rId9" Type="http://schemas.openxmlformats.org/officeDocument/2006/relationships/audio" Target="../media/snd_splash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1.xml"/><Relationship Id="rId7" Type="http://schemas.openxmlformats.org/officeDocument/2006/relationships/slide" Target="slide20.xml"/><Relationship Id="rId8" Type="http://schemas.openxmlformats.org/officeDocument/2006/relationships/slide" Target="slide22.xml"/><Relationship Id="rId9" Type="http://schemas.openxmlformats.org/officeDocument/2006/relationships/audio" Target="../media/snd_boing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slide" Target="slide22.xml"/><Relationship Id="rId7" Type="http://schemas.openxmlformats.org/officeDocument/2006/relationships/audio" Target="../media/snd_splas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5.xml"/><Relationship Id="rId4" Type="http://schemas.openxmlformats.org/officeDocument/2006/relationships/slide" Target="slide24.xml"/><Relationship Id="rId5" Type="http://schemas.openxmlformats.org/officeDocument/2006/relationships/slide" Target="slide27.xml"/><Relationship Id="rId6" Type="http://schemas.openxmlformats.org/officeDocument/2006/relationships/slide" Target="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5.xml"/><Relationship Id="rId4" Type="http://schemas.openxmlformats.org/officeDocument/2006/relationships/slide" Target="slide24.xml"/><Relationship Id="rId5" Type="http://schemas.openxmlformats.org/officeDocument/2006/relationships/slide" Target="slide27.xml"/><Relationship Id="rId6" Type="http://schemas.openxmlformats.org/officeDocument/2006/relationships/slide" Target="slide30.xml"/><Relationship Id="rId7" Type="http://schemas.openxmlformats.org/officeDocument/2006/relationships/audio" Target="../media/snd_boin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9.xml"/><Relationship Id="rId4" Type="http://schemas.openxmlformats.org/officeDocument/2006/relationships/slide" Target="slide28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9.xml"/><Relationship Id="rId4" Type="http://schemas.openxmlformats.org/officeDocument/2006/relationships/slide" Target="slide28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0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2.xml"/><Relationship Id="rId4" Type="http://schemas.openxmlformats.org/officeDocument/2006/relationships/slide" Target="slide33.xml"/><Relationship Id="rId5" Type="http://schemas.openxmlformats.org/officeDocument/2006/relationships/slide" Target="slide3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2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audio" Target="../media/snd_boing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4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slide" Target="slide3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2.xml"/><Relationship Id="rId6" Type="http://schemas.openxmlformats.org/officeDocument/2006/relationships/slide" Target="slide36.xml"/><Relationship Id="rId7" Type="http://schemas.openxmlformats.org/officeDocument/2006/relationships/slide" Target="slide4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7.xml"/><Relationship Id="rId6" Type="http://schemas.openxmlformats.org/officeDocument/2006/relationships/slide" Target="slide43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8.xml"/><Relationship Id="rId6" Type="http://schemas.openxmlformats.org/officeDocument/2006/relationships/slide" Target="slide44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5.xml"/><Relationship Id="rId6" Type="http://schemas.openxmlformats.org/officeDocument/2006/relationships/slide" Target="slide39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6.xml"/><Relationship Id="rId6" Type="http://schemas.openxmlformats.org/officeDocument/2006/relationships/slide" Target="slide40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1.xml"/><Relationship Id="rId6" Type="http://schemas.openxmlformats.org/officeDocument/2006/relationships/slide" Target="slide47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48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2.xml"/><Relationship Id="rId6" Type="http://schemas.openxmlformats.org/officeDocument/2006/relationships/slide" Target="slide36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7.xml"/><Relationship Id="rId6" Type="http://schemas.openxmlformats.org/officeDocument/2006/relationships/slide" Target="slide43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8.xml"/><Relationship Id="rId6" Type="http://schemas.openxmlformats.org/officeDocument/2006/relationships/slide" Target="slide44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5.xml"/><Relationship Id="rId6" Type="http://schemas.openxmlformats.org/officeDocument/2006/relationships/slide" Target="slide39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6.xml"/><Relationship Id="rId6" Type="http://schemas.openxmlformats.org/officeDocument/2006/relationships/slide" Target="slide40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1.xml"/><Relationship Id="rId6" Type="http://schemas.openxmlformats.org/officeDocument/2006/relationships/slide" Target="slide47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Relationship Id="rId4" Type="http://schemas.openxmlformats.org/officeDocument/2006/relationships/slide" Target="slide4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3.xml"/><Relationship Id="rId6" Type="http://schemas.openxmlformats.org/officeDocument/2006/relationships/slide" Target="slide50.xml"/><Relationship Id="rId7" Type="http://schemas.openxmlformats.org/officeDocument/2006/relationships/slide" Target="slide5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4.xml"/><Relationship Id="rId6" Type="http://schemas.openxmlformats.org/officeDocument/2006/relationships/slide" Target="slide51.xml"/><Relationship Id="rId7" Type="http://schemas.openxmlformats.org/officeDocument/2006/relationships/slide" Target="slide56.xml"/><Relationship Id="rId8" Type="http://schemas.openxmlformats.org/officeDocument/2006/relationships/audio" Target="../media/snd_ding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2.xml"/><Relationship Id="rId6" Type="http://schemas.openxmlformats.org/officeDocument/2006/relationships/slide" Target="slide56.xml"/><Relationship Id="rId7" Type="http://schemas.openxmlformats.org/officeDocument/2006/relationships/audio" Target="../media/snd_ding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5.xml"/><Relationship Id="rId6" Type="http://schemas.openxmlformats.org/officeDocument/2006/relationships/slide" Target="slide56.xml"/><Relationship Id="rId7" Type="http://schemas.openxmlformats.org/officeDocument/2006/relationships/audio" Target="../media/snd_ding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3.xml"/><Relationship Id="rId6" Type="http://schemas.openxmlformats.org/officeDocument/2006/relationships/slide" Target="slide50.xml"/><Relationship Id="rId7" Type="http://schemas.openxmlformats.org/officeDocument/2006/relationships/slide" Target="slide56.xml"/><Relationship Id="rId8" Type="http://schemas.openxmlformats.org/officeDocument/2006/relationships/audio" Target="../media/snd_boing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4.xml"/><Relationship Id="rId6" Type="http://schemas.openxmlformats.org/officeDocument/2006/relationships/slide" Target="slide51.xml"/><Relationship Id="rId7" Type="http://schemas.openxmlformats.org/officeDocument/2006/relationships/slide" Target="slide56.xml"/><Relationship Id="rId8" Type="http://schemas.openxmlformats.org/officeDocument/2006/relationships/audio" Target="../media/snd_boing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6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57.xml"/><Relationship Id="rId7" Type="http://schemas.openxmlformats.org/officeDocument/2006/relationships/slide" Target="slide58.xml"/><Relationship Id="rId8" Type="http://schemas.openxmlformats.org/officeDocument/2006/relationships/slide" Target="slide60.xml"/><Relationship Id="rId9" Type="http://schemas.openxmlformats.org/officeDocument/2006/relationships/slide" Target="slide6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57.xml"/><Relationship Id="rId7" Type="http://schemas.openxmlformats.org/officeDocument/2006/relationships/slide" Target="slide58.xml"/><Relationship Id="rId8" Type="http://schemas.openxmlformats.org/officeDocument/2006/relationships/slide" Target="slide60.xml"/><Relationship Id="rId9" Type="http://schemas.openxmlformats.org/officeDocument/2006/relationships/slide" Target="slide63.xml"/><Relationship Id="rId10" Type="http://schemas.openxmlformats.org/officeDocument/2006/relationships/audio" Target="../media/snd_boing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59.xml"/><Relationship Id="rId7" Type="http://schemas.openxmlformats.org/officeDocument/2006/relationships/slide" Target="slide62.xml"/><Relationship Id="rId8" Type="http://schemas.openxmlformats.org/officeDocument/2006/relationships/slide" Target="slide63.xml"/><Relationship Id="rId9" Type="http://schemas.openxmlformats.org/officeDocument/2006/relationships/audio" Target="../media/snd_pop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59.xml"/><Relationship Id="rId7" Type="http://schemas.openxmlformats.org/officeDocument/2006/relationships/slide" Target="slide62.xml"/><Relationship Id="rId8" Type="http://schemas.openxmlformats.org/officeDocument/2006/relationships/slide" Target="slide63.xml"/><Relationship Id="rId9" Type="http://schemas.openxmlformats.org/officeDocument/2006/relationships/audio" Target="../media/snd_boing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61.xml"/><Relationship Id="rId7" Type="http://schemas.openxmlformats.org/officeDocument/2006/relationships/slide" Target="slide62.xml"/><Relationship Id="rId8" Type="http://schemas.openxmlformats.org/officeDocument/2006/relationships/slide" Target="slide63.xml"/><Relationship Id="rId9" Type="http://schemas.openxmlformats.org/officeDocument/2006/relationships/audio" Target="../media/snd_pop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61.xml"/><Relationship Id="rId7" Type="http://schemas.openxmlformats.org/officeDocument/2006/relationships/slide" Target="slide62.xml"/><Relationship Id="rId8" Type="http://schemas.openxmlformats.org/officeDocument/2006/relationships/slide" Target="slide63.xml"/><Relationship Id="rId9" Type="http://schemas.openxmlformats.org/officeDocument/2006/relationships/audio" Target="../media/snd_boing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63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Relationship Id="rId6" Type="http://schemas.openxmlformats.org/officeDocument/2006/relationships/image" Target="../media/image28.png"/><Relationship Id="rId7" Type="http://schemas.openxmlformats.org/officeDocument/2006/relationships/slide" Target="slide64.xml"/><Relationship Id="rId8" Type="http://schemas.openxmlformats.org/officeDocument/2006/relationships/slide" Target="slide65.xml"/><Relationship Id="rId9" Type="http://schemas.openxmlformats.org/officeDocument/2006/relationships/slide" Target="slide6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Relationship Id="rId6" Type="http://schemas.openxmlformats.org/officeDocument/2006/relationships/image" Target="../media/image28.png"/><Relationship Id="rId7" Type="http://schemas.openxmlformats.org/officeDocument/2006/relationships/slide" Target="slide64.xml"/><Relationship Id="rId8" Type="http://schemas.openxmlformats.org/officeDocument/2006/relationships/slide" Target="slide65.xml"/><Relationship Id="rId9" Type="http://schemas.openxmlformats.org/officeDocument/2006/relationships/slide" Target="slide66.xml"/><Relationship Id="rId10" Type="http://schemas.openxmlformats.org/officeDocument/2006/relationships/audio" Target="../media/snd_boing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Relationship Id="rId6" Type="http://schemas.openxmlformats.org/officeDocument/2006/relationships/image" Target="../media/image28.png"/><Relationship Id="rId7" Type="http://schemas.openxmlformats.org/officeDocument/2006/relationships/slide" Target="slide66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png"/><Relationship Id="rId4" Type="http://schemas.openxmlformats.org/officeDocument/2006/relationships/slide" Target="slide6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68.xml"/><Relationship Id="rId12" Type="http://schemas.openxmlformats.org/officeDocument/2006/relationships/slide" Target="slide69.xml"/><Relationship Id="rId13" Type="http://schemas.openxmlformats.org/officeDocument/2006/relationships/slide" Target="slide70.xml"/><Relationship Id="rId14" Type="http://schemas.openxmlformats.org/officeDocument/2006/relationships/slide" Target="slide71.xml"/><Relationship Id="rId15" Type="http://schemas.openxmlformats.org/officeDocument/2006/relationships/slide" Target="slide72.xml"/><Relationship Id="rId16" Type="http://schemas.openxmlformats.org/officeDocument/2006/relationships/slide" Target="slide73.xml"/><Relationship Id="rId17" Type="http://schemas.openxmlformats.org/officeDocument/2006/relationships/slide" Target="slide74.xml"/><Relationship Id="rId18" Type="http://schemas.openxmlformats.org/officeDocument/2006/relationships/slide" Target="slide75.xml"/><Relationship Id="rId19" Type="http://schemas.openxmlformats.org/officeDocument/2006/relationships/slide" Target="slide7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" Target="slide77.xml"/><Relationship Id="rId8" Type="http://schemas.openxmlformats.org/officeDocument/2006/relationships/slide" Target="slide78.xml"/><Relationship Id="rId9" Type="http://schemas.openxmlformats.org/officeDocument/2006/relationships/slide" Target="slide80.xml"/><Relationship Id="rId10" Type="http://schemas.openxmlformats.org/officeDocument/2006/relationships/slide" Target="slide8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" Target="slide77.xml"/><Relationship Id="rId8" Type="http://schemas.openxmlformats.org/officeDocument/2006/relationships/slide" Target="slide78.xml"/><Relationship Id="rId9" Type="http://schemas.openxmlformats.org/officeDocument/2006/relationships/slide" Target="slide80.xml"/><Relationship Id="rId10" Type="http://schemas.openxmlformats.org/officeDocument/2006/relationships/slide" Target="slide83.xml"/><Relationship Id="rId11" Type="http://schemas.openxmlformats.org/officeDocument/2006/relationships/audio" Target="../media/snd_bo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slide" Target="slide79.xml"/><Relationship Id="rId7" Type="http://schemas.openxmlformats.org/officeDocument/2006/relationships/slide" Target="slide82.xml"/><Relationship Id="rId8" Type="http://schemas.openxmlformats.org/officeDocument/2006/relationships/slide" Target="slide83.xml"/><Relationship Id="rId9" Type="http://schemas.openxmlformats.org/officeDocument/2006/relationships/audio" Target="../media/snd_splash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slide" Target="slide79.xml"/><Relationship Id="rId7" Type="http://schemas.openxmlformats.org/officeDocument/2006/relationships/slide" Target="slide82.xml"/><Relationship Id="rId8" Type="http://schemas.openxmlformats.org/officeDocument/2006/relationships/slide" Target="slide83.xml"/><Relationship Id="rId9" Type="http://schemas.openxmlformats.org/officeDocument/2006/relationships/audio" Target="../media/snd_boing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" Target="slide81.xml"/><Relationship Id="rId8" Type="http://schemas.openxmlformats.org/officeDocument/2006/relationships/slide" Target="slide82.xml"/><Relationship Id="rId9" Type="http://schemas.openxmlformats.org/officeDocument/2006/relationships/slide" Target="slide83.xml"/><Relationship Id="rId10" Type="http://schemas.openxmlformats.org/officeDocument/2006/relationships/audio" Target="../media/snd_splash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" Target="slide81.xml"/><Relationship Id="rId8" Type="http://schemas.openxmlformats.org/officeDocument/2006/relationships/slide" Target="slide82.xml"/><Relationship Id="rId9" Type="http://schemas.openxmlformats.org/officeDocument/2006/relationships/slide" Target="slide83.xml"/><Relationship Id="rId10" Type="http://schemas.openxmlformats.org/officeDocument/2006/relationships/audio" Target="../media/snd_boing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slide" Target="slide83.xml"/><Relationship Id="rId7" Type="http://schemas.openxmlformats.org/officeDocument/2006/relationships/audio" Target="../media/snd_splas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84.xml"/><Relationship Id="rId4" Type="http://schemas.openxmlformats.org/officeDocument/2006/relationships/slide" Target="slide85.xml"/><Relationship Id="rId5" Type="http://schemas.openxmlformats.org/officeDocument/2006/relationships/slide" Target="slide87.xml"/><Relationship Id="rId6" Type="http://schemas.openxmlformats.org/officeDocument/2006/relationships/slide" Target="slide90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84.xml"/><Relationship Id="rId4" Type="http://schemas.openxmlformats.org/officeDocument/2006/relationships/slide" Target="slide85.xml"/><Relationship Id="rId5" Type="http://schemas.openxmlformats.org/officeDocument/2006/relationships/slide" Target="slide87.xml"/><Relationship Id="rId6" Type="http://schemas.openxmlformats.org/officeDocument/2006/relationships/slide" Target="slide90.xml"/><Relationship Id="rId7" Type="http://schemas.openxmlformats.org/officeDocument/2006/relationships/audio" Target="../media/snd_boing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86.xml"/><Relationship Id="rId4" Type="http://schemas.openxmlformats.org/officeDocument/2006/relationships/slide" Target="slide89.xml"/><Relationship Id="rId5" Type="http://schemas.openxmlformats.org/officeDocument/2006/relationships/slide" Target="slide90.xml"/><Relationship Id="rId6" Type="http://schemas.openxmlformats.org/officeDocument/2006/relationships/audio" Target="../media/snd_bonk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86.xml"/><Relationship Id="rId4" Type="http://schemas.openxmlformats.org/officeDocument/2006/relationships/slide" Target="slide89.xml"/><Relationship Id="rId5" Type="http://schemas.openxmlformats.org/officeDocument/2006/relationships/slide" Target="slide90.xml"/><Relationship Id="rId6" Type="http://schemas.openxmlformats.org/officeDocument/2006/relationships/audio" Target="../media/snd_boing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88.xml"/><Relationship Id="rId4" Type="http://schemas.openxmlformats.org/officeDocument/2006/relationships/slide" Target="slide89.xml"/><Relationship Id="rId5" Type="http://schemas.openxmlformats.org/officeDocument/2006/relationships/slide" Target="slide90.xml"/><Relationship Id="rId6" Type="http://schemas.openxmlformats.org/officeDocument/2006/relationships/audio" Target="../media/snd_bonk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88.xml"/><Relationship Id="rId4" Type="http://schemas.openxmlformats.org/officeDocument/2006/relationships/slide" Target="slide89.xml"/><Relationship Id="rId5" Type="http://schemas.openxmlformats.org/officeDocument/2006/relationships/slide" Target="slide90.xml"/><Relationship Id="rId6" Type="http://schemas.openxmlformats.org/officeDocument/2006/relationships/audio" Target="../media/snd_boing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90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91.xml"/><Relationship Id="rId4" Type="http://schemas.openxmlformats.org/officeDocument/2006/relationships/slide" Target="slide92.xml"/><Relationship Id="rId5" Type="http://schemas.openxmlformats.org/officeDocument/2006/relationships/slide" Target="slide9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91.xml"/><Relationship Id="rId4" Type="http://schemas.openxmlformats.org/officeDocument/2006/relationships/slide" Target="slide92.xml"/><Relationship Id="rId5" Type="http://schemas.openxmlformats.org/officeDocument/2006/relationships/slide" Target="slide93.xml"/><Relationship Id="rId6" Type="http://schemas.openxmlformats.org/officeDocument/2006/relationships/audio" Target="../media/snd_boing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93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94.xml"/><Relationship Id="rId6" Type="http://schemas.openxmlformats.org/officeDocument/2006/relationships/slide" Target="slide100.xml"/><Relationship Id="rId7" Type="http://schemas.openxmlformats.org/officeDocument/2006/relationships/slide" Target="slide10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01.xml"/><Relationship Id="rId6" Type="http://schemas.openxmlformats.org/officeDocument/2006/relationships/slide" Target="slide95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02.xml"/><Relationship Id="rId6" Type="http://schemas.openxmlformats.org/officeDocument/2006/relationships/slide" Target="slide96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03.xml"/><Relationship Id="rId6" Type="http://schemas.openxmlformats.org/officeDocument/2006/relationships/slide" Target="slide97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04.xml"/><Relationship Id="rId6" Type="http://schemas.openxmlformats.org/officeDocument/2006/relationships/slide" Target="slide98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99.xml"/><Relationship Id="rId6" Type="http://schemas.openxmlformats.org/officeDocument/2006/relationships/slide" Target="slide105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106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94.xml"/><Relationship Id="rId6" Type="http://schemas.openxmlformats.org/officeDocument/2006/relationships/slide" Target="slide100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01.xml"/><Relationship Id="rId6" Type="http://schemas.openxmlformats.org/officeDocument/2006/relationships/slide" Target="slide95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02.xml"/><Relationship Id="rId6" Type="http://schemas.openxmlformats.org/officeDocument/2006/relationships/slide" Target="slide96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03.xml"/><Relationship Id="rId6" Type="http://schemas.openxmlformats.org/officeDocument/2006/relationships/slide" Target="slide97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04.xml"/><Relationship Id="rId6" Type="http://schemas.openxmlformats.org/officeDocument/2006/relationships/slide" Target="slide98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99.xml"/><Relationship Id="rId6" Type="http://schemas.openxmlformats.org/officeDocument/2006/relationships/slide" Target="slide105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09.xml"/><Relationship Id="rId6" Type="http://schemas.openxmlformats.org/officeDocument/2006/relationships/slide" Target="slide107.xml"/><Relationship Id="rId7" Type="http://schemas.openxmlformats.org/officeDocument/2006/relationships/slide" Target="slide11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08.xml"/><Relationship Id="rId6" Type="http://schemas.openxmlformats.org/officeDocument/2006/relationships/slide" Target="slide111.xml"/><Relationship Id="rId7" Type="http://schemas.openxmlformats.org/officeDocument/2006/relationships/audio" Target="../media/snd_ding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10.xml"/><Relationship Id="rId6" Type="http://schemas.openxmlformats.org/officeDocument/2006/relationships/slide" Target="slide111.xml"/><Relationship Id="rId7" Type="http://schemas.openxmlformats.org/officeDocument/2006/relationships/audio" Target="../media/snd_ding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09.xml"/><Relationship Id="rId6" Type="http://schemas.openxmlformats.org/officeDocument/2006/relationships/slide" Target="slide107.xml"/><Relationship Id="rId7" Type="http://schemas.openxmlformats.org/officeDocument/2006/relationships/slide" Target="slide111.xml"/><Relationship Id="rId8" Type="http://schemas.openxmlformats.org/officeDocument/2006/relationships/audio" Target="../media/snd_boing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11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slide" Target="slide112.xml"/><Relationship Id="rId6" Type="http://schemas.openxmlformats.org/officeDocument/2006/relationships/slide" Target="slide113.xml"/><Relationship Id="rId7" Type="http://schemas.openxmlformats.org/officeDocument/2006/relationships/slide" Target="slide115.xml"/><Relationship Id="rId8" Type="http://schemas.openxmlformats.org/officeDocument/2006/relationships/slide" Target="slide11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slide" Target="slide112.xml"/><Relationship Id="rId6" Type="http://schemas.openxmlformats.org/officeDocument/2006/relationships/slide" Target="slide113.xml"/><Relationship Id="rId7" Type="http://schemas.openxmlformats.org/officeDocument/2006/relationships/slide" Target="slide115.xml"/><Relationship Id="rId8" Type="http://schemas.openxmlformats.org/officeDocument/2006/relationships/slide" Target="slide118.xml"/><Relationship Id="rId9" Type="http://schemas.openxmlformats.org/officeDocument/2006/relationships/audio" Target="../media/snd_boing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slide" Target="slide114.xml"/><Relationship Id="rId6" Type="http://schemas.openxmlformats.org/officeDocument/2006/relationships/slide" Target="slide117.xml"/><Relationship Id="rId7" Type="http://schemas.openxmlformats.org/officeDocument/2006/relationships/slide" Target="slide118.xml"/><Relationship Id="rId8" Type="http://schemas.openxmlformats.org/officeDocument/2006/relationships/audio" Target="../media/snd_pop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slide" Target="slide114.xml"/><Relationship Id="rId6" Type="http://schemas.openxmlformats.org/officeDocument/2006/relationships/slide" Target="slide117.xml"/><Relationship Id="rId7" Type="http://schemas.openxmlformats.org/officeDocument/2006/relationships/slide" Target="slide118.xml"/><Relationship Id="rId8" Type="http://schemas.openxmlformats.org/officeDocument/2006/relationships/audio" Target="../media/snd_boing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slide" Target="slide116.xml"/><Relationship Id="rId6" Type="http://schemas.openxmlformats.org/officeDocument/2006/relationships/slide" Target="slide117.xml"/><Relationship Id="rId7" Type="http://schemas.openxmlformats.org/officeDocument/2006/relationships/slide" Target="slide118.xml"/><Relationship Id="rId8" Type="http://schemas.openxmlformats.org/officeDocument/2006/relationships/audio" Target="../media/snd_pop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slide" Target="slide116.xml"/><Relationship Id="rId6" Type="http://schemas.openxmlformats.org/officeDocument/2006/relationships/slide" Target="slide117.xml"/><Relationship Id="rId7" Type="http://schemas.openxmlformats.org/officeDocument/2006/relationships/slide" Target="slide118.xml"/><Relationship Id="rId8" Type="http://schemas.openxmlformats.org/officeDocument/2006/relationships/audio" Target="../media/snd_bo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slide" Target="slide118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38.png"/><Relationship Id="rId6" Type="http://schemas.openxmlformats.org/officeDocument/2006/relationships/image" Target="../media/image10.png"/><Relationship Id="rId7" Type="http://schemas.openxmlformats.org/officeDocument/2006/relationships/slide" Target="slide119.xml"/><Relationship Id="rId8" Type="http://schemas.openxmlformats.org/officeDocument/2006/relationships/slide" Target="slide120.xml"/><Relationship Id="rId9" Type="http://schemas.openxmlformats.org/officeDocument/2006/relationships/slide" Target="slide12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38.png"/><Relationship Id="rId6" Type="http://schemas.openxmlformats.org/officeDocument/2006/relationships/image" Target="../media/image10.png"/><Relationship Id="rId7" Type="http://schemas.openxmlformats.org/officeDocument/2006/relationships/slide" Target="slide119.xml"/><Relationship Id="rId8" Type="http://schemas.openxmlformats.org/officeDocument/2006/relationships/slide" Target="slide120.xml"/><Relationship Id="rId9" Type="http://schemas.openxmlformats.org/officeDocument/2006/relationships/slide" Target="slide121.xml"/><Relationship Id="rId10" Type="http://schemas.openxmlformats.org/officeDocument/2006/relationships/audio" Target="../media/snd_boing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5" Type="http://schemas.openxmlformats.org/officeDocument/2006/relationships/image" Target="../media/image38.png"/><Relationship Id="rId6" Type="http://schemas.openxmlformats.org/officeDocument/2006/relationships/image" Target="../media/image10.png"/><Relationship Id="rId7" Type="http://schemas.openxmlformats.org/officeDocument/2006/relationships/slide" Target="slide121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39.png"/><Relationship Id="rId5" Type="http://schemas.openxmlformats.org/officeDocument/2006/relationships/image" Target="../media/image16.png"/><Relationship Id="rId6" Type="http://schemas.openxmlformats.org/officeDocument/2006/relationships/slide" Target="slide122.xml"/><Relationship Id="rId7" Type="http://schemas.openxmlformats.org/officeDocument/2006/relationships/slide" Target="slide123.xml"/><Relationship Id="rId8" Type="http://schemas.openxmlformats.org/officeDocument/2006/relationships/slide" Target="slide125.xml"/><Relationship Id="rId9" Type="http://schemas.openxmlformats.org/officeDocument/2006/relationships/slide" Target="slide128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39.png"/><Relationship Id="rId5" Type="http://schemas.openxmlformats.org/officeDocument/2006/relationships/image" Target="../media/image16.png"/><Relationship Id="rId6" Type="http://schemas.openxmlformats.org/officeDocument/2006/relationships/slide" Target="slide122.xml"/><Relationship Id="rId7" Type="http://schemas.openxmlformats.org/officeDocument/2006/relationships/slide" Target="slide123.xml"/><Relationship Id="rId8" Type="http://schemas.openxmlformats.org/officeDocument/2006/relationships/slide" Target="slide125.xml"/><Relationship Id="rId9" Type="http://schemas.openxmlformats.org/officeDocument/2006/relationships/slide" Target="slide128.xml"/><Relationship Id="rId10" Type="http://schemas.openxmlformats.org/officeDocument/2006/relationships/audio" Target="../media/snd_boing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slide" Target="slide124.xml"/><Relationship Id="rId6" Type="http://schemas.openxmlformats.org/officeDocument/2006/relationships/slide" Target="slide127.xml"/><Relationship Id="rId7" Type="http://schemas.openxmlformats.org/officeDocument/2006/relationships/slide" Target="slide128.xml"/><Relationship Id="rId8" Type="http://schemas.openxmlformats.org/officeDocument/2006/relationships/audio" Target="../media/snd_splash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slide" Target="slide124.xml"/><Relationship Id="rId6" Type="http://schemas.openxmlformats.org/officeDocument/2006/relationships/slide" Target="slide127.xml"/><Relationship Id="rId7" Type="http://schemas.openxmlformats.org/officeDocument/2006/relationships/slide" Target="slide128.xml"/><Relationship Id="rId8" Type="http://schemas.openxmlformats.org/officeDocument/2006/relationships/audio" Target="../media/snd_boing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39.png"/><Relationship Id="rId5" Type="http://schemas.openxmlformats.org/officeDocument/2006/relationships/image" Target="../media/image16.png"/><Relationship Id="rId6" Type="http://schemas.openxmlformats.org/officeDocument/2006/relationships/slide" Target="slide126.xml"/><Relationship Id="rId7" Type="http://schemas.openxmlformats.org/officeDocument/2006/relationships/slide" Target="slide127.xml"/><Relationship Id="rId8" Type="http://schemas.openxmlformats.org/officeDocument/2006/relationships/slide" Target="slide128.xml"/><Relationship Id="rId9" Type="http://schemas.openxmlformats.org/officeDocument/2006/relationships/audio" Target="../media/snd_splash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39.png"/><Relationship Id="rId5" Type="http://schemas.openxmlformats.org/officeDocument/2006/relationships/image" Target="../media/image16.png"/><Relationship Id="rId6" Type="http://schemas.openxmlformats.org/officeDocument/2006/relationships/slide" Target="slide126.xml"/><Relationship Id="rId7" Type="http://schemas.openxmlformats.org/officeDocument/2006/relationships/slide" Target="slide127.xml"/><Relationship Id="rId8" Type="http://schemas.openxmlformats.org/officeDocument/2006/relationships/slide" Target="slide128.xml"/><Relationship Id="rId9" Type="http://schemas.openxmlformats.org/officeDocument/2006/relationships/audio" Target="../media/snd_boing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slide" Target="slide128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29.xml"/><Relationship Id="rId4" Type="http://schemas.openxmlformats.org/officeDocument/2006/relationships/slide" Target="slide130.xml"/><Relationship Id="rId5" Type="http://schemas.openxmlformats.org/officeDocument/2006/relationships/slide" Target="slide132.xml"/><Relationship Id="rId6" Type="http://schemas.openxmlformats.org/officeDocument/2006/relationships/slide" Target="slide135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29.xml"/><Relationship Id="rId4" Type="http://schemas.openxmlformats.org/officeDocument/2006/relationships/slide" Target="slide130.xml"/><Relationship Id="rId5" Type="http://schemas.openxmlformats.org/officeDocument/2006/relationships/slide" Target="slide132.xml"/><Relationship Id="rId6" Type="http://schemas.openxmlformats.org/officeDocument/2006/relationships/slide" Target="slide135.xml"/><Relationship Id="rId7" Type="http://schemas.openxmlformats.org/officeDocument/2006/relationships/audio" Target="../media/snd_boing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31.xml"/><Relationship Id="rId4" Type="http://schemas.openxmlformats.org/officeDocument/2006/relationships/slide" Target="slide134.xml"/><Relationship Id="rId5" Type="http://schemas.openxmlformats.org/officeDocument/2006/relationships/slide" Target="slide135.xml"/><Relationship Id="rId6" Type="http://schemas.openxmlformats.org/officeDocument/2006/relationships/audio" Target="../media/snd_bonk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31.xml"/><Relationship Id="rId4" Type="http://schemas.openxmlformats.org/officeDocument/2006/relationships/slide" Target="slide134.xml"/><Relationship Id="rId5" Type="http://schemas.openxmlformats.org/officeDocument/2006/relationships/slide" Target="slide135.xml"/><Relationship Id="rId6" Type="http://schemas.openxmlformats.org/officeDocument/2006/relationships/audio" Target="../media/snd_boing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33.xml"/><Relationship Id="rId4" Type="http://schemas.openxmlformats.org/officeDocument/2006/relationships/slide" Target="slide134.xml"/><Relationship Id="rId5" Type="http://schemas.openxmlformats.org/officeDocument/2006/relationships/slide" Target="slide135.xml"/><Relationship Id="rId6" Type="http://schemas.openxmlformats.org/officeDocument/2006/relationships/audio" Target="../media/snd_bonk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33.xml"/><Relationship Id="rId4" Type="http://schemas.openxmlformats.org/officeDocument/2006/relationships/slide" Target="slide134.xml"/><Relationship Id="rId5" Type="http://schemas.openxmlformats.org/officeDocument/2006/relationships/slide" Target="slide135.xml"/><Relationship Id="rId6" Type="http://schemas.openxmlformats.org/officeDocument/2006/relationships/audio" Target="../media/snd_boing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35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136.xml"/><Relationship Id="rId12" Type="http://schemas.openxmlformats.org/officeDocument/2006/relationships/slide" Target="slide137.xml"/><Relationship Id="rId13" Type="http://schemas.openxmlformats.org/officeDocument/2006/relationships/slide" Target="slide138.xml"/><Relationship Id="rId14" Type="http://schemas.openxmlformats.org/officeDocument/2006/relationships/slide" Target="slide139.xml"/><Relationship Id="rId15" Type="http://schemas.openxmlformats.org/officeDocument/2006/relationships/slide" Target="slide140.xml"/><Relationship Id="rId16" Type="http://schemas.openxmlformats.org/officeDocument/2006/relationships/slide" Target="slide141.xml"/><Relationship Id="rId17" Type="http://schemas.openxmlformats.org/officeDocument/2006/relationships/slide" Target="slide142.xml"/><Relationship Id="rId18" Type="http://schemas.openxmlformats.org/officeDocument/2006/relationships/slide" Target="slide143.xml"/><Relationship Id="rId19" Type="http://schemas.openxmlformats.org/officeDocument/2006/relationships/slide" Target="slide144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45.xml"/><Relationship Id="rId4" Type="http://schemas.openxmlformats.org/officeDocument/2006/relationships/slide" Target="slide146.xml"/><Relationship Id="rId5" Type="http://schemas.openxmlformats.org/officeDocument/2006/relationships/slide" Target="slide14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45.xml"/><Relationship Id="rId4" Type="http://schemas.openxmlformats.org/officeDocument/2006/relationships/slide" Target="slide146.xml"/><Relationship Id="rId5" Type="http://schemas.openxmlformats.org/officeDocument/2006/relationships/slide" Target="slide147.xml"/><Relationship Id="rId6" Type="http://schemas.openxmlformats.org/officeDocument/2006/relationships/audio" Target="../media/snd_boing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47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4.xml"/><Relationship Id="rId6" Type="http://schemas.openxmlformats.org/officeDocument/2006/relationships/slide" Target="slide148.xml"/><Relationship Id="rId7" Type="http://schemas.openxmlformats.org/officeDocument/2006/relationships/slide" Target="slide160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49.xml"/><Relationship Id="rId6" Type="http://schemas.openxmlformats.org/officeDocument/2006/relationships/slide" Target="slide155.xml"/><Relationship Id="rId7" Type="http://schemas.openxmlformats.org/officeDocument/2006/relationships/slide" Target="slide160.xml"/><Relationship Id="rId8" Type="http://schemas.openxmlformats.org/officeDocument/2006/relationships/audio" Target="../media/snd_ding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0.xml"/><Relationship Id="rId6" Type="http://schemas.openxmlformats.org/officeDocument/2006/relationships/slide" Target="slide156.xml"/><Relationship Id="rId7" Type="http://schemas.openxmlformats.org/officeDocument/2006/relationships/slide" Target="slide160.xml"/><Relationship Id="rId8" Type="http://schemas.openxmlformats.org/officeDocument/2006/relationships/audio" Target="../media/snd_ding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1.xml"/><Relationship Id="rId6" Type="http://schemas.openxmlformats.org/officeDocument/2006/relationships/slide" Target="slide157.xml"/><Relationship Id="rId7" Type="http://schemas.openxmlformats.org/officeDocument/2006/relationships/slide" Target="slide160.xml"/><Relationship Id="rId8" Type="http://schemas.openxmlformats.org/officeDocument/2006/relationships/audio" Target="../media/snd_ding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8.xml"/><Relationship Id="rId6" Type="http://schemas.openxmlformats.org/officeDocument/2006/relationships/slide" Target="slide152.xml"/><Relationship Id="rId7" Type="http://schemas.openxmlformats.org/officeDocument/2006/relationships/slide" Target="slide160.xml"/><Relationship Id="rId8" Type="http://schemas.openxmlformats.org/officeDocument/2006/relationships/audio" Target="../media/snd_ding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9.xml"/><Relationship Id="rId6" Type="http://schemas.openxmlformats.org/officeDocument/2006/relationships/slide" Target="slide153.xml"/><Relationship Id="rId7" Type="http://schemas.openxmlformats.org/officeDocument/2006/relationships/slide" Target="slide160.xml"/><Relationship Id="rId8" Type="http://schemas.openxmlformats.org/officeDocument/2006/relationships/audio" Target="../media/snd_ding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160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4.xml"/><Relationship Id="rId6" Type="http://schemas.openxmlformats.org/officeDocument/2006/relationships/slide" Target="slide148.xml"/><Relationship Id="rId7" Type="http://schemas.openxmlformats.org/officeDocument/2006/relationships/slide" Target="slide160.xml"/><Relationship Id="rId8" Type="http://schemas.openxmlformats.org/officeDocument/2006/relationships/audio" Target="../media/snd_boing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49.xml"/><Relationship Id="rId6" Type="http://schemas.openxmlformats.org/officeDocument/2006/relationships/slide" Target="slide155.xml"/><Relationship Id="rId7" Type="http://schemas.openxmlformats.org/officeDocument/2006/relationships/slide" Target="slide160.xml"/><Relationship Id="rId8" Type="http://schemas.openxmlformats.org/officeDocument/2006/relationships/audio" Target="../media/snd_boing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0.xml"/><Relationship Id="rId6" Type="http://schemas.openxmlformats.org/officeDocument/2006/relationships/slide" Target="slide156.xml"/><Relationship Id="rId7" Type="http://schemas.openxmlformats.org/officeDocument/2006/relationships/slide" Target="slide160.xml"/><Relationship Id="rId8" Type="http://schemas.openxmlformats.org/officeDocument/2006/relationships/audio" Target="../media/snd_bo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1.xml"/><Relationship Id="rId6" Type="http://schemas.openxmlformats.org/officeDocument/2006/relationships/slide" Target="slide157.xml"/><Relationship Id="rId7" Type="http://schemas.openxmlformats.org/officeDocument/2006/relationships/slide" Target="slide160.xml"/><Relationship Id="rId8" Type="http://schemas.openxmlformats.org/officeDocument/2006/relationships/audio" Target="../media/snd_boing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8.xml"/><Relationship Id="rId6" Type="http://schemas.openxmlformats.org/officeDocument/2006/relationships/slide" Target="slide152.xml"/><Relationship Id="rId7" Type="http://schemas.openxmlformats.org/officeDocument/2006/relationships/slide" Target="slide160.xml"/><Relationship Id="rId8" Type="http://schemas.openxmlformats.org/officeDocument/2006/relationships/audio" Target="../media/snd_boing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9.xml"/><Relationship Id="rId6" Type="http://schemas.openxmlformats.org/officeDocument/2006/relationships/slide" Target="slide153.xml"/><Relationship Id="rId7" Type="http://schemas.openxmlformats.org/officeDocument/2006/relationships/slide" Target="slide160.xml"/><Relationship Id="rId8" Type="http://schemas.openxmlformats.org/officeDocument/2006/relationships/audio" Target="../media/snd_boing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64.xml"/><Relationship Id="rId6" Type="http://schemas.openxmlformats.org/officeDocument/2006/relationships/slide" Target="slide161.xml"/><Relationship Id="rId7" Type="http://schemas.openxmlformats.org/officeDocument/2006/relationships/slide" Target="slide16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65.xml"/><Relationship Id="rId6" Type="http://schemas.openxmlformats.org/officeDocument/2006/relationships/slide" Target="slide162.xml"/><Relationship Id="rId7" Type="http://schemas.openxmlformats.org/officeDocument/2006/relationships/slide" Target="slide167.xml"/><Relationship Id="rId8" Type="http://schemas.openxmlformats.org/officeDocument/2006/relationships/audio" Target="../media/snd_ding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63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66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64.xml"/><Relationship Id="rId6" Type="http://schemas.openxmlformats.org/officeDocument/2006/relationships/slide" Target="slide161.xml"/><Relationship Id="rId7" Type="http://schemas.openxmlformats.org/officeDocument/2006/relationships/slide" Target="slide167.xml"/><Relationship Id="rId8" Type="http://schemas.openxmlformats.org/officeDocument/2006/relationships/audio" Target="../media/snd_boing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65.xml"/><Relationship Id="rId6" Type="http://schemas.openxmlformats.org/officeDocument/2006/relationships/slide" Target="slide162.xml"/><Relationship Id="rId7" Type="http://schemas.openxmlformats.org/officeDocument/2006/relationships/slide" Target="slide167.xml"/><Relationship Id="rId8" Type="http://schemas.openxmlformats.org/officeDocument/2006/relationships/audio" Target="../media/snd_boing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67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40.png"/><Relationship Id="rId6" Type="http://schemas.openxmlformats.org/officeDocument/2006/relationships/image" Target="../media/image26.png"/><Relationship Id="rId7" Type="http://schemas.openxmlformats.org/officeDocument/2006/relationships/slide" Target="slide168.xml"/><Relationship Id="rId8" Type="http://schemas.openxmlformats.org/officeDocument/2006/relationships/slide" Target="slide169.xml"/><Relationship Id="rId9" Type="http://schemas.openxmlformats.org/officeDocument/2006/relationships/slide" Target="slide171.xml"/><Relationship Id="rId10" Type="http://schemas.openxmlformats.org/officeDocument/2006/relationships/slide" Target="slide174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40.png"/><Relationship Id="rId6" Type="http://schemas.openxmlformats.org/officeDocument/2006/relationships/image" Target="../media/image26.png"/><Relationship Id="rId7" Type="http://schemas.openxmlformats.org/officeDocument/2006/relationships/slide" Target="slide168.xml"/><Relationship Id="rId8" Type="http://schemas.openxmlformats.org/officeDocument/2006/relationships/slide" Target="slide169.xml"/><Relationship Id="rId9" Type="http://schemas.openxmlformats.org/officeDocument/2006/relationships/slide" Target="slide171.xml"/><Relationship Id="rId10" Type="http://schemas.openxmlformats.org/officeDocument/2006/relationships/slide" Target="slide174.xml"/><Relationship Id="rId11" Type="http://schemas.openxmlformats.org/officeDocument/2006/relationships/audio" Target="../media/snd_boing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0.png"/><Relationship Id="rId5" Type="http://schemas.openxmlformats.org/officeDocument/2006/relationships/image" Target="../media/image26.png"/><Relationship Id="rId6" Type="http://schemas.openxmlformats.org/officeDocument/2006/relationships/slide" Target="slide170.xml"/><Relationship Id="rId7" Type="http://schemas.openxmlformats.org/officeDocument/2006/relationships/slide" Target="slide173.xml"/><Relationship Id="rId8" Type="http://schemas.openxmlformats.org/officeDocument/2006/relationships/slide" Target="slide174.xml"/><Relationship Id="rId9" Type="http://schemas.openxmlformats.org/officeDocument/2006/relationships/audio" Target="../media/snd_pop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0.png"/><Relationship Id="rId5" Type="http://schemas.openxmlformats.org/officeDocument/2006/relationships/image" Target="../media/image26.png"/><Relationship Id="rId6" Type="http://schemas.openxmlformats.org/officeDocument/2006/relationships/slide" Target="slide170.xml"/><Relationship Id="rId7" Type="http://schemas.openxmlformats.org/officeDocument/2006/relationships/slide" Target="slide173.xml"/><Relationship Id="rId8" Type="http://schemas.openxmlformats.org/officeDocument/2006/relationships/slide" Target="slide174.xml"/><Relationship Id="rId9" Type="http://schemas.openxmlformats.org/officeDocument/2006/relationships/audio" Target="../media/snd_bo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40.png"/><Relationship Id="rId6" Type="http://schemas.openxmlformats.org/officeDocument/2006/relationships/image" Target="../media/image26.png"/><Relationship Id="rId7" Type="http://schemas.openxmlformats.org/officeDocument/2006/relationships/slide" Target="slide172.xml"/><Relationship Id="rId8" Type="http://schemas.openxmlformats.org/officeDocument/2006/relationships/slide" Target="slide173.xml"/><Relationship Id="rId9" Type="http://schemas.openxmlformats.org/officeDocument/2006/relationships/slide" Target="slide174.xml"/><Relationship Id="rId10" Type="http://schemas.openxmlformats.org/officeDocument/2006/relationships/audio" Target="../media/snd_pop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40.png"/><Relationship Id="rId6" Type="http://schemas.openxmlformats.org/officeDocument/2006/relationships/image" Target="../media/image26.png"/><Relationship Id="rId7" Type="http://schemas.openxmlformats.org/officeDocument/2006/relationships/slide" Target="slide172.xml"/><Relationship Id="rId8" Type="http://schemas.openxmlformats.org/officeDocument/2006/relationships/slide" Target="slide173.xml"/><Relationship Id="rId9" Type="http://schemas.openxmlformats.org/officeDocument/2006/relationships/slide" Target="slide174.xml"/><Relationship Id="rId10" Type="http://schemas.openxmlformats.org/officeDocument/2006/relationships/audio" Target="../media/snd_boing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0.png"/><Relationship Id="rId5" Type="http://schemas.openxmlformats.org/officeDocument/2006/relationships/image" Target="../media/image26.png"/><Relationship Id="rId6" Type="http://schemas.openxmlformats.org/officeDocument/2006/relationships/slide" Target="slide174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38.png"/><Relationship Id="rId6" Type="http://schemas.openxmlformats.org/officeDocument/2006/relationships/image" Target="../media/image27.png"/><Relationship Id="rId7" Type="http://schemas.openxmlformats.org/officeDocument/2006/relationships/slide" Target="slide175.xml"/><Relationship Id="rId8" Type="http://schemas.openxmlformats.org/officeDocument/2006/relationships/slide" Target="slide176.xml"/><Relationship Id="rId9" Type="http://schemas.openxmlformats.org/officeDocument/2006/relationships/slide" Target="slide17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38.png"/><Relationship Id="rId6" Type="http://schemas.openxmlformats.org/officeDocument/2006/relationships/image" Target="../media/image27.png"/><Relationship Id="rId7" Type="http://schemas.openxmlformats.org/officeDocument/2006/relationships/slide" Target="slide175.xml"/><Relationship Id="rId8" Type="http://schemas.openxmlformats.org/officeDocument/2006/relationships/slide" Target="slide176.xml"/><Relationship Id="rId9" Type="http://schemas.openxmlformats.org/officeDocument/2006/relationships/slide" Target="slide177.xml"/><Relationship Id="rId10" Type="http://schemas.openxmlformats.org/officeDocument/2006/relationships/audio" Target="../media/snd_boing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38.png"/><Relationship Id="rId6" Type="http://schemas.openxmlformats.org/officeDocument/2006/relationships/image" Target="../media/image27.png"/><Relationship Id="rId7" Type="http://schemas.openxmlformats.org/officeDocument/2006/relationships/slide" Target="slide177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" Target="slide178.xml"/><Relationship Id="rId8" Type="http://schemas.openxmlformats.org/officeDocument/2006/relationships/slide" Target="slide179.xml"/><Relationship Id="rId9" Type="http://schemas.openxmlformats.org/officeDocument/2006/relationships/slide" Target="slide181.xml"/><Relationship Id="rId10" Type="http://schemas.openxmlformats.org/officeDocument/2006/relationships/slide" Target="slide184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" Target="slide178.xml"/><Relationship Id="rId8" Type="http://schemas.openxmlformats.org/officeDocument/2006/relationships/slide" Target="slide179.xml"/><Relationship Id="rId9" Type="http://schemas.openxmlformats.org/officeDocument/2006/relationships/slide" Target="slide181.xml"/><Relationship Id="rId10" Type="http://schemas.openxmlformats.org/officeDocument/2006/relationships/slide" Target="slide184.xml"/><Relationship Id="rId11" Type="http://schemas.openxmlformats.org/officeDocument/2006/relationships/audio" Target="../media/snd_bo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slide" Target="slide180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splash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slide" Target="slide180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boing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slide" Target="slide182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splash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slide" Target="slide182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boing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slide" Target="slide184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86.xml"/><Relationship Id="rId4" Type="http://schemas.openxmlformats.org/officeDocument/2006/relationships/slide" Target="slide185.xml"/><Relationship Id="rId5" Type="http://schemas.openxmlformats.org/officeDocument/2006/relationships/slide" Target="slide188.xml"/><Relationship Id="rId6" Type="http://schemas.openxmlformats.org/officeDocument/2006/relationships/slide" Target="slide19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86.xml"/><Relationship Id="rId4" Type="http://schemas.openxmlformats.org/officeDocument/2006/relationships/slide" Target="slide185.xml"/><Relationship Id="rId5" Type="http://schemas.openxmlformats.org/officeDocument/2006/relationships/slide" Target="slide188.xml"/><Relationship Id="rId6" Type="http://schemas.openxmlformats.org/officeDocument/2006/relationships/slide" Target="slide191.xml"/><Relationship Id="rId7" Type="http://schemas.openxmlformats.org/officeDocument/2006/relationships/audio" Target="../media/snd_boing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87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nk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87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ing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90.xml"/><Relationship Id="rId4" Type="http://schemas.openxmlformats.org/officeDocument/2006/relationships/slide" Target="slide189.xml"/><Relationship Id="rId5" Type="http://schemas.openxmlformats.org/officeDocument/2006/relationships/slide" Target="slide191.xml"/><Relationship Id="rId6" Type="http://schemas.openxmlformats.org/officeDocument/2006/relationships/audio" Target="../media/snd_bonk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90.xml"/><Relationship Id="rId4" Type="http://schemas.openxmlformats.org/officeDocument/2006/relationships/slide" Target="slide189.xml"/><Relationship Id="rId5" Type="http://schemas.openxmlformats.org/officeDocument/2006/relationships/slide" Target="slide191.xml"/><Relationship Id="rId6" Type="http://schemas.openxmlformats.org/officeDocument/2006/relationships/audio" Target="../media/snd_boing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91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92.xml"/><Relationship Id="rId4" Type="http://schemas.openxmlformats.org/officeDocument/2006/relationships/slide" Target="slide193.xml"/><Relationship Id="rId5" Type="http://schemas.openxmlformats.org/officeDocument/2006/relationships/slide" Target="slide194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92.xml"/><Relationship Id="rId4" Type="http://schemas.openxmlformats.org/officeDocument/2006/relationships/slide" Target="slide193.xml"/><Relationship Id="rId5" Type="http://schemas.openxmlformats.org/officeDocument/2006/relationships/slide" Target="slide194.xml"/><Relationship Id="rId6" Type="http://schemas.openxmlformats.org/officeDocument/2006/relationships/audio" Target="../media/snd_boing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94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95.xml"/><Relationship Id="rId6" Type="http://schemas.openxmlformats.org/officeDocument/2006/relationships/slide" Target="slide201.xml"/><Relationship Id="rId7" Type="http://schemas.openxmlformats.org/officeDocument/2006/relationships/slide" Target="slide20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02.xml"/><Relationship Id="rId6" Type="http://schemas.openxmlformats.org/officeDocument/2006/relationships/slide" Target="slide196.xml"/><Relationship Id="rId7" Type="http://schemas.openxmlformats.org/officeDocument/2006/relationships/slide" Target="slide207.xml"/><Relationship Id="rId8" Type="http://schemas.openxmlformats.org/officeDocument/2006/relationships/audio" Target="../media/snd_ding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03.xml"/><Relationship Id="rId6" Type="http://schemas.openxmlformats.org/officeDocument/2006/relationships/slide" Target="slide197.xml"/><Relationship Id="rId7" Type="http://schemas.openxmlformats.org/officeDocument/2006/relationships/slide" Target="slide207.xml"/><Relationship Id="rId8" Type="http://schemas.openxmlformats.org/officeDocument/2006/relationships/audio" Target="../media/snd_ding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04.xml"/><Relationship Id="rId6" Type="http://schemas.openxmlformats.org/officeDocument/2006/relationships/slide" Target="slide198.xml"/><Relationship Id="rId7" Type="http://schemas.openxmlformats.org/officeDocument/2006/relationships/slide" Target="slide207.xml"/><Relationship Id="rId8" Type="http://schemas.openxmlformats.org/officeDocument/2006/relationships/audio" Target="../media/snd_ding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05.xml"/><Relationship Id="rId6" Type="http://schemas.openxmlformats.org/officeDocument/2006/relationships/slide" Target="slide199.xml"/><Relationship Id="rId7" Type="http://schemas.openxmlformats.org/officeDocument/2006/relationships/slide" Target="slide207.xml"/><Relationship Id="rId8" Type="http://schemas.openxmlformats.org/officeDocument/2006/relationships/audio" Target="../media/snd_ding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00.xml"/><Relationship Id="rId6" Type="http://schemas.openxmlformats.org/officeDocument/2006/relationships/slide" Target="slide206.xml"/><Relationship Id="rId7" Type="http://schemas.openxmlformats.org/officeDocument/2006/relationships/slide" Target="slide207.xml"/><Relationship Id="rId8" Type="http://schemas.openxmlformats.org/officeDocument/2006/relationships/audio" Target="../media/snd_ding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207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95.xml"/><Relationship Id="rId6" Type="http://schemas.openxmlformats.org/officeDocument/2006/relationships/slide" Target="slide201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02.xml"/><Relationship Id="rId6" Type="http://schemas.openxmlformats.org/officeDocument/2006/relationships/slide" Target="slide196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03.xml"/><Relationship Id="rId6" Type="http://schemas.openxmlformats.org/officeDocument/2006/relationships/slide" Target="slide197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04.xml"/><Relationship Id="rId6" Type="http://schemas.openxmlformats.org/officeDocument/2006/relationships/slide" Target="slide198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05.xml"/><Relationship Id="rId6" Type="http://schemas.openxmlformats.org/officeDocument/2006/relationships/slide" Target="slide199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00.xml"/><Relationship Id="rId6" Type="http://schemas.openxmlformats.org/officeDocument/2006/relationships/slide" Target="slide206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208.xml"/><Relationship Id="rId12" Type="http://schemas.openxmlformats.org/officeDocument/2006/relationships/slide" Target="slide209.xml"/><Relationship Id="rId13" Type="http://schemas.openxmlformats.org/officeDocument/2006/relationships/slide" Target="slide210.xml"/><Relationship Id="rId14" Type="http://schemas.openxmlformats.org/officeDocument/2006/relationships/slide" Target="slide211.xml"/><Relationship Id="rId15" Type="http://schemas.openxmlformats.org/officeDocument/2006/relationships/slide" Target="slide212.xml"/><Relationship Id="rId16" Type="http://schemas.openxmlformats.org/officeDocument/2006/relationships/slide" Target="slide213.xml"/><Relationship Id="rId17" Type="http://schemas.openxmlformats.org/officeDocument/2006/relationships/slide" Target="slide214.xml"/><Relationship Id="rId18" Type="http://schemas.openxmlformats.org/officeDocument/2006/relationships/slide" Target="slide215.xml"/><Relationship Id="rId19" Type="http://schemas.openxmlformats.org/officeDocument/2006/relationships/slide" Target="slide216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207.xml"/><Relationship Id="rId6" Type="http://schemas.openxmlformats.org/officeDocument/2006/relationships/slide" Target="slide216.xml"/><Relationship Id="rId7" Type="http://schemas.openxmlformats.org/officeDocument/2006/relationships/audio" Target="../media/snd_tada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20.xml"/><Relationship Id="rId6" Type="http://schemas.openxmlformats.org/officeDocument/2006/relationships/slide" Target="slide217.xml"/><Relationship Id="rId7" Type="http://schemas.openxmlformats.org/officeDocument/2006/relationships/slide" Target="slide223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21.xml"/><Relationship Id="rId6" Type="http://schemas.openxmlformats.org/officeDocument/2006/relationships/slide" Target="slide218.xml"/><Relationship Id="rId7" Type="http://schemas.openxmlformats.org/officeDocument/2006/relationships/slide" Target="slide223.xml"/><Relationship Id="rId8" Type="http://schemas.openxmlformats.org/officeDocument/2006/relationships/audio" Target="../media/snd_ding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19.xml"/><Relationship Id="rId6" Type="http://schemas.openxmlformats.org/officeDocument/2006/relationships/slide" Target="slide223.xml"/><Relationship Id="rId7" Type="http://schemas.openxmlformats.org/officeDocument/2006/relationships/audio" Target="../media/snd_ding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22.xml"/><Relationship Id="rId6" Type="http://schemas.openxmlformats.org/officeDocument/2006/relationships/slide" Target="slide223.xml"/><Relationship Id="rId7" Type="http://schemas.openxmlformats.org/officeDocument/2006/relationships/audio" Target="../media/snd_ding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20.xml"/><Relationship Id="rId6" Type="http://schemas.openxmlformats.org/officeDocument/2006/relationships/slide" Target="slide217.xml"/><Relationship Id="rId7" Type="http://schemas.openxmlformats.org/officeDocument/2006/relationships/slide" Target="slide223.xml"/><Relationship Id="rId8" Type="http://schemas.openxmlformats.org/officeDocument/2006/relationships/audio" Target="../media/snd_boing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21.xml"/><Relationship Id="rId6" Type="http://schemas.openxmlformats.org/officeDocument/2006/relationships/slide" Target="slide218.xml"/><Relationship Id="rId7" Type="http://schemas.openxmlformats.org/officeDocument/2006/relationships/slide" Target="slide223.xml"/><Relationship Id="rId8" Type="http://schemas.openxmlformats.org/officeDocument/2006/relationships/audio" Target="../media/snd_boing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23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slide" Target="slide224.xml"/><Relationship Id="rId7" Type="http://schemas.openxmlformats.org/officeDocument/2006/relationships/slide" Target="slide225.xml"/><Relationship Id="rId8" Type="http://schemas.openxmlformats.org/officeDocument/2006/relationships/slide" Target="slide227.xml"/><Relationship Id="rId9" Type="http://schemas.openxmlformats.org/officeDocument/2006/relationships/slide" Target="slide230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slide" Target="slide224.xml"/><Relationship Id="rId7" Type="http://schemas.openxmlformats.org/officeDocument/2006/relationships/slide" Target="slide225.xml"/><Relationship Id="rId8" Type="http://schemas.openxmlformats.org/officeDocument/2006/relationships/slide" Target="slide227.xml"/><Relationship Id="rId9" Type="http://schemas.openxmlformats.org/officeDocument/2006/relationships/slide" Target="slide230.xml"/><Relationship Id="rId10" Type="http://schemas.openxmlformats.org/officeDocument/2006/relationships/audio" Target="../media/snd_boing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slide" Target="slide226.xml"/><Relationship Id="rId6" Type="http://schemas.openxmlformats.org/officeDocument/2006/relationships/slide" Target="slide229.xml"/><Relationship Id="rId7" Type="http://schemas.openxmlformats.org/officeDocument/2006/relationships/slide" Target="slide230.xml"/><Relationship Id="rId8" Type="http://schemas.openxmlformats.org/officeDocument/2006/relationships/audio" Target="../media/snd_pop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slide" Target="slide226.xml"/><Relationship Id="rId6" Type="http://schemas.openxmlformats.org/officeDocument/2006/relationships/slide" Target="slide229.xml"/><Relationship Id="rId7" Type="http://schemas.openxmlformats.org/officeDocument/2006/relationships/slide" Target="slide230.xml"/><Relationship Id="rId8" Type="http://schemas.openxmlformats.org/officeDocument/2006/relationships/audio" Target="../media/snd_boing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slide" Target="slide228.xml"/><Relationship Id="rId7" Type="http://schemas.openxmlformats.org/officeDocument/2006/relationships/slide" Target="slide229.xml"/><Relationship Id="rId8" Type="http://schemas.openxmlformats.org/officeDocument/2006/relationships/slide" Target="slide230.xml"/><Relationship Id="rId9" Type="http://schemas.openxmlformats.org/officeDocument/2006/relationships/audio" Target="../media/snd_pop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slide" Target="slide228.xml"/><Relationship Id="rId7" Type="http://schemas.openxmlformats.org/officeDocument/2006/relationships/slide" Target="slide229.xml"/><Relationship Id="rId8" Type="http://schemas.openxmlformats.org/officeDocument/2006/relationships/slide" Target="slide230.xml"/><Relationship Id="rId9" Type="http://schemas.openxmlformats.org/officeDocument/2006/relationships/audio" Target="../media/snd_boing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slide" Target="slide230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232.xml"/><Relationship Id="rId8" Type="http://schemas.openxmlformats.org/officeDocument/2006/relationships/slide" Target="slide231.xml"/><Relationship Id="rId9" Type="http://schemas.openxmlformats.org/officeDocument/2006/relationships/slide" Target="slide233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232.xml"/><Relationship Id="rId8" Type="http://schemas.openxmlformats.org/officeDocument/2006/relationships/slide" Target="slide231.xml"/><Relationship Id="rId9" Type="http://schemas.openxmlformats.org/officeDocument/2006/relationships/slide" Target="slide233.xml"/><Relationship Id="rId10" Type="http://schemas.openxmlformats.org/officeDocument/2006/relationships/audio" Target="../media/snd_boing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233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slide" Target="slide235.xml"/><Relationship Id="rId8" Type="http://schemas.openxmlformats.org/officeDocument/2006/relationships/slide" Target="slide234.xml"/><Relationship Id="rId9" Type="http://schemas.openxmlformats.org/officeDocument/2006/relationships/slide" Target="slide237.xml"/><Relationship Id="rId10" Type="http://schemas.openxmlformats.org/officeDocument/2006/relationships/slide" Target="slide240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slide" Target="slide235.xml"/><Relationship Id="rId8" Type="http://schemas.openxmlformats.org/officeDocument/2006/relationships/slide" Target="slide234.xml"/><Relationship Id="rId9" Type="http://schemas.openxmlformats.org/officeDocument/2006/relationships/slide" Target="slide237.xml"/><Relationship Id="rId10" Type="http://schemas.openxmlformats.org/officeDocument/2006/relationships/slide" Target="slide240.xml"/><Relationship Id="rId11" Type="http://schemas.openxmlformats.org/officeDocument/2006/relationships/audio" Target="../media/snd_boing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236.xml"/><Relationship Id="rId7" Type="http://schemas.openxmlformats.org/officeDocument/2006/relationships/slide" Target="slide239.xml"/><Relationship Id="rId8" Type="http://schemas.openxmlformats.org/officeDocument/2006/relationships/slide" Target="slide240.xml"/><Relationship Id="rId9" Type="http://schemas.openxmlformats.org/officeDocument/2006/relationships/audio" Target="../media/snd_splash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236.xml"/><Relationship Id="rId7" Type="http://schemas.openxmlformats.org/officeDocument/2006/relationships/slide" Target="slide239.xml"/><Relationship Id="rId8" Type="http://schemas.openxmlformats.org/officeDocument/2006/relationships/slide" Target="slide240.xml"/><Relationship Id="rId9" Type="http://schemas.openxmlformats.org/officeDocument/2006/relationships/audio" Target="../media/snd_boing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17.png"/><Relationship Id="rId6" Type="http://schemas.openxmlformats.org/officeDocument/2006/relationships/slide" Target="slide239.xml"/><Relationship Id="rId7" Type="http://schemas.openxmlformats.org/officeDocument/2006/relationships/slide" Target="slide238.xml"/><Relationship Id="rId8" Type="http://schemas.openxmlformats.org/officeDocument/2006/relationships/slide" Target="slide240.xml"/><Relationship Id="rId9" Type="http://schemas.openxmlformats.org/officeDocument/2006/relationships/audio" Target="../media/snd_splash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17.png"/><Relationship Id="rId6" Type="http://schemas.openxmlformats.org/officeDocument/2006/relationships/slide" Target="slide239.xml"/><Relationship Id="rId7" Type="http://schemas.openxmlformats.org/officeDocument/2006/relationships/slide" Target="slide238.xml"/><Relationship Id="rId8" Type="http://schemas.openxmlformats.org/officeDocument/2006/relationships/slide" Target="slide240.xml"/><Relationship Id="rId9" Type="http://schemas.openxmlformats.org/officeDocument/2006/relationships/audio" Target="../media/snd_boing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9.png"/><Relationship Id="rId4" Type="http://schemas.openxmlformats.org/officeDocument/2006/relationships/image" Target="../media/image17.png"/><Relationship Id="rId5" Type="http://schemas.openxmlformats.org/officeDocument/2006/relationships/slide" Target="slide240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41.xml"/><Relationship Id="rId4" Type="http://schemas.openxmlformats.org/officeDocument/2006/relationships/slide" Target="slide242.xml"/><Relationship Id="rId5" Type="http://schemas.openxmlformats.org/officeDocument/2006/relationships/slide" Target="slide244.xml"/><Relationship Id="rId6" Type="http://schemas.openxmlformats.org/officeDocument/2006/relationships/slide" Target="slide24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41.xml"/><Relationship Id="rId4" Type="http://schemas.openxmlformats.org/officeDocument/2006/relationships/slide" Target="slide242.xml"/><Relationship Id="rId5" Type="http://schemas.openxmlformats.org/officeDocument/2006/relationships/slide" Target="slide244.xml"/><Relationship Id="rId6" Type="http://schemas.openxmlformats.org/officeDocument/2006/relationships/slide" Target="slide247.xml"/><Relationship Id="rId7" Type="http://schemas.openxmlformats.org/officeDocument/2006/relationships/audio" Target="../media/snd_boing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43.xml"/><Relationship Id="rId4" Type="http://schemas.openxmlformats.org/officeDocument/2006/relationships/slide" Target="slide246.xml"/><Relationship Id="rId5" Type="http://schemas.openxmlformats.org/officeDocument/2006/relationships/slide" Target="slide247.xml"/><Relationship Id="rId6" Type="http://schemas.openxmlformats.org/officeDocument/2006/relationships/audio" Target="../media/snd_bonk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43.xml"/><Relationship Id="rId4" Type="http://schemas.openxmlformats.org/officeDocument/2006/relationships/slide" Target="slide246.xml"/><Relationship Id="rId5" Type="http://schemas.openxmlformats.org/officeDocument/2006/relationships/slide" Target="slide247.xml"/><Relationship Id="rId6" Type="http://schemas.openxmlformats.org/officeDocument/2006/relationships/audio" Target="../media/snd_boing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45.xml"/><Relationship Id="rId4" Type="http://schemas.openxmlformats.org/officeDocument/2006/relationships/slide" Target="slide246.xml"/><Relationship Id="rId5" Type="http://schemas.openxmlformats.org/officeDocument/2006/relationships/slide" Target="slide247.xml"/><Relationship Id="rId6" Type="http://schemas.openxmlformats.org/officeDocument/2006/relationships/audio" Target="../media/snd_bonk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45.xml"/><Relationship Id="rId4" Type="http://schemas.openxmlformats.org/officeDocument/2006/relationships/slide" Target="slide246.xml"/><Relationship Id="rId5" Type="http://schemas.openxmlformats.org/officeDocument/2006/relationships/slide" Target="slide247.xml"/><Relationship Id="rId6" Type="http://schemas.openxmlformats.org/officeDocument/2006/relationships/audio" Target="../media/snd_boing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47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1.png"/><Relationship Id="rId4" Type="http://schemas.openxmlformats.org/officeDocument/2006/relationships/slide" Target="slide248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3.xml"/><Relationship Id="rId6" Type="http://schemas.openxmlformats.org/officeDocument/2006/relationships/slide" Target="slide249.xml"/><Relationship Id="rId7" Type="http://schemas.openxmlformats.org/officeDocument/2006/relationships/slide" Target="slide275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4.xml"/><Relationship Id="rId6" Type="http://schemas.openxmlformats.org/officeDocument/2006/relationships/slide" Target="slide250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5.xml"/><Relationship Id="rId6" Type="http://schemas.openxmlformats.org/officeDocument/2006/relationships/slide" Target="slide251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6.xml"/><Relationship Id="rId6" Type="http://schemas.openxmlformats.org/officeDocument/2006/relationships/slide" Target="slide252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7.xml"/><Relationship Id="rId6" Type="http://schemas.openxmlformats.org/officeDocument/2006/relationships/slide" Target="slide27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8.xml"/><Relationship Id="rId6" Type="http://schemas.openxmlformats.org/officeDocument/2006/relationships/slide" Target="slide25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9.xml"/><Relationship Id="rId6" Type="http://schemas.openxmlformats.org/officeDocument/2006/relationships/slide" Target="slide255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0.xml"/><Relationship Id="rId6" Type="http://schemas.openxmlformats.org/officeDocument/2006/relationships/slide" Target="slide256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1.xml"/><Relationship Id="rId6" Type="http://schemas.openxmlformats.org/officeDocument/2006/relationships/slide" Target="slide257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2.xml"/><Relationship Id="rId6" Type="http://schemas.openxmlformats.org/officeDocument/2006/relationships/slide" Target="slide27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3.xml"/><Relationship Id="rId6" Type="http://schemas.openxmlformats.org/officeDocument/2006/relationships/slide" Target="slide259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4.xml"/><Relationship Id="rId6" Type="http://schemas.openxmlformats.org/officeDocument/2006/relationships/slide" Target="slide260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5.xml"/><Relationship Id="rId6" Type="http://schemas.openxmlformats.org/officeDocument/2006/relationships/slide" Target="slide261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6.xml"/><Relationship Id="rId6" Type="http://schemas.openxmlformats.org/officeDocument/2006/relationships/slide" Target="slide262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7.xml"/><Relationship Id="rId6" Type="http://schemas.openxmlformats.org/officeDocument/2006/relationships/slide" Target="slide27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8.xml"/><Relationship Id="rId6" Type="http://schemas.openxmlformats.org/officeDocument/2006/relationships/slide" Target="slide26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9.xml"/><Relationship Id="rId6" Type="http://schemas.openxmlformats.org/officeDocument/2006/relationships/slide" Target="slide265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0.xml"/><Relationship Id="rId6" Type="http://schemas.openxmlformats.org/officeDocument/2006/relationships/slide" Target="slide266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1.xml"/><Relationship Id="rId6" Type="http://schemas.openxmlformats.org/officeDocument/2006/relationships/slide" Target="slide267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2.xml"/><Relationship Id="rId6" Type="http://schemas.openxmlformats.org/officeDocument/2006/relationships/slide" Target="slide27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3.xml"/><Relationship Id="rId6" Type="http://schemas.openxmlformats.org/officeDocument/2006/relationships/slide" Target="slide269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3.xml"/><Relationship Id="rId6" Type="http://schemas.openxmlformats.org/officeDocument/2006/relationships/slide" Target="slide270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3.xml"/><Relationship Id="rId6" Type="http://schemas.openxmlformats.org/officeDocument/2006/relationships/slide" Target="slide271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3.xml"/><Relationship Id="rId6" Type="http://schemas.openxmlformats.org/officeDocument/2006/relationships/slide" Target="slide272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73.xml"/><Relationship Id="rId6" Type="http://schemas.openxmlformats.org/officeDocument/2006/relationships/slide" Target="slide274.xml"/><Relationship Id="rId7" Type="http://schemas.openxmlformats.org/officeDocument/2006/relationships/slide" Target="slide275.xml"/><Relationship Id="rId8" Type="http://schemas.openxmlformats.org/officeDocument/2006/relationships/audio" Target="../media/snd_vroom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slide" Target="slide275.xml"/><Relationship Id="rId5" Type="http://schemas.openxmlformats.org/officeDocument/2006/relationships/audio" Target="../media/snd_cheer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Relationship Id="rId4" Type="http://schemas.openxmlformats.org/officeDocument/2006/relationships/slide" Target="slide275.xml"/><Relationship Id="rId5" Type="http://schemas.openxmlformats.org/officeDocument/2006/relationships/audio" Target="../media/snd_cheer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77.xml"/><Relationship Id="rId4" Type="http://schemas.openxmlformats.org/officeDocument/2006/relationships/slide" Target="slide276.xml"/><Relationship Id="rId5" Type="http://schemas.openxmlformats.org/officeDocument/2006/relationships/slide" Target="slide278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77.xml"/><Relationship Id="rId4" Type="http://schemas.openxmlformats.org/officeDocument/2006/relationships/slide" Target="slide276.xml"/><Relationship Id="rId5" Type="http://schemas.openxmlformats.org/officeDocument/2006/relationships/slide" Target="slide278.xml"/><Relationship Id="rId6" Type="http://schemas.openxmlformats.org/officeDocument/2006/relationships/audio" Target="../media/snd_boing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78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85.xml"/><Relationship Id="rId6" Type="http://schemas.openxmlformats.org/officeDocument/2006/relationships/slide" Target="slide279.xml"/><Relationship Id="rId7" Type="http://schemas.openxmlformats.org/officeDocument/2006/relationships/slide" Target="slide291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80.xml"/><Relationship Id="rId6" Type="http://schemas.openxmlformats.org/officeDocument/2006/relationships/slide" Target="slide286.xml"/><Relationship Id="rId7" Type="http://schemas.openxmlformats.org/officeDocument/2006/relationships/slide" Target="slide291.xml"/><Relationship Id="rId8" Type="http://schemas.openxmlformats.org/officeDocument/2006/relationships/audio" Target="../media/snd_ding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87.xml"/><Relationship Id="rId6" Type="http://schemas.openxmlformats.org/officeDocument/2006/relationships/slide" Target="slide281.xml"/><Relationship Id="rId7" Type="http://schemas.openxmlformats.org/officeDocument/2006/relationships/slide" Target="slide291.xml"/><Relationship Id="rId8" Type="http://schemas.openxmlformats.org/officeDocument/2006/relationships/audio" Target="../media/snd_ding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88.xml"/><Relationship Id="rId6" Type="http://schemas.openxmlformats.org/officeDocument/2006/relationships/slide" Target="slide282.xml"/><Relationship Id="rId7" Type="http://schemas.openxmlformats.org/officeDocument/2006/relationships/slide" Target="slide291.xml"/><Relationship Id="rId8" Type="http://schemas.openxmlformats.org/officeDocument/2006/relationships/audio" Target="../media/snd_ding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83.xml"/><Relationship Id="rId6" Type="http://schemas.openxmlformats.org/officeDocument/2006/relationships/slide" Target="slide289.xml"/><Relationship Id="rId7" Type="http://schemas.openxmlformats.org/officeDocument/2006/relationships/slide" Target="slide291.xml"/><Relationship Id="rId8" Type="http://schemas.openxmlformats.org/officeDocument/2006/relationships/audio" Target="../media/snd_ding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0.xml"/><Relationship Id="rId6" Type="http://schemas.openxmlformats.org/officeDocument/2006/relationships/slide" Target="slide284.xml"/><Relationship Id="rId7" Type="http://schemas.openxmlformats.org/officeDocument/2006/relationships/slide" Target="slide291.xml"/><Relationship Id="rId8" Type="http://schemas.openxmlformats.org/officeDocument/2006/relationships/audio" Target="../media/snd_ding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291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85.xml"/><Relationship Id="rId6" Type="http://schemas.openxmlformats.org/officeDocument/2006/relationships/slide" Target="slide279.xml"/><Relationship Id="rId7" Type="http://schemas.openxmlformats.org/officeDocument/2006/relationships/slide" Target="slide291.xml"/><Relationship Id="rId8" Type="http://schemas.openxmlformats.org/officeDocument/2006/relationships/audio" Target="../media/snd_boing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80.xml"/><Relationship Id="rId6" Type="http://schemas.openxmlformats.org/officeDocument/2006/relationships/slide" Target="slide286.xml"/><Relationship Id="rId7" Type="http://schemas.openxmlformats.org/officeDocument/2006/relationships/slide" Target="slide291.xml"/><Relationship Id="rId8" Type="http://schemas.openxmlformats.org/officeDocument/2006/relationships/audio" Target="../media/snd_boing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87.xml"/><Relationship Id="rId6" Type="http://schemas.openxmlformats.org/officeDocument/2006/relationships/slide" Target="slide281.xml"/><Relationship Id="rId7" Type="http://schemas.openxmlformats.org/officeDocument/2006/relationships/slide" Target="slide291.xml"/><Relationship Id="rId8" Type="http://schemas.openxmlformats.org/officeDocument/2006/relationships/audio" Target="../media/snd_boing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88.xml"/><Relationship Id="rId6" Type="http://schemas.openxmlformats.org/officeDocument/2006/relationships/slide" Target="slide282.xml"/><Relationship Id="rId7" Type="http://schemas.openxmlformats.org/officeDocument/2006/relationships/slide" Target="slide291.xml"/><Relationship Id="rId8" Type="http://schemas.openxmlformats.org/officeDocument/2006/relationships/audio" Target="../media/snd_bo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83.xml"/><Relationship Id="rId6" Type="http://schemas.openxmlformats.org/officeDocument/2006/relationships/slide" Target="slide289.xml"/><Relationship Id="rId7" Type="http://schemas.openxmlformats.org/officeDocument/2006/relationships/slide" Target="slide291.xml"/><Relationship Id="rId8" Type="http://schemas.openxmlformats.org/officeDocument/2006/relationships/audio" Target="../media/snd_boing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0.xml"/><Relationship Id="rId6" Type="http://schemas.openxmlformats.org/officeDocument/2006/relationships/slide" Target="slide284.xml"/><Relationship Id="rId7" Type="http://schemas.openxmlformats.org/officeDocument/2006/relationships/slide" Target="slide291.xml"/><Relationship Id="rId8" Type="http://schemas.openxmlformats.org/officeDocument/2006/relationships/audio" Target="../media/snd_boing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94.xml"/><Relationship Id="rId6" Type="http://schemas.openxmlformats.org/officeDocument/2006/relationships/slide" Target="slide292.xml"/><Relationship Id="rId7" Type="http://schemas.openxmlformats.org/officeDocument/2006/relationships/slide" Target="slide296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93.xml"/><Relationship Id="rId6" Type="http://schemas.openxmlformats.org/officeDocument/2006/relationships/slide" Target="slide296.xml"/><Relationship Id="rId7" Type="http://schemas.openxmlformats.org/officeDocument/2006/relationships/audio" Target="../media/snd_ding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95.xml"/><Relationship Id="rId6" Type="http://schemas.openxmlformats.org/officeDocument/2006/relationships/slide" Target="slide296.xml"/><Relationship Id="rId7" Type="http://schemas.openxmlformats.org/officeDocument/2006/relationships/audio" Target="../media/snd_ding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94.xml"/><Relationship Id="rId6" Type="http://schemas.openxmlformats.org/officeDocument/2006/relationships/slide" Target="slide292.xml"/><Relationship Id="rId7" Type="http://schemas.openxmlformats.org/officeDocument/2006/relationships/slide" Target="slide296.xml"/><Relationship Id="rId8" Type="http://schemas.openxmlformats.org/officeDocument/2006/relationships/audio" Target="../media/snd_boing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296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slide" Target="slide298.xml"/><Relationship Id="rId8" Type="http://schemas.openxmlformats.org/officeDocument/2006/relationships/slide" Target="slide300.xml"/><Relationship Id="rId9" Type="http://schemas.openxmlformats.org/officeDocument/2006/relationships/slide" Target="slide297.xml"/><Relationship Id="rId10" Type="http://schemas.openxmlformats.org/officeDocument/2006/relationships/slide" Target="slide303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slide" Target="slide298.xml"/><Relationship Id="rId8" Type="http://schemas.openxmlformats.org/officeDocument/2006/relationships/slide" Target="slide300.xml"/><Relationship Id="rId9" Type="http://schemas.openxmlformats.org/officeDocument/2006/relationships/slide" Target="slide297.xml"/><Relationship Id="rId10" Type="http://schemas.openxmlformats.org/officeDocument/2006/relationships/slide" Target="slide303.xml"/><Relationship Id="rId11" Type="http://schemas.openxmlformats.org/officeDocument/2006/relationships/audio" Target="../media/snd_boing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0.png"/><Relationship Id="rId4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slide" Target="slide302.xml"/><Relationship Id="rId7" Type="http://schemas.openxmlformats.org/officeDocument/2006/relationships/slide" Target="slide299.xml"/><Relationship Id="rId8" Type="http://schemas.openxmlformats.org/officeDocument/2006/relationships/slide" Target="slide303.xml"/><Relationship Id="rId9" Type="http://schemas.openxmlformats.org/officeDocument/2006/relationships/audio" Target="../media/snd_pop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0.png"/><Relationship Id="rId4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slide" Target="slide302.xml"/><Relationship Id="rId7" Type="http://schemas.openxmlformats.org/officeDocument/2006/relationships/slide" Target="slide299.xml"/><Relationship Id="rId8" Type="http://schemas.openxmlformats.org/officeDocument/2006/relationships/slide" Target="slide303.xml"/><Relationship Id="rId9" Type="http://schemas.openxmlformats.org/officeDocument/2006/relationships/audio" Target="../media/snd_boing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image" Target="../media/image40.png"/><Relationship Id="rId7" Type="http://schemas.openxmlformats.org/officeDocument/2006/relationships/slide" Target="slide302.xml"/><Relationship Id="rId8" Type="http://schemas.openxmlformats.org/officeDocument/2006/relationships/slide" Target="slide301.xml"/><Relationship Id="rId9" Type="http://schemas.openxmlformats.org/officeDocument/2006/relationships/slide" Target="slide303.xml"/><Relationship Id="rId10" Type="http://schemas.openxmlformats.org/officeDocument/2006/relationships/audio" Target="../media/snd_pop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image" Target="../media/image40.png"/><Relationship Id="rId7" Type="http://schemas.openxmlformats.org/officeDocument/2006/relationships/slide" Target="slide302.xml"/><Relationship Id="rId8" Type="http://schemas.openxmlformats.org/officeDocument/2006/relationships/slide" Target="slide301.xml"/><Relationship Id="rId9" Type="http://schemas.openxmlformats.org/officeDocument/2006/relationships/slide" Target="slide303.xml"/><Relationship Id="rId10" Type="http://schemas.openxmlformats.org/officeDocument/2006/relationships/audio" Target="../media/snd_boing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40.png"/><Relationship Id="rId6" Type="http://schemas.openxmlformats.org/officeDocument/2006/relationships/slide" Target="slide303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38.png"/><Relationship Id="rId6" Type="http://schemas.openxmlformats.org/officeDocument/2006/relationships/slide" Target="slide304.xml"/><Relationship Id="rId7" Type="http://schemas.openxmlformats.org/officeDocument/2006/relationships/slide" Target="slide305.xml"/><Relationship Id="rId8" Type="http://schemas.openxmlformats.org/officeDocument/2006/relationships/slide" Target="slide306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38.png"/><Relationship Id="rId6" Type="http://schemas.openxmlformats.org/officeDocument/2006/relationships/slide" Target="slide304.xml"/><Relationship Id="rId7" Type="http://schemas.openxmlformats.org/officeDocument/2006/relationships/slide" Target="slide305.xml"/><Relationship Id="rId8" Type="http://schemas.openxmlformats.org/officeDocument/2006/relationships/slide" Target="slide306.xml"/><Relationship Id="rId9" Type="http://schemas.openxmlformats.org/officeDocument/2006/relationships/audio" Target="../media/snd_boing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38.png"/><Relationship Id="rId6" Type="http://schemas.openxmlformats.org/officeDocument/2006/relationships/slide" Target="slide306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307.xml"/><Relationship Id="rId12" Type="http://schemas.openxmlformats.org/officeDocument/2006/relationships/slide" Target="slide308.xml"/><Relationship Id="rId13" Type="http://schemas.openxmlformats.org/officeDocument/2006/relationships/slide" Target="slide309.xml"/><Relationship Id="rId14" Type="http://schemas.openxmlformats.org/officeDocument/2006/relationships/slide" Target="slide310.xml"/><Relationship Id="rId15" Type="http://schemas.openxmlformats.org/officeDocument/2006/relationships/slide" Target="slide311.xml"/><Relationship Id="rId16" Type="http://schemas.openxmlformats.org/officeDocument/2006/relationships/slide" Target="slide312.xml"/><Relationship Id="rId17" Type="http://schemas.openxmlformats.org/officeDocument/2006/relationships/slide" Target="slide313.xml"/><Relationship Id="rId18" Type="http://schemas.openxmlformats.org/officeDocument/2006/relationships/slide" Target="slide314.xml"/><Relationship Id="rId19" Type="http://schemas.openxmlformats.org/officeDocument/2006/relationships/slide" Target="slide315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306.xml"/><Relationship Id="rId6" Type="http://schemas.openxmlformats.org/officeDocument/2006/relationships/slide" Target="slide315.xml"/><Relationship Id="rId7" Type="http://schemas.openxmlformats.org/officeDocument/2006/relationships/audio" Target="../media/snd_tada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06.xml"/><Relationship Id="rId6" Type="http://schemas.openxmlformats.org/officeDocument/2006/relationships/slide" Target="slide315.xml"/><Relationship Id="rId7" Type="http://schemas.openxmlformats.org/officeDocument/2006/relationships/audio" Target="../media/snd_tada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06.xml"/><Relationship Id="rId6" Type="http://schemas.openxmlformats.org/officeDocument/2006/relationships/slide" Target="slide315.xml"/><Relationship Id="rId7" Type="http://schemas.openxmlformats.org/officeDocument/2006/relationships/audio" Target="../media/snd_tada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306.xml"/><Relationship Id="rId6" Type="http://schemas.openxmlformats.org/officeDocument/2006/relationships/slide" Target="slide315.xml"/><Relationship Id="rId7" Type="http://schemas.openxmlformats.org/officeDocument/2006/relationships/audio" Target="../media/snd_tada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306.xml"/><Relationship Id="rId6" Type="http://schemas.openxmlformats.org/officeDocument/2006/relationships/slide" Target="slide315.xml"/><Relationship Id="rId7" Type="http://schemas.openxmlformats.org/officeDocument/2006/relationships/audio" Target="../media/snd_tada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06.xml"/><Relationship Id="rId6" Type="http://schemas.openxmlformats.org/officeDocument/2006/relationships/slide" Target="slide315.xml"/><Relationship Id="rId7" Type="http://schemas.openxmlformats.org/officeDocument/2006/relationships/audio" Target="../media/snd_tada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06.xml"/><Relationship Id="rId6" Type="http://schemas.openxmlformats.org/officeDocument/2006/relationships/slide" Target="slide315.xml"/><Relationship Id="rId7" Type="http://schemas.openxmlformats.org/officeDocument/2006/relationships/audio" Target="../media/snd_tada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306.xml"/><Relationship Id="rId6" Type="http://schemas.openxmlformats.org/officeDocument/2006/relationships/slide" Target="slide315.xml"/><Relationship Id="rId7" Type="http://schemas.openxmlformats.org/officeDocument/2006/relationships/audio" Target="../media/snd_tada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39.png"/><Relationship Id="rId6" Type="http://schemas.openxmlformats.org/officeDocument/2006/relationships/image" Target="../media/image13.png"/><Relationship Id="rId7" Type="http://schemas.openxmlformats.org/officeDocument/2006/relationships/slide" Target="slide317.xml"/><Relationship Id="rId8" Type="http://schemas.openxmlformats.org/officeDocument/2006/relationships/slide" Target="slide316.xml"/><Relationship Id="rId9" Type="http://schemas.openxmlformats.org/officeDocument/2006/relationships/slide" Target="slide319.xml"/><Relationship Id="rId10" Type="http://schemas.openxmlformats.org/officeDocument/2006/relationships/slide" Target="slide322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39.png"/><Relationship Id="rId6" Type="http://schemas.openxmlformats.org/officeDocument/2006/relationships/image" Target="../media/image13.png"/><Relationship Id="rId7" Type="http://schemas.openxmlformats.org/officeDocument/2006/relationships/slide" Target="slide317.xml"/><Relationship Id="rId8" Type="http://schemas.openxmlformats.org/officeDocument/2006/relationships/slide" Target="slide316.xml"/><Relationship Id="rId9" Type="http://schemas.openxmlformats.org/officeDocument/2006/relationships/slide" Target="slide319.xml"/><Relationship Id="rId10" Type="http://schemas.openxmlformats.org/officeDocument/2006/relationships/slide" Target="slide322.xml"/><Relationship Id="rId11" Type="http://schemas.openxmlformats.org/officeDocument/2006/relationships/audio" Target="../media/snd_boing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39.png"/><Relationship Id="rId5" Type="http://schemas.openxmlformats.org/officeDocument/2006/relationships/image" Target="../media/image13.png"/><Relationship Id="rId6" Type="http://schemas.openxmlformats.org/officeDocument/2006/relationships/slide" Target="slide318.xml"/><Relationship Id="rId7" Type="http://schemas.openxmlformats.org/officeDocument/2006/relationships/slide" Target="slide321.xml"/><Relationship Id="rId8" Type="http://schemas.openxmlformats.org/officeDocument/2006/relationships/slide" Target="slide322.xml"/><Relationship Id="rId9" Type="http://schemas.openxmlformats.org/officeDocument/2006/relationships/audio" Target="../media/snd_splash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39.png"/><Relationship Id="rId5" Type="http://schemas.openxmlformats.org/officeDocument/2006/relationships/image" Target="../media/image13.png"/><Relationship Id="rId6" Type="http://schemas.openxmlformats.org/officeDocument/2006/relationships/slide" Target="slide318.xml"/><Relationship Id="rId7" Type="http://schemas.openxmlformats.org/officeDocument/2006/relationships/slide" Target="slide321.xml"/><Relationship Id="rId8" Type="http://schemas.openxmlformats.org/officeDocument/2006/relationships/slide" Target="slide322.xml"/><Relationship Id="rId9" Type="http://schemas.openxmlformats.org/officeDocument/2006/relationships/audio" Target="../media/snd_boing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39.png"/><Relationship Id="rId6" Type="http://schemas.openxmlformats.org/officeDocument/2006/relationships/slide" Target="slide321.xml"/><Relationship Id="rId7" Type="http://schemas.openxmlformats.org/officeDocument/2006/relationships/slide" Target="slide320.xml"/><Relationship Id="rId8" Type="http://schemas.openxmlformats.org/officeDocument/2006/relationships/slide" Target="slide322.xml"/><Relationship Id="rId9" Type="http://schemas.openxmlformats.org/officeDocument/2006/relationships/audio" Target="../media/snd_splash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39.png"/><Relationship Id="rId6" Type="http://schemas.openxmlformats.org/officeDocument/2006/relationships/slide" Target="slide321.xml"/><Relationship Id="rId7" Type="http://schemas.openxmlformats.org/officeDocument/2006/relationships/slide" Target="slide320.xml"/><Relationship Id="rId8" Type="http://schemas.openxmlformats.org/officeDocument/2006/relationships/slide" Target="slide322.xml"/><Relationship Id="rId9" Type="http://schemas.openxmlformats.org/officeDocument/2006/relationships/audio" Target="../media/snd_boing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39.png"/><Relationship Id="rId5" Type="http://schemas.openxmlformats.org/officeDocument/2006/relationships/slide" Target="slide322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4.xml"/><Relationship Id="rId4" Type="http://schemas.openxmlformats.org/officeDocument/2006/relationships/slide" Target="slide323.xml"/><Relationship Id="rId5" Type="http://schemas.openxmlformats.org/officeDocument/2006/relationships/slide" Target="slide326.xml"/><Relationship Id="rId6" Type="http://schemas.openxmlformats.org/officeDocument/2006/relationships/slide" Target="slide329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4.xml"/><Relationship Id="rId4" Type="http://schemas.openxmlformats.org/officeDocument/2006/relationships/slide" Target="slide323.xml"/><Relationship Id="rId5" Type="http://schemas.openxmlformats.org/officeDocument/2006/relationships/slide" Target="slide326.xml"/><Relationship Id="rId6" Type="http://schemas.openxmlformats.org/officeDocument/2006/relationships/slide" Target="slide329.xml"/><Relationship Id="rId7" Type="http://schemas.openxmlformats.org/officeDocument/2006/relationships/audio" Target="../media/snd_boing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5.xml"/><Relationship Id="rId4" Type="http://schemas.openxmlformats.org/officeDocument/2006/relationships/slide" Target="slide328.xml"/><Relationship Id="rId5" Type="http://schemas.openxmlformats.org/officeDocument/2006/relationships/slide" Target="slide329.xml"/><Relationship Id="rId6" Type="http://schemas.openxmlformats.org/officeDocument/2006/relationships/audio" Target="../media/snd_bonk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5.xml"/><Relationship Id="rId4" Type="http://schemas.openxmlformats.org/officeDocument/2006/relationships/slide" Target="slide328.xml"/><Relationship Id="rId5" Type="http://schemas.openxmlformats.org/officeDocument/2006/relationships/slide" Target="slide329.xml"/><Relationship Id="rId6" Type="http://schemas.openxmlformats.org/officeDocument/2006/relationships/audio" Target="../media/snd_boing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8.xml"/><Relationship Id="rId4" Type="http://schemas.openxmlformats.org/officeDocument/2006/relationships/slide" Target="slide327.xml"/><Relationship Id="rId5" Type="http://schemas.openxmlformats.org/officeDocument/2006/relationships/slide" Target="slide329.xml"/><Relationship Id="rId6" Type="http://schemas.openxmlformats.org/officeDocument/2006/relationships/audio" Target="../media/snd_bonk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8.xml"/><Relationship Id="rId4" Type="http://schemas.openxmlformats.org/officeDocument/2006/relationships/slide" Target="slide327.xml"/><Relationship Id="rId5" Type="http://schemas.openxmlformats.org/officeDocument/2006/relationships/slide" Target="slide329.xml"/><Relationship Id="rId6" Type="http://schemas.openxmlformats.org/officeDocument/2006/relationships/audio" Target="../media/snd_boing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9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30.xml"/><Relationship Id="rId4" Type="http://schemas.openxmlformats.org/officeDocument/2006/relationships/slide" Target="slide331.xml"/><Relationship Id="rId5" Type="http://schemas.openxmlformats.org/officeDocument/2006/relationships/slide" Target="slide332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30.xml"/><Relationship Id="rId4" Type="http://schemas.openxmlformats.org/officeDocument/2006/relationships/slide" Target="slide331.xml"/><Relationship Id="rId5" Type="http://schemas.openxmlformats.org/officeDocument/2006/relationships/slide" Target="slide332.xml"/><Relationship Id="rId6" Type="http://schemas.openxmlformats.org/officeDocument/2006/relationships/audio" Target="../media/snd_boing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32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33.xml"/><Relationship Id="rId6" Type="http://schemas.openxmlformats.org/officeDocument/2006/relationships/slide" Target="slide339.xml"/><Relationship Id="rId7" Type="http://schemas.openxmlformats.org/officeDocument/2006/relationships/slide" Target="slide345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40.xml"/><Relationship Id="rId6" Type="http://schemas.openxmlformats.org/officeDocument/2006/relationships/slide" Target="slide334.xml"/><Relationship Id="rId7" Type="http://schemas.openxmlformats.org/officeDocument/2006/relationships/slide" Target="slide345.xml"/><Relationship Id="rId8" Type="http://schemas.openxmlformats.org/officeDocument/2006/relationships/audio" Target="../media/snd_ding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35.xml"/><Relationship Id="rId6" Type="http://schemas.openxmlformats.org/officeDocument/2006/relationships/slide" Target="slide341.xml"/><Relationship Id="rId7" Type="http://schemas.openxmlformats.org/officeDocument/2006/relationships/slide" Target="slide345.xml"/><Relationship Id="rId8" Type="http://schemas.openxmlformats.org/officeDocument/2006/relationships/audio" Target="../media/snd_ding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42.xml"/><Relationship Id="rId6" Type="http://schemas.openxmlformats.org/officeDocument/2006/relationships/slide" Target="slide336.xml"/><Relationship Id="rId7" Type="http://schemas.openxmlformats.org/officeDocument/2006/relationships/slide" Target="slide345.xml"/><Relationship Id="rId8" Type="http://schemas.openxmlformats.org/officeDocument/2006/relationships/audio" Target="../media/snd_ding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37.xml"/><Relationship Id="rId6" Type="http://schemas.openxmlformats.org/officeDocument/2006/relationships/slide" Target="slide343.xml"/><Relationship Id="rId7" Type="http://schemas.openxmlformats.org/officeDocument/2006/relationships/slide" Target="slide345.xml"/><Relationship Id="rId8" Type="http://schemas.openxmlformats.org/officeDocument/2006/relationships/audio" Target="../media/snd_ding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38.xml"/><Relationship Id="rId6" Type="http://schemas.openxmlformats.org/officeDocument/2006/relationships/slide" Target="slide344.xml"/><Relationship Id="rId7" Type="http://schemas.openxmlformats.org/officeDocument/2006/relationships/slide" Target="slide345.xml"/><Relationship Id="rId8" Type="http://schemas.openxmlformats.org/officeDocument/2006/relationships/audio" Target="../media/snd_ding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345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33.xml"/><Relationship Id="rId6" Type="http://schemas.openxmlformats.org/officeDocument/2006/relationships/slide" Target="slide339.xml"/><Relationship Id="rId7" Type="http://schemas.openxmlformats.org/officeDocument/2006/relationships/slide" Target="slide345.xml"/><Relationship Id="rId8" Type="http://schemas.openxmlformats.org/officeDocument/2006/relationships/audio" Target="../media/snd_boing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40.xml"/><Relationship Id="rId6" Type="http://schemas.openxmlformats.org/officeDocument/2006/relationships/slide" Target="slide334.xml"/><Relationship Id="rId7" Type="http://schemas.openxmlformats.org/officeDocument/2006/relationships/slide" Target="slide345.xml"/><Relationship Id="rId8" Type="http://schemas.openxmlformats.org/officeDocument/2006/relationships/audio" Target="../media/snd_boing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35.xml"/><Relationship Id="rId6" Type="http://schemas.openxmlformats.org/officeDocument/2006/relationships/slide" Target="slide341.xml"/><Relationship Id="rId7" Type="http://schemas.openxmlformats.org/officeDocument/2006/relationships/slide" Target="slide345.xml"/><Relationship Id="rId8" Type="http://schemas.openxmlformats.org/officeDocument/2006/relationships/audio" Target="../media/snd_bo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42.xml"/><Relationship Id="rId6" Type="http://schemas.openxmlformats.org/officeDocument/2006/relationships/slide" Target="slide336.xml"/><Relationship Id="rId7" Type="http://schemas.openxmlformats.org/officeDocument/2006/relationships/slide" Target="slide345.xml"/><Relationship Id="rId8" Type="http://schemas.openxmlformats.org/officeDocument/2006/relationships/audio" Target="../media/snd_boing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37.xml"/><Relationship Id="rId6" Type="http://schemas.openxmlformats.org/officeDocument/2006/relationships/slide" Target="slide343.xml"/><Relationship Id="rId7" Type="http://schemas.openxmlformats.org/officeDocument/2006/relationships/slide" Target="slide345.xml"/><Relationship Id="rId8" Type="http://schemas.openxmlformats.org/officeDocument/2006/relationships/audio" Target="../media/snd_bo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38.xml"/><Relationship Id="rId6" Type="http://schemas.openxmlformats.org/officeDocument/2006/relationships/slide" Target="slide344.xml"/><Relationship Id="rId7" Type="http://schemas.openxmlformats.org/officeDocument/2006/relationships/slide" Target="slide345.xml"/><Relationship Id="rId8" Type="http://schemas.openxmlformats.org/officeDocument/2006/relationships/audio" Target="../media/snd_boing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48.xml"/><Relationship Id="rId6" Type="http://schemas.openxmlformats.org/officeDocument/2006/relationships/slide" Target="slide346.xml"/><Relationship Id="rId7" Type="http://schemas.openxmlformats.org/officeDocument/2006/relationships/slide" Target="slide350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47.xml"/><Relationship Id="rId6" Type="http://schemas.openxmlformats.org/officeDocument/2006/relationships/slide" Target="slide350.xml"/><Relationship Id="rId7" Type="http://schemas.openxmlformats.org/officeDocument/2006/relationships/audio" Target="../media/snd_ding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49.xml"/><Relationship Id="rId6" Type="http://schemas.openxmlformats.org/officeDocument/2006/relationships/slide" Target="slide350.xml"/><Relationship Id="rId7" Type="http://schemas.openxmlformats.org/officeDocument/2006/relationships/audio" Target="../media/snd_ding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48.xml"/><Relationship Id="rId6" Type="http://schemas.openxmlformats.org/officeDocument/2006/relationships/slide" Target="slide346.xml"/><Relationship Id="rId7" Type="http://schemas.openxmlformats.org/officeDocument/2006/relationships/slide" Target="slide350.xml"/><Relationship Id="rId8" Type="http://schemas.openxmlformats.org/officeDocument/2006/relationships/audio" Target="../media/snd_boing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50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40.png"/><Relationship Id="rId6" Type="http://schemas.openxmlformats.org/officeDocument/2006/relationships/image" Target="../media/image5.png"/><Relationship Id="rId7" Type="http://schemas.openxmlformats.org/officeDocument/2006/relationships/slide" Target="slide351.xml"/><Relationship Id="rId8" Type="http://schemas.openxmlformats.org/officeDocument/2006/relationships/slide" Target="slide352.xml"/><Relationship Id="rId9" Type="http://schemas.openxmlformats.org/officeDocument/2006/relationships/slide" Target="slide354.xml"/><Relationship Id="rId10" Type="http://schemas.openxmlformats.org/officeDocument/2006/relationships/slide" Target="slide35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40.png"/><Relationship Id="rId6" Type="http://schemas.openxmlformats.org/officeDocument/2006/relationships/image" Target="../media/image5.png"/><Relationship Id="rId7" Type="http://schemas.openxmlformats.org/officeDocument/2006/relationships/slide" Target="slide351.xml"/><Relationship Id="rId8" Type="http://schemas.openxmlformats.org/officeDocument/2006/relationships/slide" Target="slide352.xml"/><Relationship Id="rId9" Type="http://schemas.openxmlformats.org/officeDocument/2006/relationships/slide" Target="slide354.xml"/><Relationship Id="rId10" Type="http://schemas.openxmlformats.org/officeDocument/2006/relationships/slide" Target="slide357.xml"/><Relationship Id="rId11" Type="http://schemas.openxmlformats.org/officeDocument/2006/relationships/audio" Target="../media/snd_boing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40.png"/><Relationship Id="rId5" Type="http://schemas.openxmlformats.org/officeDocument/2006/relationships/image" Target="../media/image5.png"/><Relationship Id="rId6" Type="http://schemas.openxmlformats.org/officeDocument/2006/relationships/slide" Target="slide353.xml"/><Relationship Id="rId7" Type="http://schemas.openxmlformats.org/officeDocument/2006/relationships/slide" Target="slide356.xml"/><Relationship Id="rId8" Type="http://schemas.openxmlformats.org/officeDocument/2006/relationships/slide" Target="slide357.xml"/><Relationship Id="rId9" Type="http://schemas.openxmlformats.org/officeDocument/2006/relationships/audio" Target="../media/snd_pop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40.png"/><Relationship Id="rId5" Type="http://schemas.openxmlformats.org/officeDocument/2006/relationships/image" Target="../media/image5.png"/><Relationship Id="rId6" Type="http://schemas.openxmlformats.org/officeDocument/2006/relationships/slide" Target="slide353.xml"/><Relationship Id="rId7" Type="http://schemas.openxmlformats.org/officeDocument/2006/relationships/slide" Target="slide356.xml"/><Relationship Id="rId8" Type="http://schemas.openxmlformats.org/officeDocument/2006/relationships/slide" Target="slide357.xml"/><Relationship Id="rId9" Type="http://schemas.openxmlformats.org/officeDocument/2006/relationships/audio" Target="../media/snd_boing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40.png"/><Relationship Id="rId6" Type="http://schemas.openxmlformats.org/officeDocument/2006/relationships/slide" Target="slide355.xml"/><Relationship Id="rId7" Type="http://schemas.openxmlformats.org/officeDocument/2006/relationships/slide" Target="slide356.xml"/><Relationship Id="rId8" Type="http://schemas.openxmlformats.org/officeDocument/2006/relationships/slide" Target="slide357.xml"/><Relationship Id="rId9" Type="http://schemas.openxmlformats.org/officeDocument/2006/relationships/audio" Target="../media/snd_pop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40.png"/><Relationship Id="rId6" Type="http://schemas.openxmlformats.org/officeDocument/2006/relationships/slide" Target="slide355.xml"/><Relationship Id="rId7" Type="http://schemas.openxmlformats.org/officeDocument/2006/relationships/slide" Target="slide356.xml"/><Relationship Id="rId8" Type="http://schemas.openxmlformats.org/officeDocument/2006/relationships/slide" Target="slide357.xml"/><Relationship Id="rId9" Type="http://schemas.openxmlformats.org/officeDocument/2006/relationships/audio" Target="../media/snd_boing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40.png"/><Relationship Id="rId5" Type="http://schemas.openxmlformats.org/officeDocument/2006/relationships/slide" Target="slide357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slide" Target="slide358.xml"/><Relationship Id="rId8" Type="http://schemas.openxmlformats.org/officeDocument/2006/relationships/slide" Target="slide359.xml"/><Relationship Id="rId9" Type="http://schemas.openxmlformats.org/officeDocument/2006/relationships/slide" Target="slide360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slide" Target="slide358.xml"/><Relationship Id="rId8" Type="http://schemas.openxmlformats.org/officeDocument/2006/relationships/slide" Target="slide359.xml"/><Relationship Id="rId9" Type="http://schemas.openxmlformats.org/officeDocument/2006/relationships/slide" Target="slide360.xml"/><Relationship Id="rId10" Type="http://schemas.openxmlformats.org/officeDocument/2006/relationships/audio" Target="../media/snd_boing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slide" Target="slide360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39.png"/><Relationship Id="rId7" Type="http://schemas.openxmlformats.org/officeDocument/2006/relationships/slide" Target="slide362.xml"/><Relationship Id="rId8" Type="http://schemas.openxmlformats.org/officeDocument/2006/relationships/slide" Target="slide364.xml"/><Relationship Id="rId9" Type="http://schemas.openxmlformats.org/officeDocument/2006/relationships/slide" Target="slide361.xml"/><Relationship Id="rId10" Type="http://schemas.openxmlformats.org/officeDocument/2006/relationships/slide" Target="slide36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39.png"/><Relationship Id="rId7" Type="http://schemas.openxmlformats.org/officeDocument/2006/relationships/slide" Target="slide362.xml"/><Relationship Id="rId8" Type="http://schemas.openxmlformats.org/officeDocument/2006/relationships/slide" Target="slide364.xml"/><Relationship Id="rId9" Type="http://schemas.openxmlformats.org/officeDocument/2006/relationships/slide" Target="slide361.xml"/><Relationship Id="rId10" Type="http://schemas.openxmlformats.org/officeDocument/2006/relationships/slide" Target="slide367.xml"/><Relationship Id="rId11" Type="http://schemas.openxmlformats.org/officeDocument/2006/relationships/audio" Target="../media/snd_boing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39.png"/><Relationship Id="rId6" Type="http://schemas.openxmlformats.org/officeDocument/2006/relationships/slide" Target="slide366.xml"/><Relationship Id="rId7" Type="http://schemas.openxmlformats.org/officeDocument/2006/relationships/slide" Target="slide363.xml"/><Relationship Id="rId8" Type="http://schemas.openxmlformats.org/officeDocument/2006/relationships/slide" Target="slide367.xml"/><Relationship Id="rId9" Type="http://schemas.openxmlformats.org/officeDocument/2006/relationships/audio" Target="../media/snd_splash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39.png"/><Relationship Id="rId6" Type="http://schemas.openxmlformats.org/officeDocument/2006/relationships/slide" Target="slide366.xml"/><Relationship Id="rId7" Type="http://schemas.openxmlformats.org/officeDocument/2006/relationships/slide" Target="slide363.xml"/><Relationship Id="rId8" Type="http://schemas.openxmlformats.org/officeDocument/2006/relationships/slide" Target="slide367.xml"/><Relationship Id="rId9" Type="http://schemas.openxmlformats.org/officeDocument/2006/relationships/audio" Target="../media/snd_boing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39.png"/><Relationship Id="rId6" Type="http://schemas.openxmlformats.org/officeDocument/2006/relationships/slide" Target="slide366.xml"/><Relationship Id="rId7" Type="http://schemas.openxmlformats.org/officeDocument/2006/relationships/slide" Target="slide365.xml"/><Relationship Id="rId8" Type="http://schemas.openxmlformats.org/officeDocument/2006/relationships/slide" Target="slide367.xml"/><Relationship Id="rId9" Type="http://schemas.openxmlformats.org/officeDocument/2006/relationships/audio" Target="../media/snd_splash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39.png"/><Relationship Id="rId6" Type="http://schemas.openxmlformats.org/officeDocument/2006/relationships/slide" Target="slide366.xml"/><Relationship Id="rId7" Type="http://schemas.openxmlformats.org/officeDocument/2006/relationships/slide" Target="slide365.xml"/><Relationship Id="rId8" Type="http://schemas.openxmlformats.org/officeDocument/2006/relationships/slide" Target="slide367.xml"/><Relationship Id="rId9" Type="http://schemas.openxmlformats.org/officeDocument/2006/relationships/audio" Target="../media/snd_boing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39.png"/><Relationship Id="rId5" Type="http://schemas.openxmlformats.org/officeDocument/2006/relationships/slide" Target="slide367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68.xml"/><Relationship Id="rId4" Type="http://schemas.openxmlformats.org/officeDocument/2006/relationships/slide" Target="slide369.xml"/><Relationship Id="rId5" Type="http://schemas.openxmlformats.org/officeDocument/2006/relationships/slide" Target="slide371.xml"/><Relationship Id="rId6" Type="http://schemas.openxmlformats.org/officeDocument/2006/relationships/slide" Target="slide374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68.xml"/><Relationship Id="rId4" Type="http://schemas.openxmlformats.org/officeDocument/2006/relationships/slide" Target="slide369.xml"/><Relationship Id="rId5" Type="http://schemas.openxmlformats.org/officeDocument/2006/relationships/slide" Target="slide371.xml"/><Relationship Id="rId6" Type="http://schemas.openxmlformats.org/officeDocument/2006/relationships/slide" Target="slide374.xml"/><Relationship Id="rId7" Type="http://schemas.openxmlformats.org/officeDocument/2006/relationships/audio" Target="../media/snd_boing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70.xml"/><Relationship Id="rId4" Type="http://schemas.openxmlformats.org/officeDocument/2006/relationships/slide" Target="slide373.xml"/><Relationship Id="rId5" Type="http://schemas.openxmlformats.org/officeDocument/2006/relationships/slide" Target="slide374.xml"/><Relationship Id="rId6" Type="http://schemas.openxmlformats.org/officeDocument/2006/relationships/audio" Target="../media/snd_bonk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70.xml"/><Relationship Id="rId4" Type="http://schemas.openxmlformats.org/officeDocument/2006/relationships/slide" Target="slide373.xml"/><Relationship Id="rId5" Type="http://schemas.openxmlformats.org/officeDocument/2006/relationships/slide" Target="slide374.xml"/><Relationship Id="rId6" Type="http://schemas.openxmlformats.org/officeDocument/2006/relationships/audio" Target="../media/snd_boing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72.xml"/><Relationship Id="rId4" Type="http://schemas.openxmlformats.org/officeDocument/2006/relationships/slide" Target="slide373.xml"/><Relationship Id="rId5" Type="http://schemas.openxmlformats.org/officeDocument/2006/relationships/slide" Target="slide374.xml"/><Relationship Id="rId6" Type="http://schemas.openxmlformats.org/officeDocument/2006/relationships/audio" Target="../media/snd_bonk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72.xml"/><Relationship Id="rId4" Type="http://schemas.openxmlformats.org/officeDocument/2006/relationships/slide" Target="slide373.xml"/><Relationship Id="rId5" Type="http://schemas.openxmlformats.org/officeDocument/2006/relationships/slide" Target="slide374.xml"/><Relationship Id="rId6" Type="http://schemas.openxmlformats.org/officeDocument/2006/relationships/audio" Target="../media/snd_boing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74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375.xml"/><Relationship Id="rId12" Type="http://schemas.openxmlformats.org/officeDocument/2006/relationships/slide" Target="slide376.xml"/><Relationship Id="rId13" Type="http://schemas.openxmlformats.org/officeDocument/2006/relationships/slide" Target="slide377.xml"/><Relationship Id="rId14" Type="http://schemas.openxmlformats.org/officeDocument/2006/relationships/slide" Target="slide378.xml"/><Relationship Id="rId15" Type="http://schemas.openxmlformats.org/officeDocument/2006/relationships/slide" Target="slide379.xml"/><Relationship Id="rId16" Type="http://schemas.openxmlformats.org/officeDocument/2006/relationships/slide" Target="slide380.xml"/><Relationship Id="rId17" Type="http://schemas.openxmlformats.org/officeDocument/2006/relationships/slide" Target="slide381.xml"/><Relationship Id="rId18" Type="http://schemas.openxmlformats.org/officeDocument/2006/relationships/slide" Target="slide382.xml"/><Relationship Id="rId19" Type="http://schemas.openxmlformats.org/officeDocument/2006/relationships/slide" Target="slide383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374.xml"/><Relationship Id="rId6" Type="http://schemas.openxmlformats.org/officeDocument/2006/relationships/slide" Target="slide383.xml"/><Relationship Id="rId7" Type="http://schemas.openxmlformats.org/officeDocument/2006/relationships/audio" Target="../media/snd_tada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74.xml"/><Relationship Id="rId6" Type="http://schemas.openxmlformats.org/officeDocument/2006/relationships/slide" Target="slide383.xml"/><Relationship Id="rId7" Type="http://schemas.openxmlformats.org/officeDocument/2006/relationships/audio" Target="../media/snd_tada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74.xml"/><Relationship Id="rId6" Type="http://schemas.openxmlformats.org/officeDocument/2006/relationships/slide" Target="slide383.xml"/><Relationship Id="rId7" Type="http://schemas.openxmlformats.org/officeDocument/2006/relationships/audio" Target="../media/snd_tada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374.xml"/><Relationship Id="rId6" Type="http://schemas.openxmlformats.org/officeDocument/2006/relationships/slide" Target="slide383.xml"/><Relationship Id="rId7" Type="http://schemas.openxmlformats.org/officeDocument/2006/relationships/audio" Target="../media/snd_tada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374.xml"/><Relationship Id="rId6" Type="http://schemas.openxmlformats.org/officeDocument/2006/relationships/slide" Target="slide383.xml"/><Relationship Id="rId7" Type="http://schemas.openxmlformats.org/officeDocument/2006/relationships/audio" Target="../media/snd_tada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74.xml"/><Relationship Id="rId6" Type="http://schemas.openxmlformats.org/officeDocument/2006/relationships/slide" Target="slide383.xml"/><Relationship Id="rId7" Type="http://schemas.openxmlformats.org/officeDocument/2006/relationships/audio" Target="../media/snd_tada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74.xml"/><Relationship Id="rId6" Type="http://schemas.openxmlformats.org/officeDocument/2006/relationships/slide" Target="slide383.xml"/><Relationship Id="rId7" Type="http://schemas.openxmlformats.org/officeDocument/2006/relationships/audio" Target="../media/snd_tada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374.xml"/><Relationship Id="rId6" Type="http://schemas.openxmlformats.org/officeDocument/2006/relationships/slide" Target="slide383.xml"/><Relationship Id="rId7" Type="http://schemas.openxmlformats.org/officeDocument/2006/relationships/audio" Target="../media/snd_tada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84.xml"/><Relationship Id="rId4" Type="http://schemas.openxmlformats.org/officeDocument/2006/relationships/slide" Target="slide385.xml"/><Relationship Id="rId5" Type="http://schemas.openxmlformats.org/officeDocument/2006/relationships/slide" Target="slide386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84.xml"/><Relationship Id="rId4" Type="http://schemas.openxmlformats.org/officeDocument/2006/relationships/slide" Target="slide385.xml"/><Relationship Id="rId5" Type="http://schemas.openxmlformats.org/officeDocument/2006/relationships/slide" Target="slide386.xml"/><Relationship Id="rId6" Type="http://schemas.openxmlformats.org/officeDocument/2006/relationships/audio" Target="../media/snd_boing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86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93.xml"/><Relationship Id="rId6" Type="http://schemas.openxmlformats.org/officeDocument/2006/relationships/slide" Target="slide387.xml"/><Relationship Id="rId7" Type="http://schemas.openxmlformats.org/officeDocument/2006/relationships/slide" Target="slide399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88.xml"/><Relationship Id="rId6" Type="http://schemas.openxmlformats.org/officeDocument/2006/relationships/slide" Target="slide394.xml"/><Relationship Id="rId7" Type="http://schemas.openxmlformats.org/officeDocument/2006/relationships/slide" Target="slide399.xml"/><Relationship Id="rId8" Type="http://schemas.openxmlformats.org/officeDocument/2006/relationships/audio" Target="../media/snd_ding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89.xml"/><Relationship Id="rId6" Type="http://schemas.openxmlformats.org/officeDocument/2006/relationships/slide" Target="slide395.xml"/><Relationship Id="rId7" Type="http://schemas.openxmlformats.org/officeDocument/2006/relationships/slide" Target="slide399.xml"/><Relationship Id="rId8" Type="http://schemas.openxmlformats.org/officeDocument/2006/relationships/audio" Target="../media/snd_ding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96.xml"/><Relationship Id="rId6" Type="http://schemas.openxmlformats.org/officeDocument/2006/relationships/slide" Target="slide390.xml"/><Relationship Id="rId7" Type="http://schemas.openxmlformats.org/officeDocument/2006/relationships/slide" Target="slide399.xml"/><Relationship Id="rId8" Type="http://schemas.openxmlformats.org/officeDocument/2006/relationships/audio" Target="../media/snd_ding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91.xml"/><Relationship Id="rId6" Type="http://schemas.openxmlformats.org/officeDocument/2006/relationships/slide" Target="slide397.xml"/><Relationship Id="rId7" Type="http://schemas.openxmlformats.org/officeDocument/2006/relationships/slide" Target="slide399.xml"/><Relationship Id="rId8" Type="http://schemas.openxmlformats.org/officeDocument/2006/relationships/audio" Target="../media/snd_ding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98.xml"/><Relationship Id="rId6" Type="http://schemas.openxmlformats.org/officeDocument/2006/relationships/slide" Target="slide392.xml"/><Relationship Id="rId7" Type="http://schemas.openxmlformats.org/officeDocument/2006/relationships/slide" Target="slide399.xml"/><Relationship Id="rId8" Type="http://schemas.openxmlformats.org/officeDocument/2006/relationships/audio" Target="../media/snd_ding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399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93.xml"/><Relationship Id="rId6" Type="http://schemas.openxmlformats.org/officeDocument/2006/relationships/slide" Target="slide387.xml"/><Relationship Id="rId7" Type="http://schemas.openxmlformats.org/officeDocument/2006/relationships/slide" Target="slide399.xml"/><Relationship Id="rId8" Type="http://schemas.openxmlformats.org/officeDocument/2006/relationships/audio" Target="../media/snd_boing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88.xml"/><Relationship Id="rId6" Type="http://schemas.openxmlformats.org/officeDocument/2006/relationships/slide" Target="slide394.xml"/><Relationship Id="rId7" Type="http://schemas.openxmlformats.org/officeDocument/2006/relationships/slide" Target="slide399.xml"/><Relationship Id="rId8" Type="http://schemas.openxmlformats.org/officeDocument/2006/relationships/audio" Target="../media/snd_boing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89.xml"/><Relationship Id="rId6" Type="http://schemas.openxmlformats.org/officeDocument/2006/relationships/slide" Target="slide395.xml"/><Relationship Id="rId7" Type="http://schemas.openxmlformats.org/officeDocument/2006/relationships/slide" Target="slide399.xml"/><Relationship Id="rId8" Type="http://schemas.openxmlformats.org/officeDocument/2006/relationships/audio" Target="../media/snd_boing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96.xml"/><Relationship Id="rId6" Type="http://schemas.openxmlformats.org/officeDocument/2006/relationships/slide" Target="slide390.xml"/><Relationship Id="rId7" Type="http://schemas.openxmlformats.org/officeDocument/2006/relationships/slide" Target="slide399.xml"/><Relationship Id="rId8" Type="http://schemas.openxmlformats.org/officeDocument/2006/relationships/audio" Target="../media/snd_boing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91.xml"/><Relationship Id="rId6" Type="http://schemas.openxmlformats.org/officeDocument/2006/relationships/slide" Target="slide397.xml"/><Relationship Id="rId7" Type="http://schemas.openxmlformats.org/officeDocument/2006/relationships/slide" Target="slide399.xml"/><Relationship Id="rId8" Type="http://schemas.openxmlformats.org/officeDocument/2006/relationships/audio" Target="../media/snd_boing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98.xml"/><Relationship Id="rId6" Type="http://schemas.openxmlformats.org/officeDocument/2006/relationships/slide" Target="slide392.xml"/><Relationship Id="rId7" Type="http://schemas.openxmlformats.org/officeDocument/2006/relationships/slide" Target="slide399.xml"/><Relationship Id="rId8" Type="http://schemas.openxmlformats.org/officeDocument/2006/relationships/audio" Target="../media/snd_boing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03.xml"/><Relationship Id="rId6" Type="http://schemas.openxmlformats.org/officeDocument/2006/relationships/slide" Target="slide400.xml"/><Relationship Id="rId7" Type="http://schemas.openxmlformats.org/officeDocument/2006/relationships/slide" Target="slide406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04.xml"/><Relationship Id="rId6" Type="http://schemas.openxmlformats.org/officeDocument/2006/relationships/slide" Target="slide401.xml"/><Relationship Id="rId7" Type="http://schemas.openxmlformats.org/officeDocument/2006/relationships/slide" Target="slide406.xml"/><Relationship Id="rId8" Type="http://schemas.openxmlformats.org/officeDocument/2006/relationships/audio" Target="../media/snd_ding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02.xml"/><Relationship Id="rId6" Type="http://schemas.openxmlformats.org/officeDocument/2006/relationships/slide" Target="slide406.xml"/><Relationship Id="rId7" Type="http://schemas.openxmlformats.org/officeDocument/2006/relationships/audio" Target="../media/snd_ding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05.xml"/><Relationship Id="rId6" Type="http://schemas.openxmlformats.org/officeDocument/2006/relationships/slide" Target="slide406.xml"/><Relationship Id="rId7" Type="http://schemas.openxmlformats.org/officeDocument/2006/relationships/audio" Target="../media/snd_ding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03.xml"/><Relationship Id="rId6" Type="http://schemas.openxmlformats.org/officeDocument/2006/relationships/slide" Target="slide400.xml"/><Relationship Id="rId7" Type="http://schemas.openxmlformats.org/officeDocument/2006/relationships/slide" Target="slide406.xml"/><Relationship Id="rId8" Type="http://schemas.openxmlformats.org/officeDocument/2006/relationships/audio" Target="../media/snd_boing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04.xml"/><Relationship Id="rId6" Type="http://schemas.openxmlformats.org/officeDocument/2006/relationships/slide" Target="slide401.xml"/><Relationship Id="rId7" Type="http://schemas.openxmlformats.org/officeDocument/2006/relationships/slide" Target="slide406.xml"/><Relationship Id="rId8" Type="http://schemas.openxmlformats.org/officeDocument/2006/relationships/audio" Target="../media/snd_boing.wav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06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40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slide" Target="slide408.xml"/><Relationship Id="rId9" Type="http://schemas.openxmlformats.org/officeDocument/2006/relationships/slide" Target="slide407.xml"/><Relationship Id="rId10" Type="http://schemas.openxmlformats.org/officeDocument/2006/relationships/slide" Target="slide410.xml"/><Relationship Id="rId11" Type="http://schemas.openxmlformats.org/officeDocument/2006/relationships/slide" Target="slide413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40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slide" Target="slide408.xml"/><Relationship Id="rId9" Type="http://schemas.openxmlformats.org/officeDocument/2006/relationships/slide" Target="slide407.xml"/><Relationship Id="rId10" Type="http://schemas.openxmlformats.org/officeDocument/2006/relationships/slide" Target="slide410.xml"/><Relationship Id="rId11" Type="http://schemas.openxmlformats.org/officeDocument/2006/relationships/slide" Target="slide413.xml"/><Relationship Id="rId12" Type="http://schemas.openxmlformats.org/officeDocument/2006/relationships/audio" Target="../media/snd_boing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40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slide" Target="slide409.xml"/><Relationship Id="rId8" Type="http://schemas.openxmlformats.org/officeDocument/2006/relationships/slide" Target="slide412.xml"/><Relationship Id="rId9" Type="http://schemas.openxmlformats.org/officeDocument/2006/relationships/slide" Target="slide413.xml"/><Relationship Id="rId10" Type="http://schemas.openxmlformats.org/officeDocument/2006/relationships/audio" Target="../media/snd_pop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40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slide" Target="slide409.xml"/><Relationship Id="rId8" Type="http://schemas.openxmlformats.org/officeDocument/2006/relationships/slide" Target="slide412.xml"/><Relationship Id="rId9" Type="http://schemas.openxmlformats.org/officeDocument/2006/relationships/slide" Target="slide413.xml"/><Relationship Id="rId10" Type="http://schemas.openxmlformats.org/officeDocument/2006/relationships/audio" Target="../media/snd_boing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40.png"/><Relationship Id="rId6" Type="http://schemas.openxmlformats.org/officeDocument/2006/relationships/image" Target="../media/image5.png"/><Relationship Id="rId7" Type="http://schemas.openxmlformats.org/officeDocument/2006/relationships/slide" Target="slide412.xml"/><Relationship Id="rId8" Type="http://schemas.openxmlformats.org/officeDocument/2006/relationships/slide" Target="slide411.xml"/><Relationship Id="rId9" Type="http://schemas.openxmlformats.org/officeDocument/2006/relationships/slide" Target="slide413.xml"/><Relationship Id="rId10" Type="http://schemas.openxmlformats.org/officeDocument/2006/relationships/audio" Target="../media/snd_pop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40.png"/><Relationship Id="rId6" Type="http://schemas.openxmlformats.org/officeDocument/2006/relationships/image" Target="../media/image5.png"/><Relationship Id="rId7" Type="http://schemas.openxmlformats.org/officeDocument/2006/relationships/slide" Target="slide412.xml"/><Relationship Id="rId8" Type="http://schemas.openxmlformats.org/officeDocument/2006/relationships/slide" Target="slide411.xml"/><Relationship Id="rId9" Type="http://schemas.openxmlformats.org/officeDocument/2006/relationships/slide" Target="slide413.xml"/><Relationship Id="rId10" Type="http://schemas.openxmlformats.org/officeDocument/2006/relationships/audio" Target="../media/snd_boing.wav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40.png"/><Relationship Id="rId5" Type="http://schemas.openxmlformats.org/officeDocument/2006/relationships/image" Target="../media/image5.png"/><Relationship Id="rId6" Type="http://schemas.openxmlformats.org/officeDocument/2006/relationships/slide" Target="slide413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38.png"/><Relationship Id="rId6" Type="http://schemas.openxmlformats.org/officeDocument/2006/relationships/slide" Target="slide415.xml"/><Relationship Id="rId7" Type="http://schemas.openxmlformats.org/officeDocument/2006/relationships/slide" Target="slide414.xml"/><Relationship Id="rId8" Type="http://schemas.openxmlformats.org/officeDocument/2006/relationships/slide" Target="slide416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38.png"/><Relationship Id="rId6" Type="http://schemas.openxmlformats.org/officeDocument/2006/relationships/slide" Target="slide415.xml"/><Relationship Id="rId7" Type="http://schemas.openxmlformats.org/officeDocument/2006/relationships/slide" Target="slide414.xml"/><Relationship Id="rId8" Type="http://schemas.openxmlformats.org/officeDocument/2006/relationships/slide" Target="slide416.xml"/><Relationship Id="rId9" Type="http://schemas.openxmlformats.org/officeDocument/2006/relationships/audio" Target="../media/snd_boing.wav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png"/><Relationship Id="rId4" Type="http://schemas.openxmlformats.org/officeDocument/2006/relationships/image" Target="../media/image38.png"/><Relationship Id="rId5" Type="http://schemas.openxmlformats.org/officeDocument/2006/relationships/image" Target="../media/image10.png"/><Relationship Id="rId6" Type="http://schemas.openxmlformats.org/officeDocument/2006/relationships/slide" Target="slide416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417.xml"/><Relationship Id="rId7" Type="http://schemas.openxmlformats.org/officeDocument/2006/relationships/slide" Target="slide418.xml"/><Relationship Id="rId8" Type="http://schemas.openxmlformats.org/officeDocument/2006/relationships/slide" Target="slide420.xml"/><Relationship Id="rId9" Type="http://schemas.openxmlformats.org/officeDocument/2006/relationships/slide" Target="slide423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417.xml"/><Relationship Id="rId7" Type="http://schemas.openxmlformats.org/officeDocument/2006/relationships/slide" Target="slide418.xml"/><Relationship Id="rId8" Type="http://schemas.openxmlformats.org/officeDocument/2006/relationships/slide" Target="slide420.xml"/><Relationship Id="rId9" Type="http://schemas.openxmlformats.org/officeDocument/2006/relationships/slide" Target="slide423.xml"/><Relationship Id="rId10" Type="http://schemas.openxmlformats.org/officeDocument/2006/relationships/audio" Target="../media/snd_boing.wav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419.xml"/><Relationship Id="rId6" Type="http://schemas.openxmlformats.org/officeDocument/2006/relationships/slide" Target="slide422.xml"/><Relationship Id="rId7" Type="http://schemas.openxmlformats.org/officeDocument/2006/relationships/slide" Target="slide423.xml"/><Relationship Id="rId8" Type="http://schemas.openxmlformats.org/officeDocument/2006/relationships/audio" Target="../media/snd_splash.wav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419.xml"/><Relationship Id="rId6" Type="http://schemas.openxmlformats.org/officeDocument/2006/relationships/slide" Target="slide422.xml"/><Relationship Id="rId7" Type="http://schemas.openxmlformats.org/officeDocument/2006/relationships/slide" Target="slide423.xml"/><Relationship Id="rId8" Type="http://schemas.openxmlformats.org/officeDocument/2006/relationships/audio" Target="../media/snd_boing.wav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421.xml"/><Relationship Id="rId7" Type="http://schemas.openxmlformats.org/officeDocument/2006/relationships/slide" Target="slide422.xml"/><Relationship Id="rId8" Type="http://schemas.openxmlformats.org/officeDocument/2006/relationships/slide" Target="slide423.xml"/><Relationship Id="rId9" Type="http://schemas.openxmlformats.org/officeDocument/2006/relationships/audio" Target="../media/snd_splash.wav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421.xml"/><Relationship Id="rId7" Type="http://schemas.openxmlformats.org/officeDocument/2006/relationships/slide" Target="slide422.xml"/><Relationship Id="rId8" Type="http://schemas.openxmlformats.org/officeDocument/2006/relationships/slide" Target="slide423.xml"/><Relationship Id="rId9" Type="http://schemas.openxmlformats.org/officeDocument/2006/relationships/audio" Target="../media/snd_boing.wav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423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25.xml"/><Relationship Id="rId4" Type="http://schemas.openxmlformats.org/officeDocument/2006/relationships/slide" Target="slide424.xml"/><Relationship Id="rId5" Type="http://schemas.openxmlformats.org/officeDocument/2006/relationships/slide" Target="slide427.xml"/><Relationship Id="rId6" Type="http://schemas.openxmlformats.org/officeDocument/2006/relationships/slide" Target="slide430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25.xml"/><Relationship Id="rId4" Type="http://schemas.openxmlformats.org/officeDocument/2006/relationships/slide" Target="slide424.xml"/><Relationship Id="rId5" Type="http://schemas.openxmlformats.org/officeDocument/2006/relationships/slide" Target="slide427.xml"/><Relationship Id="rId6" Type="http://schemas.openxmlformats.org/officeDocument/2006/relationships/slide" Target="slide430.xml"/><Relationship Id="rId7" Type="http://schemas.openxmlformats.org/officeDocument/2006/relationships/audio" Target="../media/snd_boing.wav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26.xml"/><Relationship Id="rId4" Type="http://schemas.openxmlformats.org/officeDocument/2006/relationships/slide" Target="slide429.xml"/><Relationship Id="rId5" Type="http://schemas.openxmlformats.org/officeDocument/2006/relationships/slide" Target="slide430.xml"/><Relationship Id="rId6" Type="http://schemas.openxmlformats.org/officeDocument/2006/relationships/audio" Target="../media/snd_bonk.wav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26.xml"/><Relationship Id="rId4" Type="http://schemas.openxmlformats.org/officeDocument/2006/relationships/slide" Target="slide429.xml"/><Relationship Id="rId5" Type="http://schemas.openxmlformats.org/officeDocument/2006/relationships/slide" Target="slide430.xml"/><Relationship Id="rId6" Type="http://schemas.openxmlformats.org/officeDocument/2006/relationships/audio" Target="../media/snd_boing.wav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29.xml"/><Relationship Id="rId4" Type="http://schemas.openxmlformats.org/officeDocument/2006/relationships/slide" Target="slide428.xml"/><Relationship Id="rId5" Type="http://schemas.openxmlformats.org/officeDocument/2006/relationships/slide" Target="slide430.xml"/><Relationship Id="rId6" Type="http://schemas.openxmlformats.org/officeDocument/2006/relationships/audio" Target="../media/snd_bonk.wav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29.xml"/><Relationship Id="rId4" Type="http://schemas.openxmlformats.org/officeDocument/2006/relationships/slide" Target="slide428.xml"/><Relationship Id="rId5" Type="http://schemas.openxmlformats.org/officeDocument/2006/relationships/slide" Target="slide430.xml"/><Relationship Id="rId6" Type="http://schemas.openxmlformats.org/officeDocument/2006/relationships/audio" Target="../media/snd_boing.wav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30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31.xml"/><Relationship Id="rId4" Type="http://schemas.openxmlformats.org/officeDocument/2006/relationships/slide" Target="slide432.xml"/><Relationship Id="rId5" Type="http://schemas.openxmlformats.org/officeDocument/2006/relationships/slide" Target="slide433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31.xml"/><Relationship Id="rId4" Type="http://schemas.openxmlformats.org/officeDocument/2006/relationships/slide" Target="slide432.xml"/><Relationship Id="rId5" Type="http://schemas.openxmlformats.org/officeDocument/2006/relationships/slide" Target="slide433.xml"/><Relationship Id="rId6" Type="http://schemas.openxmlformats.org/officeDocument/2006/relationships/audio" Target="../media/snd_boing.wav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33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4.xml"/><Relationship Id="rId6" Type="http://schemas.openxmlformats.org/officeDocument/2006/relationships/slide" Target="slide440.xml"/><Relationship Id="rId7" Type="http://schemas.openxmlformats.org/officeDocument/2006/relationships/slide" Target="slide446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41.xml"/><Relationship Id="rId6" Type="http://schemas.openxmlformats.org/officeDocument/2006/relationships/slide" Target="slide435.xml"/><Relationship Id="rId7" Type="http://schemas.openxmlformats.org/officeDocument/2006/relationships/slide" Target="slide446.xml"/><Relationship Id="rId8" Type="http://schemas.openxmlformats.org/officeDocument/2006/relationships/audio" Target="../media/snd_ding.wav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6.xml"/><Relationship Id="rId6" Type="http://schemas.openxmlformats.org/officeDocument/2006/relationships/slide" Target="slide442.xml"/><Relationship Id="rId7" Type="http://schemas.openxmlformats.org/officeDocument/2006/relationships/slide" Target="slide446.xml"/><Relationship Id="rId8" Type="http://schemas.openxmlformats.org/officeDocument/2006/relationships/audio" Target="../media/snd_ding.wav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7.xml"/><Relationship Id="rId6" Type="http://schemas.openxmlformats.org/officeDocument/2006/relationships/slide" Target="slide443.xml"/><Relationship Id="rId7" Type="http://schemas.openxmlformats.org/officeDocument/2006/relationships/slide" Target="slide446.xml"/><Relationship Id="rId8" Type="http://schemas.openxmlformats.org/officeDocument/2006/relationships/audio" Target="../media/snd_ding.wav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8.xml"/><Relationship Id="rId6" Type="http://schemas.openxmlformats.org/officeDocument/2006/relationships/slide" Target="slide444.xml"/><Relationship Id="rId7" Type="http://schemas.openxmlformats.org/officeDocument/2006/relationships/slide" Target="slide446.xml"/><Relationship Id="rId8" Type="http://schemas.openxmlformats.org/officeDocument/2006/relationships/audio" Target="../media/snd_ding.wav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9.xml"/><Relationship Id="rId6" Type="http://schemas.openxmlformats.org/officeDocument/2006/relationships/slide" Target="slide445.xml"/><Relationship Id="rId7" Type="http://schemas.openxmlformats.org/officeDocument/2006/relationships/slide" Target="slide446.xml"/><Relationship Id="rId8" Type="http://schemas.openxmlformats.org/officeDocument/2006/relationships/audio" Target="../media/snd_ding.wav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446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4.xml"/><Relationship Id="rId6" Type="http://schemas.openxmlformats.org/officeDocument/2006/relationships/slide" Target="slide440.xml"/><Relationship Id="rId7" Type="http://schemas.openxmlformats.org/officeDocument/2006/relationships/slide" Target="slide446.xml"/><Relationship Id="rId8" Type="http://schemas.openxmlformats.org/officeDocument/2006/relationships/audio" Target="../media/snd_boing.wav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41.xml"/><Relationship Id="rId6" Type="http://schemas.openxmlformats.org/officeDocument/2006/relationships/slide" Target="slide435.xml"/><Relationship Id="rId7" Type="http://schemas.openxmlformats.org/officeDocument/2006/relationships/slide" Target="slide446.xml"/><Relationship Id="rId8" Type="http://schemas.openxmlformats.org/officeDocument/2006/relationships/audio" Target="../media/snd_boing.wav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6.xml"/><Relationship Id="rId6" Type="http://schemas.openxmlformats.org/officeDocument/2006/relationships/slide" Target="slide442.xml"/><Relationship Id="rId7" Type="http://schemas.openxmlformats.org/officeDocument/2006/relationships/slide" Target="slide446.xml"/><Relationship Id="rId8" Type="http://schemas.openxmlformats.org/officeDocument/2006/relationships/audio" Target="../media/snd_boing.wav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7.xml"/><Relationship Id="rId6" Type="http://schemas.openxmlformats.org/officeDocument/2006/relationships/slide" Target="slide443.xml"/><Relationship Id="rId7" Type="http://schemas.openxmlformats.org/officeDocument/2006/relationships/slide" Target="slide446.xml"/><Relationship Id="rId8" Type="http://schemas.openxmlformats.org/officeDocument/2006/relationships/audio" Target="../media/snd_boing.wav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8.xml"/><Relationship Id="rId6" Type="http://schemas.openxmlformats.org/officeDocument/2006/relationships/slide" Target="slide444.xml"/><Relationship Id="rId7" Type="http://schemas.openxmlformats.org/officeDocument/2006/relationships/slide" Target="slide446.xml"/><Relationship Id="rId8" Type="http://schemas.openxmlformats.org/officeDocument/2006/relationships/audio" Target="../media/snd_boing.wav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9.xml"/><Relationship Id="rId6" Type="http://schemas.openxmlformats.org/officeDocument/2006/relationships/slide" Target="slide445.xml"/><Relationship Id="rId7" Type="http://schemas.openxmlformats.org/officeDocument/2006/relationships/slide" Target="slide446.xml"/><Relationship Id="rId8" Type="http://schemas.openxmlformats.org/officeDocument/2006/relationships/audio" Target="../media/snd_boing.wav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447.xml"/><Relationship Id="rId12" Type="http://schemas.openxmlformats.org/officeDocument/2006/relationships/slide" Target="slide448.xml"/><Relationship Id="rId13" Type="http://schemas.openxmlformats.org/officeDocument/2006/relationships/slide" Target="slide449.xml"/><Relationship Id="rId14" Type="http://schemas.openxmlformats.org/officeDocument/2006/relationships/slide" Target="slide450.xml"/><Relationship Id="rId15" Type="http://schemas.openxmlformats.org/officeDocument/2006/relationships/slide" Target="slide451.xml"/><Relationship Id="rId16" Type="http://schemas.openxmlformats.org/officeDocument/2006/relationships/slide" Target="slide452.xml"/><Relationship Id="rId17" Type="http://schemas.openxmlformats.org/officeDocument/2006/relationships/slide" Target="slide453.xml"/><Relationship Id="rId18" Type="http://schemas.openxmlformats.org/officeDocument/2006/relationships/slide" Target="slide454.xml"/><Relationship Id="rId19" Type="http://schemas.openxmlformats.org/officeDocument/2006/relationships/slide" Target="slide455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446.xml"/><Relationship Id="rId6" Type="http://schemas.openxmlformats.org/officeDocument/2006/relationships/slide" Target="slide455.xml"/><Relationship Id="rId7" Type="http://schemas.openxmlformats.org/officeDocument/2006/relationships/audio" Target="../media/snd_tada.wav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46.xml"/><Relationship Id="rId6" Type="http://schemas.openxmlformats.org/officeDocument/2006/relationships/slide" Target="slide455.xml"/><Relationship Id="rId7" Type="http://schemas.openxmlformats.org/officeDocument/2006/relationships/audio" Target="../media/snd_tada.wav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46.xml"/><Relationship Id="rId6" Type="http://schemas.openxmlformats.org/officeDocument/2006/relationships/slide" Target="slide455.xml"/><Relationship Id="rId7" Type="http://schemas.openxmlformats.org/officeDocument/2006/relationships/audio" Target="../media/snd_tada.wav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446.xml"/><Relationship Id="rId6" Type="http://schemas.openxmlformats.org/officeDocument/2006/relationships/slide" Target="slide455.xml"/><Relationship Id="rId7" Type="http://schemas.openxmlformats.org/officeDocument/2006/relationships/audio" Target="../media/snd_tada.wav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446.xml"/><Relationship Id="rId6" Type="http://schemas.openxmlformats.org/officeDocument/2006/relationships/slide" Target="slide455.xml"/><Relationship Id="rId7" Type="http://schemas.openxmlformats.org/officeDocument/2006/relationships/audio" Target="../media/snd_tada.wav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46.xml"/><Relationship Id="rId6" Type="http://schemas.openxmlformats.org/officeDocument/2006/relationships/slide" Target="slide455.xml"/><Relationship Id="rId7" Type="http://schemas.openxmlformats.org/officeDocument/2006/relationships/audio" Target="../media/snd_tada.wav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46.xml"/><Relationship Id="rId6" Type="http://schemas.openxmlformats.org/officeDocument/2006/relationships/slide" Target="slide455.xml"/><Relationship Id="rId7" Type="http://schemas.openxmlformats.org/officeDocument/2006/relationships/audio" Target="../media/snd_tada.wav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446.xml"/><Relationship Id="rId6" Type="http://schemas.openxmlformats.org/officeDocument/2006/relationships/slide" Target="slide455.xml"/><Relationship Id="rId7" Type="http://schemas.openxmlformats.org/officeDocument/2006/relationships/audio" Target="../media/snd_tada.wav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59.xml"/><Relationship Id="rId6" Type="http://schemas.openxmlformats.org/officeDocument/2006/relationships/slide" Target="slide456.xml"/><Relationship Id="rId7" Type="http://schemas.openxmlformats.org/officeDocument/2006/relationships/slide" Target="slide462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57.xml"/><Relationship Id="rId6" Type="http://schemas.openxmlformats.org/officeDocument/2006/relationships/slide" Target="slide460.xml"/><Relationship Id="rId7" Type="http://schemas.openxmlformats.org/officeDocument/2006/relationships/slide" Target="slide462.xml"/><Relationship Id="rId8" Type="http://schemas.openxmlformats.org/officeDocument/2006/relationships/audio" Target="../media/snd_ding.wav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58.xml"/><Relationship Id="rId6" Type="http://schemas.openxmlformats.org/officeDocument/2006/relationships/slide" Target="slide462.xml"/><Relationship Id="rId7" Type="http://schemas.openxmlformats.org/officeDocument/2006/relationships/audio" Target="../media/snd_ding.wav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61.xml"/><Relationship Id="rId6" Type="http://schemas.openxmlformats.org/officeDocument/2006/relationships/slide" Target="slide462.xml"/><Relationship Id="rId7" Type="http://schemas.openxmlformats.org/officeDocument/2006/relationships/audio" Target="../media/snd_ding.wav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59.xml"/><Relationship Id="rId6" Type="http://schemas.openxmlformats.org/officeDocument/2006/relationships/slide" Target="slide456.xml"/><Relationship Id="rId7" Type="http://schemas.openxmlformats.org/officeDocument/2006/relationships/slide" Target="slide462.xml"/><Relationship Id="rId8" Type="http://schemas.openxmlformats.org/officeDocument/2006/relationships/audio" Target="../media/snd_boing.wav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57.xml"/><Relationship Id="rId6" Type="http://schemas.openxmlformats.org/officeDocument/2006/relationships/slide" Target="slide460.xml"/><Relationship Id="rId7" Type="http://schemas.openxmlformats.org/officeDocument/2006/relationships/slide" Target="slide462.xml"/><Relationship Id="rId8" Type="http://schemas.openxmlformats.org/officeDocument/2006/relationships/audio" Target="../media/snd_boing.wav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462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slide" Target="slide463.xml"/><Relationship Id="rId8" Type="http://schemas.openxmlformats.org/officeDocument/2006/relationships/slide" Target="slide464.xml"/><Relationship Id="rId9" Type="http://schemas.openxmlformats.org/officeDocument/2006/relationships/slide" Target="slide466.xml"/><Relationship Id="rId10" Type="http://schemas.openxmlformats.org/officeDocument/2006/relationships/slide" Target="slide469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slide" Target="slide463.xml"/><Relationship Id="rId8" Type="http://schemas.openxmlformats.org/officeDocument/2006/relationships/slide" Target="slide464.xml"/><Relationship Id="rId9" Type="http://schemas.openxmlformats.org/officeDocument/2006/relationships/slide" Target="slide466.xml"/><Relationship Id="rId10" Type="http://schemas.openxmlformats.org/officeDocument/2006/relationships/slide" Target="slide469.xml"/><Relationship Id="rId11" Type="http://schemas.openxmlformats.org/officeDocument/2006/relationships/audio" Target="../media/snd_boing.wav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slide" Target="slide465.xml"/><Relationship Id="rId7" Type="http://schemas.openxmlformats.org/officeDocument/2006/relationships/slide" Target="slide468.xml"/><Relationship Id="rId8" Type="http://schemas.openxmlformats.org/officeDocument/2006/relationships/slide" Target="slide469.xml"/><Relationship Id="rId9" Type="http://schemas.openxmlformats.org/officeDocument/2006/relationships/audio" Target="../media/snd_pop.wav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slide" Target="slide465.xml"/><Relationship Id="rId7" Type="http://schemas.openxmlformats.org/officeDocument/2006/relationships/slide" Target="slide468.xml"/><Relationship Id="rId8" Type="http://schemas.openxmlformats.org/officeDocument/2006/relationships/slide" Target="slide469.xml"/><Relationship Id="rId9" Type="http://schemas.openxmlformats.org/officeDocument/2006/relationships/audio" Target="../media/snd_boing.wav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5" Type="http://schemas.openxmlformats.org/officeDocument/2006/relationships/image" Target="../media/image6.png"/><Relationship Id="rId6" Type="http://schemas.openxmlformats.org/officeDocument/2006/relationships/slide" Target="slide467.xml"/><Relationship Id="rId7" Type="http://schemas.openxmlformats.org/officeDocument/2006/relationships/slide" Target="slide468.xml"/><Relationship Id="rId8" Type="http://schemas.openxmlformats.org/officeDocument/2006/relationships/slide" Target="slide469.xml"/><Relationship Id="rId9" Type="http://schemas.openxmlformats.org/officeDocument/2006/relationships/audio" Target="../media/snd_pop.wav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5" Type="http://schemas.openxmlformats.org/officeDocument/2006/relationships/image" Target="../media/image6.png"/><Relationship Id="rId6" Type="http://schemas.openxmlformats.org/officeDocument/2006/relationships/slide" Target="slide467.xml"/><Relationship Id="rId7" Type="http://schemas.openxmlformats.org/officeDocument/2006/relationships/slide" Target="slide468.xml"/><Relationship Id="rId8" Type="http://schemas.openxmlformats.org/officeDocument/2006/relationships/slide" Target="slide469.xml"/><Relationship Id="rId9" Type="http://schemas.openxmlformats.org/officeDocument/2006/relationships/audio" Target="../media/snd_boing.wav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slide" Target="slide469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image" Target="../media/image38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slide" Target="slide470.xml"/><Relationship Id="rId8" Type="http://schemas.openxmlformats.org/officeDocument/2006/relationships/slide" Target="slide471.xml"/><Relationship Id="rId9" Type="http://schemas.openxmlformats.org/officeDocument/2006/relationships/slide" Target="slide472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1.png"/><Relationship Id="rId4" Type="http://schemas.openxmlformats.org/officeDocument/2006/relationships/image" Target="../media/image38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slide" Target="slide470.xml"/><Relationship Id="rId8" Type="http://schemas.openxmlformats.org/officeDocument/2006/relationships/slide" Target="slide471.xml"/><Relationship Id="rId9" Type="http://schemas.openxmlformats.org/officeDocument/2006/relationships/slide" Target="slide472.xml"/><Relationship Id="rId10" Type="http://schemas.openxmlformats.org/officeDocument/2006/relationships/audio" Target="../media/snd_boing.wav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png"/><Relationship Id="rId4" Type="http://schemas.openxmlformats.org/officeDocument/2006/relationships/image" Target="../media/image38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slide" Target="slide472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39.png"/><Relationship Id="rId6" Type="http://schemas.openxmlformats.org/officeDocument/2006/relationships/slide" Target="slide474.xml"/><Relationship Id="rId7" Type="http://schemas.openxmlformats.org/officeDocument/2006/relationships/slide" Target="slide476.xml"/><Relationship Id="rId8" Type="http://schemas.openxmlformats.org/officeDocument/2006/relationships/slide" Target="slide473.xml"/><Relationship Id="rId9" Type="http://schemas.openxmlformats.org/officeDocument/2006/relationships/slide" Target="slide479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39.png"/><Relationship Id="rId6" Type="http://schemas.openxmlformats.org/officeDocument/2006/relationships/slide" Target="slide474.xml"/><Relationship Id="rId7" Type="http://schemas.openxmlformats.org/officeDocument/2006/relationships/slide" Target="slide476.xml"/><Relationship Id="rId8" Type="http://schemas.openxmlformats.org/officeDocument/2006/relationships/slide" Target="slide473.xml"/><Relationship Id="rId9" Type="http://schemas.openxmlformats.org/officeDocument/2006/relationships/slide" Target="slide479.xml"/><Relationship Id="rId10" Type="http://schemas.openxmlformats.org/officeDocument/2006/relationships/audio" Target="../media/snd_boing.wav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39.png"/><Relationship Id="rId6" Type="http://schemas.openxmlformats.org/officeDocument/2006/relationships/slide" Target="slide478.xml"/><Relationship Id="rId7" Type="http://schemas.openxmlformats.org/officeDocument/2006/relationships/slide" Target="slide475.xml"/><Relationship Id="rId8" Type="http://schemas.openxmlformats.org/officeDocument/2006/relationships/slide" Target="slide479.xml"/><Relationship Id="rId9" Type="http://schemas.openxmlformats.org/officeDocument/2006/relationships/audio" Target="../media/snd_splash.wav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39.png"/><Relationship Id="rId6" Type="http://schemas.openxmlformats.org/officeDocument/2006/relationships/slide" Target="slide478.xml"/><Relationship Id="rId7" Type="http://schemas.openxmlformats.org/officeDocument/2006/relationships/slide" Target="slide475.xml"/><Relationship Id="rId8" Type="http://schemas.openxmlformats.org/officeDocument/2006/relationships/slide" Target="slide479.xml"/><Relationship Id="rId9" Type="http://schemas.openxmlformats.org/officeDocument/2006/relationships/audio" Target="../media/snd_boing.wav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39.png"/><Relationship Id="rId5" Type="http://schemas.openxmlformats.org/officeDocument/2006/relationships/slide" Target="slide478.xml"/><Relationship Id="rId6" Type="http://schemas.openxmlformats.org/officeDocument/2006/relationships/slide" Target="slide477.xml"/><Relationship Id="rId7" Type="http://schemas.openxmlformats.org/officeDocument/2006/relationships/slide" Target="slide479.xml"/><Relationship Id="rId8" Type="http://schemas.openxmlformats.org/officeDocument/2006/relationships/audio" Target="../media/snd_splash.wav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39.png"/><Relationship Id="rId5" Type="http://schemas.openxmlformats.org/officeDocument/2006/relationships/slide" Target="slide478.xml"/><Relationship Id="rId6" Type="http://schemas.openxmlformats.org/officeDocument/2006/relationships/slide" Target="slide477.xml"/><Relationship Id="rId7" Type="http://schemas.openxmlformats.org/officeDocument/2006/relationships/slide" Target="slide479.xml"/><Relationship Id="rId8" Type="http://schemas.openxmlformats.org/officeDocument/2006/relationships/audio" Target="../media/snd_boing.wav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39.png"/><Relationship Id="rId5" Type="http://schemas.openxmlformats.org/officeDocument/2006/relationships/slide" Target="slide479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1.xml"/><Relationship Id="rId4" Type="http://schemas.openxmlformats.org/officeDocument/2006/relationships/slide" Target="slide480.xml"/><Relationship Id="rId5" Type="http://schemas.openxmlformats.org/officeDocument/2006/relationships/slide" Target="slide483.xml"/><Relationship Id="rId6" Type="http://schemas.openxmlformats.org/officeDocument/2006/relationships/slide" Target="slide486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1.xml"/><Relationship Id="rId4" Type="http://schemas.openxmlformats.org/officeDocument/2006/relationships/slide" Target="slide480.xml"/><Relationship Id="rId5" Type="http://schemas.openxmlformats.org/officeDocument/2006/relationships/slide" Target="slide483.xml"/><Relationship Id="rId6" Type="http://schemas.openxmlformats.org/officeDocument/2006/relationships/slide" Target="slide486.xml"/><Relationship Id="rId7" Type="http://schemas.openxmlformats.org/officeDocument/2006/relationships/audio" Target="../media/snd_boing.wav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2.xml"/><Relationship Id="rId4" Type="http://schemas.openxmlformats.org/officeDocument/2006/relationships/slide" Target="slide485.xml"/><Relationship Id="rId5" Type="http://schemas.openxmlformats.org/officeDocument/2006/relationships/slide" Target="slide486.xml"/><Relationship Id="rId6" Type="http://schemas.openxmlformats.org/officeDocument/2006/relationships/audio" Target="../media/snd_bonk.wav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2.xml"/><Relationship Id="rId4" Type="http://schemas.openxmlformats.org/officeDocument/2006/relationships/slide" Target="slide485.xml"/><Relationship Id="rId5" Type="http://schemas.openxmlformats.org/officeDocument/2006/relationships/slide" Target="slide486.xml"/><Relationship Id="rId6" Type="http://schemas.openxmlformats.org/officeDocument/2006/relationships/audio" Target="../media/snd_boing.wav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5.xml"/><Relationship Id="rId4" Type="http://schemas.openxmlformats.org/officeDocument/2006/relationships/slide" Target="slide484.xml"/><Relationship Id="rId5" Type="http://schemas.openxmlformats.org/officeDocument/2006/relationships/slide" Target="slide486.xml"/><Relationship Id="rId6" Type="http://schemas.openxmlformats.org/officeDocument/2006/relationships/audio" Target="../media/snd_bonk.wav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5.xml"/><Relationship Id="rId4" Type="http://schemas.openxmlformats.org/officeDocument/2006/relationships/slide" Target="slide484.xml"/><Relationship Id="rId5" Type="http://schemas.openxmlformats.org/officeDocument/2006/relationships/slide" Target="slide486.xml"/><Relationship Id="rId6" Type="http://schemas.openxmlformats.org/officeDocument/2006/relationships/audio" Target="../media/snd_boing.wav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6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87.xml"/><Relationship Id="rId4" Type="http://schemas.openxmlformats.org/officeDocument/2006/relationships/slide" Target="slide488.xml"/><Relationship Id="rId5" Type="http://schemas.openxmlformats.org/officeDocument/2006/relationships/slide" Target="slide489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87.xml"/><Relationship Id="rId4" Type="http://schemas.openxmlformats.org/officeDocument/2006/relationships/slide" Target="slide488.xml"/><Relationship Id="rId5" Type="http://schemas.openxmlformats.org/officeDocument/2006/relationships/slide" Target="slide489.xml"/><Relationship Id="rId6" Type="http://schemas.openxmlformats.org/officeDocument/2006/relationships/audio" Target="../media/snd_boing.wav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89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6.xml"/><Relationship Id="rId6" Type="http://schemas.openxmlformats.org/officeDocument/2006/relationships/slide" Target="slide490.xml"/><Relationship Id="rId7" Type="http://schemas.openxmlformats.org/officeDocument/2006/relationships/slide" Target="slide502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1.xml"/><Relationship Id="rId6" Type="http://schemas.openxmlformats.org/officeDocument/2006/relationships/slide" Target="slide497.xml"/><Relationship Id="rId7" Type="http://schemas.openxmlformats.org/officeDocument/2006/relationships/slide" Target="slide502.xml"/><Relationship Id="rId8" Type="http://schemas.openxmlformats.org/officeDocument/2006/relationships/audio" Target="../media/snd_ding.wav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8.xml"/><Relationship Id="rId6" Type="http://schemas.openxmlformats.org/officeDocument/2006/relationships/slide" Target="slide492.xml"/><Relationship Id="rId7" Type="http://schemas.openxmlformats.org/officeDocument/2006/relationships/slide" Target="slide502.xml"/><Relationship Id="rId8" Type="http://schemas.openxmlformats.org/officeDocument/2006/relationships/audio" Target="../media/snd_ding.wav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3.xml"/><Relationship Id="rId6" Type="http://schemas.openxmlformats.org/officeDocument/2006/relationships/slide" Target="slide499.xml"/><Relationship Id="rId7" Type="http://schemas.openxmlformats.org/officeDocument/2006/relationships/slide" Target="slide502.xml"/><Relationship Id="rId8" Type="http://schemas.openxmlformats.org/officeDocument/2006/relationships/audio" Target="../media/snd_ding.wav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00.xml"/><Relationship Id="rId6" Type="http://schemas.openxmlformats.org/officeDocument/2006/relationships/slide" Target="slide494.xml"/><Relationship Id="rId7" Type="http://schemas.openxmlformats.org/officeDocument/2006/relationships/slide" Target="slide502.xml"/><Relationship Id="rId8" Type="http://schemas.openxmlformats.org/officeDocument/2006/relationships/audio" Target="../media/snd_ding.wav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01.xml"/><Relationship Id="rId6" Type="http://schemas.openxmlformats.org/officeDocument/2006/relationships/slide" Target="slide495.xml"/><Relationship Id="rId7" Type="http://schemas.openxmlformats.org/officeDocument/2006/relationships/slide" Target="slide502.xml"/><Relationship Id="rId8" Type="http://schemas.openxmlformats.org/officeDocument/2006/relationships/audio" Target="../media/snd_ding.wav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502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6.xml"/><Relationship Id="rId6" Type="http://schemas.openxmlformats.org/officeDocument/2006/relationships/slide" Target="slide490.xml"/><Relationship Id="rId7" Type="http://schemas.openxmlformats.org/officeDocument/2006/relationships/slide" Target="slide502.xml"/><Relationship Id="rId8" Type="http://schemas.openxmlformats.org/officeDocument/2006/relationships/audio" Target="../media/snd_boing.wav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1.xml"/><Relationship Id="rId6" Type="http://schemas.openxmlformats.org/officeDocument/2006/relationships/slide" Target="slide497.xml"/><Relationship Id="rId7" Type="http://schemas.openxmlformats.org/officeDocument/2006/relationships/slide" Target="slide502.xml"/><Relationship Id="rId8" Type="http://schemas.openxmlformats.org/officeDocument/2006/relationships/audio" Target="../media/snd_boing.wav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8.xml"/><Relationship Id="rId6" Type="http://schemas.openxmlformats.org/officeDocument/2006/relationships/slide" Target="slide492.xml"/><Relationship Id="rId7" Type="http://schemas.openxmlformats.org/officeDocument/2006/relationships/slide" Target="slide502.xml"/><Relationship Id="rId8" Type="http://schemas.openxmlformats.org/officeDocument/2006/relationships/audio" Target="../media/snd_boing.wav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3.xml"/><Relationship Id="rId6" Type="http://schemas.openxmlformats.org/officeDocument/2006/relationships/slide" Target="slide499.xml"/><Relationship Id="rId7" Type="http://schemas.openxmlformats.org/officeDocument/2006/relationships/slide" Target="slide502.xml"/><Relationship Id="rId8" Type="http://schemas.openxmlformats.org/officeDocument/2006/relationships/audio" Target="../media/snd_boing.wav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00.xml"/><Relationship Id="rId6" Type="http://schemas.openxmlformats.org/officeDocument/2006/relationships/slide" Target="slide494.xml"/><Relationship Id="rId7" Type="http://schemas.openxmlformats.org/officeDocument/2006/relationships/slide" Target="slide502.xml"/><Relationship Id="rId8" Type="http://schemas.openxmlformats.org/officeDocument/2006/relationships/audio" Target="../media/snd_boing.wav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01.xml"/><Relationship Id="rId6" Type="http://schemas.openxmlformats.org/officeDocument/2006/relationships/slide" Target="slide495.xml"/><Relationship Id="rId7" Type="http://schemas.openxmlformats.org/officeDocument/2006/relationships/slide" Target="slide502.xml"/><Relationship Id="rId8" Type="http://schemas.openxmlformats.org/officeDocument/2006/relationships/audio" Target="../media/snd_boing.wav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06.xml"/><Relationship Id="rId6" Type="http://schemas.openxmlformats.org/officeDocument/2006/relationships/slide" Target="slide503.xml"/><Relationship Id="rId7" Type="http://schemas.openxmlformats.org/officeDocument/2006/relationships/slide" Target="slide509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07.xml"/><Relationship Id="rId6" Type="http://schemas.openxmlformats.org/officeDocument/2006/relationships/slide" Target="slide504.xml"/><Relationship Id="rId7" Type="http://schemas.openxmlformats.org/officeDocument/2006/relationships/slide" Target="slide509.xml"/><Relationship Id="rId8" Type="http://schemas.openxmlformats.org/officeDocument/2006/relationships/audio" Target="../media/snd_ding.wav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05.xml"/><Relationship Id="rId6" Type="http://schemas.openxmlformats.org/officeDocument/2006/relationships/slide" Target="slide509.xml"/><Relationship Id="rId7" Type="http://schemas.openxmlformats.org/officeDocument/2006/relationships/audio" Target="../media/snd_ding.wav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08.xml"/><Relationship Id="rId6" Type="http://schemas.openxmlformats.org/officeDocument/2006/relationships/slide" Target="slide509.xml"/><Relationship Id="rId7" Type="http://schemas.openxmlformats.org/officeDocument/2006/relationships/audio" Target="../media/snd_ding.wav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06.xml"/><Relationship Id="rId6" Type="http://schemas.openxmlformats.org/officeDocument/2006/relationships/slide" Target="slide503.xml"/><Relationship Id="rId7" Type="http://schemas.openxmlformats.org/officeDocument/2006/relationships/slide" Target="slide509.xml"/><Relationship Id="rId8" Type="http://schemas.openxmlformats.org/officeDocument/2006/relationships/audio" Target="../media/snd_boing.wav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07.xml"/><Relationship Id="rId6" Type="http://schemas.openxmlformats.org/officeDocument/2006/relationships/slide" Target="slide504.xml"/><Relationship Id="rId7" Type="http://schemas.openxmlformats.org/officeDocument/2006/relationships/slide" Target="slide509.xml"/><Relationship Id="rId8" Type="http://schemas.openxmlformats.org/officeDocument/2006/relationships/audio" Target="../media/snd_boing.wav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509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slide" Target="slide511.xml"/><Relationship Id="rId7" Type="http://schemas.openxmlformats.org/officeDocument/2006/relationships/slide" Target="slide510.xml"/><Relationship Id="rId8" Type="http://schemas.openxmlformats.org/officeDocument/2006/relationships/slide" Target="slide513.xml"/><Relationship Id="rId9" Type="http://schemas.openxmlformats.org/officeDocument/2006/relationships/slide" Target="slide516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slide" Target="slide511.xml"/><Relationship Id="rId7" Type="http://schemas.openxmlformats.org/officeDocument/2006/relationships/slide" Target="slide510.xml"/><Relationship Id="rId8" Type="http://schemas.openxmlformats.org/officeDocument/2006/relationships/slide" Target="slide513.xml"/><Relationship Id="rId9" Type="http://schemas.openxmlformats.org/officeDocument/2006/relationships/slide" Target="slide516.xml"/><Relationship Id="rId10" Type="http://schemas.openxmlformats.org/officeDocument/2006/relationships/audio" Target="../media/snd_boing.wav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slide" Target="slide512.xml"/><Relationship Id="rId7" Type="http://schemas.openxmlformats.org/officeDocument/2006/relationships/slide" Target="slide515.xml"/><Relationship Id="rId8" Type="http://schemas.openxmlformats.org/officeDocument/2006/relationships/slide" Target="slide516.xml"/><Relationship Id="rId9" Type="http://schemas.openxmlformats.org/officeDocument/2006/relationships/audio" Target="../media/snd_pop.wav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slide" Target="slide512.xml"/><Relationship Id="rId7" Type="http://schemas.openxmlformats.org/officeDocument/2006/relationships/slide" Target="slide515.xml"/><Relationship Id="rId8" Type="http://schemas.openxmlformats.org/officeDocument/2006/relationships/slide" Target="slide516.xml"/><Relationship Id="rId9" Type="http://schemas.openxmlformats.org/officeDocument/2006/relationships/audio" Target="../media/snd_boing.wav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slide" Target="slide515.xml"/><Relationship Id="rId7" Type="http://schemas.openxmlformats.org/officeDocument/2006/relationships/slide" Target="slide514.xml"/><Relationship Id="rId8" Type="http://schemas.openxmlformats.org/officeDocument/2006/relationships/slide" Target="slide516.xml"/><Relationship Id="rId9" Type="http://schemas.openxmlformats.org/officeDocument/2006/relationships/audio" Target="../media/snd_pop.wav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slide" Target="slide515.xml"/><Relationship Id="rId7" Type="http://schemas.openxmlformats.org/officeDocument/2006/relationships/slide" Target="slide514.xml"/><Relationship Id="rId8" Type="http://schemas.openxmlformats.org/officeDocument/2006/relationships/slide" Target="slide516.xml"/><Relationship Id="rId9" Type="http://schemas.openxmlformats.org/officeDocument/2006/relationships/audio" Target="../media/snd_boing.wav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slide" Target="slide516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Relationship Id="rId6" Type="http://schemas.openxmlformats.org/officeDocument/2006/relationships/slide" Target="slide517.xml"/><Relationship Id="rId7" Type="http://schemas.openxmlformats.org/officeDocument/2006/relationships/slide" Target="slide518.xml"/><Relationship Id="rId8" Type="http://schemas.openxmlformats.org/officeDocument/2006/relationships/slide" Target="slide519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Relationship Id="rId6" Type="http://schemas.openxmlformats.org/officeDocument/2006/relationships/slide" Target="slide517.xml"/><Relationship Id="rId7" Type="http://schemas.openxmlformats.org/officeDocument/2006/relationships/slide" Target="slide518.xml"/><Relationship Id="rId8" Type="http://schemas.openxmlformats.org/officeDocument/2006/relationships/slide" Target="slide519.xml"/><Relationship Id="rId9" Type="http://schemas.openxmlformats.org/officeDocument/2006/relationships/audio" Target="../media/snd_boing.wav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Relationship Id="rId6" Type="http://schemas.openxmlformats.org/officeDocument/2006/relationships/slide" Target="slide519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520.xml"/><Relationship Id="rId12" Type="http://schemas.openxmlformats.org/officeDocument/2006/relationships/slide" Target="slide521.xml"/><Relationship Id="rId13" Type="http://schemas.openxmlformats.org/officeDocument/2006/relationships/slide" Target="slide522.xml"/><Relationship Id="rId14" Type="http://schemas.openxmlformats.org/officeDocument/2006/relationships/slide" Target="slide523.xml"/><Relationship Id="rId15" Type="http://schemas.openxmlformats.org/officeDocument/2006/relationships/slide" Target="slide524.xml"/><Relationship Id="rId16" Type="http://schemas.openxmlformats.org/officeDocument/2006/relationships/slide" Target="slide525.xml"/><Relationship Id="rId17" Type="http://schemas.openxmlformats.org/officeDocument/2006/relationships/slide" Target="slide526.xml"/><Relationship Id="rId18" Type="http://schemas.openxmlformats.org/officeDocument/2006/relationships/slide" Target="slide527.xml"/><Relationship Id="rId19" Type="http://schemas.openxmlformats.org/officeDocument/2006/relationships/slide" Target="slide528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519.xml"/><Relationship Id="rId6" Type="http://schemas.openxmlformats.org/officeDocument/2006/relationships/slide" Target="slide528.xml"/><Relationship Id="rId7" Type="http://schemas.openxmlformats.org/officeDocument/2006/relationships/audio" Target="../media/snd_tada.wav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519.xml"/><Relationship Id="rId6" Type="http://schemas.openxmlformats.org/officeDocument/2006/relationships/slide" Target="slide528.xml"/><Relationship Id="rId7" Type="http://schemas.openxmlformats.org/officeDocument/2006/relationships/audio" Target="../media/snd_tada.wav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519.xml"/><Relationship Id="rId6" Type="http://schemas.openxmlformats.org/officeDocument/2006/relationships/slide" Target="slide528.xml"/><Relationship Id="rId7" Type="http://schemas.openxmlformats.org/officeDocument/2006/relationships/audio" Target="../media/snd_tada.wav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519.xml"/><Relationship Id="rId6" Type="http://schemas.openxmlformats.org/officeDocument/2006/relationships/slide" Target="slide528.xml"/><Relationship Id="rId7" Type="http://schemas.openxmlformats.org/officeDocument/2006/relationships/audio" Target="../media/snd_tada.wav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519.xml"/><Relationship Id="rId6" Type="http://schemas.openxmlformats.org/officeDocument/2006/relationships/slide" Target="slide528.xml"/><Relationship Id="rId7" Type="http://schemas.openxmlformats.org/officeDocument/2006/relationships/audio" Target="../media/snd_tada.wav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519.xml"/><Relationship Id="rId6" Type="http://schemas.openxmlformats.org/officeDocument/2006/relationships/slide" Target="slide528.xml"/><Relationship Id="rId7" Type="http://schemas.openxmlformats.org/officeDocument/2006/relationships/audio" Target="../media/snd_tada.wav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519.xml"/><Relationship Id="rId6" Type="http://schemas.openxmlformats.org/officeDocument/2006/relationships/slide" Target="slide528.xml"/><Relationship Id="rId7" Type="http://schemas.openxmlformats.org/officeDocument/2006/relationships/audio" Target="../media/snd_tada.wav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519.xml"/><Relationship Id="rId6" Type="http://schemas.openxmlformats.org/officeDocument/2006/relationships/slide" Target="slide528.xml"/><Relationship Id="rId7" Type="http://schemas.openxmlformats.org/officeDocument/2006/relationships/audio" Target="../media/snd_tada.wav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3.xml"/><Relationship Id="rId6" Type="http://schemas.openxmlformats.org/officeDocument/2006/relationships/slide" Target="slide529.xml"/><Relationship Id="rId7" Type="http://schemas.openxmlformats.org/officeDocument/2006/relationships/slide" Target="slide555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4.xml"/><Relationship Id="rId6" Type="http://schemas.openxmlformats.org/officeDocument/2006/relationships/slide" Target="slide530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5.xml"/><Relationship Id="rId6" Type="http://schemas.openxmlformats.org/officeDocument/2006/relationships/slide" Target="slide531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6.xml"/><Relationship Id="rId6" Type="http://schemas.openxmlformats.org/officeDocument/2006/relationships/slide" Target="slide532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7.xml"/><Relationship Id="rId6" Type="http://schemas.openxmlformats.org/officeDocument/2006/relationships/slide" Target="slide554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8.xml"/><Relationship Id="rId6" Type="http://schemas.openxmlformats.org/officeDocument/2006/relationships/slide" Target="slide534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9.xml"/><Relationship Id="rId6" Type="http://schemas.openxmlformats.org/officeDocument/2006/relationships/slide" Target="slide535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0.xml"/><Relationship Id="rId6" Type="http://schemas.openxmlformats.org/officeDocument/2006/relationships/slide" Target="slide536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1.xml"/><Relationship Id="rId6" Type="http://schemas.openxmlformats.org/officeDocument/2006/relationships/slide" Target="slide537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2.xml"/><Relationship Id="rId6" Type="http://schemas.openxmlformats.org/officeDocument/2006/relationships/slide" Target="slide554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3.xml"/><Relationship Id="rId6" Type="http://schemas.openxmlformats.org/officeDocument/2006/relationships/slide" Target="slide539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4.xml"/><Relationship Id="rId6" Type="http://schemas.openxmlformats.org/officeDocument/2006/relationships/slide" Target="slide540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5.xml"/><Relationship Id="rId6" Type="http://schemas.openxmlformats.org/officeDocument/2006/relationships/slide" Target="slide541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6.xml"/><Relationship Id="rId6" Type="http://schemas.openxmlformats.org/officeDocument/2006/relationships/slide" Target="slide542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7.xml"/><Relationship Id="rId6" Type="http://schemas.openxmlformats.org/officeDocument/2006/relationships/slide" Target="slide554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8.xml"/><Relationship Id="rId6" Type="http://schemas.openxmlformats.org/officeDocument/2006/relationships/slide" Target="slide544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9.xml"/><Relationship Id="rId6" Type="http://schemas.openxmlformats.org/officeDocument/2006/relationships/slide" Target="slide545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50.xml"/><Relationship Id="rId6" Type="http://schemas.openxmlformats.org/officeDocument/2006/relationships/slide" Target="slide546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51.xml"/><Relationship Id="rId6" Type="http://schemas.openxmlformats.org/officeDocument/2006/relationships/slide" Target="slide547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52.xml"/><Relationship Id="rId6" Type="http://schemas.openxmlformats.org/officeDocument/2006/relationships/slide" Target="slide554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53.xml"/><Relationship Id="rId6" Type="http://schemas.openxmlformats.org/officeDocument/2006/relationships/slide" Target="slide549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53.xml"/><Relationship Id="rId6" Type="http://schemas.openxmlformats.org/officeDocument/2006/relationships/slide" Target="slide550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53.xml"/><Relationship Id="rId6" Type="http://schemas.openxmlformats.org/officeDocument/2006/relationships/slide" Target="slide551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53.xml"/><Relationship Id="rId6" Type="http://schemas.openxmlformats.org/officeDocument/2006/relationships/slide" Target="slide552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53.xml"/><Relationship Id="rId6" Type="http://schemas.openxmlformats.org/officeDocument/2006/relationships/slide" Target="slide554.xml"/><Relationship Id="rId7" Type="http://schemas.openxmlformats.org/officeDocument/2006/relationships/slide" Target="slide555.xml"/><Relationship Id="rId8" Type="http://schemas.openxmlformats.org/officeDocument/2006/relationships/audio" Target="../media/snd_vroom.wav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slide" Target="slide555.xml"/><Relationship Id="rId5" Type="http://schemas.openxmlformats.org/officeDocument/2006/relationships/audio" Target="../media/snd_cheer.wav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Relationship Id="rId4" Type="http://schemas.openxmlformats.org/officeDocument/2006/relationships/slide" Target="slide555.xml"/><Relationship Id="rId5" Type="http://schemas.openxmlformats.org/officeDocument/2006/relationships/audio" Target="../media/snd_cheer.wav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44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Madd Yaa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8A6CF0"/>
                </a:solidFill>
                <a:latin typeface="Arial"/>
                <a:cs typeface="Arial"/>
              </a:rPr>
              <a:t>Madd Yaa Games</a:t>
            </a:r>
          </a:p>
        </p:txBody>
      </p:sp>
      <p:sp>
        <p:nvSpPr>
          <p:cNvPr id="5" name="Sample" descr="بِي  تِي  نِي  مِي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900" b="1" lang="ar-SA">
                <a:solidFill>
                  <a:srgbClr val="2E2640"/>
                </a:solidFill>
                <a:latin typeface="Arial"/>
                <a:cs typeface="Arial"/>
              </a:rPr>
              <a:t>بِي  تِي  نِي  مِي</a:t>
            </a:r>
          </a:p>
        </p:txBody>
      </p:sp>
      <p:sp>
        <p:nvSpPr>
          <p:cNvPr id="6" name="Subtitle" descr="Stretch the sound: pop, feed, catch and race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Stretch the sound: pop, feed, catch and race!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alloon Po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Balloon Pop</a:t>
            </a:r>
          </a:p>
        </p:txBody>
      </p:sp>
      <p:sp>
        <p:nvSpPr>
          <p:cNvPr id="5" name="Line 1" descr="1.  Look at the sound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Look at the sound at the top.</a:t>
            </a:r>
          </a:p>
        </p:txBody>
      </p:sp>
      <p:sp>
        <p:nvSpPr>
          <p:cNvPr id="6" name="Line 2" descr="2.  Tap the balloon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balloons that match.</a:t>
            </a:r>
          </a:p>
        </p:txBody>
      </p:sp>
      <p:sp>
        <p:nvSpPr>
          <p:cNvPr id="7" name="Line 3" descr="3.  Pop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Pop!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981" y="2095500"/>
            <a:ext cx="1099038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إِي" descr="إ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إِي" descr="إ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إِي" descr="إ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ظِي" descr="ظِي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إِ" descr="إِ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يِي" descr="يِي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إِي" descr="إ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إِي" descr="إ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إِي" descr="إ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ظِي" descr="ظِي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إِ" descr="إِ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يِي" descr="يِي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إِي" descr="إ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إِي" descr="إ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ظِي" descr="ظ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إِ" descr="إ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يِي" descr="ي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إِي" descr="إ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إِي" descr="إ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ظِي" descr="ظ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إِ" descr="إ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يِي" descr="ي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إِي" descr="إ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إِي" descr="إ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ظِي" descr="ظِي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إِ" descr="إِ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يِي" descr="يِي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إِي" descr="إ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إِي" descr="إ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ظِي" descr="ظِي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إِ" descr="إِ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يِي" descr="يِي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إِي" descr="إ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3" descr="Ballo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3 ظِي" descr="ظِي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إِ" descr="إ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يِي" descr="يِي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84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84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eed the Monst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How to play: Feed the Monster</a:t>
            </a:r>
          </a:p>
        </p:txBody>
      </p:sp>
      <p:sp>
        <p:nvSpPr>
          <p:cNvPr id="5" name="Line 1" descr="1.  The monster wants one soun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The monster wants one sound.</a:t>
            </a:r>
          </a:p>
        </p:txBody>
      </p:sp>
      <p:sp>
        <p:nvSpPr>
          <p:cNvPr id="6" name="Line 2" descr="2.  Tap the right foo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food.</a:t>
            </a:r>
          </a:p>
        </p:txBody>
      </p:sp>
      <p:sp>
        <p:nvSpPr>
          <p:cNvPr id="7" name="Line 3" descr="3.  Wrong food? “No, thanks!”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Wrong food? “No, thanks!”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إِي" descr="إ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يِي" descr="يِي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إِ" descr="إِ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أَ" descr="أَ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إِي" descr="إِي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إِي" descr="إ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يِي" descr="يِي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إِ" descr="إِ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أَ" descr="أَ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إِي" descr="إِي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إِي" descr="إ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يِي" descr="يِي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إِ" descr="إ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أَ" descr="أ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tch the Fish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Catch the Fish</a:t>
            </a:r>
          </a:p>
        </p:txBody>
      </p:sp>
      <p:sp>
        <p:nvSpPr>
          <p:cNvPr id="5" name="Line 1" descr="1.  The fish are swimming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1.  The fish are swimming.</a:t>
            </a:r>
          </a:p>
        </p:txBody>
      </p:sp>
      <p:sp>
        <p:nvSpPr>
          <p:cNvPr id="6" name="Line 2" descr="2.  Tap the fish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2.  Tap the fish that match.</a:t>
            </a:r>
          </a:p>
        </p:txBody>
      </p:sp>
      <p:sp>
        <p:nvSpPr>
          <p:cNvPr id="7" name="Line 3" descr="3.  Splash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3.  Splash!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399393"/>
            <a:ext cx="2095500" cy="1297214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ِي" descr="ب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ِي" descr="بِي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َ" descr="ب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بِي" descr="بِي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لِي" descr="لِي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بِ" descr="ب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ِي" descr="ب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ِي" descr="بِي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َ" descr="ب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بِي" descr="بِي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لِي" descr="لِي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بِ" descr="بِ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ِي" descr="ب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بَ" descr="ب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0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بِي" descr="بِي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لِي" descr="لِي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بِ" descr="ب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ِي" descr="ب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بَ" descr="ب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0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بِي" descr="بِي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لِي" descr="لِي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بِ" descr="ب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ِي" descr="ب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ِي" descr="ب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َ" descr="ب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لِي" descr="لِي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بِ" descr="ب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ِي" descr="ب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ِي" descr="ب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َ" descr="ب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لِي" descr="لِي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بِ" descr="ب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ِي" descr="ب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بَ" descr="ب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لِي" descr="لِي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بِ" descr="ب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op-Up Letter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Pop-Up Letters</a:t>
            </a:r>
          </a:p>
        </p:txBody>
      </p:sp>
      <p:sp>
        <p:nvSpPr>
          <p:cNvPr id="5" name="Line 1" descr="1.  Letters pop out of the holes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Letters pop out of the holes.</a:t>
            </a:r>
          </a:p>
        </p:txBody>
      </p:sp>
      <p:sp>
        <p:nvSpPr>
          <p:cNvPr id="6" name="Line 2" descr="2.  Tap the one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ones that match.</a:t>
            </a:r>
          </a:p>
        </p:txBody>
      </p:sp>
      <p:sp>
        <p:nvSpPr>
          <p:cNvPr id="7" name="Line 3" descr="3.  Bonk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Bonk!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بِي" descr="ب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بِ" descr="ب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ِ" descr="ه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لِ" descr="ل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صِ" descr="ص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صِي" descr="صِي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بِي" descr="ب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بِ" descr="ب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ِ" descr="ه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لِ" descr="ل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صِ" descr="ص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صِي" descr="صِي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بِ" descr="ب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هِ" descr="ه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لِ" descr="ل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صِ" descr="ص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صِي" descr="صِي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بِ" descr="ب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هِ" descr="ه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لِ" descr="ل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صِ" descr="ص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صِي" descr="صِي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بِي" descr="ب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بِ" descr="ب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ِ" descr="ه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لِ" descr="ل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صِ" descr="ص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بِي" descr="ب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بِ" descr="ب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ِ" descr="ه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لِ" descr="ل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صِ" descr="ص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بِ" descr="ب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هِ" descr="ه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لِ" descr="ل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صِ" descr="ص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ind It!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Find It!</a:t>
            </a:r>
          </a:p>
        </p:txBody>
      </p:sp>
      <p:sp>
        <p:nvSpPr>
          <p:cNvPr id="5" name="Line 1" descr="1.  Read every car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1.  Read every card.</a:t>
            </a:r>
          </a:p>
        </p:txBody>
      </p:sp>
      <p:sp>
        <p:nvSpPr>
          <p:cNvPr id="6" name="Line 2" descr="2.  Tap the card the question asks fo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2.  Tap the card the question asks for.</a:t>
            </a:r>
          </a:p>
        </p:txBody>
      </p:sp>
      <p:sp>
        <p:nvSpPr>
          <p:cNvPr id="7" name="Line 3" descr="3.  Ding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3.  Ding!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ثِي" descr="ثِي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7" name="Card 2 يِي" descr="يِي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8" name="Card 3 تِ" descr="ت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9" name="Card 4 إِي" descr="إِي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ثِي" descr="ثِي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7" name="Card 2 يِي" descr="يِي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8" name="Card 3 تِ" descr="ت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9" name="Card 4 إِي" descr="إِي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ثِي" descr="ثِي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7" name="Card 2 يِي" descr="يِي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8" name="Card 4 إِي" descr="إِي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Short or Long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Short or Long?</a:t>
            </a:r>
          </a:p>
        </p:txBody>
      </p:sp>
      <p:sp>
        <p:nvSpPr>
          <p:cNvPr id="5" name="Line 1" descr="1.  Read the sound on the car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1.  Read the sound on the card.</a:t>
            </a:r>
          </a:p>
        </p:txBody>
      </p:sp>
      <p:sp>
        <p:nvSpPr>
          <p:cNvPr id="6" name="Line 2" descr="2.  Short sound: the short caterpilla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2.  Short sound: the short caterpillar.</a:t>
            </a:r>
          </a:p>
        </p:txBody>
      </p:sp>
      <p:sp>
        <p:nvSpPr>
          <p:cNvPr id="7" name="Line 3" descr="3.  Long sound (madd): the long on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3.  Long sound (madd): the long one!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713302"/>
            <a:ext cx="2095500" cy="669396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تِي" descr="ت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تِي" descr="ت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ِ" descr="ل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ِ" descr="ل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إِ" descr="إ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إِ" descr="إ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ِي" descr="غ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ِي" descr="ص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صِي" descr="ص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ِ" descr="ش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ِ" descr="ش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ِ" descr="ش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تِي" descr="ت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تِي" descr="ت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ِ" descr="ل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ِ" descr="ل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إِ" descr="إ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إِ" descr="إ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ِي" descr="غ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ِي" descr="ص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صِي" descr="ص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ِ" descr="ش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Word Trai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Word Train</a:t>
            </a:r>
          </a:p>
        </p:txBody>
      </p:sp>
      <p:sp>
        <p:nvSpPr>
          <p:cNvPr id="5" name="Line 1" descr="1.  Tap the letters in order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the letters in order.</a:t>
            </a:r>
          </a:p>
        </p:txBody>
      </p:sp>
      <p:sp>
        <p:nvSpPr>
          <p:cNvPr id="6" name="Line 2" descr="2.  They ride in the wagons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They ride in the wagons.</a:t>
            </a:r>
          </a:p>
        </p:txBody>
      </p:sp>
      <p:sp>
        <p:nvSpPr>
          <p:cNvPr id="7" name="Line 3" descr="3.  Tap GO and read the word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Tap GO and read the word!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96353"/>
            <a:ext cx="2095500" cy="1503293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عِيرٌ" descr="شَع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شَعِيرٌ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Card شَ" descr="ش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Card عِي" descr="عِي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عِيرٌ" descr="شَع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شَعِيرٌ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ش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عِي" descr="عِي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عِيرٌ" descr="شَع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شَعِيرٌ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ش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Wagon card 2" descr="ع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عِيرٌ" descr="شَع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شَعِيرٌ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ش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Wagon card 2" descr="ع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عِيرٌ" descr="شَع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شَعِيرٌ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Card شَ" descr="ش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Card عِي" descr="عِي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عِيرٌ" descr="شَع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شَعِيرٌ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ش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عِي" descr="عِي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شَعِيرٌ" descr="شَع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شَعِيرٌ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ش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Wagon card 2" descr="ع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Word" descr="شَعِير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شَعِيرٌ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ِي" descr="ث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مِي" descr="م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ِي" descr="ث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ِ" descr="ث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عِي" descr="ع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ثِي" descr="ثِي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ِي" descr="ث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مِي" descr="م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ِي" descr="ث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ِ" descr="ث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عِي" descr="ع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ثِي" descr="ثِي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ِي" descr="ث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مِي" descr="م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ِ" descr="ث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عِي" descr="ع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ِي" descr="ث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ِي" descr="ث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مِي" descr="م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ِ" descr="ث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عِي" descr="ع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ِي" descr="ث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ِي" descr="ث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مِي" descr="م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ِي" descr="ث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ِ" descr="ث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عِي" descr="ع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ِي" descr="ث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مِي" descr="م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ِي" descr="ث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ِ" descr="ث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عِي" descr="ع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ِي" descr="ث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مِي" descr="مِي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ِ" descr="ث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عِي" descr="عِي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ثِي" descr="ث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ثَ" descr="ث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دِي" descr="دِي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ثِي" descr="ثِي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ثِ" descr="ثِ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ثِي" descr="ث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ثَ" descr="ث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دِي" descr="دِي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ثِي" descr="ثِي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ثِ" descr="ثِ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ثِي" descr="ث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ثَ" descr="ث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دِي" descr="دِي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ثِ" descr="ث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ystery Gif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Mystery Gifts</a:t>
            </a:r>
          </a:p>
        </p:txBody>
      </p:sp>
      <p:sp>
        <p:nvSpPr>
          <p:cNvPr id="5" name="Line 1" descr="1.  Tap a gift to open it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a gift to open it.</a:t>
            </a:r>
          </a:p>
        </p:txBody>
      </p:sp>
      <p:sp>
        <p:nvSpPr>
          <p:cNvPr id="6" name="Line 2" descr="2.  Read what is inside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 what is inside.</a:t>
            </a:r>
          </a:p>
        </p:txBody>
      </p:sp>
      <p:sp>
        <p:nvSpPr>
          <p:cNvPr id="7" name="Line 3" descr="3.  Go back and open anoth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Go back and open another!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524125"/>
            <a:ext cx="2095500" cy="104775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ِثِي" descr="دِث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دِثِي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ي" descr="إ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ِبِي" descr="لِب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لِبِي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ِي" descr="ث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ِي" descr="ب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ضِتِي" descr="ضِت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ضِتِي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ِإِي" descr="فِإ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فِإِي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ِي" descr="ت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ِ" descr="ن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ي" descr="خِي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ِي" descr="نِي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َ" descr="ن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نِي" descr="نِي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ِ" descr="ن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ي" descr="خِي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ِي" descr="نِي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َ" descr="ن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نِي" descr="نِي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ِ" descr="ن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ي" descr="خ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َ" descr="ن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نِي" descr="نِي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ِ" descr="نِ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ي" descr="خ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َ" descr="ن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نِي" descr="نِي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ِ" descr="ن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ي" descr="خِي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ِي" descr="نِي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َ" descr="ن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ِ" descr="نِ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ي" descr="خِي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ِي" descr="نِي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َ" descr="ن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ِي" descr="ن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ِ" descr="ن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ِي" descr="خِي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َ" descr="نَ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ِ" descr="ك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ِ" descr="ن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وِ" descr="و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عِي" descr="ع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نِي" descr="نِي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عِ" descr="ع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ِ" descr="ك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ِ" descr="ن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وِ" descr="و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عِي" descr="ع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نِي" descr="نِي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عِ" descr="ع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ِ" descr="ك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ِ" descr="ن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وِ" descr="و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نِي" descr="نِي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عِ" descr="ع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ِ" descr="ك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ِ" descr="ن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وِ" descr="و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نِي" descr="نِي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عِ" descr="ع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ِ" descr="ك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ِ" descr="ن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وِ" descr="و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عِي" descr="ع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عِ" descr="ع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ِ" descr="ك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ِ" descr="ن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وِ" descr="و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عِي" descr="ع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عِ" descr="ع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ِ" descr="ك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ِ" descr="ن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وِ" descr="و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عِ" descr="ع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صِ" descr="ص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7" name="Card 2 فِ" descr="ف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8" name="Card 3 كِ" descr="كِ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9" name="Card 4 يِي" descr="يِي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صِ" descr="ص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7" name="Card 2 فِ" descr="ف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8" name="Card 3 كِ" descr="كِ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9" name="Card 4 يِي" descr="يِي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صِ" descr="صِ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7" name="Card 2 فِ" descr="فِ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8" name="Card 3 كِ" descr="كِ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يِ" descr="ي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يِ" descr="ي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ِي" descr="خ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ِي" descr="خ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ذِي" descr="ذ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ذِي" descr="ذ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فِي" descr="ف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فِي" descr="ف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ِي" descr="غ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ِ" descr="د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ِ" descr="د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ِ" descr="د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يِ" descr="ي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يِ" descr="ي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ِي" descr="خ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ِي" descr="خ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ذِي" descr="ذ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ذِي" descr="ذ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فِي" descr="ف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فِي" descr="ف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ِي" descr="غ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ِ" descr="د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ِيلٌ" descr="ف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لٌ" descr="ل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0" name="Card فِي" descr="ف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ِيلٌ" descr="ف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ف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0" name="Card لٌ" descr="ل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ِيلٌ" descr="ف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ف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0" name="Wagon card 2" descr="ل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1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ِيلٌ" descr="ف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لٌ" descr="ل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0" name="Card فِي" descr="ف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فِيلٌ" descr="ف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ف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0" name="Wagon card 2" descr="ل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1" name="Word" descr="فِيل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فِيلٌ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ِي" descr="ج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ِي" descr="ضِي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ِي" descr="ج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جِي" descr="ج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4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جِ" descr="جِ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6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ِي" descr="بِي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ِي" descr="ج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ِي" descr="ضِي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ِي" descr="ج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جِي" descr="ج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4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جِ" descr="جِ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6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ِي" descr="بِي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ِي" descr="ج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ِي" descr="ضِي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جِي" descr="جِي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2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جِ" descr="جِ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ِي" descr="بِي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ِي" descr="ج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ِي" descr="ضِي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جِي" descr="جِي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2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جِ" descr="جِ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ِي" descr="بِي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ِي" descr="ج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ِي" descr="ضِي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ِي" descr="ج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2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جِ" descr="جِ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ِي" descr="بِي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ِي" descr="ج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ِي" descr="ضِي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ِي" descr="ج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2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جِ" descr="جِ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ِي" descr="بِي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ِي" descr="ج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ِي" descr="ضِي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جِ" descr="ج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بِي" descr="بِي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ِي" descr="ج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ِي" descr="شِي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َ" descr="ج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جِ" descr="ج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جِي" descr="جِي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ِي" descr="ج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ِي" descr="شِي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َ" descr="ج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جِ" descr="ج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جِي" descr="جِي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ِي" descr="ج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ِي" descr="شِي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َ" descr="ج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جِ" descr="ج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ِي" descr="ح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" descr="ح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ِي" descr="ض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ِي" descr="ح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حِ" descr="ح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حِي" descr="حِي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ِي" descr="ح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" descr="ح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ِي" descr="ض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ِي" descr="ح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حِ" descr="ح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حِي" descr="حِي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ِي" descr="ح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" descr="ح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ِي" descr="ضِي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حِ" descr="حِ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حِي" descr="حِي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ِي" descr="ح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" descr="ح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ِي" descr="ضِي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حِ" descr="حِ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حِي" descr="حِي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ِي" descr="ح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" descr="ح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ِي" descr="ض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ِي" descr="ح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حِ" descr="ح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ِي" descr="ح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" descr="ح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ِي" descr="ض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ِي" descr="ح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حِ" descr="ح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ِي" descr="ح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" descr="ح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ِي" descr="ضِي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حِ" descr="ح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ِ" descr="ج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حِي" descr="ح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ثِ" descr="ث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لِ" descr="ل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جِي" descr="جِي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حِ" descr="ح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ِ" descr="ج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حِي" descr="ح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ثِ" descr="ث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لِ" descr="ل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جِي" descr="جِي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حِ" descr="ح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ِ" descr="ج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ثِ" descr="ث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لِ" descr="ل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جِي" descr="جِي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حِ" descr="ح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ِ" descr="ج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ثِ" descr="ث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لِ" descr="ل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جِي" descr="جِي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حِ" descr="ح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ِ" descr="ج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حِي" descr="ح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ثِ" descr="ث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لِ" descr="ل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حِ" descr="ح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ِ" descr="ج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حِي" descr="ح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ثِ" descr="ث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لِ" descr="ل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حِ" descr="ح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ِ" descr="ج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ثِ" descr="ث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لِ" descr="ل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حِ" descr="ح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ِي" descr="ن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ِيِي" descr="جِي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جِيِي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ِجِي" descr="هِج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هِجِي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حِي" descr="ح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ِي" descr="ج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ِي" descr="ي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ِحِي" descr="تِح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تِحِي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ِنِي" descr="مِن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مِنِي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لِي" descr="لِي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7" name="Card 2 وِي" descr="وِي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8" name="Card 3 شِي" descr="شِي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9" name="Card 4 خِ" descr="خِ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لِي" descr="لِي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7" name="Card 2 وِي" descr="وِي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8" name="Card 3 شِي" descr="شِي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9" name="Card 4 خِ" descr="خِ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لِي" descr="لِي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7" name="Card 2 وِي" descr="وِي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8" name="Card 3 شِي" descr="شِي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خِي" descr="خ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ِي" descr="خ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هِ" descr="ه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ِ" descr="ه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ِ" descr="ق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ِ" descr="ق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ِ" descr="ع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ِ" descr="ع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ِي" descr="ض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ِي" descr="ض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ِي" descr="م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مِي" descr="م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ِي" descr="م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خِي" descr="خ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ِي" descr="خ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هِ" descr="ه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ِ" descr="ه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ِ" descr="ق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ِ" descr="ق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ِ" descr="ع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ِ" descr="ع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ِي" descr="ض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ِي" descr="ض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ِي" descr="م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Card غِي" descr="غِي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ard صَ" descr="ص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غِي" descr="غ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Wagon card 2" descr="غ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Wagon card 2" descr="غ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Card غِي" descr="غِي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ard صَ" descr="ص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غِي" descr="غ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َغِيرٌ" descr="صَغِي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صَغِيرٌ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ص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Wagon card 2" descr="غ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Word" descr="صَغِير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صَغِيرٌ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ِي" descr="د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جِي" descr="ج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دِي" descr="د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دِ" descr="د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دِي" descr="دِي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زِي" descr="ز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ِي" descr="د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جِي" descr="ج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دِي" descr="د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دِ" descr="د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دِي" descr="دِي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زِي" descr="ز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ِي" descr="د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جِي" descr="ج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دِ" descr="د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دِي" descr="دِي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زِي" descr="زِي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ِي" descr="د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جِي" descr="ج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دِ" descr="د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دِي" descr="دِي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زِي" descr="زِي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ِي" descr="د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جِي" descr="ج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دِي" descr="د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دِ" descr="د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زِي" descr="ز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ِي" descr="د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جِي" descr="ج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دِي" descr="د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دِ" descr="د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زِي" descr="ز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ِي" descr="د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جِي" descr="جِي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دِ" descr="د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زِي" descr="زِي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دِي" descr="د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دِ" descr="دِ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دِي" descr="دِي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نِي" descr="نِي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دَ" descr="د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دِي" descr="د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دِ" descr="دِ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دِي" descr="دِي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نِي" descr="نِي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دَ" descr="د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دِي" descr="د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دِ" descr="د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نِي" descr="نِي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دَ" descr="د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ذَ" descr="ذ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ِي" descr="ذِي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ذِي" descr="ذِي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ذِ" descr="ذ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ذَ" descr="ذ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ِي" descr="ذِي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ذِي" descr="ذِي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ذِ" descr="ذ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ذَ" descr="ذ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ذِي" descr="ذِي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ذِ" descr="ذِ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ذَ" descr="ذ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ذِي" descr="ذِي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ذِ" descr="ذِ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ذَ" descr="ذ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ِي" descr="ذ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ذِ" descr="ذِ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ذَ" descr="ذ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ِي" descr="ذ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ذِ" descr="ذِ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ِي" descr="ذ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فِي" descr="فِي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ذَ" descr="ذ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ذِ" descr="ذ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سِي" descr="س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ِ" descr="س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ِ" descr="ي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ذِي" descr="ذِي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إِ" descr="إ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ذِ" descr="ذ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سِي" descr="س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ِ" descr="س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ِ" descr="ي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ذِي" descr="ذِي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إِ" descr="إ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ذِ" descr="ذ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سِ" descr="س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يِ" descr="ي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ذِي" descr="ذ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إِ" descr="إ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ذِ" descr="ذ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سِ" descr="س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يِ" descr="ي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ذِي" descr="ذ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إِ" descr="إ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ذِ" descr="ذ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سِي" descr="س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ِ" descr="س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ِ" descr="ي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إِ" descr="إ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ذِ" descr="ذ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سِي" descr="س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ِ" descr="س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ِ" descr="ي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إِ" descr="إِ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ذِ" descr="ذ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سِ" descr="س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يِ" descr="ي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إِ" descr="إ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ذِ" descr="ذ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قِ" descr="ق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7" name="Card 2 رِي" descr="رِي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8" name="Card 3 حِ" descr="حِ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9" name="Card 4 ذِ" descr="ذِ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قِ" descr="ق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7" name="Card 2 رِي" descr="رِي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8" name="Card 3 حِ" descr="حِ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9" name="Card 4 ذِ" descr="ذِ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قِ" descr="قِ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7" name="Card 3 حِ" descr="حِ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8" name="Card 4 ذِ" descr="ذِ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رِ" descr="ر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رِ" descr="ر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ِي" descr="ق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ِي" descr="ق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يِي" descr="ي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يِي" descr="ي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ِي" descr="ع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ِي" descr="ع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ِي" descr="د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ِي" descr="د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ِ" descr="غ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ِ" descr="غ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ِ" descr="غ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رِ" descr="ر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رِ" descr="ر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ِي" descr="ق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ِي" descr="ق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يِي" descr="ي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يِي" descr="ي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ِي" descr="ع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ِي" descr="ع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ِي" descr="د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ِي" descr="د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ِ" descr="غ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ِخِي" descr="ثِخ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ثِخِي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كِرِي" descr="كِر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كِرِي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ِذِي" descr="خِذ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خِذِي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ِي" descr="ذ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ِدِي" descr="خِد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خِدِي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ِي" descr="خ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ِي" descr="د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رِي" descr="ر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دِيدٌ" descr="جَد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جَدِيدٌ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دٌ" descr="د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1" name="Card جَ" descr="ج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Card دِي" descr="دِي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دِيدٌ" descr="جَد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جَدِيدٌ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Card دٌ" descr="د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2" name="Card دِي" descr="دِي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دِيدٌ" descr="جَد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جَدِيدٌ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Wagon card 2" descr="د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2" name="Card دٌ" descr="د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دِيدٌ" descr="جَد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جَدِيدٌ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Wagon card 2" descr="د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2" name="Wagon card 3" descr="د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دِيدٌ" descr="جَد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جَدِيدٌ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دٌ" descr="د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1" name="Card جَ" descr="ج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Card دِي" descr="دِي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دِيدٌ" descr="جَد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جَدِيدٌ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Card دٌ" descr="د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2" name="Card دِي" descr="دِي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دِيدٌ" descr="جَد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جَدِيدٌ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Wagon card 2" descr="د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2" name="Wagon card 3" descr="د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3" name="Word" descr="جَدِيد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جَدِيدٌ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ِي" descr="ز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ِ" descr="ز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ِي" descr="ز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قِي" descr="قِي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زِي" descr="زِي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ِي" descr="بِي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ِي" descr="ز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ِ" descr="ز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ِي" descr="ز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قِي" descr="قِي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زِي" descr="زِي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ِي" descr="بِي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ِي" descr="ز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ِ" descr="زِ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0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قِي" descr="قِي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زِي" descr="ز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ِي" descr="بِي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ِي" descr="ز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ِ" descr="زِ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0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قِي" descr="قِي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زِي" descr="ز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ِي" descr="بِي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ِي" descr="ز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ِ" descr="ز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ِي" descr="ز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قِي" descr="قِي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ِي" descr="بِي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ِي" descr="ز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ِ" descr="ز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ِي" descr="ز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قِي" descr="قِي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ِي" descr="بِي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ِي" descr="ز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ِ" descr="ز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قِي" descr="قِي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بِي" descr="بِي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ِي" descr="ز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زِي" descr="زِي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بِي" descr="بِي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زِ" descr="زِ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زَ" descr="ز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ِي" descr="ز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زِي" descr="زِي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بِي" descr="بِي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زِ" descr="زِ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زَ" descr="ز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ِي" descr="ز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بِي" descr="بِي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زِ" descr="ز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زَ" descr="ز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ِي" descr="س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ِي" descr="سِي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ِ" descr="سِ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سَ" descr="س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ظِي" descr="ظِي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سِي" descr="سِي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ِي" descr="س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ِي" descr="سِي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ِ" descr="سِ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سَ" descr="س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ظِي" descr="ظِي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سِي" descr="سِي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ِي" descr="س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سِ" descr="س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سَ" descr="س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ظِي" descr="ظِي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سِي" descr="سِي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ِي" descr="س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سِ" descr="سِ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سَ" descr="س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ظِي" descr="ظِي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سِي" descr="سِي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ِي" descr="س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ِي" descr="س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ِ" descr="سِ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سَ" descr="س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ظِي" descr="ظِي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ِي" descr="س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ِي" descr="س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ِ" descr="سِ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سَ" descr="س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ظِي" descr="ظِي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ِي" descr="س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سِ" descr="س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سَ" descr="س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ظِي" descr="ظِي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ِ" descr="د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دِي" descr="د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سِ" descr="س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ِي" descr="سِي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غِ" descr="غ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نِ" descr="ن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ِ" descr="د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دِي" descr="د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سِ" descr="س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ِي" descr="سِي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غِ" descr="غ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نِ" descr="ن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ِ" descr="د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سِ" descr="س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سِي" descr="س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غِ" descr="غ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نِ" descr="ن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ِ" descr="د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سِ" descr="س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سِي" descr="سِي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غِ" descr="غ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نِ" descr="ن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ِ" descr="د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دِي" descr="د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سِ" descr="س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غِ" descr="غ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نِ" descr="ن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ِ" descr="د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دِي" descr="د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سِ" descr="س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غِ" descr="غ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نِ" descr="ن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ِ" descr="د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سِ" descr="س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غِ" descr="غ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نِ" descr="ن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eam Rac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8A6CF0"/>
                </a:solidFill>
                <a:latin typeface="Arial"/>
                <a:cs typeface="Arial"/>
              </a:rPr>
              <a:t>How to play: Team Race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Read, then tap your team.</a:t>
            </a:r>
          </a:p>
        </p:txBody>
      </p:sp>
      <p:sp>
        <p:nvSpPr>
          <p:cNvPr id="7" name="Line 3" descr="3.  First car to finish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First car to finish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474232"/>
            <a:ext cx="2095500" cy="1147536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ثَمِينٌ" descr="ثَم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ثَمِينٌ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ِيدٌ" descr="عِي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عِيدٌ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ِيحٌ" descr="رِيح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رِيحٌ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َحِيمٌ" descr="رَحِيم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رَحِيمٌ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زِيرٌ" descr="وَز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وَزِيرٌ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ِيدٌ" descr="عِي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عِيدٌ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ِيحٌ" descr="رِيح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رِيحٌ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َحِيمٌ" descr="رَحِيم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رَحِيمٌ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زِيرٌ" descr="وَز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وَزِيرٌ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َبِيبٌ" descr="طَبِي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طَبِيبٌ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ِيحٌ" descr="رِيح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رِيحٌ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َحِيمٌ" descr="رَحِيم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رَحِيمٌ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زِيرٌ" descr="وَز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وَزِيرٌ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َبِيبٌ" descr="طَبِي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طَبِيبٌ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رِيرٌ" descr="سَر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سَرِيرٌ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َحِيمٌ" descr="رَحِيم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رَحِيمٌ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زِيرٌ" descr="وَز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وَزِيرٌ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َبِيبٌ" descr="طَبِي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طَبِيبٌ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رِيرٌ" descr="سَر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سَرِيرٌ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ِيشٌ" descr="رِيش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رِيشٌ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زِيرٌ" descr="وَز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وَزِيرٌ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َبِيبٌ" descr="طَبِي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طَبِيبٌ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رِيرٌ" descr="سَر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سَرِيرٌ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ِيشٌ" descr="رِيش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رِيشٌ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بَعِيدٌ" descr="بَعِي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بَعِيدٌ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شِ" descr="ش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7" name="Card 2 ظِي" descr="ظِي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8" name="Card 3 يِي" descr="يِي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9" name="Card 4 غِي" descr="غِي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شِ" descr="ش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7" name="Card 2 ظِي" descr="ظِي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8" name="Card 3 يِي" descr="يِي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9" name="Card 4 غِي" descr="غِي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2 ظِي" descr="ظِي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7" name="Card 3 يِي" descr="يِي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8" name="Card 4 غِي" descr="غِي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شِي" descr="ش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ِي" descr="ش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ِ" descr="د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ِ" descr="د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ِي" descr="ق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ِي" descr="ق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ِي" descr="غ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نِ" descr="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نِ" descr="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طِي" descr="ط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طِي" descr="ط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طِي" descr="ط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شِي" descr="ش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ِي" descr="ش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ِ" descr="د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ِ" descr="د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ِي" descr="ق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ِي" descr="ق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ِي" descr="غ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نِ" descr="ن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نِ" descr="ن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طِي" descr="ط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ِيسٌ" descr="كِيس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كِيسٌ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سٌ" descr="س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0" name="Card كِي" descr="ك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ِيسٌ" descr="كِيس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كِيسٌ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ك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10" name="Card سٌ" descr="س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ِيسٌ" descr="كِيس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كِيسٌ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ك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10" name="Wagon card 2" descr="س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1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ِيسٌ" descr="كِيس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كِيسٌ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سٌ" descr="س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0" name="Card كِي" descr="ك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ِيسٌ" descr="كِيس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كِيسٌ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ك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10" name="Wagon card 2" descr="س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1" name="Word" descr="كِيس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كِيسٌ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ِي" descr="ص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ِي" descr="ص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ِي" descr="ص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ِ" descr="صِ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طِي" descr="طِي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ِي" descr="بِي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ِي" descr="ص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ِي" descr="ص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ِي" descr="ص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ِ" descr="صِ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طِي" descr="طِي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ِي" descr="بِي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ِي" descr="ص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صِي" descr="ص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ِ" descr="ص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طِي" descr="طِي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ِي" descr="ب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ِي" descr="ص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صِي" descr="ص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ِ" descr="ص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طِي" descr="طِي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ِي" descr="ب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ِي" descr="ص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ِي" descr="ص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ِ" descr="صِ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طِي" descr="طِي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ِي" descr="بِي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ِي" descr="ص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ِي" descr="ص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ِ" descr="صِ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طِي" descr="طِي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ِي" descr="بِي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ِي" descr="ص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3" descr="Ballo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3 صِ" descr="ص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طِي" descr="طِي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بِي" descr="بِي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84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84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صِي" descr="ص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وِي" descr="وِي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صَ" descr="صَ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صِ" descr="صِ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صِي" descr="صِي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صِي" descr="ص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وِي" descr="وِي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صَ" descr="صَ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صِ" descr="صِ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صِي" descr="صِي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صِي" descr="ص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وِي" descr="وِي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صَ" descr="ص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صِ" descr="ص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زِي" descr="إِز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إِزِي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ِي" descr="س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رِصِي" descr="رِص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رِصِي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ِي" descr="ص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شِي" descr="ش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ِي" descr="ز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حِسِي" descr="حِس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حِسِي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ِشِي" descr="ذِش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ذِشِي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ِي" descr="ض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ِي" descr="ضِي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َ" descr="ض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ِ" descr="ضِ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ثِي" descr="ثِي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ضِي" descr="ضِي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ِي" descr="ض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ِي" descr="ضِي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َ" descr="ض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ِ" descr="ضِ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ثِي" descr="ثِي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ضِي" descr="ضِي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ِي" descr="ض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ضَ" descr="ض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ضِ" descr="ض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ثِي" descr="ثِي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ضِي" descr="ضِي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ِي" descr="ض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ضَ" descr="ض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ضِ" descr="ضِ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ثِي" descr="ثِي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ضِي" descr="ضِي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ِي" descr="ض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ِي" descr="ض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َ" descr="ض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ِ" descr="ض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ثِي" descr="ثِي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ِي" descr="ض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ِي" descr="ض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َ" descr="ض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ِ" descr="ضِ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ثِي" descr="ثِي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ِي" descr="ض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ضَ" descr="ض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ضِ" descr="ض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ثِي" descr="ثِي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إِي" descr="إ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صِ" descr="ص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خِ" descr="خ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ضِ" descr="ض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ضِي" descr="ضِي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إِ" descr="إ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إِي" descr="إ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صِ" descr="ص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خِ" descr="خ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ضِ" descr="ض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ضِي" descr="ضِي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إِ" descr="إ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صِ" descr="ص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خِ" descr="خ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ضِ" descr="ض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ضِي" descr="ضِي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إِ" descr="إ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صِ" descr="ص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خِ" descr="خ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ضِ" descr="ض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ضِي" descr="ضِي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إِ" descr="إ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إِي" descr="إ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صِ" descr="ص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خِ" descr="خ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ضِ" descr="ض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إِ" descr="إ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إِي" descr="إ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صِ" descr="ص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خِ" descr="خ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ضِ" descr="ض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إِ" descr="إ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صِ" descr="ص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خِ" descr="خ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ضِ" descr="ض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إِ" descr="إ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شِ" descr="ش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7" name="Card 2 مِ" descr="م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8" name="Card 3 بِ" descr="بِ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9" name="Card 4 طِي" descr="طِي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شِ" descr="ش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7" name="Card 2 مِ" descr="م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8" name="Card 3 بِ" descr="بِ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9" name="Card 4 طِي" descr="طِي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شِ" descr="شِ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7" name="Card 2 مِ" descr="مِ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8" name="Card 3 بِ" descr="بِ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طِ" descr="ط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طِ" descr="ط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ِي" descr="ع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ِي" descr="ع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يِ" descr="ي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يِ" descr="ي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ِي" descr="ل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ِي" descr="ل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ِ" descr="ح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ِ" descr="ح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ِ" descr="ق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ِ" descr="ق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ِ" descr="ق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طِ" descr="ط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طِ" descr="ط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ِي" descr="ع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ِي" descr="ع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يِ" descr="ي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يِ" descr="ي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ِي" descr="ل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ِي" descr="ل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ِ" descr="ح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ِ" descr="ح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ِ" descr="ق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تِينٌ" descr="تِين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تِينٌ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نٌ" descr="ن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0" name="Card تِي" descr="ت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تِينٌ" descr="تِين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تِينٌ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ت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0" name="Card نٌ" descr="ن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تِينٌ" descr="تِين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تِينٌ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ت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0" name="Wagon card 2" descr="ن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1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تِينٌ" descr="تِين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تِينٌ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نٌ" descr="ن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0" name="Card تِي" descr="ت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تِينٌ" descr="تِين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تِينٌ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ت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0" name="Wagon card 2" descr="ن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1" name="Word" descr="تِين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تِينٌ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ِي" descr="ظ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ِ" descr="ظ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ِي" descr="ط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ظِي" descr="ظِي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إِي" descr="إِي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ظِي" descr="ظِي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ِي" descr="ظ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ِ" descr="ظِ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ِي" descr="ط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ظِي" descr="ظِي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إِي" descr="إِي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ظِي" descr="ظِي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ِي" descr="ظ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ِ" descr="ظ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ِي" descr="ط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إِي" descr="إ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ظِي" descr="ظ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ِي" descr="ظ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ِ" descr="ظ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ِي" descr="ط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إِي" descr="إ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ظِي" descr="ظ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ِي" descr="ظ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ِ" descr="ظ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ِي" descr="ط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ظِي" descr="ظ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إِي" descr="إ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ِي" descr="ظ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ِ" descr="ظِ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ِي" descr="ط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ظِي" descr="ظ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إِي" descr="إ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ِي" descr="ظ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ِ" descr="ظ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ِي" descr="طِي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إِي" descr="إِي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ِي" descr="ظ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َ" descr="ظ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إِي" descr="إِي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ِ" descr="ظ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ظِي" descr="ظِي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ِي" descr="ظ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َ" descr="ظ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إِي" descr="إِي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ِ" descr="ظ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ظِي" descr="ظِي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ِي" descr="ظ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َ" descr="ظ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إِي" descr="إِي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إِي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ِ" descr="ظ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ِي" descr="ع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ِي" descr="عِي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عِي" descr="عِي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صِي" descr="صِي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عَ" descr="عَ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عِ" descr="عِ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ِي" descr="ع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ِي" descr="عِي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عِي" descr="عِي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صِي" descr="صِي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عَ" descr="عَ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عِ" descr="عِ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ِي" descr="ع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عِي" descr="ع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صِي" descr="ص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عَ" descr="ع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عِ" descr="ع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ِي" descr="ع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عِي" descr="ع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صِي" descr="ص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عَ" descr="ع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عِ" descr="ع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ِي" descr="ع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ِي" descr="ع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صِي" descr="ص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عَ" descr="ع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عِ" descr="ع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ِي" descr="ع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ِي" descr="ع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صِي" descr="ص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عَ" descr="ع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عِ" descr="عِ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ِي" descr="ع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9" name="Fish letter 3 صِي" descr="صِي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عَ" descr="عَ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عِ" descr="ع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32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32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غِ" descr="غ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عِي" descr="ع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ِ" descr="ذ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فِ" descr="ف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ِ" descr="ع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ذِي" descr="ذِي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غِ" descr="غ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عِي" descr="ع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ِ" descr="ذ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فِ" descr="ف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ِ" descr="ع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ذِي" descr="ذِي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غِ" descr="غ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ذِ" descr="ذ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ِ" descr="ف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ِ" descr="ع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ذِي" descr="ذِي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غِ" descr="غ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ذِ" descr="ذ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ِ" descr="ف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ِ" descr="ع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ذِي" descr="ذِي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غِ" descr="غ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عِي" descr="ع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ِ" descr="ذ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فِ" descr="ف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ِ" descr="ع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غِ" descr="غِ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عِي" descr="عِي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ِ" descr="ذ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فِ" descr="ف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ِ" descr="عِ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غِ" descr="غ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ذِ" descr="ذ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ِ" descr="ف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ِ" descr="ع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ضِي" descr="ض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طِي" descr="ط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ِضِي" descr="نِض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نِضِي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ِي" descr="ع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ِظِي" descr="خِظ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خِظِي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ِطِي" descr="وِط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وِطِي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ِعِي" descr="وِع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وِعِي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ظِي" descr="ظ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خِي" descr="خِي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7" name="Card 2 حِي" descr="حِي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8" name="Card 3 غِ" descr="غ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9" name="Card 4 عِي" descr="عِي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خِي" descr="خِي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7" name="Card 2 حِي" descr="حِي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8" name="Card 3 غِ" descr="غِ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9" name="Card 4 عِي" descr="عِي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خِي" descr="خِي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7" name="Card 2 حِي" descr="حِي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8" name="Card 4 عِي" descr="عِي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غِي" descr="غ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هِ" descr="ه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ِ" descr="ه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ظِ" descr="ظ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ظِ" descr="ظ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ِي" descr="ص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صِي" descr="ص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ِ" descr="خ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ِ" descr="خ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ِي" descr="ش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ِي" descr="ش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ِي" descr="ش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غِي" descr="غ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ِي" descr="غ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هِ" descr="ه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ِ" descr="ه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ظِ" descr="ظ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ظِ" descr="ظ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ِي" descr="ص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صِي" descr="ص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ِ" descr="خ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ِ" descr="خ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شِي" descr="ش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ِيمٌ" descr="كَرِي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كَرِيمٌ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مٌ" descr="م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1" name="Card رِي" descr="رِي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2" name="Card كَ" descr="ك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ِيمٌ" descr="كَرِي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كَرِيمٌ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ك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Card مٌ" descr="م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2" name="Card رِي" descr="ر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ِيمٌ" descr="كَرِي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كَرِيمٌ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ك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Wagon card 2" descr="ر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2" name="Card مٌ" descr="م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ِيمٌ" descr="كَرِي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كَرِيمٌ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ك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Wagon card 2" descr="ر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2" name="Wagon card 3" descr="م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ِيمٌ" descr="كَرِي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كَرِيمٌ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مٌ" descr="م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1" name="Card رِي" descr="رِي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2" name="Card كَ" descr="ك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ِيمٌ" descr="كَرِي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كَرِيمٌ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ك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Card مٌ" descr="م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2" name="Card رِي" descr="ر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َرِيمٌ" descr="كَرِي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كَرِيمٌ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ك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Wagon card 2" descr="ر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2" name="Wagon card 3" descr="م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3" name="Word" descr="كَرِيم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كَرِيمٌ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ِي" descr="ف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ِي" descr="فِي">
            <a:hlinkClick action="ppaction://hlinksldjump" r:id="rId8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Balloon 2" descr="Balloon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ِي" descr="وِي">
            <a:hlinkClick action="ppaction://hlinksldjump" r:id="rId9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ِي" descr="مِي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4" name="Balloon 4" descr="Balloon 4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فِي" descr="فِي">
            <a:hlinkClick action="ppaction://hlinksldjump" r:id="rId10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فِ" descr="فِ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ِي" descr="ف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ِي" descr="فِي">
            <a:hlinkClick action="ppaction://hlinksldjump" r:id="rId8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Balloon 2" descr="Balloon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ِي" descr="وِي">
            <a:hlinkClick action="ppaction://hlinksldjump" r:id="rId9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ِي" descr="مِي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4" name="Balloon 4" descr="Balloon 4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فِي" descr="فِي">
            <a:hlinkClick action="ppaction://hlinksldjump" r:id="rId10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فِ" descr="فِ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ِي" descr="ف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وِي" descr="و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مِي" descr="م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فِي" descr="فِي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فِ" descr="فِ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ِي" descr="ف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وِي" descr="و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مِي" descr="م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فِي" descr="فِي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فِ" descr="فِ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ِي" descr="ف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ِي" descr="ف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ِي" descr="و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ِي" descr="مِي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فِ" descr="فِ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ِي" descr="ف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ِي" descr="ف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ِي" descr="و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مِي" descr="مِي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فِ" descr="فِ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ِي" descr="ف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وِي" descr="وِي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مِي" descr="مِي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فِ" descr="ف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فِي" descr="ف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فِي" descr="فِي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هِي" descr="هِي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فِ" descr="ف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فَ" descr="ف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فِي" descr="ف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فِي" descr="فِي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هِي" descr="هِي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فِ" descr="فِ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فَ" descr="ف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فِي" descr="ف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هِي" descr="هِي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فِ" descr="ف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فَ" descr="ف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ِي" descr="ق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ِي" descr="د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َ" descr="ق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ِي" descr="ق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قِ" descr="ق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قِي" descr="قِي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ِي" descr="ق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ِي" descr="د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َ" descr="ق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ِي" descr="ق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قِ" descr="ق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قِي" descr="قِي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ِي" descr="ق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ِي" descr="دِي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َ" descr="ق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قِ" descr="قِ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قِي" descr="قِي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ِي" descr="ق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ِي" descr="دِي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َ" descr="ق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قِ" descr="قِ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قِي" descr="قِي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ِي" descr="ق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ِي" descr="د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َ" descr="ق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ِي" descr="ق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قِ" descr="ق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ِي" descr="ق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ِي" descr="د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َ" descr="ق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ِي" descr="قِي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قِ" descr="ق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ِي" descr="ق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ِي" descr="دِي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َ" descr="ق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قِ" descr="ق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ِي" descr="ق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ِ" descr="ف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ِ" descr="ق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غِ" descr="غ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فِي" descr="فِي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صِ" descr="ص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ِي" descr="ق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ِ" descr="ف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ِ" descr="ق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غِ" descr="غ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فِي" descr="فِي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صِ" descr="ص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ِ" descr="ف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قِ" descr="ق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غِ" descr="غ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فِي" descr="فِي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صِ" descr="ص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ِ" descr="ف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قِ" descr="ق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غِ" descr="غ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فِي" descr="فِي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صِ" descr="ص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ِي" descr="ق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ِ" descr="ف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ِ" descr="ق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غِ" descr="غ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صِ" descr="ص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ِي" descr="ق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ِ" descr="ف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ِ" descr="ق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غِ" descr="غ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صِ" descr="ص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ِ" descr="ف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قِ" descr="ق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غِ" descr="غ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صِ" descr="ص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ِ" descr="ج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7" name="Card 2 شِ" descr="ش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8" name="Card 3 كِي" descr="كِي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9" name="Card 4 حِ" descr="حِ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ِ" descr="جِ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7" name="Card 2 شِ" descr="شِ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8" name="Card 3 كِي" descr="كِي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9" name="Card 4 حِ" descr="حِ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ِ" descr="جِ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7" name="Card 2 شِ" descr="شِ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8" name="Card 4 حِ" descr="حِ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كِ" descr="ك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كِ" descr="ك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طِي" descr="ط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طِي" descr="ط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ذِ" descr="ذ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ذِ" descr="ذ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ِ" descr="خ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ِ" descr="خ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ِ" descr="ث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ِ" descr="ث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وِ" descr="و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وِ" descr="و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وِ" descr="و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كِ" descr="ك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كِ" descr="ك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طِي" descr="ط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طِي" descr="ط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ذِ" descr="ذ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ذِ" descr="ذ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ِ" descr="خ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ِ" descr="خ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ِ" descr="ث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ِ" descr="ث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وِ" descr="و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غِي" descr="غ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ِكِي" descr="ذِك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ذِكِي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كِي" descr="ك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ِي" descr="ف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حِغِي" descr="حِغ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حِغِي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ِي" descr="ق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ِقِي" descr="نِق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نِقِي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ِفِي" descr="زِف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زِفِي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ِيلٌ" descr="جَم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مِي" descr="مِي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1" name="Card جَ" descr="ج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Card لٌ" descr="لٌ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ِيلٌ" descr="جَم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Card مِي" descr="مِي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2" name="Card لٌ" descr="لٌ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ِيلٌ" descr="جَم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Wagon card 2" descr="م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2" name="Card لٌ" descr="لٌ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ِيلٌ" descr="جَم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Wagon card 2" descr="م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2" name="Wagon card 3" descr="ل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ِيلٌ" descr="جَم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مِي" descr="مِي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1" name="Card جَ" descr="ج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Card لٌ" descr="لٌ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ِيلٌ" descr="جَم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Card مِي" descr="مِي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2" name="Card لٌ" descr="لٌ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ِيلٌ" descr="جَمِيل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جَمِيلٌ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Wagon card 2" descr="م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2" name="Wagon card 3" descr="ل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3" name="Word" descr="جَمِيل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جَمِيلٌ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ِي" descr="ل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ِي" descr="ك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ِي" descr="ل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سِي" descr="س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لِ" descr="ل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ِي" descr="لِي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ِي" descr="ل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ِي" descr="كِي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ِي" descr="لِي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سِي" descr="سِي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لِ" descr="لِ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ِي" descr="لِي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ِي" descr="ل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ِي" descr="ك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سِي" descr="سِي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لِ" descr="لِ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ِي" descr="ل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ِي" descr="ل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ِي" descr="ك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سِي" descr="سِي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لِ" descr="لِ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ِي" descr="ل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ِي" descr="ل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ِي" descr="ك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ِي" descr="ل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سِي" descr="سِي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لِ" descr="لِ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ِي" descr="ل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ِي" descr="ك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ِي" descr="ل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سِي" descr="سِي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لِ" descr="لِ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ِي" descr="ل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ِي" descr="كِي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سِي" descr="سِي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لِ" descr="ل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ِي" descr="ل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ِ" descr="لِ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يِي" descr="يِي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لِي" descr="لِي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لَ" descr="ل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ِي" descr="ل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ِ" descr="لِ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يِي" descr="يِي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لِي" descr="لِي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لَ" descr="ل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ِي" descr="ل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ِ" descr="ل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يِي" descr="يِي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لَ" descr="ل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ِي" descr="م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مِي" descr="مِي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مَ" descr="م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ِ" descr="مِ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خِي" descr="خِي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ِي" descr="مِي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مِي" descr="مِي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مَ" descr="م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ِ" descr="مِ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خِي" descr="خِي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مِي" descr="م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مَ" descr="م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ِ" descr="م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خِي" descr="خِي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مِي" descr="مِي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مَ" descr="م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ِ" descr="مِ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خِي" descr="خِي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ِي" descr="مِي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مَ" descr="م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ِ" descr="م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خِي" descr="خِي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ِي" descr="مِي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مَ" descr="م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ِ" descr="مِ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خِي" descr="خِي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ِي" descr="م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9" name="Fish letter 3 مَ" descr="م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مِ" descr="م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خِي" descr="خِي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32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32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ِي" descr="م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ِ" descr="م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ِ" descr="ي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كِ" descr="ك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يِي" descr="يِي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تِ" descr="ت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ِي" descr="م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ِ" descr="م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ِ" descr="ي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كِ" descr="ك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يِي" descr="يِي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تِ" descr="ت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مِ" descr="م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يِ" descr="ي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كِ" descr="ك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يِي" descr="يِي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تِ" descr="ت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مِ" descr="مِ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يِ" descr="يِ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كِ" descr="كِ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يِي" descr="يِي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تِ" descr="تِ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ِي" descr="م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ِ" descr="م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ِ" descr="ي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كِ" descr="ك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تِ" descr="ت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ِي" descr="مِي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ِ" descr="مِ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ِ" descr="يِ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كِ" descr="كِ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تِ" descr="تِ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ِي" descr="ـ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مِ" descr="م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يِ" descr="ي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كِ" descr="ك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تِ" descr="ت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ذِي" descr="ذِي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7" name="Card 2 تِي" descr="تِي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8" name="Card 3 يِي" descr="يِي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9" name="Card 4 هِ" descr="هِ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ذِي" descr="ذِي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7" name="Card 2 تِي" descr="تِي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8" name="Card 3 يِي" descr="يِي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9" name="Card 4 هِ" descr="هِ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ذِي" descr="ذِي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7" name="Card 2 تِي" descr="تِي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8" name="Card 3 يِي" descr="يِي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هِي" descr="ه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ِي" descr="ه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ِ" descr="ج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ِ" descr="ج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ِي" descr="خ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ِي" descr="خ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ظِ" descr="ظ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ظِ" descr="ظ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ِي" descr="ع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ِي" descr="ع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ِي" descr="ق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ِي" descr="ق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ِي" descr="ق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هِي" descr="ه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ِي" descr="ه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ِ" descr="ج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ِ" descr="ج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ِي" descr="خ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ِي" descr="خ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ظِ" descr="ظِ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ظِ" descr="ظِ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عِي" descr="ع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عِي" descr="عِي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ِي" descr="قِي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عِيدٌ" descr="سَع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سَعِيدٌ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دٌ" descr="د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1" name="Card عِي" descr="عِي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Card سَ" descr="س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عِيدٌ" descr="سَع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سَعِيدٌ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Card دٌ" descr="د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2" name="Card عِي" descr="ع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عِيدٌ" descr="سَع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سَعِيدٌ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Wagon card 2" descr="ع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Card دٌ" descr="د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عِيدٌ" descr="سَع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سَعِيدٌ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Wagon card 2" descr="ع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Wagon card 3" descr="د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عِيدٌ" descr="سَع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سَعِيدٌ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دٌ" descr="د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1" name="Card عِي" descr="عِي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Card سَ" descr="سَ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عِيدٌ" descr="سَع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سَعِيدٌ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Card دٌ" descr="د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2" name="Card عِي" descr="عِي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َعِيدٌ" descr="سَعِي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سَعِيدٌ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Wagon card 2" descr="عِي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2" name="Wagon card 3" descr="د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3" name="Word" descr="سَعِيد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سَعِيدٌ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ِي" descr="و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ِي" descr="و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ِي" descr="ل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وِ" descr="و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ِي" descr="ثِي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وِي" descr="وِي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ِي" descr="و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ِي" descr="و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ِي" descr="ل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وِ" descr="و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ِي" descr="ثِي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وِي" descr="وِي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ِي" descr="و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لِي" descr="ل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وِ" descr="و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ِي" descr="ث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وِي" descr="و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ِي" descr="و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لِي" descr="لِي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وِ" descr="وِ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ِي" descr="ثِي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وِي" descr="وِي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ِي" descr="و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ِي" descr="و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ِي" descr="ل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وِ" descr="و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ِي" descr="ثِي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ِي" descr="و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ِي" descr="وِي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ِي" descr="لِي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وِ" descr="وِ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ِي" descr="ثِي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ِي" descr="وِي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لِي" descr="لِي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وِ" descr="و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ِي" descr="ثِي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وِي" descr="و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قِي" descr="قِي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وِي" descr="وِي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وَ" descr="وَ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3" name="Food 4" descr="Food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وِ" descr="وِ">
            <a:hlinkClick action="ppaction://hlinksldjump" r:id="rId6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وِي" descr="و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قِي" descr="قِي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وِي" descr="وِي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وَ" descr="وَ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3" name="Food 4" descr="Food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وِ" descr="وِ">
            <a:hlinkClick action="ppaction://hlinksldjump" r:id="rId6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وِي" descr="و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وِي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قِي" descr="قِي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وَ" descr="و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وِ" descr="و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إِلِي" descr="إِل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إِلِي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ِمِي" descr="نِم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نِمِي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ِي" descr="ل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ِي" descr="ه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ِي" descr="م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ِوِي" descr="ذِو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ذِوِي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ِهِي" descr="يِه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يِهِي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ِي" descr="وِي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لِيبٌ" descr="حَلِي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حَلِيبٌ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أَمِيرٌ" descr="أَم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أَمِيرٌ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شِيدٌ" descr="نَشِي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نَشِيدٌ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رِيبٌ" descr="قَرِي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قَرِيبٌ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زِينٌ" descr="حَز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حَزِينٌ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أَمِيرٌ" descr="أَمِي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أَمِيرٌ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شِيدٌ" descr="نَشِي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نَشِيدٌ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رِيبٌ" descr="قَرِي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قَرِيبٌ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زِينٌ" descr="حَز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حَزِينٌ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َوِيلٌ" descr="طَوِيل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طَوِيلٌ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شِيدٌ" descr="نَشِي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نَشِيدٌ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رِيبٌ" descr="قَرِي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قَرِيبٌ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زِينٌ" descr="حَز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حَزِينٌ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َوِيلٌ" descr="طَوِيل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طَوِيلٌ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ِينٌ" descr="د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دِينٌ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رِيبٌ" descr="قَرِيب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قَرِيبٌ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زِينٌ" descr="حَز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حَزِينٌ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َوِيلٌ" descr="طَوِيل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طَوِيلٌ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ِينٌ" descr="د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دِينٌ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ِينٌ" descr="ط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طِينٌ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زِينٌ" descr="حَز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حَزِينٌ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َوِيلٌ" descr="طَوِيل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طَوِيلٌ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ِينٌ" descr="د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دِينٌ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ِينٌ" descr="طِي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طِينٌ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َظِيمٌ" descr="عَظِيم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عَظِيمٌ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Yaa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