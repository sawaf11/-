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snd_boing.wav" ContentType="audio/wav"/>
  <Override PartName="/ppt/media/snd_cheer.wav" ContentType="audio/wav"/>
  <Override PartName="/ppt/media/snd_ding.wav" ContentType="audio/wav"/>
  <Override PartName="/ppt/media/snd_tada.wav" ContentType="audio/wav"/>
  <Override PartName="/ppt/media/snd_vroom.wav" ContentType="audio/wav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  <p:sldId id="545" r:id="rId296"/>
    <p:sldId id="546" r:id="rId297"/>
    <p:sldId id="547" r:id="rId298"/>
    <p:sldId id="548" r:id="rId299"/>
    <p:sldId id="549" r:id="rId300"/>
    <p:sldId id="550" r:id="rId301"/>
    <p:sldId id="551" r:id="rId302"/>
    <p:sldId id="552" r:id="rId303"/>
    <p:sldId id="553" r:id="rId304"/>
    <p:sldId id="554" r:id="rId305"/>
    <p:sldId id="555" r:id="rId306"/>
    <p:sldId id="556" r:id="rId307"/>
    <p:sldId id="557" r:id="rId308"/>
    <p:sldId id="558" r:id="rId309"/>
    <p:sldId id="559" r:id="rId310"/>
    <p:sldId id="560" r:id="rId311"/>
    <p:sldId id="561" r:id="rId312"/>
    <p:sldId id="562" r:id="rId313"/>
    <p:sldId id="563" r:id="rId314"/>
    <p:sldId id="564" r:id="rId315"/>
    <p:sldId id="565" r:id="rId316"/>
    <p:sldId id="566" r:id="rId317"/>
    <p:sldId id="567" r:id="rId318"/>
    <p:sldId id="568" r:id="rId319"/>
    <p:sldId id="569" r:id="rId320"/>
    <p:sldId id="570" r:id="rId321"/>
    <p:sldId id="571" r:id="rId322"/>
    <p:sldId id="572" r:id="rId323"/>
    <p:sldId id="573" r:id="rId324"/>
    <p:sldId id="574" r:id="rId325"/>
    <p:sldId id="575" r:id="rId326"/>
    <p:sldId id="576" r:id="rId327"/>
    <p:sldId id="577" r:id="rId328"/>
    <p:sldId id="578" r:id="rId329"/>
    <p:sldId id="579" r:id="rId330"/>
    <p:sldId id="580" r:id="rId331"/>
    <p:sldId id="581" r:id="rId332"/>
    <p:sldId id="582" r:id="rId333"/>
    <p:sldId id="583" r:id="rId334"/>
    <p:sldId id="584" r:id="rId335"/>
    <p:sldId id="585" r:id="rId336"/>
    <p:sldId id="586" r:id="rId337"/>
    <p:sldId id="587" r:id="rId338"/>
    <p:sldId id="588" r:id="rId339"/>
    <p:sldId id="589" r:id="rId340"/>
    <p:sldId id="590" r:id="rId341"/>
    <p:sldId id="591" r:id="rId342"/>
    <p:sldId id="592" r:id="rId343"/>
    <p:sldId id="593" r:id="rId344"/>
    <p:sldId id="594" r:id="rId345"/>
    <p:sldId id="595" r:id="rId346"/>
    <p:sldId id="596" r:id="rId347"/>
    <p:sldId id="597" r:id="rId348"/>
    <p:sldId id="598" r:id="rId349"/>
    <p:sldId id="599" r:id="rId350"/>
    <p:sldId id="600" r:id="rId351"/>
    <p:sldId id="601" r:id="rId352"/>
    <p:sldId id="602" r:id="rId353"/>
    <p:sldId id="603" r:id="rId354"/>
    <p:sldId id="604" r:id="rId355"/>
    <p:sldId id="605" r:id="rId356"/>
    <p:sldId id="606" r:id="rId357"/>
    <p:sldId id="607" r:id="rId358"/>
    <p:sldId id="608" r:id="rId359"/>
    <p:sldId id="609" r:id="rId360"/>
    <p:sldId id="610" r:id="rId361"/>
    <p:sldId id="611" r:id="rId362"/>
    <p:sldId id="612" r:id="rId363"/>
    <p:sldId id="613" r:id="rId364"/>
    <p:sldId id="614" r:id="rId365"/>
    <p:sldId id="615" r:id="rId366"/>
    <p:sldId id="616" r:id="rId367"/>
    <p:sldId id="617" r:id="rId368"/>
    <p:sldId id="618" r:id="rId36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Relationship Id="rId291" Type="http://schemas.openxmlformats.org/officeDocument/2006/relationships/slide" Target="slides/slide285.xml"/><Relationship Id="rId292" Type="http://schemas.openxmlformats.org/officeDocument/2006/relationships/slide" Target="slides/slide286.xml"/><Relationship Id="rId293" Type="http://schemas.openxmlformats.org/officeDocument/2006/relationships/slide" Target="slides/slide287.xml"/><Relationship Id="rId294" Type="http://schemas.openxmlformats.org/officeDocument/2006/relationships/slide" Target="slides/slide288.xml"/><Relationship Id="rId295" Type="http://schemas.openxmlformats.org/officeDocument/2006/relationships/slide" Target="slides/slide289.xml"/><Relationship Id="rId296" Type="http://schemas.openxmlformats.org/officeDocument/2006/relationships/slide" Target="slides/slide290.xml"/><Relationship Id="rId297" Type="http://schemas.openxmlformats.org/officeDocument/2006/relationships/slide" Target="slides/slide291.xml"/><Relationship Id="rId298" Type="http://schemas.openxmlformats.org/officeDocument/2006/relationships/slide" Target="slides/slide292.xml"/><Relationship Id="rId299" Type="http://schemas.openxmlformats.org/officeDocument/2006/relationships/slide" Target="slides/slide293.xml"/><Relationship Id="rId300" Type="http://schemas.openxmlformats.org/officeDocument/2006/relationships/slide" Target="slides/slide294.xml"/><Relationship Id="rId301" Type="http://schemas.openxmlformats.org/officeDocument/2006/relationships/slide" Target="slides/slide295.xml"/><Relationship Id="rId302" Type="http://schemas.openxmlformats.org/officeDocument/2006/relationships/slide" Target="slides/slide296.xml"/><Relationship Id="rId303" Type="http://schemas.openxmlformats.org/officeDocument/2006/relationships/slide" Target="slides/slide297.xml"/><Relationship Id="rId304" Type="http://schemas.openxmlformats.org/officeDocument/2006/relationships/slide" Target="slides/slide298.xml"/><Relationship Id="rId305" Type="http://schemas.openxmlformats.org/officeDocument/2006/relationships/slide" Target="slides/slide299.xml"/><Relationship Id="rId306" Type="http://schemas.openxmlformats.org/officeDocument/2006/relationships/slide" Target="slides/slide300.xml"/><Relationship Id="rId307" Type="http://schemas.openxmlformats.org/officeDocument/2006/relationships/slide" Target="slides/slide301.xml"/><Relationship Id="rId308" Type="http://schemas.openxmlformats.org/officeDocument/2006/relationships/slide" Target="slides/slide302.xml"/><Relationship Id="rId309" Type="http://schemas.openxmlformats.org/officeDocument/2006/relationships/slide" Target="slides/slide303.xml"/><Relationship Id="rId310" Type="http://schemas.openxmlformats.org/officeDocument/2006/relationships/slide" Target="slides/slide304.xml"/><Relationship Id="rId311" Type="http://schemas.openxmlformats.org/officeDocument/2006/relationships/slide" Target="slides/slide305.xml"/><Relationship Id="rId312" Type="http://schemas.openxmlformats.org/officeDocument/2006/relationships/slide" Target="slides/slide306.xml"/><Relationship Id="rId313" Type="http://schemas.openxmlformats.org/officeDocument/2006/relationships/slide" Target="slides/slide307.xml"/><Relationship Id="rId314" Type="http://schemas.openxmlformats.org/officeDocument/2006/relationships/slide" Target="slides/slide308.xml"/><Relationship Id="rId315" Type="http://schemas.openxmlformats.org/officeDocument/2006/relationships/slide" Target="slides/slide309.xml"/><Relationship Id="rId316" Type="http://schemas.openxmlformats.org/officeDocument/2006/relationships/slide" Target="slides/slide310.xml"/><Relationship Id="rId317" Type="http://schemas.openxmlformats.org/officeDocument/2006/relationships/slide" Target="slides/slide311.xml"/><Relationship Id="rId318" Type="http://schemas.openxmlformats.org/officeDocument/2006/relationships/slide" Target="slides/slide312.xml"/><Relationship Id="rId319" Type="http://schemas.openxmlformats.org/officeDocument/2006/relationships/slide" Target="slides/slide313.xml"/><Relationship Id="rId320" Type="http://schemas.openxmlformats.org/officeDocument/2006/relationships/slide" Target="slides/slide314.xml"/><Relationship Id="rId321" Type="http://schemas.openxmlformats.org/officeDocument/2006/relationships/slide" Target="slides/slide315.xml"/><Relationship Id="rId322" Type="http://schemas.openxmlformats.org/officeDocument/2006/relationships/slide" Target="slides/slide316.xml"/><Relationship Id="rId323" Type="http://schemas.openxmlformats.org/officeDocument/2006/relationships/slide" Target="slides/slide317.xml"/><Relationship Id="rId324" Type="http://schemas.openxmlformats.org/officeDocument/2006/relationships/slide" Target="slides/slide318.xml"/><Relationship Id="rId325" Type="http://schemas.openxmlformats.org/officeDocument/2006/relationships/slide" Target="slides/slide319.xml"/><Relationship Id="rId326" Type="http://schemas.openxmlformats.org/officeDocument/2006/relationships/slide" Target="slides/slide320.xml"/><Relationship Id="rId327" Type="http://schemas.openxmlformats.org/officeDocument/2006/relationships/slide" Target="slides/slide321.xml"/><Relationship Id="rId328" Type="http://schemas.openxmlformats.org/officeDocument/2006/relationships/slide" Target="slides/slide322.xml"/><Relationship Id="rId329" Type="http://schemas.openxmlformats.org/officeDocument/2006/relationships/slide" Target="slides/slide323.xml"/><Relationship Id="rId330" Type="http://schemas.openxmlformats.org/officeDocument/2006/relationships/slide" Target="slides/slide324.xml"/><Relationship Id="rId331" Type="http://schemas.openxmlformats.org/officeDocument/2006/relationships/slide" Target="slides/slide325.xml"/><Relationship Id="rId332" Type="http://schemas.openxmlformats.org/officeDocument/2006/relationships/slide" Target="slides/slide326.xml"/><Relationship Id="rId333" Type="http://schemas.openxmlformats.org/officeDocument/2006/relationships/slide" Target="slides/slide327.xml"/><Relationship Id="rId334" Type="http://schemas.openxmlformats.org/officeDocument/2006/relationships/slide" Target="slides/slide328.xml"/><Relationship Id="rId335" Type="http://schemas.openxmlformats.org/officeDocument/2006/relationships/slide" Target="slides/slide329.xml"/><Relationship Id="rId336" Type="http://schemas.openxmlformats.org/officeDocument/2006/relationships/slide" Target="slides/slide330.xml"/><Relationship Id="rId337" Type="http://schemas.openxmlformats.org/officeDocument/2006/relationships/slide" Target="slides/slide331.xml"/><Relationship Id="rId338" Type="http://schemas.openxmlformats.org/officeDocument/2006/relationships/slide" Target="slides/slide332.xml"/><Relationship Id="rId339" Type="http://schemas.openxmlformats.org/officeDocument/2006/relationships/slide" Target="slides/slide333.xml"/><Relationship Id="rId340" Type="http://schemas.openxmlformats.org/officeDocument/2006/relationships/slide" Target="slides/slide334.xml"/><Relationship Id="rId341" Type="http://schemas.openxmlformats.org/officeDocument/2006/relationships/slide" Target="slides/slide335.xml"/><Relationship Id="rId342" Type="http://schemas.openxmlformats.org/officeDocument/2006/relationships/slide" Target="slides/slide336.xml"/><Relationship Id="rId343" Type="http://schemas.openxmlformats.org/officeDocument/2006/relationships/slide" Target="slides/slide337.xml"/><Relationship Id="rId344" Type="http://schemas.openxmlformats.org/officeDocument/2006/relationships/slide" Target="slides/slide338.xml"/><Relationship Id="rId345" Type="http://schemas.openxmlformats.org/officeDocument/2006/relationships/slide" Target="slides/slide339.xml"/><Relationship Id="rId346" Type="http://schemas.openxmlformats.org/officeDocument/2006/relationships/slide" Target="slides/slide340.xml"/><Relationship Id="rId347" Type="http://schemas.openxmlformats.org/officeDocument/2006/relationships/slide" Target="slides/slide341.xml"/><Relationship Id="rId348" Type="http://schemas.openxmlformats.org/officeDocument/2006/relationships/slide" Target="slides/slide342.xml"/><Relationship Id="rId349" Type="http://schemas.openxmlformats.org/officeDocument/2006/relationships/slide" Target="slides/slide343.xml"/><Relationship Id="rId350" Type="http://schemas.openxmlformats.org/officeDocument/2006/relationships/slide" Target="slides/slide344.xml"/><Relationship Id="rId351" Type="http://schemas.openxmlformats.org/officeDocument/2006/relationships/slide" Target="slides/slide345.xml"/><Relationship Id="rId352" Type="http://schemas.openxmlformats.org/officeDocument/2006/relationships/slide" Target="slides/slide346.xml"/><Relationship Id="rId353" Type="http://schemas.openxmlformats.org/officeDocument/2006/relationships/slide" Target="slides/slide347.xml"/><Relationship Id="rId354" Type="http://schemas.openxmlformats.org/officeDocument/2006/relationships/slide" Target="slides/slide348.xml"/><Relationship Id="rId355" Type="http://schemas.openxmlformats.org/officeDocument/2006/relationships/slide" Target="slides/slide349.xml"/><Relationship Id="rId356" Type="http://schemas.openxmlformats.org/officeDocument/2006/relationships/slide" Target="slides/slide350.xml"/><Relationship Id="rId357" Type="http://schemas.openxmlformats.org/officeDocument/2006/relationships/slide" Target="slides/slide351.xml"/><Relationship Id="rId358" Type="http://schemas.openxmlformats.org/officeDocument/2006/relationships/slide" Target="slides/slide352.xml"/><Relationship Id="rId359" Type="http://schemas.openxmlformats.org/officeDocument/2006/relationships/slide" Target="slides/slide353.xml"/><Relationship Id="rId360" Type="http://schemas.openxmlformats.org/officeDocument/2006/relationships/slide" Target="slides/slide354.xml"/><Relationship Id="rId361" Type="http://schemas.openxmlformats.org/officeDocument/2006/relationships/slide" Target="slides/slide355.xml"/><Relationship Id="rId362" Type="http://schemas.openxmlformats.org/officeDocument/2006/relationships/slide" Target="slides/slide356.xml"/><Relationship Id="rId363" Type="http://schemas.openxmlformats.org/officeDocument/2006/relationships/slide" Target="slides/slide357.xml"/><Relationship Id="rId364" Type="http://schemas.openxmlformats.org/officeDocument/2006/relationships/slide" Target="slides/slide358.xml"/><Relationship Id="rId365" Type="http://schemas.openxmlformats.org/officeDocument/2006/relationships/slide" Target="slides/slide359.xml"/><Relationship Id="rId366" Type="http://schemas.openxmlformats.org/officeDocument/2006/relationships/slide" Target="slides/slide360.xml"/><Relationship Id="rId367" Type="http://schemas.openxmlformats.org/officeDocument/2006/relationships/slide" Target="slides/slide361.xml"/><Relationship Id="rId368" Type="http://schemas.openxmlformats.org/officeDocument/2006/relationships/slide" Target="slides/slide362.xml"/><Relationship Id="rId369" Type="http://schemas.openxmlformats.org/officeDocument/2006/relationships/slide" Target="slides/slide36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4.xml"/><Relationship Id="rId4" Type="http://schemas.openxmlformats.org/officeDocument/2006/relationships/slide" Target="slide9.xml"/><Relationship Id="rId5" Type="http://schemas.openxmlformats.org/officeDocument/2006/relationships/slide" Target="slide1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0.xml"/><Relationship Id="rId4" Type="http://schemas.openxmlformats.org/officeDocument/2006/relationships/slide" Target="slide5.xml"/><Relationship Id="rId5" Type="http://schemas.openxmlformats.org/officeDocument/2006/relationships/slide" Target="slide14.xml"/><Relationship Id="rId6" Type="http://schemas.openxmlformats.org/officeDocument/2006/relationships/audio" Target="../media/snd_ding.wav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1.xml"/><Relationship Id="rId4" Type="http://schemas.openxmlformats.org/officeDocument/2006/relationships/slide" Target="slide6.xml"/><Relationship Id="rId5" Type="http://schemas.openxmlformats.org/officeDocument/2006/relationships/slide" Target="slide14.xml"/><Relationship Id="rId6" Type="http://schemas.openxmlformats.org/officeDocument/2006/relationships/audio" Target="../media/snd_ding.wav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7.xml"/><Relationship Id="rId4" Type="http://schemas.openxmlformats.org/officeDocument/2006/relationships/slide" Target="slide12.xml"/><Relationship Id="rId5" Type="http://schemas.openxmlformats.org/officeDocument/2006/relationships/slide" Target="slide14.xml"/><Relationship Id="rId6" Type="http://schemas.openxmlformats.org/officeDocument/2006/relationships/audio" Target="../media/snd_ding.wav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8.xml"/><Relationship Id="rId4" Type="http://schemas.openxmlformats.org/officeDocument/2006/relationships/slide" Target="slide13.xml"/><Relationship Id="rId5" Type="http://schemas.openxmlformats.org/officeDocument/2006/relationships/slide" Target="slide14.xml"/><Relationship Id="rId6" Type="http://schemas.openxmlformats.org/officeDocument/2006/relationships/audio" Target="../media/snd_ding.wav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4.xml"/><Relationship Id="rId4" Type="http://schemas.openxmlformats.org/officeDocument/2006/relationships/audio" Target="../media/snd_tada.wav"/><Relationship Id="rId5" Type="http://schemas.openxmlformats.org/officeDocument/2006/relationships/image" Target="../media/image16.png"/><Relationship Id="rId6" Type="http://schemas.openxmlformats.org/officeDocument/2006/relationships/audio" Target="../media/snd_cheer.wav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4.xml"/><Relationship Id="rId4" Type="http://schemas.openxmlformats.org/officeDocument/2006/relationships/slide" Target="slide9.xml"/><Relationship Id="rId5" Type="http://schemas.openxmlformats.org/officeDocument/2006/relationships/slide" Target="slide14.xml"/><Relationship Id="rId6" Type="http://schemas.openxmlformats.org/officeDocument/2006/relationships/audio" Target="../media/snd_boing.wav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0.xml"/><Relationship Id="rId4" Type="http://schemas.openxmlformats.org/officeDocument/2006/relationships/slide" Target="slide5.xml"/><Relationship Id="rId5" Type="http://schemas.openxmlformats.org/officeDocument/2006/relationships/slide" Target="slide14.xml"/><Relationship Id="rId6" Type="http://schemas.openxmlformats.org/officeDocument/2006/relationships/audio" Target="../media/snd_boing.wav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1.xml"/><Relationship Id="rId4" Type="http://schemas.openxmlformats.org/officeDocument/2006/relationships/slide" Target="slide6.xml"/><Relationship Id="rId5" Type="http://schemas.openxmlformats.org/officeDocument/2006/relationships/slide" Target="slide14.xml"/><Relationship Id="rId6" Type="http://schemas.openxmlformats.org/officeDocument/2006/relationships/audio" Target="../media/snd_boing.wav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7.xml"/><Relationship Id="rId4" Type="http://schemas.openxmlformats.org/officeDocument/2006/relationships/slide" Target="slide12.xml"/><Relationship Id="rId5" Type="http://schemas.openxmlformats.org/officeDocument/2006/relationships/slide" Target="slide14.xml"/><Relationship Id="rId6" Type="http://schemas.openxmlformats.org/officeDocument/2006/relationships/audio" Target="../media/snd_boing.wav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8.xml"/><Relationship Id="rId4" Type="http://schemas.openxmlformats.org/officeDocument/2006/relationships/slide" Target="slide13.xml"/><Relationship Id="rId5" Type="http://schemas.openxmlformats.org/officeDocument/2006/relationships/slide" Target="slide14.xml"/><Relationship Id="rId6" Type="http://schemas.openxmlformats.org/officeDocument/2006/relationships/audio" Target="../media/snd_boing.wav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slide" Target="slide1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16.xml"/><Relationship Id="rId4" Type="http://schemas.openxmlformats.org/officeDocument/2006/relationships/slide" Target="slide17.xml"/><Relationship Id="rId5" Type="http://schemas.openxmlformats.org/officeDocument/2006/relationships/slide" Target="slide19.xml"/><Relationship Id="rId6" Type="http://schemas.openxmlformats.org/officeDocument/2006/relationships/slide" Target="slide2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16.xml"/><Relationship Id="rId4" Type="http://schemas.openxmlformats.org/officeDocument/2006/relationships/slide" Target="slide17.xml"/><Relationship Id="rId5" Type="http://schemas.openxmlformats.org/officeDocument/2006/relationships/slide" Target="slide19.xml"/><Relationship Id="rId6" Type="http://schemas.openxmlformats.org/officeDocument/2006/relationships/slide" Target="slide22.xml"/><Relationship Id="rId7" Type="http://schemas.openxmlformats.org/officeDocument/2006/relationships/audio" Target="../media/snd_boing.wav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18.xml"/><Relationship Id="rId4" Type="http://schemas.openxmlformats.org/officeDocument/2006/relationships/slide" Target="slide21.xml"/><Relationship Id="rId5" Type="http://schemas.openxmlformats.org/officeDocument/2006/relationships/slide" Target="slide22.xml"/><Relationship Id="rId6" Type="http://schemas.openxmlformats.org/officeDocument/2006/relationships/audio" Target="../media/snd_ding.wav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18.xml"/><Relationship Id="rId4" Type="http://schemas.openxmlformats.org/officeDocument/2006/relationships/slide" Target="slide21.xml"/><Relationship Id="rId5" Type="http://schemas.openxmlformats.org/officeDocument/2006/relationships/slide" Target="slide22.xml"/><Relationship Id="rId6" Type="http://schemas.openxmlformats.org/officeDocument/2006/relationships/audio" Target="../media/snd_boing.wav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0.xml"/><Relationship Id="rId4" Type="http://schemas.openxmlformats.org/officeDocument/2006/relationships/slide" Target="slide21.xml"/><Relationship Id="rId5" Type="http://schemas.openxmlformats.org/officeDocument/2006/relationships/slide" Target="slide22.xml"/><Relationship Id="rId6" Type="http://schemas.openxmlformats.org/officeDocument/2006/relationships/audio" Target="../media/snd_ding.wav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0.xml"/><Relationship Id="rId4" Type="http://schemas.openxmlformats.org/officeDocument/2006/relationships/slide" Target="slide21.xml"/><Relationship Id="rId5" Type="http://schemas.openxmlformats.org/officeDocument/2006/relationships/slide" Target="slide22.xml"/><Relationship Id="rId6" Type="http://schemas.openxmlformats.org/officeDocument/2006/relationships/audio" Target="../media/snd_boing.wav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2.xml"/><Relationship Id="rId4" Type="http://schemas.openxmlformats.org/officeDocument/2006/relationships/audio" Target="../media/snd_ding.wav"/><Relationship Id="rId5" Type="http://schemas.openxmlformats.org/officeDocument/2006/relationships/image" Target="../media/image16.png"/><Relationship Id="rId6" Type="http://schemas.openxmlformats.org/officeDocument/2006/relationships/audio" Target="../media/snd_cheer.wav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Relationship Id="rId4" Type="http://schemas.openxmlformats.org/officeDocument/2006/relationships/slide" Target="slide2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slide" Target="slide24.xml"/><Relationship Id="rId12" Type="http://schemas.openxmlformats.org/officeDocument/2006/relationships/slide" Target="slide25.xml"/><Relationship Id="rId13" Type="http://schemas.openxmlformats.org/officeDocument/2006/relationships/slide" Target="slide26.xml"/><Relationship Id="rId14" Type="http://schemas.openxmlformats.org/officeDocument/2006/relationships/slide" Target="slide27.xml"/><Relationship Id="rId15" Type="http://schemas.openxmlformats.org/officeDocument/2006/relationships/slide" Target="slide28.xml"/><Relationship Id="rId16" Type="http://schemas.openxmlformats.org/officeDocument/2006/relationships/slide" Target="slide29.xml"/><Relationship Id="rId17" Type="http://schemas.openxmlformats.org/officeDocument/2006/relationships/slide" Target="slide30.xml"/><Relationship Id="rId18" Type="http://schemas.openxmlformats.org/officeDocument/2006/relationships/slide" Target="slide31.xml"/><Relationship Id="rId19" Type="http://schemas.openxmlformats.org/officeDocument/2006/relationships/slide" Target="slide3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slide" Target="slide23.xml"/><Relationship Id="rId6" Type="http://schemas.openxmlformats.org/officeDocument/2006/relationships/slide" Target="slide32.xml"/><Relationship Id="rId7" Type="http://schemas.openxmlformats.org/officeDocument/2006/relationships/audio" Target="../media/snd_tada.wav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slide" Target="slide23.xml"/><Relationship Id="rId6" Type="http://schemas.openxmlformats.org/officeDocument/2006/relationships/slide" Target="slide32.xml"/><Relationship Id="rId7" Type="http://schemas.openxmlformats.org/officeDocument/2006/relationships/audio" Target="../media/snd_tada.wav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slide" Target="slide23.xml"/><Relationship Id="rId6" Type="http://schemas.openxmlformats.org/officeDocument/2006/relationships/slide" Target="slide32.xml"/><Relationship Id="rId7" Type="http://schemas.openxmlformats.org/officeDocument/2006/relationships/audio" Target="../media/snd_tada.wav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slide" Target="slide23.xml"/><Relationship Id="rId6" Type="http://schemas.openxmlformats.org/officeDocument/2006/relationships/slide" Target="slide32.xml"/><Relationship Id="rId7" Type="http://schemas.openxmlformats.org/officeDocument/2006/relationships/audio" Target="../media/snd_tada.wav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slide" Target="slide23.xml"/><Relationship Id="rId6" Type="http://schemas.openxmlformats.org/officeDocument/2006/relationships/slide" Target="slide32.xml"/><Relationship Id="rId7" Type="http://schemas.openxmlformats.org/officeDocument/2006/relationships/audio" Target="../media/snd_tada.wav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slide" Target="slide23.xml"/><Relationship Id="rId6" Type="http://schemas.openxmlformats.org/officeDocument/2006/relationships/slide" Target="slide32.xml"/><Relationship Id="rId7" Type="http://schemas.openxmlformats.org/officeDocument/2006/relationships/audio" Target="../media/snd_tada.wav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slide" Target="slide23.xml"/><Relationship Id="rId6" Type="http://schemas.openxmlformats.org/officeDocument/2006/relationships/slide" Target="slide32.xml"/><Relationship Id="rId7" Type="http://schemas.openxmlformats.org/officeDocument/2006/relationships/audio" Target="../media/snd_tada.wav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slide" Target="slide23.xml"/><Relationship Id="rId6" Type="http://schemas.openxmlformats.org/officeDocument/2006/relationships/slide" Target="slide32.xml"/><Relationship Id="rId7" Type="http://schemas.openxmlformats.org/officeDocument/2006/relationships/audio" Target="../media/snd_tada.wav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3.xml"/><Relationship Id="rId4" Type="http://schemas.openxmlformats.org/officeDocument/2006/relationships/slide" Target="slide38.xml"/><Relationship Id="rId5" Type="http://schemas.openxmlformats.org/officeDocument/2006/relationships/slide" Target="slide4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4.xml"/><Relationship Id="rId4" Type="http://schemas.openxmlformats.org/officeDocument/2006/relationships/slide" Target="slide39.xml"/><Relationship Id="rId5" Type="http://schemas.openxmlformats.org/officeDocument/2006/relationships/slide" Target="slide43.xml"/><Relationship Id="rId6" Type="http://schemas.openxmlformats.org/officeDocument/2006/relationships/audio" Target="../media/snd_ding.wav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40.xml"/><Relationship Id="rId4" Type="http://schemas.openxmlformats.org/officeDocument/2006/relationships/slide" Target="slide35.xml"/><Relationship Id="rId5" Type="http://schemas.openxmlformats.org/officeDocument/2006/relationships/slide" Target="slide43.xml"/><Relationship Id="rId6" Type="http://schemas.openxmlformats.org/officeDocument/2006/relationships/audio" Target="../media/snd_ding.wav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41.xml"/><Relationship Id="rId4" Type="http://schemas.openxmlformats.org/officeDocument/2006/relationships/slide" Target="slide36.xml"/><Relationship Id="rId5" Type="http://schemas.openxmlformats.org/officeDocument/2006/relationships/slide" Target="slide43.xml"/><Relationship Id="rId6" Type="http://schemas.openxmlformats.org/officeDocument/2006/relationships/audio" Target="../media/snd_ding.wav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42.xml"/><Relationship Id="rId4" Type="http://schemas.openxmlformats.org/officeDocument/2006/relationships/slide" Target="slide37.xml"/><Relationship Id="rId5" Type="http://schemas.openxmlformats.org/officeDocument/2006/relationships/slide" Target="slide43.xml"/><Relationship Id="rId6" Type="http://schemas.openxmlformats.org/officeDocument/2006/relationships/audio" Target="../media/snd_ding.wav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43.xml"/><Relationship Id="rId4" Type="http://schemas.openxmlformats.org/officeDocument/2006/relationships/audio" Target="../media/snd_tada.wav"/><Relationship Id="rId5" Type="http://schemas.openxmlformats.org/officeDocument/2006/relationships/image" Target="../media/image16.png"/><Relationship Id="rId6" Type="http://schemas.openxmlformats.org/officeDocument/2006/relationships/audio" Target="../media/snd_cheer.wav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3.xml"/><Relationship Id="rId4" Type="http://schemas.openxmlformats.org/officeDocument/2006/relationships/slide" Target="slide38.xml"/><Relationship Id="rId5" Type="http://schemas.openxmlformats.org/officeDocument/2006/relationships/slide" Target="slide43.xml"/><Relationship Id="rId6" Type="http://schemas.openxmlformats.org/officeDocument/2006/relationships/audio" Target="../media/snd_boing.wav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4.xml"/><Relationship Id="rId4" Type="http://schemas.openxmlformats.org/officeDocument/2006/relationships/slide" Target="slide39.xml"/><Relationship Id="rId5" Type="http://schemas.openxmlformats.org/officeDocument/2006/relationships/slide" Target="slide43.xml"/><Relationship Id="rId6" Type="http://schemas.openxmlformats.org/officeDocument/2006/relationships/audio" Target="../media/snd_boing.wav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40.xml"/><Relationship Id="rId4" Type="http://schemas.openxmlformats.org/officeDocument/2006/relationships/slide" Target="slide35.xml"/><Relationship Id="rId5" Type="http://schemas.openxmlformats.org/officeDocument/2006/relationships/slide" Target="slide43.xml"/><Relationship Id="rId6" Type="http://schemas.openxmlformats.org/officeDocument/2006/relationships/audio" Target="../media/snd_boing.wav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41.xml"/><Relationship Id="rId4" Type="http://schemas.openxmlformats.org/officeDocument/2006/relationships/slide" Target="slide36.xml"/><Relationship Id="rId5" Type="http://schemas.openxmlformats.org/officeDocument/2006/relationships/slide" Target="slide43.xml"/><Relationship Id="rId6" Type="http://schemas.openxmlformats.org/officeDocument/2006/relationships/audio" Target="../media/snd_boing.wav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42.xml"/><Relationship Id="rId4" Type="http://schemas.openxmlformats.org/officeDocument/2006/relationships/slide" Target="slide37.xml"/><Relationship Id="rId5" Type="http://schemas.openxmlformats.org/officeDocument/2006/relationships/slide" Target="slide43.xml"/><Relationship Id="rId6" Type="http://schemas.openxmlformats.org/officeDocument/2006/relationships/audio" Target="../media/snd_boing.wav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44.xml"/><Relationship Id="rId4" Type="http://schemas.openxmlformats.org/officeDocument/2006/relationships/slide" Target="slide45.xml"/><Relationship Id="rId5" Type="http://schemas.openxmlformats.org/officeDocument/2006/relationships/slide" Target="slide47.xml"/><Relationship Id="rId6" Type="http://schemas.openxmlformats.org/officeDocument/2006/relationships/slide" Target="slide50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44.xml"/><Relationship Id="rId4" Type="http://schemas.openxmlformats.org/officeDocument/2006/relationships/slide" Target="slide45.xml"/><Relationship Id="rId5" Type="http://schemas.openxmlformats.org/officeDocument/2006/relationships/slide" Target="slide47.xml"/><Relationship Id="rId6" Type="http://schemas.openxmlformats.org/officeDocument/2006/relationships/slide" Target="slide50.xml"/><Relationship Id="rId7" Type="http://schemas.openxmlformats.org/officeDocument/2006/relationships/audio" Target="../media/snd_boing.wav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46.xml"/><Relationship Id="rId4" Type="http://schemas.openxmlformats.org/officeDocument/2006/relationships/slide" Target="slide49.xml"/><Relationship Id="rId5" Type="http://schemas.openxmlformats.org/officeDocument/2006/relationships/slide" Target="slide50.xml"/><Relationship Id="rId6" Type="http://schemas.openxmlformats.org/officeDocument/2006/relationships/audio" Target="../media/snd_ding.wav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46.xml"/><Relationship Id="rId4" Type="http://schemas.openxmlformats.org/officeDocument/2006/relationships/slide" Target="slide49.xml"/><Relationship Id="rId5" Type="http://schemas.openxmlformats.org/officeDocument/2006/relationships/slide" Target="slide50.xml"/><Relationship Id="rId6" Type="http://schemas.openxmlformats.org/officeDocument/2006/relationships/audio" Target="../media/snd_boing.wav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48.xml"/><Relationship Id="rId4" Type="http://schemas.openxmlformats.org/officeDocument/2006/relationships/slide" Target="slide49.xml"/><Relationship Id="rId5" Type="http://schemas.openxmlformats.org/officeDocument/2006/relationships/slide" Target="slide50.xml"/><Relationship Id="rId6" Type="http://schemas.openxmlformats.org/officeDocument/2006/relationships/audio" Target="../media/snd_ding.wav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48.xml"/><Relationship Id="rId4" Type="http://schemas.openxmlformats.org/officeDocument/2006/relationships/slide" Target="slide49.xml"/><Relationship Id="rId5" Type="http://schemas.openxmlformats.org/officeDocument/2006/relationships/slide" Target="slide50.xml"/><Relationship Id="rId6" Type="http://schemas.openxmlformats.org/officeDocument/2006/relationships/audio" Target="../media/snd_boing.wav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50.xml"/><Relationship Id="rId4" Type="http://schemas.openxmlformats.org/officeDocument/2006/relationships/audio" Target="../media/snd_ding.wav"/><Relationship Id="rId5" Type="http://schemas.openxmlformats.org/officeDocument/2006/relationships/image" Target="../media/image16.png"/><Relationship Id="rId6" Type="http://schemas.openxmlformats.org/officeDocument/2006/relationships/audio" Target="../media/snd_cheer.wav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slide" Target="slide51.xml"/><Relationship Id="rId12" Type="http://schemas.openxmlformats.org/officeDocument/2006/relationships/slide" Target="slide52.xml"/><Relationship Id="rId13" Type="http://schemas.openxmlformats.org/officeDocument/2006/relationships/slide" Target="slide53.xml"/><Relationship Id="rId14" Type="http://schemas.openxmlformats.org/officeDocument/2006/relationships/slide" Target="slide54.xml"/><Relationship Id="rId15" Type="http://schemas.openxmlformats.org/officeDocument/2006/relationships/slide" Target="slide55.xml"/><Relationship Id="rId16" Type="http://schemas.openxmlformats.org/officeDocument/2006/relationships/slide" Target="slide56.xml"/><Relationship Id="rId17" Type="http://schemas.openxmlformats.org/officeDocument/2006/relationships/slide" Target="slide57.xml"/><Relationship Id="rId18" Type="http://schemas.openxmlformats.org/officeDocument/2006/relationships/slide" Target="slide58.xml"/><Relationship Id="rId19" Type="http://schemas.openxmlformats.org/officeDocument/2006/relationships/slide" Target="slide59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slide" Target="slide50.xml"/><Relationship Id="rId6" Type="http://schemas.openxmlformats.org/officeDocument/2006/relationships/slide" Target="slide59.xml"/><Relationship Id="rId7" Type="http://schemas.openxmlformats.org/officeDocument/2006/relationships/audio" Target="../media/snd_tada.wav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slide" Target="slide50.xml"/><Relationship Id="rId6" Type="http://schemas.openxmlformats.org/officeDocument/2006/relationships/slide" Target="slide59.xml"/><Relationship Id="rId7" Type="http://schemas.openxmlformats.org/officeDocument/2006/relationships/audio" Target="../media/snd_tada.wav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slide" Target="slide50.xml"/><Relationship Id="rId6" Type="http://schemas.openxmlformats.org/officeDocument/2006/relationships/slide" Target="slide59.xml"/><Relationship Id="rId7" Type="http://schemas.openxmlformats.org/officeDocument/2006/relationships/audio" Target="../media/snd_tada.wav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slide" Target="slide50.xml"/><Relationship Id="rId6" Type="http://schemas.openxmlformats.org/officeDocument/2006/relationships/slide" Target="slide59.xml"/><Relationship Id="rId7" Type="http://schemas.openxmlformats.org/officeDocument/2006/relationships/audio" Target="../media/snd_tada.wav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slide" Target="slide50.xml"/><Relationship Id="rId6" Type="http://schemas.openxmlformats.org/officeDocument/2006/relationships/slide" Target="slide59.xml"/><Relationship Id="rId7" Type="http://schemas.openxmlformats.org/officeDocument/2006/relationships/audio" Target="../media/snd_tada.wav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slide" Target="slide50.xml"/><Relationship Id="rId6" Type="http://schemas.openxmlformats.org/officeDocument/2006/relationships/slide" Target="slide59.xml"/><Relationship Id="rId7" Type="http://schemas.openxmlformats.org/officeDocument/2006/relationships/audio" Target="../media/snd_tada.wav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slide" Target="slide50.xml"/><Relationship Id="rId6" Type="http://schemas.openxmlformats.org/officeDocument/2006/relationships/slide" Target="slide59.xml"/><Relationship Id="rId7" Type="http://schemas.openxmlformats.org/officeDocument/2006/relationships/audio" Target="../media/snd_tada.wav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slide" Target="slide50.xml"/><Relationship Id="rId6" Type="http://schemas.openxmlformats.org/officeDocument/2006/relationships/slide" Target="slide59.xml"/><Relationship Id="rId7" Type="http://schemas.openxmlformats.org/officeDocument/2006/relationships/audio" Target="../media/snd_tada.wav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65.xml"/><Relationship Id="rId4" Type="http://schemas.openxmlformats.org/officeDocument/2006/relationships/slide" Target="slide60.xml"/><Relationship Id="rId5" Type="http://schemas.openxmlformats.org/officeDocument/2006/relationships/slide" Target="slide70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61.xml"/><Relationship Id="rId4" Type="http://schemas.openxmlformats.org/officeDocument/2006/relationships/slide" Target="slide66.xml"/><Relationship Id="rId5" Type="http://schemas.openxmlformats.org/officeDocument/2006/relationships/slide" Target="slide70.xml"/><Relationship Id="rId6" Type="http://schemas.openxmlformats.org/officeDocument/2006/relationships/audio" Target="../media/snd_ding.wav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62.xml"/><Relationship Id="rId4" Type="http://schemas.openxmlformats.org/officeDocument/2006/relationships/slide" Target="slide67.xml"/><Relationship Id="rId5" Type="http://schemas.openxmlformats.org/officeDocument/2006/relationships/slide" Target="slide70.xml"/><Relationship Id="rId6" Type="http://schemas.openxmlformats.org/officeDocument/2006/relationships/audio" Target="../media/snd_ding.wav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63.xml"/><Relationship Id="rId4" Type="http://schemas.openxmlformats.org/officeDocument/2006/relationships/slide" Target="slide68.xml"/><Relationship Id="rId5" Type="http://schemas.openxmlformats.org/officeDocument/2006/relationships/slide" Target="slide70.xml"/><Relationship Id="rId6" Type="http://schemas.openxmlformats.org/officeDocument/2006/relationships/audio" Target="../media/snd_ding.wav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64.xml"/><Relationship Id="rId4" Type="http://schemas.openxmlformats.org/officeDocument/2006/relationships/slide" Target="slide69.xml"/><Relationship Id="rId5" Type="http://schemas.openxmlformats.org/officeDocument/2006/relationships/slide" Target="slide70.xml"/><Relationship Id="rId6" Type="http://schemas.openxmlformats.org/officeDocument/2006/relationships/audio" Target="../media/snd_ding.wav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70.xml"/><Relationship Id="rId4" Type="http://schemas.openxmlformats.org/officeDocument/2006/relationships/audio" Target="../media/snd_tada.wav"/><Relationship Id="rId5" Type="http://schemas.openxmlformats.org/officeDocument/2006/relationships/image" Target="../media/image16.png"/><Relationship Id="rId6" Type="http://schemas.openxmlformats.org/officeDocument/2006/relationships/audio" Target="../media/snd_cheer.wav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65.xml"/><Relationship Id="rId4" Type="http://schemas.openxmlformats.org/officeDocument/2006/relationships/slide" Target="slide60.xml"/><Relationship Id="rId5" Type="http://schemas.openxmlformats.org/officeDocument/2006/relationships/slide" Target="slide70.xml"/><Relationship Id="rId6" Type="http://schemas.openxmlformats.org/officeDocument/2006/relationships/audio" Target="../media/snd_boing.wav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61.xml"/><Relationship Id="rId4" Type="http://schemas.openxmlformats.org/officeDocument/2006/relationships/slide" Target="slide66.xml"/><Relationship Id="rId5" Type="http://schemas.openxmlformats.org/officeDocument/2006/relationships/slide" Target="slide70.xml"/><Relationship Id="rId6" Type="http://schemas.openxmlformats.org/officeDocument/2006/relationships/audio" Target="../media/snd_boing.wav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62.xml"/><Relationship Id="rId4" Type="http://schemas.openxmlformats.org/officeDocument/2006/relationships/slide" Target="slide67.xml"/><Relationship Id="rId5" Type="http://schemas.openxmlformats.org/officeDocument/2006/relationships/slide" Target="slide70.xml"/><Relationship Id="rId6" Type="http://schemas.openxmlformats.org/officeDocument/2006/relationships/audio" Target="../media/snd_boing.wav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63.xml"/><Relationship Id="rId4" Type="http://schemas.openxmlformats.org/officeDocument/2006/relationships/slide" Target="slide68.xml"/><Relationship Id="rId5" Type="http://schemas.openxmlformats.org/officeDocument/2006/relationships/slide" Target="slide70.xml"/><Relationship Id="rId6" Type="http://schemas.openxmlformats.org/officeDocument/2006/relationships/audio" Target="../media/snd_boing.wav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64.xml"/><Relationship Id="rId4" Type="http://schemas.openxmlformats.org/officeDocument/2006/relationships/slide" Target="slide69.xml"/><Relationship Id="rId5" Type="http://schemas.openxmlformats.org/officeDocument/2006/relationships/slide" Target="slide70.xml"/><Relationship Id="rId6" Type="http://schemas.openxmlformats.org/officeDocument/2006/relationships/audio" Target="../media/snd_boing.wav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71.xml"/><Relationship Id="rId4" Type="http://schemas.openxmlformats.org/officeDocument/2006/relationships/slide" Target="slide72.xml"/><Relationship Id="rId5" Type="http://schemas.openxmlformats.org/officeDocument/2006/relationships/slide" Target="slide74.xml"/><Relationship Id="rId6" Type="http://schemas.openxmlformats.org/officeDocument/2006/relationships/slide" Target="slide7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71.xml"/><Relationship Id="rId4" Type="http://schemas.openxmlformats.org/officeDocument/2006/relationships/slide" Target="slide72.xml"/><Relationship Id="rId5" Type="http://schemas.openxmlformats.org/officeDocument/2006/relationships/slide" Target="slide74.xml"/><Relationship Id="rId6" Type="http://schemas.openxmlformats.org/officeDocument/2006/relationships/slide" Target="slide77.xml"/><Relationship Id="rId7" Type="http://schemas.openxmlformats.org/officeDocument/2006/relationships/audio" Target="../media/snd_boing.wav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73.xml"/><Relationship Id="rId4" Type="http://schemas.openxmlformats.org/officeDocument/2006/relationships/slide" Target="slide76.xml"/><Relationship Id="rId5" Type="http://schemas.openxmlformats.org/officeDocument/2006/relationships/slide" Target="slide77.xml"/><Relationship Id="rId6" Type="http://schemas.openxmlformats.org/officeDocument/2006/relationships/audio" Target="../media/snd_ding.wav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73.xml"/><Relationship Id="rId4" Type="http://schemas.openxmlformats.org/officeDocument/2006/relationships/slide" Target="slide76.xml"/><Relationship Id="rId5" Type="http://schemas.openxmlformats.org/officeDocument/2006/relationships/slide" Target="slide77.xml"/><Relationship Id="rId6" Type="http://schemas.openxmlformats.org/officeDocument/2006/relationships/audio" Target="../media/snd_boing.wav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75.xml"/><Relationship Id="rId4" Type="http://schemas.openxmlformats.org/officeDocument/2006/relationships/slide" Target="slide76.xml"/><Relationship Id="rId5" Type="http://schemas.openxmlformats.org/officeDocument/2006/relationships/slide" Target="slide77.xml"/><Relationship Id="rId6" Type="http://schemas.openxmlformats.org/officeDocument/2006/relationships/audio" Target="../media/snd_ding.wav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75.xml"/><Relationship Id="rId4" Type="http://schemas.openxmlformats.org/officeDocument/2006/relationships/slide" Target="slide76.xml"/><Relationship Id="rId5" Type="http://schemas.openxmlformats.org/officeDocument/2006/relationships/slide" Target="slide77.xml"/><Relationship Id="rId6" Type="http://schemas.openxmlformats.org/officeDocument/2006/relationships/audio" Target="../media/snd_boing.wav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77.xml"/><Relationship Id="rId4" Type="http://schemas.openxmlformats.org/officeDocument/2006/relationships/audio" Target="../media/snd_ding.wav"/><Relationship Id="rId5" Type="http://schemas.openxmlformats.org/officeDocument/2006/relationships/image" Target="../media/image16.png"/><Relationship Id="rId6" Type="http://schemas.openxmlformats.org/officeDocument/2006/relationships/audio" Target="../media/snd_cheer.wav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slide" Target="slide78.xml"/><Relationship Id="rId12" Type="http://schemas.openxmlformats.org/officeDocument/2006/relationships/slide" Target="slide79.xml"/><Relationship Id="rId13" Type="http://schemas.openxmlformats.org/officeDocument/2006/relationships/slide" Target="slide80.xml"/><Relationship Id="rId14" Type="http://schemas.openxmlformats.org/officeDocument/2006/relationships/slide" Target="slide81.xml"/><Relationship Id="rId15" Type="http://schemas.openxmlformats.org/officeDocument/2006/relationships/slide" Target="slide82.xml"/><Relationship Id="rId16" Type="http://schemas.openxmlformats.org/officeDocument/2006/relationships/slide" Target="slide83.xml"/><Relationship Id="rId17" Type="http://schemas.openxmlformats.org/officeDocument/2006/relationships/slide" Target="slide84.xml"/><Relationship Id="rId18" Type="http://schemas.openxmlformats.org/officeDocument/2006/relationships/slide" Target="slide85.xml"/><Relationship Id="rId19" Type="http://schemas.openxmlformats.org/officeDocument/2006/relationships/slide" Target="slide86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slide" Target="slide77.xml"/><Relationship Id="rId6" Type="http://schemas.openxmlformats.org/officeDocument/2006/relationships/slide" Target="slide86.xml"/><Relationship Id="rId7" Type="http://schemas.openxmlformats.org/officeDocument/2006/relationships/audio" Target="../media/snd_tada.wav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slide" Target="slide77.xml"/><Relationship Id="rId6" Type="http://schemas.openxmlformats.org/officeDocument/2006/relationships/slide" Target="slide86.xml"/><Relationship Id="rId7" Type="http://schemas.openxmlformats.org/officeDocument/2006/relationships/audio" Target="../media/snd_tada.wav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slide" Target="slide77.xml"/><Relationship Id="rId6" Type="http://schemas.openxmlformats.org/officeDocument/2006/relationships/slide" Target="slide86.xml"/><Relationship Id="rId7" Type="http://schemas.openxmlformats.org/officeDocument/2006/relationships/audio" Target="../media/snd_tada.wav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slide" Target="slide77.xml"/><Relationship Id="rId6" Type="http://schemas.openxmlformats.org/officeDocument/2006/relationships/slide" Target="slide86.xml"/><Relationship Id="rId7" Type="http://schemas.openxmlformats.org/officeDocument/2006/relationships/audio" Target="../media/snd_tada.wav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slide" Target="slide77.xml"/><Relationship Id="rId6" Type="http://schemas.openxmlformats.org/officeDocument/2006/relationships/slide" Target="slide86.xml"/><Relationship Id="rId7" Type="http://schemas.openxmlformats.org/officeDocument/2006/relationships/audio" Target="../media/snd_tada.wav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slide" Target="slide77.xml"/><Relationship Id="rId6" Type="http://schemas.openxmlformats.org/officeDocument/2006/relationships/slide" Target="slide86.xml"/><Relationship Id="rId7" Type="http://schemas.openxmlformats.org/officeDocument/2006/relationships/audio" Target="../media/snd_tada.wav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slide" Target="slide77.xml"/><Relationship Id="rId6" Type="http://schemas.openxmlformats.org/officeDocument/2006/relationships/slide" Target="slide86.xml"/><Relationship Id="rId7" Type="http://schemas.openxmlformats.org/officeDocument/2006/relationships/audio" Target="../media/snd_tada.wav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slide" Target="slide77.xml"/><Relationship Id="rId6" Type="http://schemas.openxmlformats.org/officeDocument/2006/relationships/slide" Target="slide86.xml"/><Relationship Id="rId7" Type="http://schemas.openxmlformats.org/officeDocument/2006/relationships/audio" Target="../media/snd_tada.wav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87.xml"/><Relationship Id="rId4" Type="http://schemas.openxmlformats.org/officeDocument/2006/relationships/slide" Target="slide92.xml"/><Relationship Id="rId5" Type="http://schemas.openxmlformats.org/officeDocument/2006/relationships/slide" Target="slide9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88.xml"/><Relationship Id="rId4" Type="http://schemas.openxmlformats.org/officeDocument/2006/relationships/slide" Target="slide93.xml"/><Relationship Id="rId5" Type="http://schemas.openxmlformats.org/officeDocument/2006/relationships/slide" Target="slide97.xml"/><Relationship Id="rId6" Type="http://schemas.openxmlformats.org/officeDocument/2006/relationships/audio" Target="../media/snd_ding.wav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89.xml"/><Relationship Id="rId4" Type="http://schemas.openxmlformats.org/officeDocument/2006/relationships/slide" Target="slide94.xml"/><Relationship Id="rId5" Type="http://schemas.openxmlformats.org/officeDocument/2006/relationships/slide" Target="slide97.xml"/><Relationship Id="rId6" Type="http://schemas.openxmlformats.org/officeDocument/2006/relationships/audio" Target="../media/snd_ding.wav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95.xml"/><Relationship Id="rId4" Type="http://schemas.openxmlformats.org/officeDocument/2006/relationships/slide" Target="slide90.xml"/><Relationship Id="rId5" Type="http://schemas.openxmlformats.org/officeDocument/2006/relationships/slide" Target="slide97.xml"/><Relationship Id="rId6" Type="http://schemas.openxmlformats.org/officeDocument/2006/relationships/audio" Target="../media/snd_ding.wav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96.xml"/><Relationship Id="rId4" Type="http://schemas.openxmlformats.org/officeDocument/2006/relationships/slide" Target="slide91.xml"/><Relationship Id="rId5" Type="http://schemas.openxmlformats.org/officeDocument/2006/relationships/slide" Target="slide97.xml"/><Relationship Id="rId6" Type="http://schemas.openxmlformats.org/officeDocument/2006/relationships/audio" Target="../media/snd_ding.wav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97.xml"/><Relationship Id="rId4" Type="http://schemas.openxmlformats.org/officeDocument/2006/relationships/audio" Target="../media/snd_tada.wav"/><Relationship Id="rId5" Type="http://schemas.openxmlformats.org/officeDocument/2006/relationships/image" Target="../media/image16.png"/><Relationship Id="rId6" Type="http://schemas.openxmlformats.org/officeDocument/2006/relationships/audio" Target="../media/snd_cheer.wav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87.xml"/><Relationship Id="rId4" Type="http://schemas.openxmlformats.org/officeDocument/2006/relationships/slide" Target="slide92.xml"/><Relationship Id="rId5" Type="http://schemas.openxmlformats.org/officeDocument/2006/relationships/slide" Target="slide97.xml"/><Relationship Id="rId6" Type="http://schemas.openxmlformats.org/officeDocument/2006/relationships/audio" Target="../media/snd_boing.wav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88.xml"/><Relationship Id="rId4" Type="http://schemas.openxmlformats.org/officeDocument/2006/relationships/slide" Target="slide93.xml"/><Relationship Id="rId5" Type="http://schemas.openxmlformats.org/officeDocument/2006/relationships/slide" Target="slide97.xml"/><Relationship Id="rId6" Type="http://schemas.openxmlformats.org/officeDocument/2006/relationships/audio" Target="../media/snd_boing.wav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89.xml"/><Relationship Id="rId4" Type="http://schemas.openxmlformats.org/officeDocument/2006/relationships/slide" Target="slide94.xml"/><Relationship Id="rId5" Type="http://schemas.openxmlformats.org/officeDocument/2006/relationships/slide" Target="slide97.xml"/><Relationship Id="rId6" Type="http://schemas.openxmlformats.org/officeDocument/2006/relationships/audio" Target="../media/snd_boing.wav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95.xml"/><Relationship Id="rId4" Type="http://schemas.openxmlformats.org/officeDocument/2006/relationships/slide" Target="slide90.xml"/><Relationship Id="rId5" Type="http://schemas.openxmlformats.org/officeDocument/2006/relationships/slide" Target="slide97.xml"/><Relationship Id="rId6" Type="http://schemas.openxmlformats.org/officeDocument/2006/relationships/audio" Target="../media/snd_boing.wav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96.xml"/><Relationship Id="rId4" Type="http://schemas.openxmlformats.org/officeDocument/2006/relationships/slide" Target="slide91.xml"/><Relationship Id="rId5" Type="http://schemas.openxmlformats.org/officeDocument/2006/relationships/slide" Target="slide97.xml"/><Relationship Id="rId6" Type="http://schemas.openxmlformats.org/officeDocument/2006/relationships/audio" Target="../media/snd_boing.wav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99.xml"/><Relationship Id="rId4" Type="http://schemas.openxmlformats.org/officeDocument/2006/relationships/slide" Target="slide101.xml"/><Relationship Id="rId5" Type="http://schemas.openxmlformats.org/officeDocument/2006/relationships/slide" Target="slide98.xml"/><Relationship Id="rId6" Type="http://schemas.openxmlformats.org/officeDocument/2006/relationships/slide" Target="slide104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99.xml"/><Relationship Id="rId4" Type="http://schemas.openxmlformats.org/officeDocument/2006/relationships/slide" Target="slide101.xml"/><Relationship Id="rId5" Type="http://schemas.openxmlformats.org/officeDocument/2006/relationships/slide" Target="slide98.xml"/><Relationship Id="rId6" Type="http://schemas.openxmlformats.org/officeDocument/2006/relationships/slide" Target="slide104.xml"/><Relationship Id="rId7" Type="http://schemas.openxmlformats.org/officeDocument/2006/relationships/audio" Target="../media/snd_boing.wav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103.xml"/><Relationship Id="rId4" Type="http://schemas.openxmlformats.org/officeDocument/2006/relationships/slide" Target="slide100.xml"/><Relationship Id="rId5" Type="http://schemas.openxmlformats.org/officeDocument/2006/relationships/slide" Target="slide104.xml"/><Relationship Id="rId6" Type="http://schemas.openxmlformats.org/officeDocument/2006/relationships/audio" Target="../media/snd_ding.wav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103.xml"/><Relationship Id="rId4" Type="http://schemas.openxmlformats.org/officeDocument/2006/relationships/slide" Target="slide100.xml"/><Relationship Id="rId5" Type="http://schemas.openxmlformats.org/officeDocument/2006/relationships/slide" Target="slide104.xml"/><Relationship Id="rId6" Type="http://schemas.openxmlformats.org/officeDocument/2006/relationships/audio" Target="../media/snd_boing.wav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103.xml"/><Relationship Id="rId4" Type="http://schemas.openxmlformats.org/officeDocument/2006/relationships/slide" Target="slide102.xml"/><Relationship Id="rId5" Type="http://schemas.openxmlformats.org/officeDocument/2006/relationships/slide" Target="slide104.xml"/><Relationship Id="rId6" Type="http://schemas.openxmlformats.org/officeDocument/2006/relationships/audio" Target="../media/snd_ding.wav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103.xml"/><Relationship Id="rId4" Type="http://schemas.openxmlformats.org/officeDocument/2006/relationships/slide" Target="slide102.xml"/><Relationship Id="rId5" Type="http://schemas.openxmlformats.org/officeDocument/2006/relationships/slide" Target="slide104.xml"/><Relationship Id="rId6" Type="http://schemas.openxmlformats.org/officeDocument/2006/relationships/audio" Target="../media/snd_boing.wav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104.xml"/><Relationship Id="rId4" Type="http://schemas.openxmlformats.org/officeDocument/2006/relationships/audio" Target="../media/snd_ding.wav"/><Relationship Id="rId5" Type="http://schemas.openxmlformats.org/officeDocument/2006/relationships/image" Target="../media/image16.png"/><Relationship Id="rId6" Type="http://schemas.openxmlformats.org/officeDocument/2006/relationships/audio" Target="../media/snd_cheer.wav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08.xml"/><Relationship Id="rId4" Type="http://schemas.openxmlformats.org/officeDocument/2006/relationships/slide" Target="slide105.xml"/><Relationship Id="rId5" Type="http://schemas.openxmlformats.org/officeDocument/2006/relationships/slide" Target="slide111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09.xml"/><Relationship Id="rId4" Type="http://schemas.openxmlformats.org/officeDocument/2006/relationships/slide" Target="slide106.xml"/><Relationship Id="rId5" Type="http://schemas.openxmlformats.org/officeDocument/2006/relationships/slide" Target="slide111.xml"/><Relationship Id="rId6" Type="http://schemas.openxmlformats.org/officeDocument/2006/relationships/audio" Target="../media/snd_ding.wav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07.xml"/><Relationship Id="rId4" Type="http://schemas.openxmlformats.org/officeDocument/2006/relationships/slide" Target="slide110.xml"/><Relationship Id="rId5" Type="http://schemas.openxmlformats.org/officeDocument/2006/relationships/slide" Target="slide111.xml"/><Relationship Id="rId6" Type="http://schemas.openxmlformats.org/officeDocument/2006/relationships/audio" Target="../media/snd_ding.wav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11.xml"/><Relationship Id="rId4" Type="http://schemas.openxmlformats.org/officeDocument/2006/relationships/audio" Target="../media/snd_tada.wav"/><Relationship Id="rId5" Type="http://schemas.openxmlformats.org/officeDocument/2006/relationships/image" Target="../media/image16.png"/><Relationship Id="rId6" Type="http://schemas.openxmlformats.org/officeDocument/2006/relationships/audio" Target="../media/snd_cheer.wav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08.xml"/><Relationship Id="rId4" Type="http://schemas.openxmlformats.org/officeDocument/2006/relationships/slide" Target="slide105.xml"/><Relationship Id="rId5" Type="http://schemas.openxmlformats.org/officeDocument/2006/relationships/slide" Target="slide111.xml"/><Relationship Id="rId6" Type="http://schemas.openxmlformats.org/officeDocument/2006/relationships/audio" Target="../media/snd_boing.wav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09.xml"/><Relationship Id="rId4" Type="http://schemas.openxmlformats.org/officeDocument/2006/relationships/slide" Target="slide106.xml"/><Relationship Id="rId5" Type="http://schemas.openxmlformats.org/officeDocument/2006/relationships/slide" Target="slide111.xml"/><Relationship Id="rId6" Type="http://schemas.openxmlformats.org/officeDocument/2006/relationships/audio" Target="../media/snd_boing.wav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07.xml"/><Relationship Id="rId4" Type="http://schemas.openxmlformats.org/officeDocument/2006/relationships/slide" Target="slide110.xml"/><Relationship Id="rId5" Type="http://schemas.openxmlformats.org/officeDocument/2006/relationships/slide" Target="slide111.xml"/><Relationship Id="rId6" Type="http://schemas.openxmlformats.org/officeDocument/2006/relationships/audio" Target="../media/snd_boing.wav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113.xml"/><Relationship Id="rId4" Type="http://schemas.openxmlformats.org/officeDocument/2006/relationships/slide" Target="slide112.xml"/><Relationship Id="rId5" Type="http://schemas.openxmlformats.org/officeDocument/2006/relationships/slide" Target="slide115.xml"/><Relationship Id="rId6" Type="http://schemas.openxmlformats.org/officeDocument/2006/relationships/slide" Target="slide118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113.xml"/><Relationship Id="rId4" Type="http://schemas.openxmlformats.org/officeDocument/2006/relationships/slide" Target="slide112.xml"/><Relationship Id="rId5" Type="http://schemas.openxmlformats.org/officeDocument/2006/relationships/slide" Target="slide115.xml"/><Relationship Id="rId6" Type="http://schemas.openxmlformats.org/officeDocument/2006/relationships/slide" Target="slide118.xml"/><Relationship Id="rId7" Type="http://schemas.openxmlformats.org/officeDocument/2006/relationships/audio" Target="../media/snd_boing.wav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114.xml"/><Relationship Id="rId4" Type="http://schemas.openxmlformats.org/officeDocument/2006/relationships/slide" Target="slide117.xml"/><Relationship Id="rId5" Type="http://schemas.openxmlformats.org/officeDocument/2006/relationships/slide" Target="slide118.xml"/><Relationship Id="rId6" Type="http://schemas.openxmlformats.org/officeDocument/2006/relationships/audio" Target="../media/snd_ding.wav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114.xml"/><Relationship Id="rId4" Type="http://schemas.openxmlformats.org/officeDocument/2006/relationships/slide" Target="slide117.xml"/><Relationship Id="rId5" Type="http://schemas.openxmlformats.org/officeDocument/2006/relationships/slide" Target="slide118.xml"/><Relationship Id="rId6" Type="http://schemas.openxmlformats.org/officeDocument/2006/relationships/audio" Target="../media/snd_boing.wav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117.xml"/><Relationship Id="rId4" Type="http://schemas.openxmlformats.org/officeDocument/2006/relationships/slide" Target="slide116.xml"/><Relationship Id="rId5" Type="http://schemas.openxmlformats.org/officeDocument/2006/relationships/slide" Target="slide118.xml"/><Relationship Id="rId6" Type="http://schemas.openxmlformats.org/officeDocument/2006/relationships/audio" Target="../media/snd_ding.wav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117.xml"/><Relationship Id="rId4" Type="http://schemas.openxmlformats.org/officeDocument/2006/relationships/slide" Target="slide116.xml"/><Relationship Id="rId5" Type="http://schemas.openxmlformats.org/officeDocument/2006/relationships/slide" Target="slide118.xml"/><Relationship Id="rId6" Type="http://schemas.openxmlformats.org/officeDocument/2006/relationships/audio" Target="../media/snd_boing.wav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118.xml"/><Relationship Id="rId4" Type="http://schemas.openxmlformats.org/officeDocument/2006/relationships/audio" Target="../media/snd_ding.wav"/><Relationship Id="rId5" Type="http://schemas.openxmlformats.org/officeDocument/2006/relationships/image" Target="../media/image16.png"/><Relationship Id="rId6" Type="http://schemas.openxmlformats.org/officeDocument/2006/relationships/audio" Target="../media/snd_cheer.wav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119.xml"/><Relationship Id="rId4" Type="http://schemas.openxmlformats.org/officeDocument/2006/relationships/slide" Target="slide120.xml"/><Relationship Id="rId5" Type="http://schemas.openxmlformats.org/officeDocument/2006/relationships/slide" Target="slide122.xml"/><Relationship Id="rId6" Type="http://schemas.openxmlformats.org/officeDocument/2006/relationships/slide" Target="slide125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119.xml"/><Relationship Id="rId4" Type="http://schemas.openxmlformats.org/officeDocument/2006/relationships/slide" Target="slide120.xml"/><Relationship Id="rId5" Type="http://schemas.openxmlformats.org/officeDocument/2006/relationships/slide" Target="slide122.xml"/><Relationship Id="rId6" Type="http://schemas.openxmlformats.org/officeDocument/2006/relationships/slide" Target="slide125.xml"/><Relationship Id="rId7" Type="http://schemas.openxmlformats.org/officeDocument/2006/relationships/audio" Target="../media/snd_boing.wav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121.xml"/><Relationship Id="rId4" Type="http://schemas.openxmlformats.org/officeDocument/2006/relationships/slide" Target="slide124.xml"/><Relationship Id="rId5" Type="http://schemas.openxmlformats.org/officeDocument/2006/relationships/slide" Target="slide125.xml"/><Relationship Id="rId6" Type="http://schemas.openxmlformats.org/officeDocument/2006/relationships/audio" Target="../media/snd_ding.wav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121.xml"/><Relationship Id="rId4" Type="http://schemas.openxmlformats.org/officeDocument/2006/relationships/slide" Target="slide124.xml"/><Relationship Id="rId5" Type="http://schemas.openxmlformats.org/officeDocument/2006/relationships/slide" Target="slide125.xml"/><Relationship Id="rId6" Type="http://schemas.openxmlformats.org/officeDocument/2006/relationships/audio" Target="../media/snd_boing.wav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123.xml"/><Relationship Id="rId4" Type="http://schemas.openxmlformats.org/officeDocument/2006/relationships/slide" Target="slide124.xml"/><Relationship Id="rId5" Type="http://schemas.openxmlformats.org/officeDocument/2006/relationships/slide" Target="slide125.xml"/><Relationship Id="rId6" Type="http://schemas.openxmlformats.org/officeDocument/2006/relationships/audio" Target="../media/snd_ding.wav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123.xml"/><Relationship Id="rId4" Type="http://schemas.openxmlformats.org/officeDocument/2006/relationships/slide" Target="slide124.xml"/><Relationship Id="rId5" Type="http://schemas.openxmlformats.org/officeDocument/2006/relationships/slide" Target="slide125.xml"/><Relationship Id="rId6" Type="http://schemas.openxmlformats.org/officeDocument/2006/relationships/audio" Target="../media/snd_boing.wav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125.xml"/><Relationship Id="rId4" Type="http://schemas.openxmlformats.org/officeDocument/2006/relationships/audio" Target="../media/snd_ding.wav"/><Relationship Id="rId5" Type="http://schemas.openxmlformats.org/officeDocument/2006/relationships/image" Target="../media/image16.png"/><Relationship Id="rId6" Type="http://schemas.openxmlformats.org/officeDocument/2006/relationships/audio" Target="../media/snd_cheer.wav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127.xml"/><Relationship Id="rId4" Type="http://schemas.openxmlformats.org/officeDocument/2006/relationships/slide" Target="slide126.xml"/><Relationship Id="rId5" Type="http://schemas.openxmlformats.org/officeDocument/2006/relationships/slide" Target="slide129.xml"/><Relationship Id="rId6" Type="http://schemas.openxmlformats.org/officeDocument/2006/relationships/slide" Target="slide132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127.xml"/><Relationship Id="rId4" Type="http://schemas.openxmlformats.org/officeDocument/2006/relationships/slide" Target="slide126.xml"/><Relationship Id="rId5" Type="http://schemas.openxmlformats.org/officeDocument/2006/relationships/slide" Target="slide129.xml"/><Relationship Id="rId6" Type="http://schemas.openxmlformats.org/officeDocument/2006/relationships/slide" Target="slide132.xml"/><Relationship Id="rId7" Type="http://schemas.openxmlformats.org/officeDocument/2006/relationships/audio" Target="../media/snd_boing.wav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128.xml"/><Relationship Id="rId4" Type="http://schemas.openxmlformats.org/officeDocument/2006/relationships/slide" Target="slide131.xml"/><Relationship Id="rId5" Type="http://schemas.openxmlformats.org/officeDocument/2006/relationships/slide" Target="slide132.xml"/><Relationship Id="rId6" Type="http://schemas.openxmlformats.org/officeDocument/2006/relationships/audio" Target="../media/snd_ding.wav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128.xml"/><Relationship Id="rId4" Type="http://schemas.openxmlformats.org/officeDocument/2006/relationships/slide" Target="slide131.xml"/><Relationship Id="rId5" Type="http://schemas.openxmlformats.org/officeDocument/2006/relationships/slide" Target="slide132.xml"/><Relationship Id="rId6" Type="http://schemas.openxmlformats.org/officeDocument/2006/relationships/audio" Target="../media/snd_boing.wav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131.xml"/><Relationship Id="rId4" Type="http://schemas.openxmlformats.org/officeDocument/2006/relationships/slide" Target="slide130.xml"/><Relationship Id="rId5" Type="http://schemas.openxmlformats.org/officeDocument/2006/relationships/slide" Target="slide132.xml"/><Relationship Id="rId6" Type="http://schemas.openxmlformats.org/officeDocument/2006/relationships/audio" Target="../media/snd_ding.wav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131.xml"/><Relationship Id="rId4" Type="http://schemas.openxmlformats.org/officeDocument/2006/relationships/slide" Target="slide130.xml"/><Relationship Id="rId5" Type="http://schemas.openxmlformats.org/officeDocument/2006/relationships/slide" Target="slide132.xml"/><Relationship Id="rId6" Type="http://schemas.openxmlformats.org/officeDocument/2006/relationships/audio" Target="../media/snd_boing.wav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132.xml"/><Relationship Id="rId4" Type="http://schemas.openxmlformats.org/officeDocument/2006/relationships/audio" Target="../media/snd_ding.wav"/><Relationship Id="rId5" Type="http://schemas.openxmlformats.org/officeDocument/2006/relationships/image" Target="../media/image16.png"/><Relationship Id="rId6" Type="http://schemas.openxmlformats.org/officeDocument/2006/relationships/audio" Target="../media/snd_cheer.wav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133.xml"/><Relationship Id="rId4" Type="http://schemas.openxmlformats.org/officeDocument/2006/relationships/slide" Target="slide134.xml"/><Relationship Id="rId5" Type="http://schemas.openxmlformats.org/officeDocument/2006/relationships/slide" Target="slide136.xml"/><Relationship Id="rId6" Type="http://schemas.openxmlformats.org/officeDocument/2006/relationships/slide" Target="slide139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133.xml"/><Relationship Id="rId4" Type="http://schemas.openxmlformats.org/officeDocument/2006/relationships/slide" Target="slide134.xml"/><Relationship Id="rId5" Type="http://schemas.openxmlformats.org/officeDocument/2006/relationships/slide" Target="slide136.xml"/><Relationship Id="rId6" Type="http://schemas.openxmlformats.org/officeDocument/2006/relationships/slide" Target="slide139.xml"/><Relationship Id="rId7" Type="http://schemas.openxmlformats.org/officeDocument/2006/relationships/audio" Target="../media/snd_boing.wav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135.xml"/><Relationship Id="rId4" Type="http://schemas.openxmlformats.org/officeDocument/2006/relationships/slide" Target="slide138.xml"/><Relationship Id="rId5" Type="http://schemas.openxmlformats.org/officeDocument/2006/relationships/slide" Target="slide139.xml"/><Relationship Id="rId6" Type="http://schemas.openxmlformats.org/officeDocument/2006/relationships/audio" Target="../media/snd_ding.wav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135.xml"/><Relationship Id="rId4" Type="http://schemas.openxmlformats.org/officeDocument/2006/relationships/slide" Target="slide138.xml"/><Relationship Id="rId5" Type="http://schemas.openxmlformats.org/officeDocument/2006/relationships/slide" Target="slide139.xml"/><Relationship Id="rId6" Type="http://schemas.openxmlformats.org/officeDocument/2006/relationships/audio" Target="../media/snd_boing.wav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137.xml"/><Relationship Id="rId4" Type="http://schemas.openxmlformats.org/officeDocument/2006/relationships/slide" Target="slide138.xml"/><Relationship Id="rId5" Type="http://schemas.openxmlformats.org/officeDocument/2006/relationships/slide" Target="slide139.xml"/><Relationship Id="rId6" Type="http://schemas.openxmlformats.org/officeDocument/2006/relationships/audio" Target="../media/snd_ding.wav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137.xml"/><Relationship Id="rId4" Type="http://schemas.openxmlformats.org/officeDocument/2006/relationships/slide" Target="slide138.xml"/><Relationship Id="rId5" Type="http://schemas.openxmlformats.org/officeDocument/2006/relationships/slide" Target="slide139.xml"/><Relationship Id="rId6" Type="http://schemas.openxmlformats.org/officeDocument/2006/relationships/audio" Target="../media/snd_boing.wav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139.xml"/><Relationship Id="rId4" Type="http://schemas.openxmlformats.org/officeDocument/2006/relationships/audio" Target="../media/snd_ding.wav"/><Relationship Id="rId5" Type="http://schemas.openxmlformats.org/officeDocument/2006/relationships/image" Target="../media/image16.png"/><Relationship Id="rId6" Type="http://schemas.openxmlformats.org/officeDocument/2006/relationships/audio" Target="../media/snd_cheer.wav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141.xml"/><Relationship Id="rId4" Type="http://schemas.openxmlformats.org/officeDocument/2006/relationships/slide" Target="slide140.xml"/><Relationship Id="rId5" Type="http://schemas.openxmlformats.org/officeDocument/2006/relationships/slide" Target="slide143.xml"/><Relationship Id="rId6" Type="http://schemas.openxmlformats.org/officeDocument/2006/relationships/slide" Target="slide146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141.xml"/><Relationship Id="rId4" Type="http://schemas.openxmlformats.org/officeDocument/2006/relationships/slide" Target="slide140.xml"/><Relationship Id="rId5" Type="http://schemas.openxmlformats.org/officeDocument/2006/relationships/slide" Target="slide143.xml"/><Relationship Id="rId6" Type="http://schemas.openxmlformats.org/officeDocument/2006/relationships/slide" Target="slide146.xml"/><Relationship Id="rId7" Type="http://schemas.openxmlformats.org/officeDocument/2006/relationships/audio" Target="../media/snd_boing.wav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142.xml"/><Relationship Id="rId4" Type="http://schemas.openxmlformats.org/officeDocument/2006/relationships/slide" Target="slide145.xml"/><Relationship Id="rId5" Type="http://schemas.openxmlformats.org/officeDocument/2006/relationships/slide" Target="slide146.xml"/><Relationship Id="rId6" Type="http://schemas.openxmlformats.org/officeDocument/2006/relationships/audio" Target="../media/snd_ding.wav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142.xml"/><Relationship Id="rId4" Type="http://schemas.openxmlformats.org/officeDocument/2006/relationships/slide" Target="slide145.xml"/><Relationship Id="rId5" Type="http://schemas.openxmlformats.org/officeDocument/2006/relationships/slide" Target="slide146.xml"/><Relationship Id="rId6" Type="http://schemas.openxmlformats.org/officeDocument/2006/relationships/audio" Target="../media/snd_boing.wav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145.xml"/><Relationship Id="rId4" Type="http://schemas.openxmlformats.org/officeDocument/2006/relationships/slide" Target="slide144.xml"/><Relationship Id="rId5" Type="http://schemas.openxmlformats.org/officeDocument/2006/relationships/slide" Target="slide146.xml"/><Relationship Id="rId6" Type="http://schemas.openxmlformats.org/officeDocument/2006/relationships/audio" Target="../media/snd_ding.wav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145.xml"/><Relationship Id="rId4" Type="http://schemas.openxmlformats.org/officeDocument/2006/relationships/slide" Target="slide144.xml"/><Relationship Id="rId5" Type="http://schemas.openxmlformats.org/officeDocument/2006/relationships/slide" Target="slide146.xml"/><Relationship Id="rId6" Type="http://schemas.openxmlformats.org/officeDocument/2006/relationships/audio" Target="../media/snd_boing.wav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146.xml"/><Relationship Id="rId4" Type="http://schemas.openxmlformats.org/officeDocument/2006/relationships/audio" Target="../media/snd_ding.wav"/><Relationship Id="rId5" Type="http://schemas.openxmlformats.org/officeDocument/2006/relationships/image" Target="../media/image16.png"/><Relationship Id="rId6" Type="http://schemas.openxmlformats.org/officeDocument/2006/relationships/audio" Target="../media/snd_cheer.wav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148.xml"/><Relationship Id="rId4" Type="http://schemas.openxmlformats.org/officeDocument/2006/relationships/slide" Target="slide147.xml"/><Relationship Id="rId5" Type="http://schemas.openxmlformats.org/officeDocument/2006/relationships/slide" Target="slide150.xml"/><Relationship Id="rId6" Type="http://schemas.openxmlformats.org/officeDocument/2006/relationships/slide" Target="slide153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148.xml"/><Relationship Id="rId4" Type="http://schemas.openxmlformats.org/officeDocument/2006/relationships/slide" Target="slide147.xml"/><Relationship Id="rId5" Type="http://schemas.openxmlformats.org/officeDocument/2006/relationships/slide" Target="slide150.xml"/><Relationship Id="rId6" Type="http://schemas.openxmlformats.org/officeDocument/2006/relationships/slide" Target="slide153.xml"/><Relationship Id="rId7" Type="http://schemas.openxmlformats.org/officeDocument/2006/relationships/audio" Target="../media/snd_boing.wav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149.xml"/><Relationship Id="rId4" Type="http://schemas.openxmlformats.org/officeDocument/2006/relationships/slide" Target="slide152.xml"/><Relationship Id="rId5" Type="http://schemas.openxmlformats.org/officeDocument/2006/relationships/slide" Target="slide153.xml"/><Relationship Id="rId6" Type="http://schemas.openxmlformats.org/officeDocument/2006/relationships/audio" Target="../media/snd_ding.wav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149.xml"/><Relationship Id="rId4" Type="http://schemas.openxmlformats.org/officeDocument/2006/relationships/slide" Target="slide152.xml"/><Relationship Id="rId5" Type="http://schemas.openxmlformats.org/officeDocument/2006/relationships/slide" Target="slide153.xml"/><Relationship Id="rId6" Type="http://schemas.openxmlformats.org/officeDocument/2006/relationships/audio" Target="../media/snd_boing.wav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152.xml"/><Relationship Id="rId4" Type="http://schemas.openxmlformats.org/officeDocument/2006/relationships/slide" Target="slide151.xml"/><Relationship Id="rId5" Type="http://schemas.openxmlformats.org/officeDocument/2006/relationships/slide" Target="slide153.xml"/><Relationship Id="rId6" Type="http://schemas.openxmlformats.org/officeDocument/2006/relationships/audio" Target="../media/snd_ding.wav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152.xml"/><Relationship Id="rId4" Type="http://schemas.openxmlformats.org/officeDocument/2006/relationships/slide" Target="slide151.xml"/><Relationship Id="rId5" Type="http://schemas.openxmlformats.org/officeDocument/2006/relationships/slide" Target="slide153.xml"/><Relationship Id="rId6" Type="http://schemas.openxmlformats.org/officeDocument/2006/relationships/audio" Target="../media/snd_boing.wav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153.xml"/><Relationship Id="rId4" Type="http://schemas.openxmlformats.org/officeDocument/2006/relationships/audio" Target="../media/snd_ding.wav"/><Relationship Id="rId5" Type="http://schemas.openxmlformats.org/officeDocument/2006/relationships/image" Target="../media/image16.png"/><Relationship Id="rId6" Type="http://schemas.openxmlformats.org/officeDocument/2006/relationships/audio" Target="../media/snd_cheer.wav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59.xml"/><Relationship Id="rId4" Type="http://schemas.openxmlformats.org/officeDocument/2006/relationships/slide" Target="slide154.xml"/><Relationship Id="rId5" Type="http://schemas.openxmlformats.org/officeDocument/2006/relationships/slide" Target="slide164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55.xml"/><Relationship Id="rId4" Type="http://schemas.openxmlformats.org/officeDocument/2006/relationships/slide" Target="slide160.xml"/><Relationship Id="rId5" Type="http://schemas.openxmlformats.org/officeDocument/2006/relationships/slide" Target="slide164.xml"/><Relationship Id="rId6" Type="http://schemas.openxmlformats.org/officeDocument/2006/relationships/audio" Target="../media/snd_ding.wav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56.xml"/><Relationship Id="rId4" Type="http://schemas.openxmlformats.org/officeDocument/2006/relationships/slide" Target="slide161.xml"/><Relationship Id="rId5" Type="http://schemas.openxmlformats.org/officeDocument/2006/relationships/slide" Target="slide164.xml"/><Relationship Id="rId6" Type="http://schemas.openxmlformats.org/officeDocument/2006/relationships/audio" Target="../media/snd_ding.wav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57.xml"/><Relationship Id="rId4" Type="http://schemas.openxmlformats.org/officeDocument/2006/relationships/slide" Target="slide162.xml"/><Relationship Id="rId5" Type="http://schemas.openxmlformats.org/officeDocument/2006/relationships/slide" Target="slide164.xml"/><Relationship Id="rId6" Type="http://schemas.openxmlformats.org/officeDocument/2006/relationships/audio" Target="../media/snd_ding.wav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58.xml"/><Relationship Id="rId4" Type="http://schemas.openxmlformats.org/officeDocument/2006/relationships/slide" Target="slide163.xml"/><Relationship Id="rId5" Type="http://schemas.openxmlformats.org/officeDocument/2006/relationships/slide" Target="slide164.xml"/><Relationship Id="rId6" Type="http://schemas.openxmlformats.org/officeDocument/2006/relationships/audio" Target="../media/snd_ding.wav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64.xml"/><Relationship Id="rId4" Type="http://schemas.openxmlformats.org/officeDocument/2006/relationships/audio" Target="../media/snd_tada.wav"/><Relationship Id="rId5" Type="http://schemas.openxmlformats.org/officeDocument/2006/relationships/image" Target="../media/image16.png"/><Relationship Id="rId6" Type="http://schemas.openxmlformats.org/officeDocument/2006/relationships/audio" Target="../media/snd_cheer.wav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59.xml"/><Relationship Id="rId4" Type="http://schemas.openxmlformats.org/officeDocument/2006/relationships/slide" Target="slide154.xml"/><Relationship Id="rId5" Type="http://schemas.openxmlformats.org/officeDocument/2006/relationships/slide" Target="slide164.xml"/><Relationship Id="rId6" Type="http://schemas.openxmlformats.org/officeDocument/2006/relationships/audio" Target="../media/snd_boing.wav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55.xml"/><Relationship Id="rId4" Type="http://schemas.openxmlformats.org/officeDocument/2006/relationships/slide" Target="slide160.xml"/><Relationship Id="rId5" Type="http://schemas.openxmlformats.org/officeDocument/2006/relationships/slide" Target="slide164.xml"/><Relationship Id="rId6" Type="http://schemas.openxmlformats.org/officeDocument/2006/relationships/audio" Target="../media/snd_boing.wav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56.xml"/><Relationship Id="rId4" Type="http://schemas.openxmlformats.org/officeDocument/2006/relationships/slide" Target="slide161.xml"/><Relationship Id="rId5" Type="http://schemas.openxmlformats.org/officeDocument/2006/relationships/slide" Target="slide164.xml"/><Relationship Id="rId6" Type="http://schemas.openxmlformats.org/officeDocument/2006/relationships/audio" Target="../media/snd_boing.wav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57.xml"/><Relationship Id="rId4" Type="http://schemas.openxmlformats.org/officeDocument/2006/relationships/slide" Target="slide162.xml"/><Relationship Id="rId5" Type="http://schemas.openxmlformats.org/officeDocument/2006/relationships/slide" Target="slide164.xml"/><Relationship Id="rId6" Type="http://schemas.openxmlformats.org/officeDocument/2006/relationships/audio" Target="../media/snd_boing.wav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58.xml"/><Relationship Id="rId4" Type="http://schemas.openxmlformats.org/officeDocument/2006/relationships/slide" Target="slide163.xml"/><Relationship Id="rId5" Type="http://schemas.openxmlformats.org/officeDocument/2006/relationships/slide" Target="slide164.xml"/><Relationship Id="rId6" Type="http://schemas.openxmlformats.org/officeDocument/2006/relationships/audio" Target="../media/snd_boing.wav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65.xml"/><Relationship Id="rId4" Type="http://schemas.openxmlformats.org/officeDocument/2006/relationships/slide" Target="slide170.xml"/><Relationship Id="rId5" Type="http://schemas.openxmlformats.org/officeDocument/2006/relationships/slide" Target="slide175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71.xml"/><Relationship Id="rId4" Type="http://schemas.openxmlformats.org/officeDocument/2006/relationships/slide" Target="slide166.xml"/><Relationship Id="rId5" Type="http://schemas.openxmlformats.org/officeDocument/2006/relationships/slide" Target="slide175.xml"/><Relationship Id="rId6" Type="http://schemas.openxmlformats.org/officeDocument/2006/relationships/audio" Target="../media/snd_ding.wav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72.xml"/><Relationship Id="rId4" Type="http://schemas.openxmlformats.org/officeDocument/2006/relationships/slide" Target="slide167.xml"/><Relationship Id="rId5" Type="http://schemas.openxmlformats.org/officeDocument/2006/relationships/slide" Target="slide175.xml"/><Relationship Id="rId6" Type="http://schemas.openxmlformats.org/officeDocument/2006/relationships/audio" Target="../media/snd_ding.wav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68.xml"/><Relationship Id="rId4" Type="http://schemas.openxmlformats.org/officeDocument/2006/relationships/slide" Target="slide173.xml"/><Relationship Id="rId5" Type="http://schemas.openxmlformats.org/officeDocument/2006/relationships/slide" Target="slide175.xml"/><Relationship Id="rId6" Type="http://schemas.openxmlformats.org/officeDocument/2006/relationships/audio" Target="../media/snd_ding.wav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69.xml"/><Relationship Id="rId4" Type="http://schemas.openxmlformats.org/officeDocument/2006/relationships/slide" Target="slide174.xml"/><Relationship Id="rId5" Type="http://schemas.openxmlformats.org/officeDocument/2006/relationships/slide" Target="slide175.xml"/><Relationship Id="rId6" Type="http://schemas.openxmlformats.org/officeDocument/2006/relationships/audio" Target="../media/snd_ding.wav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75.xml"/><Relationship Id="rId4" Type="http://schemas.openxmlformats.org/officeDocument/2006/relationships/audio" Target="../media/snd_tada.wav"/><Relationship Id="rId5" Type="http://schemas.openxmlformats.org/officeDocument/2006/relationships/image" Target="../media/image16.png"/><Relationship Id="rId6" Type="http://schemas.openxmlformats.org/officeDocument/2006/relationships/audio" Target="../media/snd_cheer.wav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65.xml"/><Relationship Id="rId4" Type="http://schemas.openxmlformats.org/officeDocument/2006/relationships/slide" Target="slide170.xml"/><Relationship Id="rId5" Type="http://schemas.openxmlformats.org/officeDocument/2006/relationships/slide" Target="slide175.xml"/><Relationship Id="rId6" Type="http://schemas.openxmlformats.org/officeDocument/2006/relationships/audio" Target="../media/snd_boing.wav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71.xml"/><Relationship Id="rId4" Type="http://schemas.openxmlformats.org/officeDocument/2006/relationships/slide" Target="slide166.xml"/><Relationship Id="rId5" Type="http://schemas.openxmlformats.org/officeDocument/2006/relationships/slide" Target="slide175.xml"/><Relationship Id="rId6" Type="http://schemas.openxmlformats.org/officeDocument/2006/relationships/audio" Target="../media/snd_boing.wav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72.xml"/><Relationship Id="rId4" Type="http://schemas.openxmlformats.org/officeDocument/2006/relationships/slide" Target="slide167.xml"/><Relationship Id="rId5" Type="http://schemas.openxmlformats.org/officeDocument/2006/relationships/slide" Target="slide175.xml"/><Relationship Id="rId6" Type="http://schemas.openxmlformats.org/officeDocument/2006/relationships/audio" Target="../media/snd_boing.wav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68.xml"/><Relationship Id="rId4" Type="http://schemas.openxmlformats.org/officeDocument/2006/relationships/slide" Target="slide173.xml"/><Relationship Id="rId5" Type="http://schemas.openxmlformats.org/officeDocument/2006/relationships/slide" Target="slide175.xml"/><Relationship Id="rId6" Type="http://schemas.openxmlformats.org/officeDocument/2006/relationships/audio" Target="../media/snd_boing.wav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69.xml"/><Relationship Id="rId4" Type="http://schemas.openxmlformats.org/officeDocument/2006/relationships/slide" Target="slide174.xml"/><Relationship Id="rId5" Type="http://schemas.openxmlformats.org/officeDocument/2006/relationships/slide" Target="slide175.xml"/><Relationship Id="rId6" Type="http://schemas.openxmlformats.org/officeDocument/2006/relationships/audio" Target="../media/snd_boing.wav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slide" Target="slide176.xml"/><Relationship Id="rId12" Type="http://schemas.openxmlformats.org/officeDocument/2006/relationships/slide" Target="slide177.xml"/><Relationship Id="rId13" Type="http://schemas.openxmlformats.org/officeDocument/2006/relationships/slide" Target="slide178.xml"/><Relationship Id="rId14" Type="http://schemas.openxmlformats.org/officeDocument/2006/relationships/slide" Target="slide179.xml"/><Relationship Id="rId15" Type="http://schemas.openxmlformats.org/officeDocument/2006/relationships/slide" Target="slide180.xml"/><Relationship Id="rId16" Type="http://schemas.openxmlformats.org/officeDocument/2006/relationships/slide" Target="slide181.xml"/><Relationship Id="rId17" Type="http://schemas.openxmlformats.org/officeDocument/2006/relationships/slide" Target="slide182.xml"/><Relationship Id="rId18" Type="http://schemas.openxmlformats.org/officeDocument/2006/relationships/slide" Target="slide183.xml"/><Relationship Id="rId19" Type="http://schemas.openxmlformats.org/officeDocument/2006/relationships/slide" Target="slide184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slide" Target="slide175.xml"/><Relationship Id="rId6" Type="http://schemas.openxmlformats.org/officeDocument/2006/relationships/slide" Target="slide184.xml"/><Relationship Id="rId7" Type="http://schemas.openxmlformats.org/officeDocument/2006/relationships/audio" Target="../media/snd_tada.wav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slide" Target="slide175.xml"/><Relationship Id="rId6" Type="http://schemas.openxmlformats.org/officeDocument/2006/relationships/slide" Target="slide184.xml"/><Relationship Id="rId7" Type="http://schemas.openxmlformats.org/officeDocument/2006/relationships/audio" Target="../media/snd_tada.wav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slide" Target="slide175.xml"/><Relationship Id="rId6" Type="http://schemas.openxmlformats.org/officeDocument/2006/relationships/slide" Target="slide184.xml"/><Relationship Id="rId7" Type="http://schemas.openxmlformats.org/officeDocument/2006/relationships/audio" Target="../media/snd_tada.wav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slide" Target="slide175.xml"/><Relationship Id="rId6" Type="http://schemas.openxmlformats.org/officeDocument/2006/relationships/slide" Target="slide184.xml"/><Relationship Id="rId7" Type="http://schemas.openxmlformats.org/officeDocument/2006/relationships/audio" Target="../media/snd_tada.wav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slide" Target="slide175.xml"/><Relationship Id="rId6" Type="http://schemas.openxmlformats.org/officeDocument/2006/relationships/slide" Target="slide184.xml"/><Relationship Id="rId7" Type="http://schemas.openxmlformats.org/officeDocument/2006/relationships/audio" Target="../media/snd_tada.wav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slide" Target="slide175.xml"/><Relationship Id="rId6" Type="http://schemas.openxmlformats.org/officeDocument/2006/relationships/slide" Target="slide184.xml"/><Relationship Id="rId7" Type="http://schemas.openxmlformats.org/officeDocument/2006/relationships/audio" Target="../media/snd_tada.wav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slide" Target="slide175.xml"/><Relationship Id="rId6" Type="http://schemas.openxmlformats.org/officeDocument/2006/relationships/slide" Target="slide184.xml"/><Relationship Id="rId7" Type="http://schemas.openxmlformats.org/officeDocument/2006/relationships/audio" Target="../media/snd_tada.wav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slide" Target="slide175.xml"/><Relationship Id="rId6" Type="http://schemas.openxmlformats.org/officeDocument/2006/relationships/slide" Target="slide184.xml"/><Relationship Id="rId7" Type="http://schemas.openxmlformats.org/officeDocument/2006/relationships/audio" Target="../media/snd_tada.wav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90.xml"/><Relationship Id="rId4" Type="http://schemas.openxmlformats.org/officeDocument/2006/relationships/slide" Target="slide185.xml"/><Relationship Id="rId5" Type="http://schemas.openxmlformats.org/officeDocument/2006/relationships/slide" Target="slide195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91.xml"/><Relationship Id="rId4" Type="http://schemas.openxmlformats.org/officeDocument/2006/relationships/slide" Target="slide186.xml"/><Relationship Id="rId5" Type="http://schemas.openxmlformats.org/officeDocument/2006/relationships/slide" Target="slide195.xml"/><Relationship Id="rId6" Type="http://schemas.openxmlformats.org/officeDocument/2006/relationships/audio" Target="../media/snd_ding.wav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92.xml"/><Relationship Id="rId4" Type="http://schemas.openxmlformats.org/officeDocument/2006/relationships/slide" Target="slide187.xml"/><Relationship Id="rId5" Type="http://schemas.openxmlformats.org/officeDocument/2006/relationships/slide" Target="slide195.xml"/><Relationship Id="rId6" Type="http://schemas.openxmlformats.org/officeDocument/2006/relationships/audio" Target="../media/snd_ding.wav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88.xml"/><Relationship Id="rId4" Type="http://schemas.openxmlformats.org/officeDocument/2006/relationships/slide" Target="slide193.xml"/><Relationship Id="rId5" Type="http://schemas.openxmlformats.org/officeDocument/2006/relationships/slide" Target="slide195.xml"/><Relationship Id="rId6" Type="http://schemas.openxmlformats.org/officeDocument/2006/relationships/audio" Target="../media/snd_ding.wav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94.xml"/><Relationship Id="rId4" Type="http://schemas.openxmlformats.org/officeDocument/2006/relationships/slide" Target="slide189.xml"/><Relationship Id="rId5" Type="http://schemas.openxmlformats.org/officeDocument/2006/relationships/slide" Target="slide195.xml"/><Relationship Id="rId6" Type="http://schemas.openxmlformats.org/officeDocument/2006/relationships/audio" Target="../media/snd_ding.wav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95.xml"/><Relationship Id="rId4" Type="http://schemas.openxmlformats.org/officeDocument/2006/relationships/audio" Target="../media/snd_tada.wav"/><Relationship Id="rId5" Type="http://schemas.openxmlformats.org/officeDocument/2006/relationships/image" Target="../media/image16.png"/><Relationship Id="rId6" Type="http://schemas.openxmlformats.org/officeDocument/2006/relationships/audio" Target="../media/snd_cheer.wav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90.xml"/><Relationship Id="rId4" Type="http://schemas.openxmlformats.org/officeDocument/2006/relationships/slide" Target="slide185.xml"/><Relationship Id="rId5" Type="http://schemas.openxmlformats.org/officeDocument/2006/relationships/slide" Target="slide195.xml"/><Relationship Id="rId6" Type="http://schemas.openxmlformats.org/officeDocument/2006/relationships/audio" Target="../media/snd_boing.wav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91.xml"/><Relationship Id="rId4" Type="http://schemas.openxmlformats.org/officeDocument/2006/relationships/slide" Target="slide186.xml"/><Relationship Id="rId5" Type="http://schemas.openxmlformats.org/officeDocument/2006/relationships/slide" Target="slide195.xml"/><Relationship Id="rId6" Type="http://schemas.openxmlformats.org/officeDocument/2006/relationships/audio" Target="../media/snd_boing.wav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92.xml"/><Relationship Id="rId4" Type="http://schemas.openxmlformats.org/officeDocument/2006/relationships/slide" Target="slide187.xml"/><Relationship Id="rId5" Type="http://schemas.openxmlformats.org/officeDocument/2006/relationships/slide" Target="slide195.xml"/><Relationship Id="rId6" Type="http://schemas.openxmlformats.org/officeDocument/2006/relationships/audio" Target="../media/snd_boing.wav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88.xml"/><Relationship Id="rId4" Type="http://schemas.openxmlformats.org/officeDocument/2006/relationships/slide" Target="slide193.xml"/><Relationship Id="rId5" Type="http://schemas.openxmlformats.org/officeDocument/2006/relationships/slide" Target="slide195.xml"/><Relationship Id="rId6" Type="http://schemas.openxmlformats.org/officeDocument/2006/relationships/audio" Target="../media/snd_boing.wav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94.xml"/><Relationship Id="rId4" Type="http://schemas.openxmlformats.org/officeDocument/2006/relationships/slide" Target="slide189.xml"/><Relationship Id="rId5" Type="http://schemas.openxmlformats.org/officeDocument/2006/relationships/slide" Target="slide195.xml"/><Relationship Id="rId6" Type="http://schemas.openxmlformats.org/officeDocument/2006/relationships/audio" Target="../media/snd_boing.wav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96.xml"/><Relationship Id="rId4" Type="http://schemas.openxmlformats.org/officeDocument/2006/relationships/slide" Target="slide201.xml"/><Relationship Id="rId5" Type="http://schemas.openxmlformats.org/officeDocument/2006/relationships/slide" Target="slide206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97.xml"/><Relationship Id="rId4" Type="http://schemas.openxmlformats.org/officeDocument/2006/relationships/slide" Target="slide202.xml"/><Relationship Id="rId5" Type="http://schemas.openxmlformats.org/officeDocument/2006/relationships/slide" Target="slide206.xml"/><Relationship Id="rId6" Type="http://schemas.openxmlformats.org/officeDocument/2006/relationships/audio" Target="../media/snd_ding.wav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03.xml"/><Relationship Id="rId4" Type="http://schemas.openxmlformats.org/officeDocument/2006/relationships/slide" Target="slide198.xml"/><Relationship Id="rId5" Type="http://schemas.openxmlformats.org/officeDocument/2006/relationships/slide" Target="slide206.xml"/><Relationship Id="rId6" Type="http://schemas.openxmlformats.org/officeDocument/2006/relationships/audio" Target="../media/snd_ding.wav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99.xml"/><Relationship Id="rId4" Type="http://schemas.openxmlformats.org/officeDocument/2006/relationships/slide" Target="slide204.xml"/><Relationship Id="rId5" Type="http://schemas.openxmlformats.org/officeDocument/2006/relationships/slide" Target="slide206.xml"/><Relationship Id="rId6" Type="http://schemas.openxmlformats.org/officeDocument/2006/relationships/audio" Target="../media/snd_ding.wav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05.xml"/><Relationship Id="rId4" Type="http://schemas.openxmlformats.org/officeDocument/2006/relationships/slide" Target="slide200.xml"/><Relationship Id="rId5" Type="http://schemas.openxmlformats.org/officeDocument/2006/relationships/slide" Target="slide206.xml"/><Relationship Id="rId6" Type="http://schemas.openxmlformats.org/officeDocument/2006/relationships/audio" Target="../media/snd_ding.wav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06.xml"/><Relationship Id="rId4" Type="http://schemas.openxmlformats.org/officeDocument/2006/relationships/audio" Target="../media/snd_tada.wav"/><Relationship Id="rId5" Type="http://schemas.openxmlformats.org/officeDocument/2006/relationships/image" Target="../media/image16.png"/><Relationship Id="rId6" Type="http://schemas.openxmlformats.org/officeDocument/2006/relationships/audio" Target="../media/snd_cheer.wav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96.xml"/><Relationship Id="rId4" Type="http://schemas.openxmlformats.org/officeDocument/2006/relationships/slide" Target="slide201.xml"/><Relationship Id="rId5" Type="http://schemas.openxmlformats.org/officeDocument/2006/relationships/slide" Target="slide206.xml"/><Relationship Id="rId6" Type="http://schemas.openxmlformats.org/officeDocument/2006/relationships/audio" Target="../media/snd_boing.wav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97.xml"/><Relationship Id="rId4" Type="http://schemas.openxmlformats.org/officeDocument/2006/relationships/slide" Target="slide202.xml"/><Relationship Id="rId5" Type="http://schemas.openxmlformats.org/officeDocument/2006/relationships/slide" Target="slide206.xml"/><Relationship Id="rId6" Type="http://schemas.openxmlformats.org/officeDocument/2006/relationships/audio" Target="../media/snd_boing.wav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03.xml"/><Relationship Id="rId4" Type="http://schemas.openxmlformats.org/officeDocument/2006/relationships/slide" Target="slide198.xml"/><Relationship Id="rId5" Type="http://schemas.openxmlformats.org/officeDocument/2006/relationships/slide" Target="slide206.xml"/><Relationship Id="rId6" Type="http://schemas.openxmlformats.org/officeDocument/2006/relationships/audio" Target="../media/snd_boing.wav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99.xml"/><Relationship Id="rId4" Type="http://schemas.openxmlformats.org/officeDocument/2006/relationships/slide" Target="slide204.xml"/><Relationship Id="rId5" Type="http://schemas.openxmlformats.org/officeDocument/2006/relationships/slide" Target="slide206.xml"/><Relationship Id="rId6" Type="http://schemas.openxmlformats.org/officeDocument/2006/relationships/audio" Target="../media/snd_boing.wav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05.xml"/><Relationship Id="rId4" Type="http://schemas.openxmlformats.org/officeDocument/2006/relationships/slide" Target="slide200.xml"/><Relationship Id="rId5" Type="http://schemas.openxmlformats.org/officeDocument/2006/relationships/slide" Target="slide206.xml"/><Relationship Id="rId6" Type="http://schemas.openxmlformats.org/officeDocument/2006/relationships/audio" Target="../media/snd_boing.wav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slide" Target="slide207.xml"/><Relationship Id="rId12" Type="http://schemas.openxmlformats.org/officeDocument/2006/relationships/slide" Target="slide208.xml"/><Relationship Id="rId13" Type="http://schemas.openxmlformats.org/officeDocument/2006/relationships/slide" Target="slide209.xml"/><Relationship Id="rId14" Type="http://schemas.openxmlformats.org/officeDocument/2006/relationships/slide" Target="slide210.xml"/><Relationship Id="rId15" Type="http://schemas.openxmlformats.org/officeDocument/2006/relationships/slide" Target="slide211.xml"/><Relationship Id="rId16" Type="http://schemas.openxmlformats.org/officeDocument/2006/relationships/slide" Target="slide212.xml"/><Relationship Id="rId17" Type="http://schemas.openxmlformats.org/officeDocument/2006/relationships/slide" Target="slide213.xml"/><Relationship Id="rId18" Type="http://schemas.openxmlformats.org/officeDocument/2006/relationships/slide" Target="slide214.xml"/><Relationship Id="rId19" Type="http://schemas.openxmlformats.org/officeDocument/2006/relationships/slide" Target="slide215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slide" Target="slide206.xml"/><Relationship Id="rId6" Type="http://schemas.openxmlformats.org/officeDocument/2006/relationships/slide" Target="slide215.xml"/><Relationship Id="rId7" Type="http://schemas.openxmlformats.org/officeDocument/2006/relationships/audio" Target="../media/snd_tada.wav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slide" Target="slide206.xml"/><Relationship Id="rId6" Type="http://schemas.openxmlformats.org/officeDocument/2006/relationships/slide" Target="slide215.xml"/><Relationship Id="rId7" Type="http://schemas.openxmlformats.org/officeDocument/2006/relationships/audio" Target="../media/snd_tada.wav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slide" Target="slide206.xml"/><Relationship Id="rId6" Type="http://schemas.openxmlformats.org/officeDocument/2006/relationships/slide" Target="slide215.xml"/><Relationship Id="rId7" Type="http://schemas.openxmlformats.org/officeDocument/2006/relationships/audio" Target="../media/snd_tada.wav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slide" Target="slide206.xml"/><Relationship Id="rId6" Type="http://schemas.openxmlformats.org/officeDocument/2006/relationships/slide" Target="slide215.xml"/><Relationship Id="rId7" Type="http://schemas.openxmlformats.org/officeDocument/2006/relationships/audio" Target="../media/snd_tada.wav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slide" Target="slide206.xml"/><Relationship Id="rId6" Type="http://schemas.openxmlformats.org/officeDocument/2006/relationships/slide" Target="slide215.xml"/><Relationship Id="rId7" Type="http://schemas.openxmlformats.org/officeDocument/2006/relationships/audio" Target="../media/snd_tada.wav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slide" Target="slide206.xml"/><Relationship Id="rId6" Type="http://schemas.openxmlformats.org/officeDocument/2006/relationships/slide" Target="slide215.xml"/><Relationship Id="rId7" Type="http://schemas.openxmlformats.org/officeDocument/2006/relationships/audio" Target="../media/snd_tada.wav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slide" Target="slide206.xml"/><Relationship Id="rId6" Type="http://schemas.openxmlformats.org/officeDocument/2006/relationships/slide" Target="slide215.xml"/><Relationship Id="rId7" Type="http://schemas.openxmlformats.org/officeDocument/2006/relationships/audio" Target="../media/snd_tada.wav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slide" Target="slide206.xml"/><Relationship Id="rId6" Type="http://schemas.openxmlformats.org/officeDocument/2006/relationships/slide" Target="slide215.xml"/><Relationship Id="rId7" Type="http://schemas.openxmlformats.org/officeDocument/2006/relationships/audio" Target="../media/snd_tada.wav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16.xml"/><Relationship Id="rId4" Type="http://schemas.openxmlformats.org/officeDocument/2006/relationships/slide" Target="slide221.xml"/><Relationship Id="rId5" Type="http://schemas.openxmlformats.org/officeDocument/2006/relationships/slide" Target="slide226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22.xml"/><Relationship Id="rId4" Type="http://schemas.openxmlformats.org/officeDocument/2006/relationships/slide" Target="slide217.xml"/><Relationship Id="rId5" Type="http://schemas.openxmlformats.org/officeDocument/2006/relationships/slide" Target="slide226.xml"/><Relationship Id="rId6" Type="http://schemas.openxmlformats.org/officeDocument/2006/relationships/audio" Target="../media/snd_ding.wav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18.xml"/><Relationship Id="rId4" Type="http://schemas.openxmlformats.org/officeDocument/2006/relationships/slide" Target="slide223.xml"/><Relationship Id="rId5" Type="http://schemas.openxmlformats.org/officeDocument/2006/relationships/slide" Target="slide226.xml"/><Relationship Id="rId6" Type="http://schemas.openxmlformats.org/officeDocument/2006/relationships/audio" Target="../media/snd_ding.wav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19.xml"/><Relationship Id="rId4" Type="http://schemas.openxmlformats.org/officeDocument/2006/relationships/slide" Target="slide224.xml"/><Relationship Id="rId5" Type="http://schemas.openxmlformats.org/officeDocument/2006/relationships/slide" Target="slide226.xml"/><Relationship Id="rId6" Type="http://schemas.openxmlformats.org/officeDocument/2006/relationships/audio" Target="../media/snd_ding.wav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25.xml"/><Relationship Id="rId4" Type="http://schemas.openxmlformats.org/officeDocument/2006/relationships/slide" Target="slide220.xml"/><Relationship Id="rId5" Type="http://schemas.openxmlformats.org/officeDocument/2006/relationships/slide" Target="slide226.xml"/><Relationship Id="rId6" Type="http://schemas.openxmlformats.org/officeDocument/2006/relationships/audio" Target="../media/snd_ding.wav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26.xml"/><Relationship Id="rId4" Type="http://schemas.openxmlformats.org/officeDocument/2006/relationships/audio" Target="../media/snd_tada.wav"/><Relationship Id="rId5" Type="http://schemas.openxmlformats.org/officeDocument/2006/relationships/image" Target="../media/image16.png"/><Relationship Id="rId6" Type="http://schemas.openxmlformats.org/officeDocument/2006/relationships/audio" Target="../media/snd_cheer.wav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16.xml"/><Relationship Id="rId4" Type="http://schemas.openxmlformats.org/officeDocument/2006/relationships/slide" Target="slide221.xml"/><Relationship Id="rId5" Type="http://schemas.openxmlformats.org/officeDocument/2006/relationships/slide" Target="slide226.xml"/><Relationship Id="rId6" Type="http://schemas.openxmlformats.org/officeDocument/2006/relationships/audio" Target="../media/snd_boing.wav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22.xml"/><Relationship Id="rId4" Type="http://schemas.openxmlformats.org/officeDocument/2006/relationships/slide" Target="slide217.xml"/><Relationship Id="rId5" Type="http://schemas.openxmlformats.org/officeDocument/2006/relationships/slide" Target="slide226.xml"/><Relationship Id="rId6" Type="http://schemas.openxmlformats.org/officeDocument/2006/relationships/audio" Target="../media/snd_boing.wav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18.xml"/><Relationship Id="rId4" Type="http://schemas.openxmlformats.org/officeDocument/2006/relationships/slide" Target="slide223.xml"/><Relationship Id="rId5" Type="http://schemas.openxmlformats.org/officeDocument/2006/relationships/slide" Target="slide226.xml"/><Relationship Id="rId6" Type="http://schemas.openxmlformats.org/officeDocument/2006/relationships/audio" Target="../media/snd_boing.wav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19.xml"/><Relationship Id="rId4" Type="http://schemas.openxmlformats.org/officeDocument/2006/relationships/slide" Target="slide224.xml"/><Relationship Id="rId5" Type="http://schemas.openxmlformats.org/officeDocument/2006/relationships/slide" Target="slide226.xml"/><Relationship Id="rId6" Type="http://schemas.openxmlformats.org/officeDocument/2006/relationships/audio" Target="../media/snd_boing.wav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25.xml"/><Relationship Id="rId4" Type="http://schemas.openxmlformats.org/officeDocument/2006/relationships/slide" Target="slide220.xml"/><Relationship Id="rId5" Type="http://schemas.openxmlformats.org/officeDocument/2006/relationships/slide" Target="slide226.xml"/><Relationship Id="rId6" Type="http://schemas.openxmlformats.org/officeDocument/2006/relationships/audio" Target="../media/snd_boing.wav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3.png"/><Relationship Id="rId4" Type="http://schemas.openxmlformats.org/officeDocument/2006/relationships/slide" Target="slide227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slide" Target="slide232.xml"/><Relationship Id="rId6" Type="http://schemas.openxmlformats.org/officeDocument/2006/relationships/slide" Target="slide228.xml"/><Relationship Id="rId7" Type="http://schemas.openxmlformats.org/officeDocument/2006/relationships/slide" Target="slide254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slide" Target="slide233.xml"/><Relationship Id="rId6" Type="http://schemas.openxmlformats.org/officeDocument/2006/relationships/slide" Target="slide229.xml"/><Relationship Id="rId7" Type="http://schemas.openxmlformats.org/officeDocument/2006/relationships/slide" Target="slide254.xml"/><Relationship Id="rId8" Type="http://schemas.openxmlformats.org/officeDocument/2006/relationships/audio" Target="../media/snd_vroom.wav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slide" Target="slide234.xml"/><Relationship Id="rId6" Type="http://schemas.openxmlformats.org/officeDocument/2006/relationships/slide" Target="slide230.xml"/><Relationship Id="rId7" Type="http://schemas.openxmlformats.org/officeDocument/2006/relationships/slide" Target="slide254.xml"/><Relationship Id="rId8" Type="http://schemas.openxmlformats.org/officeDocument/2006/relationships/audio" Target="../media/snd_vroom.wav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slide" Target="slide235.xml"/><Relationship Id="rId6" Type="http://schemas.openxmlformats.org/officeDocument/2006/relationships/slide" Target="slide231.xml"/><Relationship Id="rId7" Type="http://schemas.openxmlformats.org/officeDocument/2006/relationships/slide" Target="slide254.xml"/><Relationship Id="rId8" Type="http://schemas.openxmlformats.org/officeDocument/2006/relationships/audio" Target="../media/snd_vroom.wav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slide" Target="slide236.xml"/><Relationship Id="rId6" Type="http://schemas.openxmlformats.org/officeDocument/2006/relationships/slide" Target="slide253.xml"/><Relationship Id="rId7" Type="http://schemas.openxmlformats.org/officeDocument/2006/relationships/slide" Target="slide254.xml"/><Relationship Id="rId8" Type="http://schemas.openxmlformats.org/officeDocument/2006/relationships/audio" Target="../media/snd_vroom.wav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slide" Target="slide237.xml"/><Relationship Id="rId6" Type="http://schemas.openxmlformats.org/officeDocument/2006/relationships/slide" Target="slide233.xml"/><Relationship Id="rId7" Type="http://schemas.openxmlformats.org/officeDocument/2006/relationships/slide" Target="slide254.xml"/><Relationship Id="rId8" Type="http://schemas.openxmlformats.org/officeDocument/2006/relationships/audio" Target="../media/snd_vroom.wav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slide" Target="slide238.xml"/><Relationship Id="rId6" Type="http://schemas.openxmlformats.org/officeDocument/2006/relationships/slide" Target="slide234.xml"/><Relationship Id="rId7" Type="http://schemas.openxmlformats.org/officeDocument/2006/relationships/slide" Target="slide254.xml"/><Relationship Id="rId8" Type="http://schemas.openxmlformats.org/officeDocument/2006/relationships/audio" Target="../media/snd_vroom.wav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slide" Target="slide239.xml"/><Relationship Id="rId6" Type="http://schemas.openxmlformats.org/officeDocument/2006/relationships/slide" Target="slide235.xml"/><Relationship Id="rId7" Type="http://schemas.openxmlformats.org/officeDocument/2006/relationships/slide" Target="slide254.xml"/><Relationship Id="rId8" Type="http://schemas.openxmlformats.org/officeDocument/2006/relationships/audio" Target="../media/snd_vroom.wav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slide" Target="slide240.xml"/><Relationship Id="rId6" Type="http://schemas.openxmlformats.org/officeDocument/2006/relationships/slide" Target="slide236.xml"/><Relationship Id="rId7" Type="http://schemas.openxmlformats.org/officeDocument/2006/relationships/slide" Target="slide254.xml"/><Relationship Id="rId8" Type="http://schemas.openxmlformats.org/officeDocument/2006/relationships/audio" Target="../media/snd_vroom.wav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slide" Target="slide241.xml"/><Relationship Id="rId6" Type="http://schemas.openxmlformats.org/officeDocument/2006/relationships/slide" Target="slide253.xml"/><Relationship Id="rId7" Type="http://schemas.openxmlformats.org/officeDocument/2006/relationships/slide" Target="slide254.xml"/><Relationship Id="rId8" Type="http://schemas.openxmlformats.org/officeDocument/2006/relationships/audio" Target="../media/snd_vroom.wav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slide" Target="slide242.xml"/><Relationship Id="rId6" Type="http://schemas.openxmlformats.org/officeDocument/2006/relationships/slide" Target="slide238.xml"/><Relationship Id="rId7" Type="http://schemas.openxmlformats.org/officeDocument/2006/relationships/slide" Target="slide254.xml"/><Relationship Id="rId8" Type="http://schemas.openxmlformats.org/officeDocument/2006/relationships/audio" Target="../media/snd_vroom.wav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slide" Target="slide243.xml"/><Relationship Id="rId6" Type="http://schemas.openxmlformats.org/officeDocument/2006/relationships/slide" Target="slide239.xml"/><Relationship Id="rId7" Type="http://schemas.openxmlformats.org/officeDocument/2006/relationships/slide" Target="slide254.xml"/><Relationship Id="rId8" Type="http://schemas.openxmlformats.org/officeDocument/2006/relationships/audio" Target="../media/snd_vroom.wav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slide" Target="slide244.xml"/><Relationship Id="rId6" Type="http://schemas.openxmlformats.org/officeDocument/2006/relationships/slide" Target="slide240.xml"/><Relationship Id="rId7" Type="http://schemas.openxmlformats.org/officeDocument/2006/relationships/slide" Target="slide254.xml"/><Relationship Id="rId8" Type="http://schemas.openxmlformats.org/officeDocument/2006/relationships/audio" Target="../media/snd_vroom.wav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slide" Target="slide245.xml"/><Relationship Id="rId6" Type="http://schemas.openxmlformats.org/officeDocument/2006/relationships/slide" Target="slide241.xml"/><Relationship Id="rId7" Type="http://schemas.openxmlformats.org/officeDocument/2006/relationships/slide" Target="slide254.xml"/><Relationship Id="rId8" Type="http://schemas.openxmlformats.org/officeDocument/2006/relationships/audio" Target="../media/snd_vroom.wav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slide" Target="slide246.xml"/><Relationship Id="rId6" Type="http://schemas.openxmlformats.org/officeDocument/2006/relationships/slide" Target="slide253.xml"/><Relationship Id="rId7" Type="http://schemas.openxmlformats.org/officeDocument/2006/relationships/slide" Target="slide254.xml"/><Relationship Id="rId8" Type="http://schemas.openxmlformats.org/officeDocument/2006/relationships/audio" Target="../media/snd_vroom.wav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slide" Target="slide247.xml"/><Relationship Id="rId6" Type="http://schemas.openxmlformats.org/officeDocument/2006/relationships/slide" Target="slide243.xml"/><Relationship Id="rId7" Type="http://schemas.openxmlformats.org/officeDocument/2006/relationships/slide" Target="slide254.xml"/><Relationship Id="rId8" Type="http://schemas.openxmlformats.org/officeDocument/2006/relationships/audio" Target="../media/snd_vroom.wav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slide" Target="slide248.xml"/><Relationship Id="rId6" Type="http://schemas.openxmlformats.org/officeDocument/2006/relationships/slide" Target="slide244.xml"/><Relationship Id="rId7" Type="http://schemas.openxmlformats.org/officeDocument/2006/relationships/slide" Target="slide254.xml"/><Relationship Id="rId8" Type="http://schemas.openxmlformats.org/officeDocument/2006/relationships/audio" Target="../media/snd_vroom.wav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slide" Target="slide249.xml"/><Relationship Id="rId6" Type="http://schemas.openxmlformats.org/officeDocument/2006/relationships/slide" Target="slide245.xml"/><Relationship Id="rId7" Type="http://schemas.openxmlformats.org/officeDocument/2006/relationships/slide" Target="slide254.xml"/><Relationship Id="rId8" Type="http://schemas.openxmlformats.org/officeDocument/2006/relationships/audio" Target="../media/snd_vroom.wav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slide" Target="slide250.xml"/><Relationship Id="rId6" Type="http://schemas.openxmlformats.org/officeDocument/2006/relationships/slide" Target="slide246.xml"/><Relationship Id="rId7" Type="http://schemas.openxmlformats.org/officeDocument/2006/relationships/slide" Target="slide254.xml"/><Relationship Id="rId8" Type="http://schemas.openxmlformats.org/officeDocument/2006/relationships/audio" Target="../media/snd_vroom.wav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slide" Target="slide251.xml"/><Relationship Id="rId6" Type="http://schemas.openxmlformats.org/officeDocument/2006/relationships/slide" Target="slide253.xml"/><Relationship Id="rId7" Type="http://schemas.openxmlformats.org/officeDocument/2006/relationships/slide" Target="slide254.xml"/><Relationship Id="rId8" Type="http://schemas.openxmlformats.org/officeDocument/2006/relationships/audio" Target="../media/snd_vroom.wav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slide" Target="slide252.xml"/><Relationship Id="rId6" Type="http://schemas.openxmlformats.org/officeDocument/2006/relationships/slide" Target="slide248.xml"/><Relationship Id="rId7" Type="http://schemas.openxmlformats.org/officeDocument/2006/relationships/slide" Target="slide254.xml"/><Relationship Id="rId8" Type="http://schemas.openxmlformats.org/officeDocument/2006/relationships/audio" Target="../media/snd_vroom.wav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slide" Target="slide252.xml"/><Relationship Id="rId6" Type="http://schemas.openxmlformats.org/officeDocument/2006/relationships/slide" Target="slide249.xml"/><Relationship Id="rId7" Type="http://schemas.openxmlformats.org/officeDocument/2006/relationships/slide" Target="slide254.xml"/><Relationship Id="rId8" Type="http://schemas.openxmlformats.org/officeDocument/2006/relationships/audio" Target="../media/snd_vroom.wav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slide" Target="slide252.xml"/><Relationship Id="rId6" Type="http://schemas.openxmlformats.org/officeDocument/2006/relationships/slide" Target="slide250.xml"/><Relationship Id="rId7" Type="http://schemas.openxmlformats.org/officeDocument/2006/relationships/slide" Target="slide254.xml"/><Relationship Id="rId8" Type="http://schemas.openxmlformats.org/officeDocument/2006/relationships/audio" Target="../media/snd_vroom.wav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slide" Target="slide252.xml"/><Relationship Id="rId6" Type="http://schemas.openxmlformats.org/officeDocument/2006/relationships/slide" Target="slide251.xml"/><Relationship Id="rId7" Type="http://schemas.openxmlformats.org/officeDocument/2006/relationships/slide" Target="slide254.xml"/><Relationship Id="rId8" Type="http://schemas.openxmlformats.org/officeDocument/2006/relationships/audio" Target="../media/snd_vroom.wav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slide" Target="slide252.xml"/><Relationship Id="rId6" Type="http://schemas.openxmlformats.org/officeDocument/2006/relationships/slide" Target="slide253.xml"/><Relationship Id="rId7" Type="http://schemas.openxmlformats.org/officeDocument/2006/relationships/slide" Target="slide254.xml"/><Relationship Id="rId8" Type="http://schemas.openxmlformats.org/officeDocument/2006/relationships/audio" Target="../media/snd_vroom.wav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3.png"/><Relationship Id="rId4" Type="http://schemas.openxmlformats.org/officeDocument/2006/relationships/slide" Target="slide254.xml"/><Relationship Id="rId5" Type="http://schemas.openxmlformats.org/officeDocument/2006/relationships/audio" Target="../media/snd_cheer.wav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slide" Target="slide254.xml"/><Relationship Id="rId5" Type="http://schemas.openxmlformats.org/officeDocument/2006/relationships/audio" Target="../media/snd_cheer.wav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55.xml"/><Relationship Id="rId4" Type="http://schemas.openxmlformats.org/officeDocument/2006/relationships/slide" Target="slide260.xml"/><Relationship Id="rId5" Type="http://schemas.openxmlformats.org/officeDocument/2006/relationships/slide" Target="slide265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56.xml"/><Relationship Id="rId4" Type="http://schemas.openxmlformats.org/officeDocument/2006/relationships/slide" Target="slide261.xml"/><Relationship Id="rId5" Type="http://schemas.openxmlformats.org/officeDocument/2006/relationships/slide" Target="slide265.xml"/><Relationship Id="rId6" Type="http://schemas.openxmlformats.org/officeDocument/2006/relationships/audio" Target="../media/snd_ding.wav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57.xml"/><Relationship Id="rId4" Type="http://schemas.openxmlformats.org/officeDocument/2006/relationships/slide" Target="slide262.xml"/><Relationship Id="rId5" Type="http://schemas.openxmlformats.org/officeDocument/2006/relationships/slide" Target="slide265.xml"/><Relationship Id="rId6" Type="http://schemas.openxmlformats.org/officeDocument/2006/relationships/audio" Target="../media/snd_ding.wav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63.xml"/><Relationship Id="rId4" Type="http://schemas.openxmlformats.org/officeDocument/2006/relationships/slide" Target="slide258.xml"/><Relationship Id="rId5" Type="http://schemas.openxmlformats.org/officeDocument/2006/relationships/slide" Target="slide265.xml"/><Relationship Id="rId6" Type="http://schemas.openxmlformats.org/officeDocument/2006/relationships/audio" Target="../media/snd_ding.wav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64.xml"/><Relationship Id="rId4" Type="http://schemas.openxmlformats.org/officeDocument/2006/relationships/slide" Target="slide259.xml"/><Relationship Id="rId5" Type="http://schemas.openxmlformats.org/officeDocument/2006/relationships/slide" Target="slide265.xml"/><Relationship Id="rId6" Type="http://schemas.openxmlformats.org/officeDocument/2006/relationships/audio" Target="../media/snd_ding.wav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65.xml"/><Relationship Id="rId4" Type="http://schemas.openxmlformats.org/officeDocument/2006/relationships/audio" Target="../media/snd_tada.wav"/><Relationship Id="rId5" Type="http://schemas.openxmlformats.org/officeDocument/2006/relationships/image" Target="../media/image16.png"/><Relationship Id="rId6" Type="http://schemas.openxmlformats.org/officeDocument/2006/relationships/audio" Target="../media/snd_cheer.wav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55.xml"/><Relationship Id="rId4" Type="http://schemas.openxmlformats.org/officeDocument/2006/relationships/slide" Target="slide260.xml"/><Relationship Id="rId5" Type="http://schemas.openxmlformats.org/officeDocument/2006/relationships/slide" Target="slide265.xml"/><Relationship Id="rId6" Type="http://schemas.openxmlformats.org/officeDocument/2006/relationships/audio" Target="../media/snd_boing.wav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56.xml"/><Relationship Id="rId4" Type="http://schemas.openxmlformats.org/officeDocument/2006/relationships/slide" Target="slide261.xml"/><Relationship Id="rId5" Type="http://schemas.openxmlformats.org/officeDocument/2006/relationships/slide" Target="slide265.xml"/><Relationship Id="rId6" Type="http://schemas.openxmlformats.org/officeDocument/2006/relationships/audio" Target="../media/snd_boing.wav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57.xml"/><Relationship Id="rId4" Type="http://schemas.openxmlformats.org/officeDocument/2006/relationships/slide" Target="slide262.xml"/><Relationship Id="rId5" Type="http://schemas.openxmlformats.org/officeDocument/2006/relationships/slide" Target="slide265.xml"/><Relationship Id="rId6" Type="http://schemas.openxmlformats.org/officeDocument/2006/relationships/audio" Target="../media/snd_boing.wav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63.xml"/><Relationship Id="rId4" Type="http://schemas.openxmlformats.org/officeDocument/2006/relationships/slide" Target="slide258.xml"/><Relationship Id="rId5" Type="http://schemas.openxmlformats.org/officeDocument/2006/relationships/slide" Target="slide265.xml"/><Relationship Id="rId6" Type="http://schemas.openxmlformats.org/officeDocument/2006/relationships/audio" Target="../media/snd_boing.wav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64.xml"/><Relationship Id="rId4" Type="http://schemas.openxmlformats.org/officeDocument/2006/relationships/slide" Target="slide259.xml"/><Relationship Id="rId5" Type="http://schemas.openxmlformats.org/officeDocument/2006/relationships/slide" Target="slide265.xml"/><Relationship Id="rId6" Type="http://schemas.openxmlformats.org/officeDocument/2006/relationships/audio" Target="../media/snd_boing.wav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slide" Target="slide266.xml"/><Relationship Id="rId12" Type="http://schemas.openxmlformats.org/officeDocument/2006/relationships/slide" Target="slide267.xml"/><Relationship Id="rId13" Type="http://schemas.openxmlformats.org/officeDocument/2006/relationships/slide" Target="slide268.xml"/><Relationship Id="rId14" Type="http://schemas.openxmlformats.org/officeDocument/2006/relationships/slide" Target="slide269.xml"/><Relationship Id="rId15" Type="http://schemas.openxmlformats.org/officeDocument/2006/relationships/slide" Target="slide270.xml"/><Relationship Id="rId16" Type="http://schemas.openxmlformats.org/officeDocument/2006/relationships/slide" Target="slide271.xml"/><Relationship Id="rId17" Type="http://schemas.openxmlformats.org/officeDocument/2006/relationships/slide" Target="slide272.xml"/><Relationship Id="rId18" Type="http://schemas.openxmlformats.org/officeDocument/2006/relationships/slide" Target="slide273.xml"/><Relationship Id="rId19" Type="http://schemas.openxmlformats.org/officeDocument/2006/relationships/slide" Target="slide274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slide" Target="slide265.xml"/><Relationship Id="rId6" Type="http://schemas.openxmlformats.org/officeDocument/2006/relationships/slide" Target="slide274.xml"/><Relationship Id="rId7" Type="http://schemas.openxmlformats.org/officeDocument/2006/relationships/audio" Target="../media/snd_tada.wav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slide" Target="slide265.xml"/><Relationship Id="rId6" Type="http://schemas.openxmlformats.org/officeDocument/2006/relationships/slide" Target="slide274.xml"/><Relationship Id="rId7" Type="http://schemas.openxmlformats.org/officeDocument/2006/relationships/audio" Target="../media/snd_tada.wav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slide" Target="slide265.xml"/><Relationship Id="rId6" Type="http://schemas.openxmlformats.org/officeDocument/2006/relationships/slide" Target="slide274.xml"/><Relationship Id="rId7" Type="http://schemas.openxmlformats.org/officeDocument/2006/relationships/audio" Target="../media/snd_tada.wav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slide" Target="slide265.xml"/><Relationship Id="rId6" Type="http://schemas.openxmlformats.org/officeDocument/2006/relationships/slide" Target="slide274.xml"/><Relationship Id="rId7" Type="http://schemas.openxmlformats.org/officeDocument/2006/relationships/audio" Target="../media/snd_tada.wav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slide" Target="slide265.xml"/><Relationship Id="rId6" Type="http://schemas.openxmlformats.org/officeDocument/2006/relationships/slide" Target="slide274.xml"/><Relationship Id="rId7" Type="http://schemas.openxmlformats.org/officeDocument/2006/relationships/audio" Target="../media/snd_tada.wav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slide" Target="slide265.xml"/><Relationship Id="rId6" Type="http://schemas.openxmlformats.org/officeDocument/2006/relationships/slide" Target="slide274.xml"/><Relationship Id="rId7" Type="http://schemas.openxmlformats.org/officeDocument/2006/relationships/audio" Target="../media/snd_tada.wav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slide" Target="slide265.xml"/><Relationship Id="rId6" Type="http://schemas.openxmlformats.org/officeDocument/2006/relationships/slide" Target="slide274.xml"/><Relationship Id="rId7" Type="http://schemas.openxmlformats.org/officeDocument/2006/relationships/audio" Target="../media/snd_tada.wav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slide" Target="slide265.xml"/><Relationship Id="rId6" Type="http://schemas.openxmlformats.org/officeDocument/2006/relationships/slide" Target="slide274.xml"/><Relationship Id="rId7" Type="http://schemas.openxmlformats.org/officeDocument/2006/relationships/audio" Target="../media/snd_tada.wav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75.xml"/><Relationship Id="rId4" Type="http://schemas.openxmlformats.org/officeDocument/2006/relationships/slide" Target="slide280.xml"/><Relationship Id="rId5" Type="http://schemas.openxmlformats.org/officeDocument/2006/relationships/slide" Target="slide285.xm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81.xml"/><Relationship Id="rId4" Type="http://schemas.openxmlformats.org/officeDocument/2006/relationships/slide" Target="slide276.xml"/><Relationship Id="rId5" Type="http://schemas.openxmlformats.org/officeDocument/2006/relationships/slide" Target="slide285.xml"/><Relationship Id="rId6" Type="http://schemas.openxmlformats.org/officeDocument/2006/relationships/audio" Target="../media/snd_ding.wav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82.xml"/><Relationship Id="rId4" Type="http://schemas.openxmlformats.org/officeDocument/2006/relationships/slide" Target="slide277.xml"/><Relationship Id="rId5" Type="http://schemas.openxmlformats.org/officeDocument/2006/relationships/slide" Target="slide285.xml"/><Relationship Id="rId6" Type="http://schemas.openxmlformats.org/officeDocument/2006/relationships/audio" Target="../media/snd_ding.wav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83.xml"/><Relationship Id="rId4" Type="http://schemas.openxmlformats.org/officeDocument/2006/relationships/slide" Target="slide278.xml"/><Relationship Id="rId5" Type="http://schemas.openxmlformats.org/officeDocument/2006/relationships/slide" Target="slide285.xml"/><Relationship Id="rId6" Type="http://schemas.openxmlformats.org/officeDocument/2006/relationships/audio" Target="../media/snd_ding.wav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79.xml"/><Relationship Id="rId4" Type="http://schemas.openxmlformats.org/officeDocument/2006/relationships/slide" Target="slide284.xml"/><Relationship Id="rId5" Type="http://schemas.openxmlformats.org/officeDocument/2006/relationships/slide" Target="slide285.xml"/><Relationship Id="rId6" Type="http://schemas.openxmlformats.org/officeDocument/2006/relationships/audio" Target="../media/snd_ding.wav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85.xml"/><Relationship Id="rId4" Type="http://schemas.openxmlformats.org/officeDocument/2006/relationships/audio" Target="../media/snd_tada.wav"/><Relationship Id="rId5" Type="http://schemas.openxmlformats.org/officeDocument/2006/relationships/image" Target="../media/image16.png"/><Relationship Id="rId6" Type="http://schemas.openxmlformats.org/officeDocument/2006/relationships/audio" Target="../media/snd_cheer.wav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75.xml"/><Relationship Id="rId4" Type="http://schemas.openxmlformats.org/officeDocument/2006/relationships/slide" Target="slide280.xml"/><Relationship Id="rId5" Type="http://schemas.openxmlformats.org/officeDocument/2006/relationships/slide" Target="slide285.xml"/><Relationship Id="rId6" Type="http://schemas.openxmlformats.org/officeDocument/2006/relationships/audio" Target="../media/snd_boing.wav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81.xml"/><Relationship Id="rId4" Type="http://schemas.openxmlformats.org/officeDocument/2006/relationships/slide" Target="slide276.xml"/><Relationship Id="rId5" Type="http://schemas.openxmlformats.org/officeDocument/2006/relationships/slide" Target="slide285.xml"/><Relationship Id="rId6" Type="http://schemas.openxmlformats.org/officeDocument/2006/relationships/audio" Target="../media/snd_boing.wav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82.xml"/><Relationship Id="rId4" Type="http://schemas.openxmlformats.org/officeDocument/2006/relationships/slide" Target="slide277.xml"/><Relationship Id="rId5" Type="http://schemas.openxmlformats.org/officeDocument/2006/relationships/slide" Target="slide285.xml"/><Relationship Id="rId6" Type="http://schemas.openxmlformats.org/officeDocument/2006/relationships/audio" Target="../media/snd_boing.wav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83.xml"/><Relationship Id="rId4" Type="http://schemas.openxmlformats.org/officeDocument/2006/relationships/slide" Target="slide278.xml"/><Relationship Id="rId5" Type="http://schemas.openxmlformats.org/officeDocument/2006/relationships/slide" Target="slide285.xml"/><Relationship Id="rId6" Type="http://schemas.openxmlformats.org/officeDocument/2006/relationships/audio" Target="../media/snd_boing.wav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79.xml"/><Relationship Id="rId4" Type="http://schemas.openxmlformats.org/officeDocument/2006/relationships/slide" Target="slide284.xml"/><Relationship Id="rId5" Type="http://schemas.openxmlformats.org/officeDocument/2006/relationships/slide" Target="slide285.xml"/><Relationship Id="rId6" Type="http://schemas.openxmlformats.org/officeDocument/2006/relationships/audio" Target="../media/snd_boing.wav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86.xml"/><Relationship Id="rId4" Type="http://schemas.openxmlformats.org/officeDocument/2006/relationships/slide" Target="slide291.xml"/><Relationship Id="rId5" Type="http://schemas.openxmlformats.org/officeDocument/2006/relationships/slide" Target="slide296.xml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92.xml"/><Relationship Id="rId4" Type="http://schemas.openxmlformats.org/officeDocument/2006/relationships/slide" Target="slide287.xml"/><Relationship Id="rId5" Type="http://schemas.openxmlformats.org/officeDocument/2006/relationships/slide" Target="slide296.xml"/><Relationship Id="rId6" Type="http://schemas.openxmlformats.org/officeDocument/2006/relationships/audio" Target="../media/snd_ding.wav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93.xml"/><Relationship Id="rId4" Type="http://schemas.openxmlformats.org/officeDocument/2006/relationships/slide" Target="slide288.xml"/><Relationship Id="rId5" Type="http://schemas.openxmlformats.org/officeDocument/2006/relationships/slide" Target="slide296.xml"/><Relationship Id="rId6" Type="http://schemas.openxmlformats.org/officeDocument/2006/relationships/audio" Target="../media/snd_ding.wav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89.xml"/><Relationship Id="rId4" Type="http://schemas.openxmlformats.org/officeDocument/2006/relationships/slide" Target="slide294.xml"/><Relationship Id="rId5" Type="http://schemas.openxmlformats.org/officeDocument/2006/relationships/slide" Target="slide296.xml"/><Relationship Id="rId6" Type="http://schemas.openxmlformats.org/officeDocument/2006/relationships/audio" Target="../media/snd_ding.wav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90.xml"/><Relationship Id="rId4" Type="http://schemas.openxmlformats.org/officeDocument/2006/relationships/slide" Target="slide295.xml"/><Relationship Id="rId5" Type="http://schemas.openxmlformats.org/officeDocument/2006/relationships/slide" Target="slide296.xml"/><Relationship Id="rId6" Type="http://schemas.openxmlformats.org/officeDocument/2006/relationships/audio" Target="../media/snd_ding.wav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96.xml"/><Relationship Id="rId4" Type="http://schemas.openxmlformats.org/officeDocument/2006/relationships/audio" Target="../media/snd_tada.wav"/><Relationship Id="rId5" Type="http://schemas.openxmlformats.org/officeDocument/2006/relationships/image" Target="../media/image16.png"/><Relationship Id="rId6" Type="http://schemas.openxmlformats.org/officeDocument/2006/relationships/audio" Target="../media/snd_cheer.wav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86.xml"/><Relationship Id="rId4" Type="http://schemas.openxmlformats.org/officeDocument/2006/relationships/slide" Target="slide291.xml"/><Relationship Id="rId5" Type="http://schemas.openxmlformats.org/officeDocument/2006/relationships/slide" Target="slide296.xml"/><Relationship Id="rId6" Type="http://schemas.openxmlformats.org/officeDocument/2006/relationships/audio" Target="../media/snd_boing.wav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92.xml"/><Relationship Id="rId4" Type="http://schemas.openxmlformats.org/officeDocument/2006/relationships/slide" Target="slide287.xml"/><Relationship Id="rId5" Type="http://schemas.openxmlformats.org/officeDocument/2006/relationships/slide" Target="slide296.xml"/><Relationship Id="rId6" Type="http://schemas.openxmlformats.org/officeDocument/2006/relationships/audio" Target="../media/snd_boing.wav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93.xml"/><Relationship Id="rId4" Type="http://schemas.openxmlformats.org/officeDocument/2006/relationships/slide" Target="slide288.xml"/><Relationship Id="rId5" Type="http://schemas.openxmlformats.org/officeDocument/2006/relationships/slide" Target="slide296.xml"/><Relationship Id="rId6" Type="http://schemas.openxmlformats.org/officeDocument/2006/relationships/audio" Target="../media/snd_boing.wav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89.xml"/><Relationship Id="rId4" Type="http://schemas.openxmlformats.org/officeDocument/2006/relationships/slide" Target="slide294.xml"/><Relationship Id="rId5" Type="http://schemas.openxmlformats.org/officeDocument/2006/relationships/slide" Target="slide296.xml"/><Relationship Id="rId6" Type="http://schemas.openxmlformats.org/officeDocument/2006/relationships/audio" Target="../media/snd_boing.wav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90.xml"/><Relationship Id="rId4" Type="http://schemas.openxmlformats.org/officeDocument/2006/relationships/slide" Target="slide295.xml"/><Relationship Id="rId5" Type="http://schemas.openxmlformats.org/officeDocument/2006/relationships/slide" Target="slide296.xml"/><Relationship Id="rId6" Type="http://schemas.openxmlformats.org/officeDocument/2006/relationships/audio" Target="../media/snd_boing.wav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slide" Target="slide297.xml"/><Relationship Id="rId12" Type="http://schemas.openxmlformats.org/officeDocument/2006/relationships/slide" Target="slide298.xml"/><Relationship Id="rId13" Type="http://schemas.openxmlformats.org/officeDocument/2006/relationships/slide" Target="slide299.xml"/><Relationship Id="rId14" Type="http://schemas.openxmlformats.org/officeDocument/2006/relationships/slide" Target="slide300.xml"/><Relationship Id="rId15" Type="http://schemas.openxmlformats.org/officeDocument/2006/relationships/slide" Target="slide301.xml"/><Relationship Id="rId16" Type="http://schemas.openxmlformats.org/officeDocument/2006/relationships/slide" Target="slide302.xml"/><Relationship Id="rId17" Type="http://schemas.openxmlformats.org/officeDocument/2006/relationships/slide" Target="slide303.xml"/><Relationship Id="rId18" Type="http://schemas.openxmlformats.org/officeDocument/2006/relationships/slide" Target="slide304.xml"/><Relationship Id="rId19" Type="http://schemas.openxmlformats.org/officeDocument/2006/relationships/slide" Target="slide305.xml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slide" Target="slide296.xml"/><Relationship Id="rId6" Type="http://schemas.openxmlformats.org/officeDocument/2006/relationships/slide" Target="slide305.xml"/><Relationship Id="rId7" Type="http://schemas.openxmlformats.org/officeDocument/2006/relationships/audio" Target="../media/snd_tada.wav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slide" Target="slide296.xml"/><Relationship Id="rId6" Type="http://schemas.openxmlformats.org/officeDocument/2006/relationships/slide" Target="slide305.xml"/><Relationship Id="rId7" Type="http://schemas.openxmlformats.org/officeDocument/2006/relationships/audio" Target="../media/snd_tada.wav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slide" Target="slide296.xml"/><Relationship Id="rId6" Type="http://schemas.openxmlformats.org/officeDocument/2006/relationships/slide" Target="slide305.xml"/><Relationship Id="rId7" Type="http://schemas.openxmlformats.org/officeDocument/2006/relationships/audio" Target="../media/snd_tada.wav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slide" Target="slide296.xml"/><Relationship Id="rId6" Type="http://schemas.openxmlformats.org/officeDocument/2006/relationships/slide" Target="slide305.xml"/><Relationship Id="rId7" Type="http://schemas.openxmlformats.org/officeDocument/2006/relationships/audio" Target="../media/snd_tada.wav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slide" Target="slide296.xml"/><Relationship Id="rId6" Type="http://schemas.openxmlformats.org/officeDocument/2006/relationships/slide" Target="slide305.xml"/><Relationship Id="rId7" Type="http://schemas.openxmlformats.org/officeDocument/2006/relationships/audio" Target="../media/snd_tada.wav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slide" Target="slide296.xml"/><Relationship Id="rId6" Type="http://schemas.openxmlformats.org/officeDocument/2006/relationships/slide" Target="slide305.xml"/><Relationship Id="rId7" Type="http://schemas.openxmlformats.org/officeDocument/2006/relationships/audio" Target="../media/snd_tada.wav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slide" Target="slide296.xml"/><Relationship Id="rId6" Type="http://schemas.openxmlformats.org/officeDocument/2006/relationships/slide" Target="slide305.xml"/><Relationship Id="rId7" Type="http://schemas.openxmlformats.org/officeDocument/2006/relationships/audio" Target="../media/snd_tada.wav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slide" Target="slide296.xml"/><Relationship Id="rId6" Type="http://schemas.openxmlformats.org/officeDocument/2006/relationships/slide" Target="slide305.xml"/><Relationship Id="rId7" Type="http://schemas.openxmlformats.org/officeDocument/2006/relationships/audio" Target="../media/snd_tada.wav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06.xml"/><Relationship Id="rId4" Type="http://schemas.openxmlformats.org/officeDocument/2006/relationships/slide" Target="slide311.xml"/><Relationship Id="rId5" Type="http://schemas.openxmlformats.org/officeDocument/2006/relationships/slide" Target="slide316.xml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07.xml"/><Relationship Id="rId4" Type="http://schemas.openxmlformats.org/officeDocument/2006/relationships/slide" Target="slide312.xml"/><Relationship Id="rId5" Type="http://schemas.openxmlformats.org/officeDocument/2006/relationships/slide" Target="slide316.xml"/><Relationship Id="rId6" Type="http://schemas.openxmlformats.org/officeDocument/2006/relationships/audio" Target="../media/snd_ding.wav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08.xml"/><Relationship Id="rId4" Type="http://schemas.openxmlformats.org/officeDocument/2006/relationships/slide" Target="slide313.xml"/><Relationship Id="rId5" Type="http://schemas.openxmlformats.org/officeDocument/2006/relationships/slide" Target="slide316.xml"/><Relationship Id="rId6" Type="http://schemas.openxmlformats.org/officeDocument/2006/relationships/audio" Target="../media/snd_ding.wav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09.xml"/><Relationship Id="rId4" Type="http://schemas.openxmlformats.org/officeDocument/2006/relationships/slide" Target="slide314.xml"/><Relationship Id="rId5" Type="http://schemas.openxmlformats.org/officeDocument/2006/relationships/slide" Target="slide316.xml"/><Relationship Id="rId6" Type="http://schemas.openxmlformats.org/officeDocument/2006/relationships/audio" Target="../media/snd_ding.wav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15.xml"/><Relationship Id="rId4" Type="http://schemas.openxmlformats.org/officeDocument/2006/relationships/slide" Target="slide310.xml"/><Relationship Id="rId5" Type="http://schemas.openxmlformats.org/officeDocument/2006/relationships/slide" Target="slide316.xml"/><Relationship Id="rId6" Type="http://schemas.openxmlformats.org/officeDocument/2006/relationships/audio" Target="../media/snd_ding.wav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16.xml"/><Relationship Id="rId4" Type="http://schemas.openxmlformats.org/officeDocument/2006/relationships/audio" Target="../media/snd_tada.wav"/><Relationship Id="rId5" Type="http://schemas.openxmlformats.org/officeDocument/2006/relationships/image" Target="../media/image16.png"/><Relationship Id="rId6" Type="http://schemas.openxmlformats.org/officeDocument/2006/relationships/audio" Target="../media/snd_cheer.wav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06.xml"/><Relationship Id="rId4" Type="http://schemas.openxmlformats.org/officeDocument/2006/relationships/slide" Target="slide311.xml"/><Relationship Id="rId5" Type="http://schemas.openxmlformats.org/officeDocument/2006/relationships/slide" Target="slide316.xml"/><Relationship Id="rId6" Type="http://schemas.openxmlformats.org/officeDocument/2006/relationships/audio" Target="../media/snd_boing.wav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07.xml"/><Relationship Id="rId4" Type="http://schemas.openxmlformats.org/officeDocument/2006/relationships/slide" Target="slide312.xml"/><Relationship Id="rId5" Type="http://schemas.openxmlformats.org/officeDocument/2006/relationships/slide" Target="slide316.xml"/><Relationship Id="rId6" Type="http://schemas.openxmlformats.org/officeDocument/2006/relationships/audio" Target="../media/snd_boing.wav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08.xml"/><Relationship Id="rId4" Type="http://schemas.openxmlformats.org/officeDocument/2006/relationships/slide" Target="slide313.xml"/><Relationship Id="rId5" Type="http://schemas.openxmlformats.org/officeDocument/2006/relationships/slide" Target="slide316.xml"/><Relationship Id="rId6" Type="http://schemas.openxmlformats.org/officeDocument/2006/relationships/audio" Target="../media/snd_boing.wav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09.xml"/><Relationship Id="rId4" Type="http://schemas.openxmlformats.org/officeDocument/2006/relationships/slide" Target="slide314.xml"/><Relationship Id="rId5" Type="http://schemas.openxmlformats.org/officeDocument/2006/relationships/slide" Target="slide316.xml"/><Relationship Id="rId6" Type="http://schemas.openxmlformats.org/officeDocument/2006/relationships/audio" Target="../media/snd_boing.wav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15.xml"/><Relationship Id="rId4" Type="http://schemas.openxmlformats.org/officeDocument/2006/relationships/slide" Target="slide310.xml"/><Relationship Id="rId5" Type="http://schemas.openxmlformats.org/officeDocument/2006/relationships/slide" Target="slide316.xml"/><Relationship Id="rId6" Type="http://schemas.openxmlformats.org/officeDocument/2006/relationships/audio" Target="../media/snd_boing.wav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17.xml"/><Relationship Id="rId4" Type="http://schemas.openxmlformats.org/officeDocument/2006/relationships/slide" Target="slide322.xml"/><Relationship Id="rId5" Type="http://schemas.openxmlformats.org/officeDocument/2006/relationships/slide" Target="slide327.xml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18.xml"/><Relationship Id="rId4" Type="http://schemas.openxmlformats.org/officeDocument/2006/relationships/slide" Target="slide323.xml"/><Relationship Id="rId5" Type="http://schemas.openxmlformats.org/officeDocument/2006/relationships/slide" Target="slide327.xml"/><Relationship Id="rId6" Type="http://schemas.openxmlformats.org/officeDocument/2006/relationships/audio" Target="../media/snd_ding.wav"/></Relationships>
</file>

<file path=ppt/slides/_rels/slide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19.xml"/><Relationship Id="rId4" Type="http://schemas.openxmlformats.org/officeDocument/2006/relationships/slide" Target="slide324.xml"/><Relationship Id="rId5" Type="http://schemas.openxmlformats.org/officeDocument/2006/relationships/slide" Target="slide327.xml"/><Relationship Id="rId6" Type="http://schemas.openxmlformats.org/officeDocument/2006/relationships/audio" Target="../media/snd_ding.wav"/></Relationships>
</file>

<file path=ppt/slides/_rels/slide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20.xml"/><Relationship Id="rId4" Type="http://schemas.openxmlformats.org/officeDocument/2006/relationships/slide" Target="slide325.xml"/><Relationship Id="rId5" Type="http://schemas.openxmlformats.org/officeDocument/2006/relationships/slide" Target="slide327.xml"/><Relationship Id="rId6" Type="http://schemas.openxmlformats.org/officeDocument/2006/relationships/audio" Target="../media/snd_ding.wav"/></Relationships>
</file>

<file path=ppt/slides/_rels/slide3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21.xml"/><Relationship Id="rId4" Type="http://schemas.openxmlformats.org/officeDocument/2006/relationships/slide" Target="slide326.xml"/><Relationship Id="rId5" Type="http://schemas.openxmlformats.org/officeDocument/2006/relationships/slide" Target="slide327.xml"/><Relationship Id="rId6" Type="http://schemas.openxmlformats.org/officeDocument/2006/relationships/audio" Target="../media/snd_ding.wav"/></Relationships>
</file>

<file path=ppt/slides/_rels/slide3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27.xml"/><Relationship Id="rId4" Type="http://schemas.openxmlformats.org/officeDocument/2006/relationships/audio" Target="../media/snd_tada.wav"/><Relationship Id="rId5" Type="http://schemas.openxmlformats.org/officeDocument/2006/relationships/image" Target="../media/image16.png"/><Relationship Id="rId6" Type="http://schemas.openxmlformats.org/officeDocument/2006/relationships/audio" Target="../media/snd_cheer.wav"/></Relationships>
</file>

<file path=ppt/slides/_rels/slide3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17.xml"/><Relationship Id="rId4" Type="http://schemas.openxmlformats.org/officeDocument/2006/relationships/slide" Target="slide322.xml"/><Relationship Id="rId5" Type="http://schemas.openxmlformats.org/officeDocument/2006/relationships/slide" Target="slide327.xml"/><Relationship Id="rId6" Type="http://schemas.openxmlformats.org/officeDocument/2006/relationships/audio" Target="../media/snd_boing.wav"/></Relationships>
</file>

<file path=ppt/slides/_rels/slide3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18.xml"/><Relationship Id="rId4" Type="http://schemas.openxmlformats.org/officeDocument/2006/relationships/slide" Target="slide323.xml"/><Relationship Id="rId5" Type="http://schemas.openxmlformats.org/officeDocument/2006/relationships/slide" Target="slide327.xml"/><Relationship Id="rId6" Type="http://schemas.openxmlformats.org/officeDocument/2006/relationships/audio" Target="../media/snd_boing.wav"/></Relationships>
</file>

<file path=ppt/slides/_rels/slide3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19.xml"/><Relationship Id="rId4" Type="http://schemas.openxmlformats.org/officeDocument/2006/relationships/slide" Target="slide324.xml"/><Relationship Id="rId5" Type="http://schemas.openxmlformats.org/officeDocument/2006/relationships/slide" Target="slide327.xml"/><Relationship Id="rId6" Type="http://schemas.openxmlformats.org/officeDocument/2006/relationships/audio" Target="../media/snd_boing.wav"/></Relationships>
</file>

<file path=ppt/slides/_rels/slide3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20.xml"/><Relationship Id="rId4" Type="http://schemas.openxmlformats.org/officeDocument/2006/relationships/slide" Target="slide325.xml"/><Relationship Id="rId5" Type="http://schemas.openxmlformats.org/officeDocument/2006/relationships/slide" Target="slide327.xml"/><Relationship Id="rId6" Type="http://schemas.openxmlformats.org/officeDocument/2006/relationships/audio" Target="../media/snd_boing.wav"/></Relationships>
</file>

<file path=ppt/slides/_rels/slide3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21.xml"/><Relationship Id="rId4" Type="http://schemas.openxmlformats.org/officeDocument/2006/relationships/slide" Target="slide326.xml"/><Relationship Id="rId5" Type="http://schemas.openxmlformats.org/officeDocument/2006/relationships/slide" Target="slide327.xml"/><Relationship Id="rId6" Type="http://schemas.openxmlformats.org/officeDocument/2006/relationships/audio" Target="../media/snd_boing.wav"/></Relationships>
</file>

<file path=ppt/slides/_rels/slide3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slide" Target="slide328.xml"/><Relationship Id="rId12" Type="http://schemas.openxmlformats.org/officeDocument/2006/relationships/slide" Target="slide329.xml"/><Relationship Id="rId13" Type="http://schemas.openxmlformats.org/officeDocument/2006/relationships/slide" Target="slide330.xml"/><Relationship Id="rId14" Type="http://schemas.openxmlformats.org/officeDocument/2006/relationships/slide" Target="slide331.xml"/><Relationship Id="rId15" Type="http://schemas.openxmlformats.org/officeDocument/2006/relationships/slide" Target="slide332.xml"/><Relationship Id="rId16" Type="http://schemas.openxmlformats.org/officeDocument/2006/relationships/slide" Target="slide333.xml"/><Relationship Id="rId17" Type="http://schemas.openxmlformats.org/officeDocument/2006/relationships/slide" Target="slide334.xml"/><Relationship Id="rId18" Type="http://schemas.openxmlformats.org/officeDocument/2006/relationships/slide" Target="slide335.xml"/><Relationship Id="rId19" Type="http://schemas.openxmlformats.org/officeDocument/2006/relationships/slide" Target="slide336.xml"/></Relationships>
</file>

<file path=ppt/slides/_rels/slide3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slide" Target="slide327.xml"/><Relationship Id="rId6" Type="http://schemas.openxmlformats.org/officeDocument/2006/relationships/slide" Target="slide336.xml"/><Relationship Id="rId7" Type="http://schemas.openxmlformats.org/officeDocument/2006/relationships/audio" Target="../media/snd_tada.wav"/></Relationships>
</file>

<file path=ppt/slides/_rels/slide3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slide" Target="slide327.xml"/><Relationship Id="rId6" Type="http://schemas.openxmlformats.org/officeDocument/2006/relationships/slide" Target="slide336.xml"/><Relationship Id="rId7" Type="http://schemas.openxmlformats.org/officeDocument/2006/relationships/audio" Target="../media/snd_tada.wav"/></Relationships>
</file>

<file path=ppt/slides/_rels/slide3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slide" Target="slide327.xml"/><Relationship Id="rId6" Type="http://schemas.openxmlformats.org/officeDocument/2006/relationships/slide" Target="slide336.xml"/><Relationship Id="rId7" Type="http://schemas.openxmlformats.org/officeDocument/2006/relationships/audio" Target="../media/snd_tada.wav"/></Relationships>
</file>

<file path=ppt/slides/_rels/slide3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slide" Target="slide327.xml"/><Relationship Id="rId6" Type="http://schemas.openxmlformats.org/officeDocument/2006/relationships/slide" Target="slide336.xml"/><Relationship Id="rId7" Type="http://schemas.openxmlformats.org/officeDocument/2006/relationships/audio" Target="../media/snd_tada.wav"/></Relationships>
</file>

<file path=ppt/slides/_rels/slide3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slide" Target="slide327.xml"/><Relationship Id="rId6" Type="http://schemas.openxmlformats.org/officeDocument/2006/relationships/slide" Target="slide336.xml"/><Relationship Id="rId7" Type="http://schemas.openxmlformats.org/officeDocument/2006/relationships/audio" Target="../media/snd_tada.wav"/></Relationships>
</file>

<file path=ppt/slides/_rels/slide3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slide" Target="slide327.xml"/><Relationship Id="rId6" Type="http://schemas.openxmlformats.org/officeDocument/2006/relationships/slide" Target="slide336.xml"/><Relationship Id="rId7" Type="http://schemas.openxmlformats.org/officeDocument/2006/relationships/audio" Target="../media/snd_tada.wav"/></Relationships>
</file>

<file path=ppt/slides/_rels/slide3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slide" Target="slide327.xml"/><Relationship Id="rId6" Type="http://schemas.openxmlformats.org/officeDocument/2006/relationships/slide" Target="slide336.xml"/><Relationship Id="rId7" Type="http://schemas.openxmlformats.org/officeDocument/2006/relationships/audio" Target="../media/snd_tada.wav"/></Relationships>
</file>

<file path=ppt/slides/_rels/slide3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slide" Target="slide327.xml"/><Relationship Id="rId6" Type="http://schemas.openxmlformats.org/officeDocument/2006/relationships/slide" Target="slide336.xml"/><Relationship Id="rId7" Type="http://schemas.openxmlformats.org/officeDocument/2006/relationships/audio" Target="../media/snd_tada.wav"/></Relationships>
</file>

<file path=ppt/slides/_rels/slide3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slide" Target="slide341.xml"/><Relationship Id="rId6" Type="http://schemas.openxmlformats.org/officeDocument/2006/relationships/slide" Target="slide337.xml"/><Relationship Id="rId7" Type="http://schemas.openxmlformats.org/officeDocument/2006/relationships/slide" Target="slide363.xml"/></Relationships>
</file>

<file path=ppt/slides/_rels/slide3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slide" Target="slide342.xml"/><Relationship Id="rId6" Type="http://schemas.openxmlformats.org/officeDocument/2006/relationships/slide" Target="slide338.xml"/><Relationship Id="rId7" Type="http://schemas.openxmlformats.org/officeDocument/2006/relationships/slide" Target="slide363.xml"/><Relationship Id="rId8" Type="http://schemas.openxmlformats.org/officeDocument/2006/relationships/audio" Target="../media/snd_vroom.wav"/></Relationships>
</file>

<file path=ppt/slides/_rels/slide3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slide" Target="slide343.xml"/><Relationship Id="rId6" Type="http://schemas.openxmlformats.org/officeDocument/2006/relationships/slide" Target="slide339.xml"/><Relationship Id="rId7" Type="http://schemas.openxmlformats.org/officeDocument/2006/relationships/slide" Target="slide363.xml"/><Relationship Id="rId8" Type="http://schemas.openxmlformats.org/officeDocument/2006/relationships/audio" Target="../media/snd_vroom.wav"/></Relationships>
</file>

<file path=ppt/slides/_rels/slide3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slide" Target="slide344.xml"/><Relationship Id="rId6" Type="http://schemas.openxmlformats.org/officeDocument/2006/relationships/slide" Target="slide340.xml"/><Relationship Id="rId7" Type="http://schemas.openxmlformats.org/officeDocument/2006/relationships/slide" Target="slide363.xml"/><Relationship Id="rId8" Type="http://schemas.openxmlformats.org/officeDocument/2006/relationships/audio" Target="../media/snd_vroom.wav"/></Relationships>
</file>

<file path=ppt/slides/_rels/slide3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slide" Target="slide345.xml"/><Relationship Id="rId6" Type="http://schemas.openxmlformats.org/officeDocument/2006/relationships/slide" Target="slide362.xml"/><Relationship Id="rId7" Type="http://schemas.openxmlformats.org/officeDocument/2006/relationships/slide" Target="slide363.xml"/><Relationship Id="rId8" Type="http://schemas.openxmlformats.org/officeDocument/2006/relationships/audio" Target="../media/snd_vroom.wav"/></Relationships>
</file>

<file path=ppt/slides/_rels/slide3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slide" Target="slide346.xml"/><Relationship Id="rId6" Type="http://schemas.openxmlformats.org/officeDocument/2006/relationships/slide" Target="slide342.xml"/><Relationship Id="rId7" Type="http://schemas.openxmlformats.org/officeDocument/2006/relationships/slide" Target="slide363.xml"/><Relationship Id="rId8" Type="http://schemas.openxmlformats.org/officeDocument/2006/relationships/audio" Target="../media/snd_vroom.wav"/></Relationships>
</file>

<file path=ppt/slides/_rels/slide3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slide" Target="slide347.xml"/><Relationship Id="rId6" Type="http://schemas.openxmlformats.org/officeDocument/2006/relationships/slide" Target="slide343.xml"/><Relationship Id="rId7" Type="http://schemas.openxmlformats.org/officeDocument/2006/relationships/slide" Target="slide363.xml"/><Relationship Id="rId8" Type="http://schemas.openxmlformats.org/officeDocument/2006/relationships/audio" Target="../media/snd_vroom.wav"/></Relationships>
</file>

<file path=ppt/slides/_rels/slide3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slide" Target="slide348.xml"/><Relationship Id="rId6" Type="http://schemas.openxmlformats.org/officeDocument/2006/relationships/slide" Target="slide344.xml"/><Relationship Id="rId7" Type="http://schemas.openxmlformats.org/officeDocument/2006/relationships/slide" Target="slide363.xml"/><Relationship Id="rId8" Type="http://schemas.openxmlformats.org/officeDocument/2006/relationships/audio" Target="../media/snd_vroom.wav"/></Relationships>
</file>

<file path=ppt/slides/_rels/slide3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slide" Target="slide349.xml"/><Relationship Id="rId6" Type="http://schemas.openxmlformats.org/officeDocument/2006/relationships/slide" Target="slide345.xml"/><Relationship Id="rId7" Type="http://schemas.openxmlformats.org/officeDocument/2006/relationships/slide" Target="slide363.xml"/><Relationship Id="rId8" Type="http://schemas.openxmlformats.org/officeDocument/2006/relationships/audio" Target="../media/snd_vroom.wav"/></Relationships>
</file>

<file path=ppt/slides/_rels/slide3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slide" Target="slide350.xml"/><Relationship Id="rId6" Type="http://schemas.openxmlformats.org/officeDocument/2006/relationships/slide" Target="slide362.xml"/><Relationship Id="rId7" Type="http://schemas.openxmlformats.org/officeDocument/2006/relationships/slide" Target="slide363.xml"/><Relationship Id="rId8" Type="http://schemas.openxmlformats.org/officeDocument/2006/relationships/audio" Target="../media/snd_vroom.wav"/></Relationships>
</file>

<file path=ppt/slides/_rels/slide3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slide" Target="slide351.xml"/><Relationship Id="rId6" Type="http://schemas.openxmlformats.org/officeDocument/2006/relationships/slide" Target="slide347.xml"/><Relationship Id="rId7" Type="http://schemas.openxmlformats.org/officeDocument/2006/relationships/slide" Target="slide363.xml"/><Relationship Id="rId8" Type="http://schemas.openxmlformats.org/officeDocument/2006/relationships/audio" Target="../media/snd_vroom.wav"/></Relationships>
</file>

<file path=ppt/slides/_rels/slide3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slide" Target="slide352.xml"/><Relationship Id="rId6" Type="http://schemas.openxmlformats.org/officeDocument/2006/relationships/slide" Target="slide348.xml"/><Relationship Id="rId7" Type="http://schemas.openxmlformats.org/officeDocument/2006/relationships/slide" Target="slide363.xml"/><Relationship Id="rId8" Type="http://schemas.openxmlformats.org/officeDocument/2006/relationships/audio" Target="../media/snd_vroom.wav"/></Relationships>
</file>

<file path=ppt/slides/_rels/slide3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slide" Target="slide353.xml"/><Relationship Id="rId6" Type="http://schemas.openxmlformats.org/officeDocument/2006/relationships/slide" Target="slide349.xml"/><Relationship Id="rId7" Type="http://schemas.openxmlformats.org/officeDocument/2006/relationships/slide" Target="slide363.xml"/><Relationship Id="rId8" Type="http://schemas.openxmlformats.org/officeDocument/2006/relationships/audio" Target="../media/snd_vroom.wav"/></Relationships>
</file>

<file path=ppt/slides/_rels/slide3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slide" Target="slide354.xml"/><Relationship Id="rId6" Type="http://schemas.openxmlformats.org/officeDocument/2006/relationships/slide" Target="slide350.xml"/><Relationship Id="rId7" Type="http://schemas.openxmlformats.org/officeDocument/2006/relationships/slide" Target="slide363.xml"/><Relationship Id="rId8" Type="http://schemas.openxmlformats.org/officeDocument/2006/relationships/audio" Target="../media/snd_vroom.wav"/></Relationships>
</file>

<file path=ppt/slides/_rels/slide3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slide" Target="slide355.xml"/><Relationship Id="rId6" Type="http://schemas.openxmlformats.org/officeDocument/2006/relationships/slide" Target="slide362.xml"/><Relationship Id="rId7" Type="http://schemas.openxmlformats.org/officeDocument/2006/relationships/slide" Target="slide363.xml"/><Relationship Id="rId8" Type="http://schemas.openxmlformats.org/officeDocument/2006/relationships/audio" Target="../media/snd_vroom.wav"/></Relationships>
</file>

<file path=ppt/slides/_rels/slide3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slide" Target="slide356.xml"/><Relationship Id="rId6" Type="http://schemas.openxmlformats.org/officeDocument/2006/relationships/slide" Target="slide352.xml"/><Relationship Id="rId7" Type="http://schemas.openxmlformats.org/officeDocument/2006/relationships/slide" Target="slide363.xml"/><Relationship Id="rId8" Type="http://schemas.openxmlformats.org/officeDocument/2006/relationships/audio" Target="../media/snd_vroom.wav"/></Relationships>
</file>

<file path=ppt/slides/_rels/slide3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slide" Target="slide357.xml"/><Relationship Id="rId6" Type="http://schemas.openxmlformats.org/officeDocument/2006/relationships/slide" Target="slide353.xml"/><Relationship Id="rId7" Type="http://schemas.openxmlformats.org/officeDocument/2006/relationships/slide" Target="slide363.xml"/><Relationship Id="rId8" Type="http://schemas.openxmlformats.org/officeDocument/2006/relationships/audio" Target="../media/snd_vroom.wav"/></Relationships>
</file>

<file path=ppt/slides/_rels/slide3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slide" Target="slide358.xml"/><Relationship Id="rId6" Type="http://schemas.openxmlformats.org/officeDocument/2006/relationships/slide" Target="slide354.xml"/><Relationship Id="rId7" Type="http://schemas.openxmlformats.org/officeDocument/2006/relationships/slide" Target="slide363.xml"/><Relationship Id="rId8" Type="http://schemas.openxmlformats.org/officeDocument/2006/relationships/audio" Target="../media/snd_vroom.wav"/></Relationships>
</file>

<file path=ppt/slides/_rels/slide3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slide" Target="slide359.xml"/><Relationship Id="rId6" Type="http://schemas.openxmlformats.org/officeDocument/2006/relationships/slide" Target="slide355.xml"/><Relationship Id="rId7" Type="http://schemas.openxmlformats.org/officeDocument/2006/relationships/slide" Target="slide363.xml"/><Relationship Id="rId8" Type="http://schemas.openxmlformats.org/officeDocument/2006/relationships/audio" Target="../media/snd_vroom.wav"/></Relationships>
</file>

<file path=ppt/slides/_rels/slide3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slide" Target="slide360.xml"/><Relationship Id="rId6" Type="http://schemas.openxmlformats.org/officeDocument/2006/relationships/slide" Target="slide362.xml"/><Relationship Id="rId7" Type="http://schemas.openxmlformats.org/officeDocument/2006/relationships/slide" Target="slide363.xml"/><Relationship Id="rId8" Type="http://schemas.openxmlformats.org/officeDocument/2006/relationships/audio" Target="../media/snd_vroom.wav"/></Relationships>
</file>

<file path=ppt/slides/_rels/slide3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slide" Target="slide361.xml"/><Relationship Id="rId6" Type="http://schemas.openxmlformats.org/officeDocument/2006/relationships/slide" Target="slide357.xml"/><Relationship Id="rId7" Type="http://schemas.openxmlformats.org/officeDocument/2006/relationships/slide" Target="slide363.xml"/><Relationship Id="rId8" Type="http://schemas.openxmlformats.org/officeDocument/2006/relationships/audio" Target="../media/snd_vroom.wav"/></Relationships>
</file>

<file path=ppt/slides/_rels/slide3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slide" Target="slide361.xml"/><Relationship Id="rId6" Type="http://schemas.openxmlformats.org/officeDocument/2006/relationships/slide" Target="slide358.xml"/><Relationship Id="rId7" Type="http://schemas.openxmlformats.org/officeDocument/2006/relationships/slide" Target="slide363.xml"/><Relationship Id="rId8" Type="http://schemas.openxmlformats.org/officeDocument/2006/relationships/audio" Target="../media/snd_vroom.wav"/></Relationships>
</file>

<file path=ppt/slides/_rels/slide3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slide" Target="slide361.xml"/><Relationship Id="rId6" Type="http://schemas.openxmlformats.org/officeDocument/2006/relationships/slide" Target="slide359.xml"/><Relationship Id="rId7" Type="http://schemas.openxmlformats.org/officeDocument/2006/relationships/slide" Target="slide363.xml"/><Relationship Id="rId8" Type="http://schemas.openxmlformats.org/officeDocument/2006/relationships/audio" Target="../media/snd_vroom.wav"/></Relationships>
</file>

<file path=ppt/slides/_rels/slide3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slide" Target="slide361.xml"/><Relationship Id="rId6" Type="http://schemas.openxmlformats.org/officeDocument/2006/relationships/slide" Target="slide360.xml"/><Relationship Id="rId7" Type="http://schemas.openxmlformats.org/officeDocument/2006/relationships/slide" Target="slide363.xml"/><Relationship Id="rId8" Type="http://schemas.openxmlformats.org/officeDocument/2006/relationships/audio" Target="../media/snd_vroom.wav"/></Relationships>
</file>

<file path=ppt/slides/_rels/slide3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slide" Target="slide361.xml"/><Relationship Id="rId6" Type="http://schemas.openxmlformats.org/officeDocument/2006/relationships/slide" Target="slide362.xml"/><Relationship Id="rId7" Type="http://schemas.openxmlformats.org/officeDocument/2006/relationships/slide" Target="slide363.xml"/><Relationship Id="rId8" Type="http://schemas.openxmlformats.org/officeDocument/2006/relationships/audio" Target="../media/snd_vroom.wav"/></Relationships>
</file>

<file path=ppt/slides/_rels/slide3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3.png"/><Relationship Id="rId4" Type="http://schemas.openxmlformats.org/officeDocument/2006/relationships/slide" Target="slide363.xml"/><Relationship Id="rId5" Type="http://schemas.openxmlformats.org/officeDocument/2006/relationships/audio" Target="../media/snd_cheer.wav"/></Relationships>
</file>

<file path=ppt/slides/_rels/slide3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slide" Target="slide363.xml"/><Relationship Id="rId5" Type="http://schemas.openxmlformats.org/officeDocument/2006/relationships/audio" Target="../media/snd_cheer.wav"/></Relationships>
</file>

<file path=ppt/slides/_rels/slide3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slide" Target="slide2.xml"/><Relationship Id="rId4" Type="http://schemas.openxmlformats.org/officeDocument/2006/relationships/image" Target="../media/image16.png"/><Relationship Id="rId5" Type="http://schemas.openxmlformats.org/officeDocument/2006/relationships/audio" Target="../media/snd_cheer.wav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2286000" y="1079500"/>
            <a:ext cx="7620000" cy="3556000"/>
          </a:xfrm>
          <a:prstGeom prst="roundRect">
            <a:avLst>
              <a:gd name="adj" fmla="val 10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Quran Small Madd Games"/>
          <p:cNvSpPr/>
          <p:nvPr/>
        </p:nvSpPr>
        <p:spPr>
          <a:xfrm>
            <a:off x="2540000" y="1333500"/>
            <a:ext cx="7112000" cy="952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800" b="1" lang="en-US">
                <a:solidFill>
                  <a:srgbClr val="8A6CF0"/>
                </a:solidFill>
                <a:latin typeface="Arial"/>
                <a:cs typeface="Arial"/>
              </a:rPr>
              <a:t>Quran Small Madd Games</a:t>
            </a:r>
          </a:p>
        </p:txBody>
      </p:sp>
      <p:sp>
        <p:nvSpPr>
          <p:cNvPr id="5" name="Sample" descr="هَـٰذَا  ٱلصَّلَوٰةَ  إِنَّهُۥ"/>
          <p:cNvSpPr/>
          <p:nvPr/>
        </p:nvSpPr>
        <p:spPr>
          <a:xfrm>
            <a:off x="2540000" y="2349500"/>
            <a:ext cx="7112000" cy="1397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هَـ</a:t>
            </a:r>
            <a:r>
              <a:rPr sz="51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5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ذَا  ٱلصَّلَو</a:t>
            </a:r>
            <a:r>
              <a:rPr sz="51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5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ةَ  إِنَّهُ</a:t>
            </a:r>
            <a:r>
              <a:rPr sz="51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ۥ</a:t>
            </a:r>
          </a:p>
        </p:txBody>
      </p:sp>
      <p:sp>
        <p:nvSpPr>
          <p:cNvPr id="6" name="Subtitle" descr="The small red alif, the small waw and yaa"/>
          <p:cNvSpPr/>
          <p:nvPr/>
        </p:nvSpPr>
        <p:spPr>
          <a:xfrm>
            <a:off x="2540000" y="3746500"/>
            <a:ext cx="7112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The small red alif, the small waw and yaa</a:t>
            </a:r>
          </a:p>
        </p:txBody>
      </p:sp>
      <p:sp>
        <p:nvSpPr>
          <p:cNvPr id="7" name="Start" descr="Start ▶">
            <a:hlinkClick action="ppaction://hlinksldjump" r:id="rId3"/>
          </p:cNvPr>
          <p:cNvSpPr/>
          <p:nvPr/>
        </p:nvSpPr>
        <p:spPr>
          <a:xfrm>
            <a:off x="4826000" y="5016500"/>
            <a:ext cx="2540000" cy="889000"/>
          </a:xfrm>
          <a:prstGeom prst="roundRect">
            <a:avLst>
              <a:gd name="adj" fmla="val 3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Start ▶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How Do We Read It?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8A6CF0"/>
                </a:solidFill>
                <a:latin typeface="Arial"/>
                <a:cs typeface="Arial"/>
              </a:rPr>
              <a:t>How to play: How Do We Read It?</a:t>
            </a:r>
          </a:p>
        </p:txBody>
      </p:sp>
      <p:sp>
        <p:nvSpPr>
          <p:cNvPr id="5" name="Line 1" descr="1.  Read the word from the Mushaf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1.  Read the word from the Mushaf.</a:t>
            </a:r>
          </a:p>
        </p:txBody>
      </p:sp>
      <p:sp>
        <p:nvSpPr>
          <p:cNvPr id="6" name="Line 2" descr="2.  Look at the small red letters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2.  Look at the small red letters.</a:t>
            </a:r>
          </a:p>
        </p:txBody>
      </p:sp>
      <p:sp>
        <p:nvSpPr>
          <p:cNvPr id="7" name="Line 3" descr="3.  Tap the right way to read it.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3.  Tap the right way to read it.</a:t>
            </a:r>
          </a:p>
        </p:txBody>
      </p:sp>
      <p:sp>
        <p:nvSpPr>
          <p:cNvPr id="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ad إِنَّهُۥ لَا يُحِبُّ" descr="إِنَّهُۥ لَا يُحِبُّ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إِنَّهُ</a:t>
            </a:r>
            <a:r>
              <a:rPr sz="49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ۥ</a:t>
            </a:r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 لَا يُحِبُّ</a:t>
            </a:r>
          </a:p>
        </p:txBody>
      </p:sp>
      <p:sp>
        <p:nvSpPr>
          <p:cNvPr id="12" name="Answer 1 إِنَّهُو لَا يُحِبُّ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Answer text 1" descr="إِنَّهُو لَا يُحِبُّ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إِنَّهُو لَا يُحِبُّ</a:t>
            </a:r>
          </a:p>
        </p:txBody>
      </p:sp>
      <p:sp>
        <p:nvSpPr>
          <p:cNvPr id="14" name="Answer 2 إِنَّهُ لَا يُحِبُّ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2" descr="إِنَّهُ لَا يُحِبُّ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900" b="1" lang="ar-SA">
                <a:solidFill>
                  <a:srgbClr val="2E2640"/>
                </a:solidFill>
                <a:latin typeface="Arial"/>
                <a:cs typeface="Arial"/>
              </a:rPr>
              <a:t>إِنَّهُ لَا يُحِبُّ</a:t>
            </a:r>
          </a:p>
        </p:txBody>
      </p:sp>
      <p:sp>
        <p:nvSpPr>
          <p:cNvPr id="16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إِنَّهُو لَا يُحِبُّ" descr="إِنَّهُو لَا يُحِبُّ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000" b="1" lang="ar-SA">
                <a:solidFill>
                  <a:srgbClr val="2B8A3E"/>
                </a:solidFill>
                <a:latin typeface="Arial"/>
                <a:cs typeface="Arial"/>
              </a:rPr>
              <a:t>إِنَّهُو لَا يُحِبُّ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ٱلزَّكَوٰةَ" descr="ٱلزَّكَوٰة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ٱلزَّكَو</a:t>
            </a:r>
            <a:r>
              <a:rPr sz="82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ةَ</a:t>
            </a:r>
          </a:p>
        </p:txBody>
      </p:sp>
      <p:sp>
        <p:nvSpPr>
          <p:cNvPr id="14" name="Answer 1 الزَّكَوَةَ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الزَّكَوَةَ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الزَّكَوَةَ</a:t>
            </a:r>
          </a:p>
        </p:txBody>
      </p:sp>
      <p:sp>
        <p:nvSpPr>
          <p:cNvPr id="16" name="Answer 2 الزَّكَاةَ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الزَّكَاةَ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الزَّكَاةَ</a:t>
            </a:r>
          </a:p>
        </p:txBody>
      </p:sp>
      <p:sp>
        <p:nvSpPr>
          <p:cNvPr id="18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الزَّكَاةَ" descr="الزَّكَاة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900" b="1" lang="ar-SA">
                <a:solidFill>
                  <a:srgbClr val="2B8A3E"/>
                </a:solidFill>
                <a:latin typeface="Arial"/>
                <a:cs typeface="Arial"/>
              </a:rPr>
              <a:t>الزَّكَاةَ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إِلَٰهَ" descr="إِلَـٰه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إِلَـ</a:t>
            </a:r>
            <a:r>
              <a:rPr sz="10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هَ</a:t>
            </a:r>
          </a:p>
        </p:txBody>
      </p:sp>
      <p:sp>
        <p:nvSpPr>
          <p:cNvPr id="14" name="Answer 1 إِلَهَ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إِلَهَ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إِلَهَ</a:t>
            </a:r>
          </a:p>
        </p:txBody>
      </p:sp>
      <p:sp>
        <p:nvSpPr>
          <p:cNvPr id="16" name="Answer 2 إِلَاهَ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إِلَاهَ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إِلَاهَ</a:t>
            </a:r>
          </a:p>
        </p:txBody>
      </p:sp>
      <p:sp>
        <p:nvSpPr>
          <p:cNvPr id="18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إِلَاهَ" descr="إِلَاه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إِلَاهَ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مَٰلِكِ" descr="مَـٰلِك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مَـ</a:t>
            </a:r>
            <a:r>
              <a:rPr sz="10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لِكِ</a:t>
            </a:r>
          </a:p>
        </p:txBody>
      </p:sp>
      <p:sp>
        <p:nvSpPr>
          <p:cNvPr id="14" name="Answer 1 مَالِكِ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مَالِكِ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مَالِكِ</a:t>
            </a:r>
          </a:p>
        </p:txBody>
      </p:sp>
      <p:sp>
        <p:nvSpPr>
          <p:cNvPr id="16" name="Answer 2 مَلِكِ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مَلِكِ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مَلِكِ</a:t>
            </a:r>
          </a:p>
        </p:txBody>
      </p:sp>
      <p:sp>
        <p:nvSpPr>
          <p:cNvPr id="18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مَالِكِ" descr="مَالِك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مَالِكِ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هَٰذَا" descr="هَـٰذَ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هَـ</a:t>
            </a:r>
            <a:r>
              <a:rPr sz="10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ذَا</a:t>
            </a:r>
          </a:p>
        </p:txBody>
      </p:sp>
      <p:sp>
        <p:nvSpPr>
          <p:cNvPr id="14" name="Answer 1 هَاذَا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هَاذَا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هَاذَا</a:t>
            </a:r>
          </a:p>
        </p:txBody>
      </p:sp>
      <p:sp>
        <p:nvSpPr>
          <p:cNvPr id="16" name="Answer 2 هَذَا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هَذَا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هَذَا</a:t>
            </a:r>
          </a:p>
        </p:txBody>
      </p:sp>
      <p:sp>
        <p:nvSpPr>
          <p:cNvPr id="18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هَاذَا" descr="هَاذ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هَاذَا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هَاذَا" descr="هَاذَ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هَاذَا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ad إِنَّهُۥ لَا يُحِبُّ" descr="إِنَّهُۥ لَا يُحِبُّ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إِنَّهُ</a:t>
            </a:r>
            <a:r>
              <a:rPr sz="49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ۥ</a:t>
            </a:r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 لَا يُحِبُّ</a:t>
            </a:r>
          </a:p>
        </p:txBody>
      </p:sp>
      <p:sp>
        <p:nvSpPr>
          <p:cNvPr id="12" name="Answer 1 إِنَّهُو لَا يُحِبُّ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Answer text 1" descr="إِنَّهُو لَا يُحِبُّ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إِنَّهُو لَا يُحِبُّ</a:t>
            </a:r>
          </a:p>
        </p:txBody>
      </p:sp>
      <p:sp>
        <p:nvSpPr>
          <p:cNvPr id="14" name="Answer 2 إِنَّهُ لَا يُحِبُّ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2" descr="إِنَّهُ لَا يُحِبُّ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900" b="1" lang="ar-SA">
                <a:solidFill>
                  <a:srgbClr val="2E2640"/>
                </a:solidFill>
                <a:latin typeface="Arial"/>
                <a:cs typeface="Arial"/>
              </a:rPr>
              <a:t>إِنَّهُ لَا يُحِبُّ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إِنَّهُو لَا يُحِبُّ" descr="إِنَّهُو لَا يُحِبُّ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000" b="1" lang="ar-SA">
                <a:solidFill>
                  <a:srgbClr val="2B8A3E"/>
                </a:solidFill>
                <a:latin typeface="Arial"/>
                <a:cs typeface="Arial"/>
              </a:rPr>
              <a:t>إِنَّهُو لَا يُحِبُّ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ٱلزَّكَوٰةَ" descr="ٱلزَّكَوٰة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ٱلزَّكَو</a:t>
            </a:r>
            <a:r>
              <a:rPr sz="82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ةَ</a:t>
            </a:r>
          </a:p>
        </p:txBody>
      </p:sp>
      <p:sp>
        <p:nvSpPr>
          <p:cNvPr id="14" name="Answer 1 الزَّكَوَةَ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الزَّكَوَةَ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الزَّكَوَةَ</a:t>
            </a:r>
          </a:p>
        </p:txBody>
      </p:sp>
      <p:sp>
        <p:nvSpPr>
          <p:cNvPr id="16" name="Answer 2 الزَّكَاةَ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الزَّكَاةَ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الزَّكَاةَ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الزَّكَاةَ" descr="الزَّكَاة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900" b="1" lang="ar-SA">
                <a:solidFill>
                  <a:srgbClr val="2B8A3E"/>
                </a:solidFill>
                <a:latin typeface="Arial"/>
                <a:cs typeface="Arial"/>
              </a:rPr>
              <a:t>الزَّكَاةَ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إِلَٰهَ" descr="إِلَـٰه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إِلَـ</a:t>
            </a:r>
            <a:r>
              <a:rPr sz="10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هَ</a:t>
            </a:r>
          </a:p>
        </p:txBody>
      </p:sp>
      <p:sp>
        <p:nvSpPr>
          <p:cNvPr id="14" name="Answer 1 إِلَهَ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إِلَهَ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إِلَهَ</a:t>
            </a:r>
          </a:p>
        </p:txBody>
      </p:sp>
      <p:sp>
        <p:nvSpPr>
          <p:cNvPr id="16" name="Answer 2 إِلَاهَ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إِلَاهَ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إِلَاهَ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إِلَاهَ" descr="إِلَاه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إِلَاهَ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مَٰلِكِ" descr="مَـٰلِك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مَـ</a:t>
            </a:r>
            <a:r>
              <a:rPr sz="10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لِكِ</a:t>
            </a:r>
          </a:p>
        </p:txBody>
      </p:sp>
      <p:sp>
        <p:nvSpPr>
          <p:cNvPr id="14" name="Answer 1 مَالِكِ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مَالِكِ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مَالِكِ</a:t>
            </a:r>
          </a:p>
        </p:txBody>
      </p:sp>
      <p:sp>
        <p:nvSpPr>
          <p:cNvPr id="16" name="Answer 2 مَلِكِ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مَلِكِ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مَلِكِ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مَالِكِ" descr="مَالِك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مَالِكِ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هَٰذَا" descr="هَـٰذَ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هَـ</a:t>
            </a:r>
            <a:r>
              <a:rPr sz="10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ذَا</a:t>
            </a:r>
          </a:p>
        </p:txBody>
      </p:sp>
      <p:sp>
        <p:nvSpPr>
          <p:cNvPr id="14" name="Answer 1 هَاذَا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هَاذَا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هَاذَا</a:t>
            </a:r>
          </a:p>
        </p:txBody>
      </p:sp>
      <p:sp>
        <p:nvSpPr>
          <p:cNvPr id="16" name="Answer 2 هَذَا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هَذَا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هَذَا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Find It!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700" b="1" lang="en-US">
                <a:solidFill>
                  <a:srgbClr val="8A6CF0"/>
                </a:solidFill>
                <a:latin typeface="Arial"/>
                <a:cs typeface="Arial"/>
              </a:rPr>
              <a:t>How to play: Find It!</a:t>
            </a:r>
          </a:p>
        </p:txBody>
      </p:sp>
      <p:sp>
        <p:nvSpPr>
          <p:cNvPr id="5" name="Line 1" descr="1.  Read every card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1.  Read every card.</a:t>
            </a:r>
          </a:p>
        </p:txBody>
      </p:sp>
      <p:sp>
        <p:nvSpPr>
          <p:cNvPr id="6" name="Line 2" descr="2.  Tap the card the question asks for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2.  Tap the card the question asks for.</a:t>
            </a:r>
          </a:p>
        </p:txBody>
      </p:sp>
      <p:sp>
        <p:nvSpPr>
          <p:cNvPr id="7" name="Line 3" descr="3.  Ding! You get a star.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3.  Ding! You get a star.</a:t>
            </a:r>
          </a:p>
        </p:txBody>
      </p:sp>
      <p:sp>
        <p:nvSpPr>
          <p:cNvPr id="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word with a SMALL ALIF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every word with a SMALL ALIF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قَالَ" descr="قَالَ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قَالَ</a:t>
            </a:r>
          </a:p>
        </p:txBody>
      </p:sp>
      <p:sp>
        <p:nvSpPr>
          <p:cNvPr id="8" name="Card 2 ٱلۡحَمۡدُ" descr="ٱلۡحَمۡدُ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ٱلۡحَمۡدُ</a:t>
            </a:r>
          </a:p>
        </p:txBody>
      </p:sp>
      <p:sp>
        <p:nvSpPr>
          <p:cNvPr id="9" name="Card 3 نَارًا" descr="نَارًا">
            <a:hlinkClick action="ppaction://hlinksldjump" r:id="rId3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نَارًا</a:t>
            </a:r>
          </a:p>
        </p:txBody>
      </p:sp>
      <p:sp>
        <p:nvSpPr>
          <p:cNvPr id="10" name="Card 4 ٱلۡكِتَٰبُ" descr="ٱلۡكِتَـٰبُ">
            <a:hlinkClick action="ppaction://hlinksldjump" r:id="rId4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ٱلۡكِتَـ</a:t>
            </a:r>
            <a:r>
              <a:rPr sz="5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بُ</a:t>
            </a:r>
          </a:p>
        </p:txBody>
      </p:sp>
      <p:sp>
        <p:nvSpPr>
          <p:cNvPr id="11" name="Card 5 ٱلرَّحۡمَٰنِ" descr="ٱلرَّحۡمَـٰنِ">
            <a:hlinkClick action="ppaction://hlinksldjump" r:id="rId5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ٱلرَّحۡمَـ</a:t>
            </a:r>
            <a:r>
              <a:rPr sz="4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نِ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2" dur="20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word with a SMALL ALIF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every word with a SMALL ALIF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قَالَ" descr="قَالَ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قَالَ</a:t>
            </a:r>
          </a:p>
        </p:txBody>
      </p:sp>
      <p:sp>
        <p:nvSpPr>
          <p:cNvPr id="8" name="Card 2 ٱلۡحَمۡدُ" descr="ٱلۡحَمۡدُ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ٱلۡحَمۡدُ</a:t>
            </a:r>
          </a:p>
        </p:txBody>
      </p:sp>
      <p:sp>
        <p:nvSpPr>
          <p:cNvPr id="9" name="Card 3 نَارًا" descr="نَارًا">
            <a:hlinkClick action="ppaction://hlinksldjump" r:id="rId3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نَارًا</a:t>
            </a:r>
          </a:p>
        </p:txBody>
      </p:sp>
      <p:sp>
        <p:nvSpPr>
          <p:cNvPr id="10" name="Card 4 ٱلۡكِتَٰبُ" descr="ٱلۡكِتَـٰبُ">
            <a:hlinkClick action="ppaction://hlinksldjump" r:id="rId4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ٱلۡكِتَـ</a:t>
            </a:r>
            <a:r>
              <a:rPr sz="5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بُ</a:t>
            </a:r>
          </a:p>
        </p:txBody>
      </p:sp>
      <p:sp>
        <p:nvSpPr>
          <p:cNvPr id="11" name="Card 5 ٱلرَّحۡمَٰنِ" descr="ٱلرَّحۡمَـٰنِ">
            <a:hlinkClick action="ppaction://hlinksldjump" r:id="rId5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ٱلرَّحۡمَـ</a:t>
            </a:r>
            <a:r>
              <a:rPr sz="4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نِ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2" dur="20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word with a SMALL ALIF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every word with a SMALL ALIF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قَالَ" descr="قَالَ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قَالَ</a:t>
            </a:r>
          </a:p>
        </p:txBody>
      </p:sp>
      <p:sp>
        <p:nvSpPr>
          <p:cNvPr id="8" name="Card 2 ٱلۡحَمۡدُ" descr="ٱلۡحَمۡدُ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ٱلۡحَمۡدُ</a:t>
            </a:r>
          </a:p>
        </p:txBody>
      </p:sp>
      <p:sp>
        <p:nvSpPr>
          <p:cNvPr id="9" name="Card 3 نَارًا" descr="نَارًا">
            <a:hlinkClick action="ppaction://hlinksldjump" r:id="rId3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نَارًا</a:t>
            </a:r>
          </a:p>
        </p:txBody>
      </p:sp>
      <p:sp>
        <p:nvSpPr>
          <p:cNvPr id="10" name="Card 5 ٱلرَّحۡمَٰنِ" descr="ٱلرَّحۡمَـٰنِ">
            <a:hlinkClick action="ppaction://hlinksldjump" r:id="rId4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ٱلرَّحۡمَـ</a:t>
            </a:r>
            <a:r>
              <a:rPr sz="4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نِ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17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5" dur="20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word with a SMALL ALIF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every word with a SMALL ALIF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قَالَ" descr="قَالَ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قَالَ</a:t>
            </a:r>
          </a:p>
        </p:txBody>
      </p:sp>
      <p:sp>
        <p:nvSpPr>
          <p:cNvPr id="8" name="Card 2 ٱلۡحَمۡدُ" descr="ٱلۡحَمۡدُ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ٱلۡحَمۡدُ</a:t>
            </a:r>
          </a:p>
        </p:txBody>
      </p:sp>
      <p:sp>
        <p:nvSpPr>
          <p:cNvPr id="9" name="Card 3 نَارًا" descr="نَارًا">
            <a:hlinkClick action="ppaction://hlinksldjump" r:id="rId3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نَارًا</a:t>
            </a:r>
          </a:p>
        </p:txBody>
      </p:sp>
      <p:sp>
        <p:nvSpPr>
          <p:cNvPr id="10" name="Card 5 ٱلرَّحۡمَٰنِ" descr="ٱلرَّحۡمَـٰنِ">
            <a:hlinkClick action="ppaction://hlinksldjump" r:id="rId4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ٱلرَّحۡمَـ</a:t>
            </a:r>
            <a:r>
              <a:rPr sz="4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نِ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20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word with a SMALL ALIF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every word with a SMALL ALIF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قَالَ" descr="قَالَ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قَالَ</a:t>
            </a:r>
          </a:p>
        </p:txBody>
      </p:sp>
      <p:sp>
        <p:nvSpPr>
          <p:cNvPr id="8" name="Card 2 ٱلۡحَمۡدُ" descr="ٱلۡحَمۡدُ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ٱلۡحَمۡدُ</a:t>
            </a:r>
          </a:p>
        </p:txBody>
      </p:sp>
      <p:sp>
        <p:nvSpPr>
          <p:cNvPr id="9" name="Card 3 نَارًا" descr="نَارًا">
            <a:hlinkClick action="ppaction://hlinksldjump" r:id="rId3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نَارًا</a:t>
            </a:r>
          </a:p>
        </p:txBody>
      </p:sp>
      <p:sp>
        <p:nvSpPr>
          <p:cNvPr id="10" name="Card 4 ٱلۡكِتَٰبُ" descr="ٱلۡكِتَـٰبُ">
            <a:hlinkClick action="ppaction://hlinksldjump" r:id="rId4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ٱلۡكِتَـ</a:t>
            </a:r>
            <a:r>
              <a:rPr sz="5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بُ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17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5" dur="18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word with a SMALL ALIF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every word with a SMALL ALIF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قَالَ" descr="قَالَ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قَالَ</a:t>
            </a:r>
          </a:p>
        </p:txBody>
      </p:sp>
      <p:sp>
        <p:nvSpPr>
          <p:cNvPr id="8" name="Card 2 ٱلۡحَمۡدُ" descr="ٱلۡحَمۡدُ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ٱلۡحَمۡدُ</a:t>
            </a:r>
          </a:p>
        </p:txBody>
      </p:sp>
      <p:sp>
        <p:nvSpPr>
          <p:cNvPr id="9" name="Card 3 نَارًا" descr="نَارًا">
            <a:hlinkClick action="ppaction://hlinksldjump" r:id="rId3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نَارًا</a:t>
            </a:r>
          </a:p>
        </p:txBody>
      </p:sp>
      <p:sp>
        <p:nvSpPr>
          <p:cNvPr id="10" name="Card 4 ٱلۡكِتَٰبُ" descr="ٱلۡكِتَـٰبُ">
            <a:hlinkClick action="ppaction://hlinksldjump" r:id="rId4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ٱلۡكِتَـ</a:t>
            </a:r>
            <a:r>
              <a:rPr sz="5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بُ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word with a SMALL ALIF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every word with a SMALL ALIF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قَالَ" descr="قَالَ"/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قَالَ</a:t>
            </a:r>
          </a:p>
        </p:txBody>
      </p:sp>
      <p:sp>
        <p:nvSpPr>
          <p:cNvPr id="8" name="Card 2 ٱلۡحَمۡدُ" descr="ٱلۡحَمۡدُ"/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ٱلۡحَمۡدُ</a:t>
            </a:r>
          </a:p>
        </p:txBody>
      </p:sp>
      <p:sp>
        <p:nvSpPr>
          <p:cNvPr id="9" name="Card 3 نَارًا" descr="نَارًا"/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نَارًا</a:t>
            </a:r>
          </a:p>
        </p:txBody>
      </p:sp>
      <p:sp>
        <p:nvSpPr>
          <p:cNvPr id="10" name="Great job!" descr="Great job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1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17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Mystery Gifts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800" b="1" lang="en-US">
                <a:solidFill>
                  <a:srgbClr val="8A6CF0"/>
                </a:solidFill>
                <a:latin typeface="Arial"/>
                <a:cs typeface="Arial"/>
              </a:rPr>
              <a:t>How to play: Mystery Gifts</a:t>
            </a:r>
          </a:p>
        </p:txBody>
      </p:sp>
      <p:sp>
        <p:nvSpPr>
          <p:cNvPr id="5" name="Line 1" descr="1.  Tap a gift to open it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1.  Tap a gift to open it.</a:t>
            </a:r>
          </a:p>
        </p:txBody>
      </p:sp>
      <p:sp>
        <p:nvSpPr>
          <p:cNvPr id="6" name="Line 2" descr="2.  Read what is inside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2.  Read what is inside.</a:t>
            </a:r>
          </a:p>
        </p:txBody>
      </p:sp>
      <p:sp>
        <p:nvSpPr>
          <p:cNvPr id="7" name="Line 3" descr="3.  Go back and open another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3.  Go back and open another!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750" y="2524125"/>
            <a:ext cx="2095500" cy="104775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Open a gift and 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Open a gift and read it!</a:t>
            </a:r>
          </a:p>
        </p:txBody>
      </p:sp>
      <p:pic>
        <p:nvPicPr>
          <p:cNvPr id="5" name="Gift box 1" descr="Gift box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2317750"/>
            <a:ext cx="2286000" cy="1333500"/>
          </a:xfrm>
          <a:prstGeom prst="rect">
            <a:avLst/>
          </a:prstGeom>
        </p:spPr>
      </p:pic>
      <p:pic>
        <p:nvPicPr>
          <p:cNvPr id="6" name="Gift lid 1" descr="Gift lid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682750"/>
            <a:ext cx="2476500" cy="1238250"/>
          </a:xfrm>
          <a:prstGeom prst="rect">
            <a:avLst/>
          </a:prstGeom>
        </p:spPr>
      </p:pic>
      <p:pic>
        <p:nvPicPr>
          <p:cNvPr id="7" name="Gift box 2" descr="Gift box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2317750"/>
            <a:ext cx="2286000" cy="1333500"/>
          </a:xfrm>
          <a:prstGeom prst="rect">
            <a:avLst/>
          </a:prstGeom>
        </p:spPr>
      </p:pic>
      <p:pic>
        <p:nvPicPr>
          <p:cNvPr id="8" name="Gift lid 2" descr="Gift lid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1682750"/>
            <a:ext cx="2476500" cy="1238250"/>
          </a:xfrm>
          <a:prstGeom prst="rect">
            <a:avLst/>
          </a:prstGeom>
        </p:spPr>
      </p:pic>
      <p:pic>
        <p:nvPicPr>
          <p:cNvPr id="9" name="Gift box 3" descr="Gift box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2317750"/>
            <a:ext cx="2286000" cy="1333500"/>
          </a:xfrm>
          <a:prstGeom prst="rect">
            <a:avLst/>
          </a:prstGeom>
        </p:spPr>
      </p:pic>
      <p:pic>
        <p:nvPicPr>
          <p:cNvPr id="10" name="Gift lid 3" descr="Gift lid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1682750"/>
            <a:ext cx="2476500" cy="1238250"/>
          </a:xfrm>
          <a:prstGeom prst="rect">
            <a:avLst/>
          </a:prstGeom>
        </p:spPr>
      </p:pic>
      <p:pic>
        <p:nvPicPr>
          <p:cNvPr id="11" name="Gift box 4" descr="Gift box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2317750"/>
            <a:ext cx="2286000" cy="1333500"/>
          </a:xfrm>
          <a:prstGeom prst="rect">
            <a:avLst/>
          </a:prstGeom>
        </p:spPr>
      </p:pic>
      <p:pic>
        <p:nvPicPr>
          <p:cNvPr id="12" name="Gift lid 4" descr="Gift lid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1682750"/>
            <a:ext cx="2476500" cy="1238250"/>
          </a:xfrm>
          <a:prstGeom prst="rect">
            <a:avLst/>
          </a:prstGeom>
        </p:spPr>
      </p:pic>
      <p:pic>
        <p:nvPicPr>
          <p:cNvPr id="13" name="Gift box 5" descr="Gift box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4730750"/>
            <a:ext cx="2286000" cy="1333500"/>
          </a:xfrm>
          <a:prstGeom prst="rect">
            <a:avLst/>
          </a:prstGeom>
        </p:spPr>
      </p:pic>
      <p:pic>
        <p:nvPicPr>
          <p:cNvPr id="14" name="Gift lid 5" descr="Gift lid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095750"/>
            <a:ext cx="2476500" cy="1238250"/>
          </a:xfrm>
          <a:prstGeom prst="rect">
            <a:avLst/>
          </a:prstGeom>
        </p:spPr>
      </p:pic>
      <p:pic>
        <p:nvPicPr>
          <p:cNvPr id="15" name="Gift box 6" descr="Gift box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4730750"/>
            <a:ext cx="2286000" cy="1333500"/>
          </a:xfrm>
          <a:prstGeom prst="rect">
            <a:avLst/>
          </a:prstGeom>
        </p:spPr>
      </p:pic>
      <p:pic>
        <p:nvPicPr>
          <p:cNvPr id="16" name="Gift lid 6" descr="Gift lid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4095750"/>
            <a:ext cx="2476500" cy="1238250"/>
          </a:xfrm>
          <a:prstGeom prst="rect">
            <a:avLst/>
          </a:prstGeom>
        </p:spPr>
      </p:pic>
      <p:pic>
        <p:nvPicPr>
          <p:cNvPr id="17" name="Gift box 7" descr="Gift box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4730750"/>
            <a:ext cx="2286000" cy="1333500"/>
          </a:xfrm>
          <a:prstGeom prst="rect">
            <a:avLst/>
          </a:prstGeom>
        </p:spPr>
      </p:pic>
      <p:pic>
        <p:nvPicPr>
          <p:cNvPr id="18" name="Gift lid 7" descr="Gift lid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4095750"/>
            <a:ext cx="2476500" cy="1238250"/>
          </a:xfrm>
          <a:prstGeom prst="rect">
            <a:avLst/>
          </a:prstGeom>
        </p:spPr>
      </p:pic>
      <p:pic>
        <p:nvPicPr>
          <p:cNvPr id="19" name="Gift box 8" descr="Gift box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4730750"/>
            <a:ext cx="2286000" cy="1333500"/>
          </a:xfrm>
          <a:prstGeom prst="rect">
            <a:avLst/>
          </a:prstGeom>
        </p:spPr>
      </p:pic>
      <p:pic>
        <p:nvPicPr>
          <p:cNvPr id="20" name="Gift lid 8" descr="Gift lid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4095750"/>
            <a:ext cx="2476500" cy="1238250"/>
          </a:xfrm>
          <a:prstGeom prst="rect">
            <a:avLst/>
          </a:prstGeom>
        </p:spPr>
      </p:pic>
      <p:sp>
        <p:nvSpPr>
          <p:cNvPr id="21" name="Next button">
            <a:hlinkClick action="ppaction://hlinksldjump" r:id="rId1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1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لَهُ ٱلۡمُلۡكُ" descr="لَهُ ٱلۡمُلۡكُ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لَهُ ٱلۡمُلۡكُ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وَقَلۡبِهِۦ وَجَعَلَ" descr="وَقَلۡبِهِۦ وَجَعَل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وَقَلۡبِهِ</a:t>
            </a:r>
            <a:r>
              <a:rPr sz="49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ۦ</a:t>
            </a:r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 وَجَعَلَ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ٱلۡهُدَىٰ" descr="ٱلۡهُدَىٰ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ٱلۡهُدَى</a:t>
            </a:r>
            <a:r>
              <a:rPr sz="104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إِنَّهُۥ عَلِيمٌ" descr="إِنَّهُۥ عَلِيمٌ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إِنَّهُ</a:t>
            </a:r>
            <a:r>
              <a:rPr sz="61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ۥ</a:t>
            </a:r>
            <a:r>
              <a:rPr sz="6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 عَلِيمٌ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مَٰلِكِ" descr="مَـٰلِكِ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مَـ</a:t>
            </a:r>
            <a:r>
              <a:rPr sz="15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15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لِكِ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لَٰكِنۡ" descr="لَـٰكِنۡ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لَـ</a:t>
            </a:r>
            <a:r>
              <a:rPr sz="15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15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كِنۡ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ٱلۡحَيَوٰةُ" descr="ٱلۡحَيَوٰةُ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ٱلۡحَيَو</a:t>
            </a:r>
            <a:r>
              <a:rPr sz="87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8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ةُ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ٱلۡعَٰلَمِينَ" descr="ٱلۡعَـٰلَمِين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ٱلۡعَـ</a:t>
            </a:r>
            <a:r>
              <a:rPr sz="74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7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لَمِينَ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ad ٱلصَّلَوٰةَ" descr="ٱلصَّلَوٰة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ٱلصَّلَو</a:t>
            </a:r>
            <a:r>
              <a:rPr sz="82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ةَ</a:t>
            </a:r>
          </a:p>
        </p:txBody>
      </p:sp>
      <p:sp>
        <p:nvSpPr>
          <p:cNvPr id="12" name="Answer 1 الصَّلَاةَ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Answer text 1" descr="الصَّلَاةَ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الصَّلَاةَ</a:t>
            </a:r>
          </a:p>
        </p:txBody>
      </p:sp>
      <p:sp>
        <p:nvSpPr>
          <p:cNvPr id="14" name="Answer 2 الصَّلَوَةَ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2" descr="الصَّلَوَةَ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الصَّلَوَةَ</a:t>
            </a:r>
          </a:p>
        </p:txBody>
      </p:sp>
      <p:sp>
        <p:nvSpPr>
          <p:cNvPr id="16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الصَّلَاةَ" descr="الصَّلَاة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900" b="1" lang="ar-SA">
                <a:solidFill>
                  <a:srgbClr val="2B8A3E"/>
                </a:solidFill>
                <a:latin typeface="Arial"/>
                <a:cs typeface="Arial"/>
              </a:rPr>
              <a:t>الصَّلَاةَ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وَلَهُ ٱلۡحَمۡدُ" descr="وَلَهُ ٱلۡحَمۡد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وَلَهُ ٱلۡحَمۡدُ</a:t>
            </a:r>
          </a:p>
        </p:txBody>
      </p:sp>
      <p:sp>
        <p:nvSpPr>
          <p:cNvPr id="14" name="Answer 1 وَلَهُلۡ حَمۡدُ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وَلَهُلۡ حَمۡدُ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وَلَهُلۡ حَمۡدُ</a:t>
            </a:r>
          </a:p>
        </p:txBody>
      </p:sp>
      <p:sp>
        <p:nvSpPr>
          <p:cNvPr id="16" name="Answer 2 وَلَهُو الۡحَمۡدُ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وَلَهُو الۡحَمۡدُ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وَلَهُو الۡحَمۡدُ</a:t>
            </a:r>
          </a:p>
        </p:txBody>
      </p:sp>
      <p:sp>
        <p:nvSpPr>
          <p:cNvPr id="18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وَلَهُلۡ حَمۡدُ" descr="وَلَهُلۡ حَمۡد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3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وَلَهُلۡ حَمۡدُ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ٱلۡهُدَىٰ" descr="ٱلۡهُدَىٰ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ٱلۡهُدَى</a:t>
            </a:r>
            <a:r>
              <a:rPr sz="99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</a:p>
        </p:txBody>
      </p:sp>
      <p:sp>
        <p:nvSpPr>
          <p:cNvPr id="14" name="Answer 1 الۡهُدَيۡ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الۡهُدَيۡ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الۡهُدَيۡ</a:t>
            </a:r>
          </a:p>
        </p:txBody>
      </p:sp>
      <p:sp>
        <p:nvSpPr>
          <p:cNvPr id="16" name="Answer 2 الۡهُدَا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الۡهُدَا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الۡهُدَا</a:t>
            </a:r>
          </a:p>
        </p:txBody>
      </p:sp>
      <p:sp>
        <p:nvSpPr>
          <p:cNvPr id="18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الۡهُدَا" descr="الۡهُد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الۡهُدَا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إِنَّهُۥ عَلِيمٌ" descr="إِنَّهُۥ عَلِيمٌ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إِنَّهُ</a:t>
            </a:r>
            <a:r>
              <a:rPr sz="5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ۥ</a:t>
            </a:r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 عَلِيمٌ</a:t>
            </a:r>
          </a:p>
        </p:txBody>
      </p:sp>
      <p:sp>
        <p:nvSpPr>
          <p:cNvPr id="14" name="Answer 1 إِنَّهُ عَلِيمٌ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إِنَّهُ عَلِيمٌ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إِنَّهُ عَلِيمٌ</a:t>
            </a:r>
          </a:p>
        </p:txBody>
      </p:sp>
      <p:sp>
        <p:nvSpPr>
          <p:cNvPr id="16" name="Answer 2 إِنَّهُو عَلِيمٌ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إِنَّهُو عَلِيمٌ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100" b="1" lang="ar-SA">
                <a:solidFill>
                  <a:srgbClr val="2E2640"/>
                </a:solidFill>
                <a:latin typeface="Arial"/>
                <a:cs typeface="Arial"/>
              </a:rPr>
              <a:t>إِنَّهُو عَلِيمٌ</a:t>
            </a:r>
          </a:p>
        </p:txBody>
      </p:sp>
      <p:sp>
        <p:nvSpPr>
          <p:cNvPr id="18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إِنَّهُو عَلِيمٌ" descr="إِنَّهُو عَلِيمٌ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000" b="1" lang="ar-SA">
                <a:solidFill>
                  <a:srgbClr val="2B8A3E"/>
                </a:solidFill>
                <a:latin typeface="Arial"/>
                <a:cs typeface="Arial"/>
              </a:rPr>
              <a:t>إِنَّهُو عَلِيمٌ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ٱلۡحَيَوٰةُ" descr="ٱلۡحَيَوٰة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ٱلۡحَيَو</a:t>
            </a:r>
            <a:r>
              <a:rPr sz="82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ةُ</a:t>
            </a:r>
          </a:p>
        </p:txBody>
      </p:sp>
      <p:sp>
        <p:nvSpPr>
          <p:cNvPr id="14" name="Answer 1 الۡحَيَوَةُ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الۡحَيَوَةُ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الۡحَيَوَةُ</a:t>
            </a:r>
          </a:p>
        </p:txBody>
      </p:sp>
      <p:sp>
        <p:nvSpPr>
          <p:cNvPr id="16" name="Answer 2 الۡحَيَاةُ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الۡحَيَاةُ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الۡحَيَاةُ</a:t>
            </a:r>
          </a:p>
        </p:txBody>
      </p:sp>
      <p:sp>
        <p:nvSpPr>
          <p:cNvPr id="18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الۡحَيَاةُ" descr="الۡحَيَاة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9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الۡحَيَاةُ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الۡحَيَاةُ" descr="الۡحَيَاة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الۡحَيَاةُ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ad ٱلصَّلَوٰةَ" descr="ٱلصَّلَوٰة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ٱلصَّلَو</a:t>
            </a:r>
            <a:r>
              <a:rPr sz="82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ةَ</a:t>
            </a:r>
          </a:p>
        </p:txBody>
      </p:sp>
      <p:sp>
        <p:nvSpPr>
          <p:cNvPr id="12" name="Answer 1 الصَّلَاةَ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Answer text 1" descr="الصَّلَاةَ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الصَّلَاةَ</a:t>
            </a:r>
          </a:p>
        </p:txBody>
      </p:sp>
      <p:sp>
        <p:nvSpPr>
          <p:cNvPr id="14" name="Answer 2 الصَّلَوَةَ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2" descr="الصَّلَوَةَ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الصَّلَوَةَ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الصَّلَاةَ" descr="الصَّلَاة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900" b="1" lang="ar-SA">
                <a:solidFill>
                  <a:srgbClr val="2B8A3E"/>
                </a:solidFill>
                <a:latin typeface="Arial"/>
                <a:cs typeface="Arial"/>
              </a:rPr>
              <a:t>الصَّلَاةَ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وَلَهُ ٱلۡحَمۡدُ" descr="وَلَهُ ٱلۡحَمۡد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وَلَهُ ٱلۡحَمۡدُ</a:t>
            </a:r>
          </a:p>
        </p:txBody>
      </p:sp>
      <p:sp>
        <p:nvSpPr>
          <p:cNvPr id="14" name="Answer 1 وَلَهُلۡ حَمۡدُ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وَلَهُلۡ حَمۡدُ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وَلَهُلۡ حَمۡدُ</a:t>
            </a:r>
          </a:p>
        </p:txBody>
      </p:sp>
      <p:sp>
        <p:nvSpPr>
          <p:cNvPr id="16" name="Answer 2 وَلَهُو الۡحَمۡدُ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وَلَهُو الۡحَمۡدُ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وَلَهُو الۡحَمۡدُ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وَلَهُلۡ حَمۡدُ" descr="وَلَهُلۡ حَمۡد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3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وَلَهُلۡ حَمۡدُ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ٱلۡهُدَىٰ" descr="ٱلۡهُدَىٰ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ٱلۡهُدَى</a:t>
            </a:r>
            <a:r>
              <a:rPr sz="99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</a:p>
        </p:txBody>
      </p:sp>
      <p:sp>
        <p:nvSpPr>
          <p:cNvPr id="14" name="Answer 1 الۡهُدَيۡ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الۡهُدَيۡ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الۡهُدَيۡ</a:t>
            </a:r>
          </a:p>
        </p:txBody>
      </p:sp>
      <p:sp>
        <p:nvSpPr>
          <p:cNvPr id="16" name="Answer 2 الۡهُدَا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الۡهُدَا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الۡهُدَا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الۡهُدَا" descr="الۡهُد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الۡهُدَا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إِنَّهُۥ عَلِيمٌ" descr="إِنَّهُۥ عَلِيمٌ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إِنَّهُ</a:t>
            </a:r>
            <a:r>
              <a:rPr sz="5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ۥ</a:t>
            </a:r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 عَلِيمٌ</a:t>
            </a:r>
          </a:p>
        </p:txBody>
      </p:sp>
      <p:sp>
        <p:nvSpPr>
          <p:cNvPr id="14" name="Answer 1 إِنَّهُ عَلِيمٌ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إِنَّهُ عَلِيمٌ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إِنَّهُ عَلِيمٌ</a:t>
            </a:r>
          </a:p>
        </p:txBody>
      </p:sp>
      <p:sp>
        <p:nvSpPr>
          <p:cNvPr id="16" name="Answer 2 إِنَّهُو عَلِيمٌ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إِنَّهُو عَلِيمٌ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100" b="1" lang="ar-SA">
                <a:solidFill>
                  <a:srgbClr val="2E2640"/>
                </a:solidFill>
                <a:latin typeface="Arial"/>
                <a:cs typeface="Arial"/>
              </a:rPr>
              <a:t>إِنَّهُو عَلِيمٌ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إِنَّهُو عَلِيمٌ" descr="إِنَّهُو عَلِيمٌ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000" b="1" lang="ar-SA">
                <a:solidFill>
                  <a:srgbClr val="2B8A3E"/>
                </a:solidFill>
                <a:latin typeface="Arial"/>
                <a:cs typeface="Arial"/>
              </a:rPr>
              <a:t>إِنَّهُو عَلِيمٌ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ٱلۡحَيَوٰةُ" descr="ٱلۡحَيَوٰة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ٱلۡحَيَو</a:t>
            </a:r>
            <a:r>
              <a:rPr sz="82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ةُ</a:t>
            </a:r>
          </a:p>
        </p:txBody>
      </p:sp>
      <p:sp>
        <p:nvSpPr>
          <p:cNvPr id="14" name="Answer 1 الۡحَيَوَةُ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الۡحَيَوَةُ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الۡحَيَوَةُ</a:t>
            </a:r>
          </a:p>
        </p:txBody>
      </p:sp>
      <p:sp>
        <p:nvSpPr>
          <p:cNvPr id="16" name="Answer 2 الۡحَيَاةُ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الۡحَيَاةُ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الۡحَيَاةُ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word with a SMALL ALIF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every word with a SMALL ALIF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نَارًا" descr="نَارًا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نَارًا</a:t>
            </a:r>
          </a:p>
        </p:txBody>
      </p:sp>
      <p:sp>
        <p:nvSpPr>
          <p:cNvPr id="8" name="Card 2 مَٰلِكِ" descr="مَـٰلِكِ">
            <a:hlinkClick action="ppaction://hlinksldjump" r:id="rId4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مَـ</a:t>
            </a:r>
            <a:r>
              <a:rPr sz="73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7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لِكِ</a:t>
            </a:r>
          </a:p>
        </p:txBody>
      </p:sp>
      <p:sp>
        <p:nvSpPr>
          <p:cNvPr id="9" name="Card 3 لَهُ ٱلۡمُلۡكُ" descr="لَهُ ٱلۡمُلۡكُ">
            <a:hlinkClick action="ppaction://hlinksldjump" r:id="rId3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لَهُ ٱلۡمُلۡكُ</a:t>
            </a:r>
          </a:p>
        </p:txBody>
      </p:sp>
      <p:sp>
        <p:nvSpPr>
          <p:cNvPr id="10" name="Card 4 عَلَىٰ" descr="عَلَىٰ">
            <a:hlinkClick action="ppaction://hlinksldjump" r:id="rId5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عَلَى</a:t>
            </a:r>
            <a:r>
              <a:rPr sz="73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</a:p>
        </p:txBody>
      </p:sp>
      <p:sp>
        <p:nvSpPr>
          <p:cNvPr id="11" name="Card 5 رَبِّ" descr="رَبِّ">
            <a:hlinkClick action="ppaction://hlinksldjump" r:id="rId3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رَبِّ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2" dur="20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word with a SMALL ALIF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every word with a SMALL ALIF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نَارًا" descr="نَارًا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نَارًا</a:t>
            </a:r>
          </a:p>
        </p:txBody>
      </p:sp>
      <p:sp>
        <p:nvSpPr>
          <p:cNvPr id="8" name="Card 2 مَٰلِكِ" descr="مَـٰلِكِ">
            <a:hlinkClick action="ppaction://hlinksldjump" r:id="rId4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مَـ</a:t>
            </a:r>
            <a:r>
              <a:rPr sz="73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7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لِكِ</a:t>
            </a:r>
          </a:p>
        </p:txBody>
      </p:sp>
      <p:sp>
        <p:nvSpPr>
          <p:cNvPr id="9" name="Card 3 لَهُ ٱلۡمُلۡكُ" descr="لَهُ ٱلۡمُلۡكُ">
            <a:hlinkClick action="ppaction://hlinksldjump" r:id="rId3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لَهُ ٱلۡمُلۡكُ</a:t>
            </a:r>
          </a:p>
        </p:txBody>
      </p:sp>
      <p:sp>
        <p:nvSpPr>
          <p:cNvPr id="10" name="Card 4 عَلَىٰ" descr="عَلَىٰ">
            <a:hlinkClick action="ppaction://hlinksldjump" r:id="rId5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عَلَى</a:t>
            </a:r>
            <a:r>
              <a:rPr sz="73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</a:p>
        </p:txBody>
      </p:sp>
      <p:sp>
        <p:nvSpPr>
          <p:cNvPr id="11" name="Card 5 رَبِّ" descr="رَبِّ">
            <a:hlinkClick action="ppaction://hlinksldjump" r:id="rId3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رَبِّ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2" dur="20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word with a SMALL ALIF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every word with a SMALL ALIF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نَارًا" descr="نَارًا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نَارًا</a:t>
            </a:r>
          </a:p>
        </p:txBody>
      </p:sp>
      <p:sp>
        <p:nvSpPr>
          <p:cNvPr id="8" name="Card 3 لَهُ ٱلۡمُلۡكُ" descr="لَهُ ٱلۡمُلۡكُ">
            <a:hlinkClick action="ppaction://hlinksldjump" r:id="rId3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لَهُ ٱلۡمُلۡكُ</a:t>
            </a:r>
          </a:p>
        </p:txBody>
      </p:sp>
      <p:sp>
        <p:nvSpPr>
          <p:cNvPr id="9" name="Card 4 عَلَىٰ" descr="عَلَىٰ">
            <a:hlinkClick action="ppaction://hlinksldjump" r:id="rId4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عَلَى</a:t>
            </a:r>
            <a:r>
              <a:rPr sz="73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</a:p>
        </p:txBody>
      </p:sp>
      <p:sp>
        <p:nvSpPr>
          <p:cNvPr id="10" name="Card 5 رَبِّ" descr="رَبِّ">
            <a:hlinkClick action="ppaction://hlinksldjump" r:id="rId3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رَبِّ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5" dur="20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word with a SMALL ALIF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every word with a SMALL ALIF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نَارًا" descr="نَارًا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نَارًا</a:t>
            </a:r>
          </a:p>
        </p:txBody>
      </p:sp>
      <p:sp>
        <p:nvSpPr>
          <p:cNvPr id="8" name="Card 3 لَهُ ٱلۡمُلۡكُ" descr="لَهُ ٱلۡمُلۡكُ">
            <a:hlinkClick action="ppaction://hlinksldjump" r:id="rId3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لَهُ ٱلۡمُلۡكُ</a:t>
            </a:r>
          </a:p>
        </p:txBody>
      </p:sp>
      <p:sp>
        <p:nvSpPr>
          <p:cNvPr id="9" name="Card 4 عَلَىٰ" descr="عَلَىٰ">
            <a:hlinkClick action="ppaction://hlinksldjump" r:id="rId4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عَلَى</a:t>
            </a:r>
            <a:r>
              <a:rPr sz="73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</a:p>
        </p:txBody>
      </p:sp>
      <p:sp>
        <p:nvSpPr>
          <p:cNvPr id="10" name="Card 5 رَبِّ" descr="رَبِّ">
            <a:hlinkClick action="ppaction://hlinksldjump" r:id="rId3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رَبِّ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20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word with a SMALL ALIF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every word with a SMALL ALIF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نَارًا" descr="نَارًا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نَارًا</a:t>
            </a:r>
          </a:p>
        </p:txBody>
      </p:sp>
      <p:sp>
        <p:nvSpPr>
          <p:cNvPr id="8" name="Card 2 مَٰلِكِ" descr="مَـٰلِكِ">
            <a:hlinkClick action="ppaction://hlinksldjump" r:id="rId4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مَـ</a:t>
            </a:r>
            <a:r>
              <a:rPr sz="73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7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لِكِ</a:t>
            </a:r>
          </a:p>
        </p:txBody>
      </p:sp>
      <p:sp>
        <p:nvSpPr>
          <p:cNvPr id="9" name="Card 3 لَهُ ٱلۡمُلۡكُ" descr="لَهُ ٱلۡمُلۡكُ">
            <a:hlinkClick action="ppaction://hlinksldjump" r:id="rId3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لَهُ ٱلۡمُلۡكُ</a:t>
            </a:r>
          </a:p>
        </p:txBody>
      </p:sp>
      <p:sp>
        <p:nvSpPr>
          <p:cNvPr id="10" name="Card 5 رَبِّ" descr="رَبِّ">
            <a:hlinkClick action="ppaction://hlinksldjump" r:id="rId3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رَبِّ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17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5" dur="20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word with a SMALL ALIF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every word with a SMALL ALIF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نَارًا" descr="نَارًا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نَارًا</a:t>
            </a:r>
          </a:p>
        </p:txBody>
      </p:sp>
      <p:sp>
        <p:nvSpPr>
          <p:cNvPr id="8" name="Card 2 مَٰلِكِ" descr="مَـٰلِكِ">
            <a:hlinkClick action="ppaction://hlinksldjump" r:id="rId4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مَـ</a:t>
            </a:r>
            <a:r>
              <a:rPr sz="73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7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لِكِ</a:t>
            </a:r>
          </a:p>
        </p:txBody>
      </p:sp>
      <p:sp>
        <p:nvSpPr>
          <p:cNvPr id="9" name="Card 3 لَهُ ٱلۡمُلۡكُ" descr="لَهُ ٱلۡمُلۡكُ">
            <a:hlinkClick action="ppaction://hlinksldjump" r:id="rId3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لَهُ ٱلۡمُلۡكُ</a:t>
            </a:r>
          </a:p>
        </p:txBody>
      </p:sp>
      <p:sp>
        <p:nvSpPr>
          <p:cNvPr id="10" name="Card 5 رَبِّ" descr="رَبِّ">
            <a:hlinkClick action="ppaction://hlinksldjump" r:id="rId3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رَبِّ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20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word with a SMALL ALIF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every word with a SMALL ALIF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نَارًا" descr="نَارًا"/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نَارًا</a:t>
            </a:r>
          </a:p>
        </p:txBody>
      </p:sp>
      <p:sp>
        <p:nvSpPr>
          <p:cNvPr id="8" name="Card 3 لَهُ ٱلۡمُلۡكُ" descr="لَهُ ٱلۡمُلۡكُ"/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لَهُ ٱلۡمُلۡكُ</a:t>
            </a:r>
          </a:p>
        </p:txBody>
      </p:sp>
      <p:sp>
        <p:nvSpPr>
          <p:cNvPr id="9" name="Card 5 رَبِّ" descr="رَبِّ"/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رَبِّ</a:t>
            </a:r>
          </a:p>
        </p:txBody>
      </p:sp>
      <p:sp>
        <p:nvSpPr>
          <p:cNvPr id="10" name="Great job!" descr="Great job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1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20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Open a gift and 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Open a gift and read it!</a:t>
            </a:r>
          </a:p>
        </p:txBody>
      </p:sp>
      <p:pic>
        <p:nvPicPr>
          <p:cNvPr id="5" name="Gift box 1" descr="Gift box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2317750"/>
            <a:ext cx="2286000" cy="1333500"/>
          </a:xfrm>
          <a:prstGeom prst="rect">
            <a:avLst/>
          </a:prstGeom>
        </p:spPr>
      </p:pic>
      <p:pic>
        <p:nvPicPr>
          <p:cNvPr id="6" name="Gift lid 1" descr="Gift lid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682750"/>
            <a:ext cx="2476500" cy="1238250"/>
          </a:xfrm>
          <a:prstGeom prst="rect">
            <a:avLst/>
          </a:prstGeom>
        </p:spPr>
      </p:pic>
      <p:pic>
        <p:nvPicPr>
          <p:cNvPr id="7" name="Gift box 2" descr="Gift box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2317750"/>
            <a:ext cx="2286000" cy="1333500"/>
          </a:xfrm>
          <a:prstGeom prst="rect">
            <a:avLst/>
          </a:prstGeom>
        </p:spPr>
      </p:pic>
      <p:pic>
        <p:nvPicPr>
          <p:cNvPr id="8" name="Gift lid 2" descr="Gift lid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1682750"/>
            <a:ext cx="2476500" cy="1238250"/>
          </a:xfrm>
          <a:prstGeom prst="rect">
            <a:avLst/>
          </a:prstGeom>
        </p:spPr>
      </p:pic>
      <p:pic>
        <p:nvPicPr>
          <p:cNvPr id="9" name="Gift box 3" descr="Gift box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2317750"/>
            <a:ext cx="2286000" cy="1333500"/>
          </a:xfrm>
          <a:prstGeom prst="rect">
            <a:avLst/>
          </a:prstGeom>
        </p:spPr>
      </p:pic>
      <p:pic>
        <p:nvPicPr>
          <p:cNvPr id="10" name="Gift lid 3" descr="Gift lid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1682750"/>
            <a:ext cx="2476500" cy="1238250"/>
          </a:xfrm>
          <a:prstGeom prst="rect">
            <a:avLst/>
          </a:prstGeom>
        </p:spPr>
      </p:pic>
      <p:pic>
        <p:nvPicPr>
          <p:cNvPr id="11" name="Gift box 4" descr="Gift box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2317750"/>
            <a:ext cx="2286000" cy="1333500"/>
          </a:xfrm>
          <a:prstGeom prst="rect">
            <a:avLst/>
          </a:prstGeom>
        </p:spPr>
      </p:pic>
      <p:pic>
        <p:nvPicPr>
          <p:cNvPr id="12" name="Gift lid 4" descr="Gift lid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1682750"/>
            <a:ext cx="2476500" cy="1238250"/>
          </a:xfrm>
          <a:prstGeom prst="rect">
            <a:avLst/>
          </a:prstGeom>
        </p:spPr>
      </p:pic>
      <p:pic>
        <p:nvPicPr>
          <p:cNvPr id="13" name="Gift box 5" descr="Gift box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4730750"/>
            <a:ext cx="2286000" cy="1333500"/>
          </a:xfrm>
          <a:prstGeom prst="rect">
            <a:avLst/>
          </a:prstGeom>
        </p:spPr>
      </p:pic>
      <p:pic>
        <p:nvPicPr>
          <p:cNvPr id="14" name="Gift lid 5" descr="Gift lid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095750"/>
            <a:ext cx="2476500" cy="1238250"/>
          </a:xfrm>
          <a:prstGeom prst="rect">
            <a:avLst/>
          </a:prstGeom>
        </p:spPr>
      </p:pic>
      <p:pic>
        <p:nvPicPr>
          <p:cNvPr id="15" name="Gift box 6" descr="Gift box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4730750"/>
            <a:ext cx="2286000" cy="1333500"/>
          </a:xfrm>
          <a:prstGeom prst="rect">
            <a:avLst/>
          </a:prstGeom>
        </p:spPr>
      </p:pic>
      <p:pic>
        <p:nvPicPr>
          <p:cNvPr id="16" name="Gift lid 6" descr="Gift lid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4095750"/>
            <a:ext cx="2476500" cy="1238250"/>
          </a:xfrm>
          <a:prstGeom prst="rect">
            <a:avLst/>
          </a:prstGeom>
        </p:spPr>
      </p:pic>
      <p:pic>
        <p:nvPicPr>
          <p:cNvPr id="17" name="Gift box 7" descr="Gift box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4730750"/>
            <a:ext cx="2286000" cy="1333500"/>
          </a:xfrm>
          <a:prstGeom prst="rect">
            <a:avLst/>
          </a:prstGeom>
        </p:spPr>
      </p:pic>
      <p:pic>
        <p:nvPicPr>
          <p:cNvPr id="18" name="Gift lid 7" descr="Gift lid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4095750"/>
            <a:ext cx="2476500" cy="1238250"/>
          </a:xfrm>
          <a:prstGeom prst="rect">
            <a:avLst/>
          </a:prstGeom>
        </p:spPr>
      </p:pic>
      <p:pic>
        <p:nvPicPr>
          <p:cNvPr id="19" name="Gift box 8" descr="Gift box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4730750"/>
            <a:ext cx="2286000" cy="1333500"/>
          </a:xfrm>
          <a:prstGeom prst="rect">
            <a:avLst/>
          </a:prstGeom>
        </p:spPr>
      </p:pic>
      <p:pic>
        <p:nvPicPr>
          <p:cNvPr id="20" name="Gift lid 8" descr="Gift lid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4095750"/>
            <a:ext cx="2476500" cy="1238250"/>
          </a:xfrm>
          <a:prstGeom prst="rect">
            <a:avLst/>
          </a:prstGeom>
        </p:spPr>
      </p:pic>
      <p:sp>
        <p:nvSpPr>
          <p:cNvPr id="21" name="Next button">
            <a:hlinkClick action="ppaction://hlinksldjump" r:id="rId1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1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ٱلۡحَيَوٰةُ" descr="ٱلۡحَيَوٰةُ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ٱلۡحَيَو</a:t>
            </a:r>
            <a:r>
              <a:rPr sz="87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8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ةُ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هَٰذَا" descr="هَـٰذَا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هَـ</a:t>
            </a:r>
            <a:r>
              <a:rPr sz="15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15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ذَا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ٱلرَّحۡمَٰنِ" descr="ٱلرَّحۡمَـٰنِ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ٱلرَّحۡمَـ</a:t>
            </a:r>
            <a:r>
              <a:rPr sz="87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8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نِ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ذَٰلِكَ" descr="ذَٰلِك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ذَ</a:t>
            </a:r>
            <a:r>
              <a:rPr sz="15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15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لِكَ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مَٰلِكِ" descr="مَـٰلِكِ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مَـ</a:t>
            </a:r>
            <a:r>
              <a:rPr sz="15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15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لِكِ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ٱلۡهُدَىٰ" descr="ٱلۡهُدَىٰ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ٱلۡهُدَى</a:t>
            </a:r>
            <a:r>
              <a:rPr sz="104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وَقَلۡبِهِۦ وَجَعَلَ" descr="وَقَلۡبِهِۦ وَجَعَل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وَقَلۡبِهِ</a:t>
            </a:r>
            <a:r>
              <a:rPr sz="49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ۦ</a:t>
            </a:r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 وَجَعَلَ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إِلَٰهَ" descr="إِلَـٰه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إِلَـ</a:t>
            </a:r>
            <a:r>
              <a:rPr sz="15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15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ad لَهُ ٱلۡمُلۡكُ" descr="لَهُ ٱلۡمُلۡك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لَهُ ٱلۡمُلۡكُ</a:t>
            </a:r>
          </a:p>
        </p:txBody>
      </p:sp>
      <p:sp>
        <p:nvSpPr>
          <p:cNvPr id="12" name="Answer 1 لَهُو الۡمُلۡكُ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Answer text 1" descr="لَهُو الۡمُلۡكُ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لَهُو الۡمُلۡكُ</a:t>
            </a:r>
          </a:p>
        </p:txBody>
      </p:sp>
      <p:sp>
        <p:nvSpPr>
          <p:cNvPr id="14" name="Answer 2 لَهُلۡ مُلۡكُ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2" descr="لَهُلۡ مُلۡكُ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لَهُلۡ مُلۡكُ</a:t>
            </a:r>
          </a:p>
        </p:txBody>
      </p:sp>
      <p:sp>
        <p:nvSpPr>
          <p:cNvPr id="16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لَهُلۡ مُلۡكُ" descr="لَهُلۡ مُلۡك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7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لَهُلۡ مُلۡكُ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ٱلۡكِتَٰبُ" descr="ٱلۡكِتَـٰب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ٱلۡكِتَـ</a:t>
            </a:r>
            <a:r>
              <a:rPr sz="99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9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بُ</a:t>
            </a:r>
          </a:p>
        </p:txBody>
      </p:sp>
      <p:sp>
        <p:nvSpPr>
          <p:cNvPr id="14" name="Answer 1 الۡكِتَابُ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الۡكِتَابُ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الۡكِتَابُ</a:t>
            </a:r>
          </a:p>
        </p:txBody>
      </p:sp>
      <p:sp>
        <p:nvSpPr>
          <p:cNvPr id="16" name="Answer 2 الۡكِتَبُ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الۡكِتَبُ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الۡكِتَبُ</a:t>
            </a:r>
          </a:p>
        </p:txBody>
      </p:sp>
      <p:sp>
        <p:nvSpPr>
          <p:cNvPr id="18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الۡكِتَابُ" descr="الۡكِتَاب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9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الۡكِتَابُ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ٱلۡعَٰلَمِينَ" descr="ٱلۡعَـٰلَمِين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ٱلۡعَـ</a:t>
            </a:r>
            <a:r>
              <a:rPr sz="7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لَمِينَ</a:t>
            </a:r>
          </a:p>
        </p:txBody>
      </p:sp>
      <p:sp>
        <p:nvSpPr>
          <p:cNvPr id="14" name="Answer 1 الۡعَالَمِينَ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الۡعَالَمِينَ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الۡعَالَمِينَ</a:t>
            </a:r>
          </a:p>
        </p:txBody>
      </p:sp>
      <p:sp>
        <p:nvSpPr>
          <p:cNvPr id="16" name="Answer 2 الۡعَلَمِينَ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الۡعَلَمِينَ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الۡعَلَمِينَ</a:t>
            </a:r>
          </a:p>
        </p:txBody>
      </p:sp>
      <p:sp>
        <p:nvSpPr>
          <p:cNvPr id="18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الۡعَالَمِينَ" descr="الۡعَالَمِين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2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الۡعَالَمِينَ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هَٰرُونَ" descr="هَـٰرُون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هَـ</a:t>
            </a:r>
            <a:r>
              <a:rPr sz="10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رُونَ</a:t>
            </a:r>
          </a:p>
        </p:txBody>
      </p:sp>
      <p:sp>
        <p:nvSpPr>
          <p:cNvPr id="14" name="Answer 1 هَارُونَ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هَارُونَ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هَارُونَ</a:t>
            </a:r>
          </a:p>
        </p:txBody>
      </p:sp>
      <p:sp>
        <p:nvSpPr>
          <p:cNvPr id="16" name="Answer 2 هَرُونَ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هَرُونَ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هَرُونَ</a:t>
            </a:r>
          </a:p>
        </p:txBody>
      </p:sp>
      <p:sp>
        <p:nvSpPr>
          <p:cNvPr id="18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هَارُونَ" descr="هَارُون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هَارُونَ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سُبۡحَٰنَ" descr="سُبۡحَـٰن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سُبۡحَـ</a:t>
            </a:r>
            <a:r>
              <a:rPr sz="10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</a:t>
            </a:r>
          </a:p>
        </p:txBody>
      </p:sp>
      <p:sp>
        <p:nvSpPr>
          <p:cNvPr id="14" name="Answer 1 سُبۡحَانَ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سُبۡحَانَ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سُبۡحَانَ</a:t>
            </a:r>
          </a:p>
        </p:txBody>
      </p:sp>
      <p:sp>
        <p:nvSpPr>
          <p:cNvPr id="16" name="Answer 2 سُبۡحَنَ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سُبۡحَنَ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سُبۡحَنَ</a:t>
            </a:r>
          </a:p>
        </p:txBody>
      </p:sp>
      <p:sp>
        <p:nvSpPr>
          <p:cNvPr id="18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سُبۡحَانَ" descr="سُبۡحَان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سُبۡحَانَ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سُبۡحَانَ" descr="سُبۡحَان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سُبۡحَانَ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ad لَهُ ٱلۡمُلۡكُ" descr="لَهُ ٱلۡمُلۡك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لَهُ ٱلۡمُلۡكُ</a:t>
            </a:r>
          </a:p>
        </p:txBody>
      </p:sp>
      <p:sp>
        <p:nvSpPr>
          <p:cNvPr id="12" name="Answer 1 لَهُو الۡمُلۡكُ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Answer text 1" descr="لَهُو الۡمُلۡكُ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لَهُو الۡمُلۡكُ</a:t>
            </a:r>
          </a:p>
        </p:txBody>
      </p:sp>
      <p:sp>
        <p:nvSpPr>
          <p:cNvPr id="14" name="Answer 2 لَهُلۡ مُلۡكُ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2" descr="لَهُلۡ مُلۡكُ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لَهُلۡ مُلۡكُ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لَهُلۡ مُلۡكُ" descr="لَهُلۡ مُلۡك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7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لَهُلۡ مُلۡكُ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ٱلۡكِتَٰبُ" descr="ٱلۡكِتَـٰب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ٱلۡكِتَـ</a:t>
            </a:r>
            <a:r>
              <a:rPr sz="99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9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بُ</a:t>
            </a:r>
          </a:p>
        </p:txBody>
      </p:sp>
      <p:sp>
        <p:nvSpPr>
          <p:cNvPr id="14" name="Answer 1 الۡكِتَابُ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الۡكِتَابُ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الۡكِتَابُ</a:t>
            </a:r>
          </a:p>
        </p:txBody>
      </p:sp>
      <p:sp>
        <p:nvSpPr>
          <p:cNvPr id="16" name="Answer 2 الۡكِتَبُ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الۡكِتَبُ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الۡكِتَبُ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الۡكِتَابُ" descr="الۡكِتَاب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9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الۡكِتَابُ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ٱلۡعَٰلَمِينَ" descr="ٱلۡعَـٰلَمِين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ٱلۡعَـ</a:t>
            </a:r>
            <a:r>
              <a:rPr sz="7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لَمِينَ</a:t>
            </a:r>
          </a:p>
        </p:txBody>
      </p:sp>
      <p:sp>
        <p:nvSpPr>
          <p:cNvPr id="14" name="Answer 1 الۡعَالَمِينَ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الۡعَالَمِينَ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الۡعَالَمِينَ</a:t>
            </a:r>
          </a:p>
        </p:txBody>
      </p:sp>
      <p:sp>
        <p:nvSpPr>
          <p:cNvPr id="16" name="Answer 2 الۡعَلَمِينَ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الۡعَلَمِينَ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الۡعَلَمِينَ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الۡعَالَمِينَ" descr="الۡعَالَمِين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2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الۡعَالَمِينَ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هَٰرُونَ" descr="هَـٰرُون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هَـ</a:t>
            </a:r>
            <a:r>
              <a:rPr sz="10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رُونَ</a:t>
            </a:r>
          </a:p>
        </p:txBody>
      </p:sp>
      <p:sp>
        <p:nvSpPr>
          <p:cNvPr id="14" name="Answer 1 هَارُونَ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هَارُونَ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هَارُونَ</a:t>
            </a:r>
          </a:p>
        </p:txBody>
      </p:sp>
      <p:sp>
        <p:nvSpPr>
          <p:cNvPr id="16" name="Answer 2 هَرُونَ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هَرُونَ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هَرُونَ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هَارُونَ" descr="هَارُون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هَارُونَ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سُبۡحَٰنَ" descr="سُبۡحَـٰن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سُبۡحَـ</a:t>
            </a:r>
            <a:r>
              <a:rPr sz="10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</a:t>
            </a:r>
          </a:p>
        </p:txBody>
      </p:sp>
      <p:sp>
        <p:nvSpPr>
          <p:cNvPr id="14" name="Answer 1 سُبۡحَانَ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سُبۡحَانَ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سُبۡحَانَ</a:t>
            </a:r>
          </a:p>
        </p:txBody>
      </p:sp>
      <p:sp>
        <p:nvSpPr>
          <p:cNvPr id="16" name="Answer 2 سُبۡحَنَ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سُبۡحَنَ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سُبۡحَنَ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SMALL WAW or SMALL YAA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every SMALL WAW or SMALL YAA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سُبۡحَٰنَ" descr="سُبۡحَـٰنَ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سُبۡحَـ</a:t>
            </a:r>
            <a:r>
              <a:rPr sz="72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7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</a:t>
            </a:r>
          </a:p>
        </p:txBody>
      </p:sp>
      <p:sp>
        <p:nvSpPr>
          <p:cNvPr id="8" name="Card 2 ٱلرَّحۡمَٰنِ" descr="ٱلرَّحۡمَـٰنِ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ٱلرَّحۡمَـ</a:t>
            </a:r>
            <a:r>
              <a:rPr sz="4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نِ</a:t>
            </a:r>
          </a:p>
        </p:txBody>
      </p:sp>
      <p:sp>
        <p:nvSpPr>
          <p:cNvPr id="9" name="Card 3 إِنَّهُۥ لَا يُحِبُّ" descr="إِنَّهُۥ لَا يُحِبُّ">
            <a:hlinkClick action="ppaction://hlinksldjump" r:id="rId4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إِنَّهُ</a:t>
            </a:r>
            <a:r>
              <a:rPr sz="29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ۥ</a:t>
            </a:r>
            <a:r>
              <a:rPr sz="2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 لَا يُحِبُّ</a:t>
            </a:r>
          </a:p>
        </p:txBody>
      </p:sp>
      <p:sp>
        <p:nvSpPr>
          <p:cNvPr id="10" name="Card 4 لَهُ ٱلۡمُلۡكُ" descr="لَهُ ٱلۡمُلۡكُ">
            <a:hlinkClick action="ppaction://hlinksldjump" r:id="rId3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لَهُ ٱلۡمُلۡكُ</a:t>
            </a:r>
          </a:p>
        </p:txBody>
      </p:sp>
      <p:sp>
        <p:nvSpPr>
          <p:cNvPr id="11" name="Card 5 وَقَلۡبِهِۦ وَجَعَلَ" descr="وَقَلۡبِهِۦ وَجَعَلَ">
            <a:hlinkClick action="ppaction://hlinksldjump" r:id="rId5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وَقَلۡبِهِ</a:t>
            </a:r>
            <a:r>
              <a:rPr sz="27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ۦ</a:t>
            </a:r>
            <a:r>
              <a:rPr sz="2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 وَجَعَلَ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2" dur="20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SMALL WAW or SMALL YAA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every SMALL WAW or SMALL YAA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سُبۡحَٰنَ" descr="سُبۡحَـٰنَ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سُبۡحَـ</a:t>
            </a:r>
            <a:r>
              <a:rPr sz="72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7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</a:t>
            </a:r>
          </a:p>
        </p:txBody>
      </p:sp>
      <p:sp>
        <p:nvSpPr>
          <p:cNvPr id="8" name="Card 2 ٱلرَّحۡمَٰنِ" descr="ٱلرَّحۡمَـٰنِ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ٱلرَّحۡمَـ</a:t>
            </a:r>
            <a:r>
              <a:rPr sz="4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نِ</a:t>
            </a:r>
          </a:p>
        </p:txBody>
      </p:sp>
      <p:sp>
        <p:nvSpPr>
          <p:cNvPr id="9" name="Card 3 إِنَّهُۥ لَا يُحِبُّ" descr="إِنَّهُۥ لَا يُحِبُّ">
            <a:hlinkClick action="ppaction://hlinksldjump" r:id="rId4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إِنَّهُ</a:t>
            </a:r>
            <a:r>
              <a:rPr sz="29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ۥ</a:t>
            </a:r>
            <a:r>
              <a:rPr sz="2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 لَا يُحِبُّ</a:t>
            </a:r>
          </a:p>
        </p:txBody>
      </p:sp>
      <p:sp>
        <p:nvSpPr>
          <p:cNvPr id="10" name="Card 4 لَهُ ٱلۡمُلۡكُ" descr="لَهُ ٱلۡمُلۡكُ">
            <a:hlinkClick action="ppaction://hlinksldjump" r:id="rId3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لَهُ ٱلۡمُلۡكُ</a:t>
            </a:r>
          </a:p>
        </p:txBody>
      </p:sp>
      <p:sp>
        <p:nvSpPr>
          <p:cNvPr id="11" name="Card 5 وَقَلۡبِهِۦ وَجَعَلَ" descr="وَقَلۡبِهِۦ وَجَعَلَ">
            <a:hlinkClick action="ppaction://hlinksldjump" r:id="rId5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وَقَلۡبِهِ</a:t>
            </a:r>
            <a:r>
              <a:rPr sz="27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ۦ</a:t>
            </a:r>
            <a:r>
              <a:rPr sz="2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 وَجَعَلَ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2" dur="20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SMALL WAW or SMALL YAA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every SMALL WAW or SMALL YAA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سُبۡحَٰنَ" descr="سُبۡحَـٰنَ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سُبۡحَـ</a:t>
            </a:r>
            <a:r>
              <a:rPr sz="72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7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</a:t>
            </a:r>
          </a:p>
        </p:txBody>
      </p:sp>
      <p:sp>
        <p:nvSpPr>
          <p:cNvPr id="8" name="Card 2 ٱلرَّحۡمَٰنِ" descr="ٱلرَّحۡمَـٰنِ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ٱلرَّحۡمَـ</a:t>
            </a:r>
            <a:r>
              <a:rPr sz="4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نِ</a:t>
            </a:r>
          </a:p>
        </p:txBody>
      </p:sp>
      <p:sp>
        <p:nvSpPr>
          <p:cNvPr id="9" name="Card 4 لَهُ ٱلۡمُلۡكُ" descr="لَهُ ٱلۡمُلۡكُ">
            <a:hlinkClick action="ppaction://hlinksldjump" r:id="rId3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لَهُ ٱلۡمُلۡكُ</a:t>
            </a:r>
          </a:p>
        </p:txBody>
      </p:sp>
      <p:sp>
        <p:nvSpPr>
          <p:cNvPr id="10" name="Card 5 وَقَلۡبِهِۦ وَجَعَلَ" descr="وَقَلۡبِهِۦ وَجَعَلَ">
            <a:hlinkClick action="ppaction://hlinksldjump" r:id="rId4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وَقَلۡبِهِ</a:t>
            </a:r>
            <a:r>
              <a:rPr sz="27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ۦ</a:t>
            </a:r>
            <a:r>
              <a:rPr sz="2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 وَجَعَلَ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5" dur="20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SMALL WAW or SMALL YAA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every SMALL WAW or SMALL YAA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سُبۡحَٰنَ" descr="سُبۡحَـٰنَ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سُبۡحَـ</a:t>
            </a:r>
            <a:r>
              <a:rPr sz="72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7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</a:t>
            </a:r>
          </a:p>
        </p:txBody>
      </p:sp>
      <p:sp>
        <p:nvSpPr>
          <p:cNvPr id="8" name="Card 2 ٱلرَّحۡمَٰنِ" descr="ٱلرَّحۡمَـٰنِ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ٱلرَّحۡمَـ</a:t>
            </a:r>
            <a:r>
              <a:rPr sz="4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نِ</a:t>
            </a:r>
          </a:p>
        </p:txBody>
      </p:sp>
      <p:sp>
        <p:nvSpPr>
          <p:cNvPr id="9" name="Card 4 لَهُ ٱلۡمُلۡكُ" descr="لَهُ ٱلۡمُلۡكُ">
            <a:hlinkClick action="ppaction://hlinksldjump" r:id="rId3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لَهُ ٱلۡمُلۡكُ</a:t>
            </a:r>
          </a:p>
        </p:txBody>
      </p:sp>
      <p:sp>
        <p:nvSpPr>
          <p:cNvPr id="10" name="Card 5 وَقَلۡبِهِۦ وَجَعَلَ" descr="وَقَلۡبِهِۦ وَجَعَلَ">
            <a:hlinkClick action="ppaction://hlinksldjump" r:id="rId4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وَقَلۡبِهِ</a:t>
            </a:r>
            <a:r>
              <a:rPr sz="27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ۦ</a:t>
            </a:r>
            <a:r>
              <a:rPr sz="2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 وَجَعَلَ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20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SMALL WAW or SMALL YAA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every SMALL WAW or SMALL YAA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سُبۡحَٰنَ" descr="سُبۡحَـٰنَ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سُبۡحَـ</a:t>
            </a:r>
            <a:r>
              <a:rPr sz="72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7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</a:t>
            </a:r>
          </a:p>
        </p:txBody>
      </p:sp>
      <p:sp>
        <p:nvSpPr>
          <p:cNvPr id="8" name="Card 2 ٱلرَّحۡمَٰنِ" descr="ٱلرَّحۡمَـٰنِ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ٱلرَّحۡمَـ</a:t>
            </a:r>
            <a:r>
              <a:rPr sz="4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نِ</a:t>
            </a:r>
          </a:p>
        </p:txBody>
      </p:sp>
      <p:sp>
        <p:nvSpPr>
          <p:cNvPr id="9" name="Card 3 إِنَّهُۥ لَا يُحِبُّ" descr="إِنَّهُۥ لَا يُحِبُّ">
            <a:hlinkClick action="ppaction://hlinksldjump" r:id="rId4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إِنَّهُ</a:t>
            </a:r>
            <a:r>
              <a:rPr sz="29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ۥ</a:t>
            </a:r>
            <a:r>
              <a:rPr sz="2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 لَا يُحِبُّ</a:t>
            </a:r>
          </a:p>
        </p:txBody>
      </p:sp>
      <p:sp>
        <p:nvSpPr>
          <p:cNvPr id="10" name="Card 4 لَهُ ٱلۡمُلۡكُ" descr="لَهُ ٱلۡمُلۡكُ">
            <a:hlinkClick action="ppaction://hlinksldjump" r:id="rId3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لَهُ ٱلۡمُلۡكُ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17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5" dur="18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SMALL WAW or SMALL YAA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every SMALL WAW or SMALL YAA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سُبۡحَٰنَ" descr="سُبۡحَـٰنَ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سُبۡحَـ</a:t>
            </a:r>
            <a:r>
              <a:rPr sz="72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7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</a:t>
            </a:r>
          </a:p>
        </p:txBody>
      </p:sp>
      <p:sp>
        <p:nvSpPr>
          <p:cNvPr id="8" name="Card 2 ٱلرَّحۡمَٰنِ" descr="ٱلرَّحۡمَـٰنِ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ٱلرَّحۡمَـ</a:t>
            </a:r>
            <a:r>
              <a:rPr sz="4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نِ</a:t>
            </a:r>
          </a:p>
        </p:txBody>
      </p:sp>
      <p:sp>
        <p:nvSpPr>
          <p:cNvPr id="9" name="Card 3 إِنَّهُۥ لَا يُحِبُّ" descr="إِنَّهُۥ لَا يُحِبُّ">
            <a:hlinkClick action="ppaction://hlinksldjump" r:id="rId4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إِنَّهُ</a:t>
            </a:r>
            <a:r>
              <a:rPr sz="29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ۥ</a:t>
            </a:r>
            <a:r>
              <a:rPr sz="2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 لَا يُحِبُّ</a:t>
            </a:r>
          </a:p>
        </p:txBody>
      </p:sp>
      <p:sp>
        <p:nvSpPr>
          <p:cNvPr id="10" name="Card 4 لَهُ ٱلۡمُلۡكُ" descr="لَهُ ٱلۡمُلۡكُ">
            <a:hlinkClick action="ppaction://hlinksldjump" r:id="rId3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لَهُ ٱلۡمُلۡكُ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SMALL WAW or SMALL YAA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every SMALL WAW or SMALL YAA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سُبۡحَٰنَ" descr="سُبۡحَـٰنَ"/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سُبۡحَـ</a:t>
            </a:r>
            <a:r>
              <a:rPr sz="72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7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</a:t>
            </a:r>
          </a:p>
        </p:txBody>
      </p:sp>
      <p:sp>
        <p:nvSpPr>
          <p:cNvPr id="8" name="Card 2 ٱلرَّحۡمَٰنِ" descr="ٱلرَّحۡمَـٰنِ"/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ٱلرَّحۡمَـ</a:t>
            </a:r>
            <a:r>
              <a:rPr sz="4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نِ</a:t>
            </a:r>
          </a:p>
        </p:txBody>
      </p:sp>
      <p:sp>
        <p:nvSpPr>
          <p:cNvPr id="9" name="Card 4 لَهُ ٱلۡمُلۡكُ" descr="لَهُ ٱلۡمُلۡكُ"/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لَهُ ٱلۡمُلۡكُ</a:t>
            </a:r>
          </a:p>
        </p:txBody>
      </p:sp>
      <p:sp>
        <p:nvSpPr>
          <p:cNvPr id="10" name="Great job!" descr="Great job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1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Open a gift and 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Open a gift and read it!</a:t>
            </a:r>
          </a:p>
        </p:txBody>
      </p:sp>
      <p:pic>
        <p:nvPicPr>
          <p:cNvPr id="5" name="Gift box 1" descr="Gift box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2317750"/>
            <a:ext cx="2286000" cy="1333500"/>
          </a:xfrm>
          <a:prstGeom prst="rect">
            <a:avLst/>
          </a:prstGeom>
        </p:spPr>
      </p:pic>
      <p:pic>
        <p:nvPicPr>
          <p:cNvPr id="6" name="Gift lid 1" descr="Gift lid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682750"/>
            <a:ext cx="2476500" cy="1238250"/>
          </a:xfrm>
          <a:prstGeom prst="rect">
            <a:avLst/>
          </a:prstGeom>
        </p:spPr>
      </p:pic>
      <p:pic>
        <p:nvPicPr>
          <p:cNvPr id="7" name="Gift box 2" descr="Gift box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2317750"/>
            <a:ext cx="2286000" cy="1333500"/>
          </a:xfrm>
          <a:prstGeom prst="rect">
            <a:avLst/>
          </a:prstGeom>
        </p:spPr>
      </p:pic>
      <p:pic>
        <p:nvPicPr>
          <p:cNvPr id="8" name="Gift lid 2" descr="Gift lid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1682750"/>
            <a:ext cx="2476500" cy="1238250"/>
          </a:xfrm>
          <a:prstGeom prst="rect">
            <a:avLst/>
          </a:prstGeom>
        </p:spPr>
      </p:pic>
      <p:pic>
        <p:nvPicPr>
          <p:cNvPr id="9" name="Gift box 3" descr="Gift box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2317750"/>
            <a:ext cx="2286000" cy="1333500"/>
          </a:xfrm>
          <a:prstGeom prst="rect">
            <a:avLst/>
          </a:prstGeom>
        </p:spPr>
      </p:pic>
      <p:pic>
        <p:nvPicPr>
          <p:cNvPr id="10" name="Gift lid 3" descr="Gift lid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1682750"/>
            <a:ext cx="2476500" cy="1238250"/>
          </a:xfrm>
          <a:prstGeom prst="rect">
            <a:avLst/>
          </a:prstGeom>
        </p:spPr>
      </p:pic>
      <p:pic>
        <p:nvPicPr>
          <p:cNvPr id="11" name="Gift box 4" descr="Gift box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2317750"/>
            <a:ext cx="2286000" cy="1333500"/>
          </a:xfrm>
          <a:prstGeom prst="rect">
            <a:avLst/>
          </a:prstGeom>
        </p:spPr>
      </p:pic>
      <p:pic>
        <p:nvPicPr>
          <p:cNvPr id="12" name="Gift lid 4" descr="Gift lid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1682750"/>
            <a:ext cx="2476500" cy="1238250"/>
          </a:xfrm>
          <a:prstGeom prst="rect">
            <a:avLst/>
          </a:prstGeom>
        </p:spPr>
      </p:pic>
      <p:pic>
        <p:nvPicPr>
          <p:cNvPr id="13" name="Gift box 5" descr="Gift box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4730750"/>
            <a:ext cx="2286000" cy="1333500"/>
          </a:xfrm>
          <a:prstGeom prst="rect">
            <a:avLst/>
          </a:prstGeom>
        </p:spPr>
      </p:pic>
      <p:pic>
        <p:nvPicPr>
          <p:cNvPr id="14" name="Gift lid 5" descr="Gift lid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095750"/>
            <a:ext cx="2476500" cy="1238250"/>
          </a:xfrm>
          <a:prstGeom prst="rect">
            <a:avLst/>
          </a:prstGeom>
        </p:spPr>
      </p:pic>
      <p:pic>
        <p:nvPicPr>
          <p:cNvPr id="15" name="Gift box 6" descr="Gift box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4730750"/>
            <a:ext cx="2286000" cy="1333500"/>
          </a:xfrm>
          <a:prstGeom prst="rect">
            <a:avLst/>
          </a:prstGeom>
        </p:spPr>
      </p:pic>
      <p:pic>
        <p:nvPicPr>
          <p:cNvPr id="16" name="Gift lid 6" descr="Gift lid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4095750"/>
            <a:ext cx="2476500" cy="1238250"/>
          </a:xfrm>
          <a:prstGeom prst="rect">
            <a:avLst/>
          </a:prstGeom>
        </p:spPr>
      </p:pic>
      <p:pic>
        <p:nvPicPr>
          <p:cNvPr id="17" name="Gift box 7" descr="Gift box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4730750"/>
            <a:ext cx="2286000" cy="1333500"/>
          </a:xfrm>
          <a:prstGeom prst="rect">
            <a:avLst/>
          </a:prstGeom>
        </p:spPr>
      </p:pic>
      <p:pic>
        <p:nvPicPr>
          <p:cNvPr id="18" name="Gift lid 7" descr="Gift lid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4095750"/>
            <a:ext cx="2476500" cy="1238250"/>
          </a:xfrm>
          <a:prstGeom prst="rect">
            <a:avLst/>
          </a:prstGeom>
        </p:spPr>
      </p:pic>
      <p:pic>
        <p:nvPicPr>
          <p:cNvPr id="19" name="Gift box 8" descr="Gift box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4730750"/>
            <a:ext cx="2286000" cy="1333500"/>
          </a:xfrm>
          <a:prstGeom prst="rect">
            <a:avLst/>
          </a:prstGeom>
        </p:spPr>
      </p:pic>
      <p:pic>
        <p:nvPicPr>
          <p:cNvPr id="20" name="Gift lid 8" descr="Gift lid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4095750"/>
            <a:ext cx="2476500" cy="1238250"/>
          </a:xfrm>
          <a:prstGeom prst="rect">
            <a:avLst/>
          </a:prstGeom>
        </p:spPr>
      </p:pic>
      <p:sp>
        <p:nvSpPr>
          <p:cNvPr id="21" name="Next button">
            <a:hlinkClick action="ppaction://hlinksldjump" r:id="rId1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1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مُوسَىٰ" descr="مُوسَىٰ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مُوسَى</a:t>
            </a:r>
            <a:r>
              <a:rPr sz="131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إِلَٰهَ" descr="إِلَـٰه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إِلَـ</a:t>
            </a:r>
            <a:r>
              <a:rPr sz="15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15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ٱلرَّحۡمَٰنِ" descr="ٱلرَّحۡمَـٰنِ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ٱلرَّحۡمَـ</a:t>
            </a:r>
            <a:r>
              <a:rPr sz="87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8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نِ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هَٰذَا" descr="هَـٰذَا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هَـ</a:t>
            </a:r>
            <a:r>
              <a:rPr sz="15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15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ذَا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وَقَلۡبِهِۦ وَجَعَلَ" descr="وَقَلۡبِهِۦ وَجَعَل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وَقَلۡبِهِ</a:t>
            </a:r>
            <a:r>
              <a:rPr sz="49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ۦ</a:t>
            </a:r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 وَجَعَلَ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إِنَّهُۥ عَلِيمٌ" descr="إِنَّهُۥ عَلِيمٌ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إِنَّهُ</a:t>
            </a:r>
            <a:r>
              <a:rPr sz="61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ۥ</a:t>
            </a:r>
            <a:r>
              <a:rPr sz="6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 عَلِيمٌ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مَٰلِكِ" descr="مَـٰلِكِ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مَـ</a:t>
            </a:r>
            <a:r>
              <a:rPr sz="15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15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لِكِ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سُبۡحَٰنَ" descr="سُبۡحَـٰن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سُبۡحَـ</a:t>
            </a:r>
            <a:r>
              <a:rPr sz="131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1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ad ٱلرَّحۡمَٰنِ" descr="ٱلرَّحۡمَـٰن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ٱلرَّحۡمَـ</a:t>
            </a:r>
            <a:r>
              <a:rPr sz="82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نِ</a:t>
            </a:r>
          </a:p>
        </p:txBody>
      </p:sp>
      <p:sp>
        <p:nvSpPr>
          <p:cNvPr id="12" name="Answer 1 الرَّحۡمَانِ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Answer text 1" descr="الرَّحۡمَانِ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الرَّحۡمَانِ</a:t>
            </a:r>
          </a:p>
        </p:txBody>
      </p:sp>
      <p:sp>
        <p:nvSpPr>
          <p:cNvPr id="14" name="Answer 2 الرَّحۡمَنِ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2" descr="الرَّحۡمَنِ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الرَّحۡمَنِ</a:t>
            </a:r>
          </a:p>
        </p:txBody>
      </p:sp>
      <p:sp>
        <p:nvSpPr>
          <p:cNvPr id="16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الرَّحۡمَانِ" descr="الرَّحۡمَان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الرَّحۡمَانِ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ذَٰلِكَ" descr="ذَٰلِك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ذَ</a:t>
            </a:r>
            <a:r>
              <a:rPr sz="10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لِكَ</a:t>
            </a:r>
          </a:p>
        </p:txBody>
      </p:sp>
      <p:sp>
        <p:nvSpPr>
          <p:cNvPr id="14" name="Answer 1 ذَالِكَ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ذَالِكَ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ذَالِكَ</a:t>
            </a:r>
          </a:p>
        </p:txBody>
      </p:sp>
      <p:sp>
        <p:nvSpPr>
          <p:cNvPr id="16" name="Answer 2 ذَلِكَ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ذَلِكَ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ذَلِكَ</a:t>
            </a:r>
          </a:p>
        </p:txBody>
      </p:sp>
      <p:sp>
        <p:nvSpPr>
          <p:cNvPr id="18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ذَالِكَ" descr="ذَالِك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ذَالِكَ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عَلَىٰ" descr="عَلَىٰ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عَلَى</a:t>
            </a:r>
            <a:r>
              <a:rPr sz="10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</a:p>
        </p:txBody>
      </p:sp>
      <p:sp>
        <p:nvSpPr>
          <p:cNvPr id="14" name="Answer 1 عَلَا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عَلَا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عَلَا</a:t>
            </a:r>
          </a:p>
        </p:txBody>
      </p:sp>
      <p:sp>
        <p:nvSpPr>
          <p:cNvPr id="16" name="Answer 2 عَلَيۡ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عَلَيۡ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عَلَيۡ</a:t>
            </a:r>
          </a:p>
        </p:txBody>
      </p:sp>
      <p:sp>
        <p:nvSpPr>
          <p:cNvPr id="18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عَلَا" descr="عَل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عَلَا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بِهِۦ بَصِيرًا" descr="بِهِۦ بَصِيرً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بِهِ</a:t>
            </a:r>
            <a:r>
              <a:rPr sz="5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ۦ</a:t>
            </a:r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 بَصِيرًا</a:t>
            </a:r>
          </a:p>
        </p:txBody>
      </p:sp>
      <p:sp>
        <p:nvSpPr>
          <p:cNvPr id="14" name="Answer 1 بِهِ بَصِيرًا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بِهِ بَصِيرًا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بِهِ بَصِيرًا</a:t>
            </a:r>
          </a:p>
        </p:txBody>
      </p:sp>
      <p:sp>
        <p:nvSpPr>
          <p:cNvPr id="16" name="Answer 2 بِهِي بَصِيرًا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بِهِي بَصِيرًا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100" b="1" lang="ar-SA">
                <a:solidFill>
                  <a:srgbClr val="2E2640"/>
                </a:solidFill>
                <a:latin typeface="Arial"/>
                <a:cs typeface="Arial"/>
              </a:rPr>
              <a:t>بِهِي بَصِيرًا</a:t>
            </a:r>
          </a:p>
        </p:txBody>
      </p:sp>
      <p:sp>
        <p:nvSpPr>
          <p:cNvPr id="18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بِهِي بَصِيرًا" descr="بِهِي بَصِيرً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000" b="1" lang="ar-SA">
                <a:solidFill>
                  <a:srgbClr val="2B8A3E"/>
                </a:solidFill>
                <a:latin typeface="Arial"/>
                <a:cs typeface="Arial"/>
              </a:rPr>
              <a:t>بِهِي بَصِيرًا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إِبۡرَٰهِيمَ" descr="إِبۡرَٰهِيم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إِبۡرَ</a:t>
            </a:r>
            <a:r>
              <a:rPr sz="82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هِيمَ</a:t>
            </a:r>
          </a:p>
        </p:txBody>
      </p:sp>
      <p:sp>
        <p:nvSpPr>
          <p:cNvPr id="14" name="Answer 1 إِبۡرَهِيمَ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إِبۡرَهِيمَ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إِبۡرَهِيمَ</a:t>
            </a:r>
          </a:p>
        </p:txBody>
      </p:sp>
      <p:sp>
        <p:nvSpPr>
          <p:cNvPr id="16" name="Answer 2 إِبۡرَاهِيمَ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إِبۡرَاهِيمَ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إِبۡرَاهِيمَ</a:t>
            </a:r>
          </a:p>
        </p:txBody>
      </p:sp>
      <p:sp>
        <p:nvSpPr>
          <p:cNvPr id="18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إِبۡرَاهِيمَ" descr="إِبۡرَاهِيم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إِبۡرَاهِيمَ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إِبۡرَاهِيمَ" descr="إِبۡرَاهِيم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إِبۡرَاهِيمَ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ad ٱلرَّحۡمَٰنِ" descr="ٱلرَّحۡمَـٰن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ٱلرَّحۡمَـ</a:t>
            </a:r>
            <a:r>
              <a:rPr sz="82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نِ</a:t>
            </a:r>
          </a:p>
        </p:txBody>
      </p:sp>
      <p:sp>
        <p:nvSpPr>
          <p:cNvPr id="12" name="Answer 1 الرَّحۡمَانِ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Answer text 1" descr="الرَّحۡمَانِ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الرَّحۡمَانِ</a:t>
            </a:r>
          </a:p>
        </p:txBody>
      </p:sp>
      <p:sp>
        <p:nvSpPr>
          <p:cNvPr id="14" name="Answer 2 الرَّحۡمَنِ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2" descr="الرَّحۡمَنِ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الرَّحۡمَنِ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الرَّحۡمَانِ" descr="الرَّحۡمَان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الرَّحۡمَانِ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ذَٰلِكَ" descr="ذَٰلِك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ذَ</a:t>
            </a:r>
            <a:r>
              <a:rPr sz="10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لِكَ</a:t>
            </a:r>
          </a:p>
        </p:txBody>
      </p:sp>
      <p:sp>
        <p:nvSpPr>
          <p:cNvPr id="14" name="Answer 1 ذَالِكَ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ذَالِكَ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ذَالِكَ</a:t>
            </a:r>
          </a:p>
        </p:txBody>
      </p:sp>
      <p:sp>
        <p:nvSpPr>
          <p:cNvPr id="16" name="Answer 2 ذَلِكَ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ذَلِكَ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ذَلِكَ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ذَالِكَ" descr="ذَالِك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ذَالِكَ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عَلَىٰ" descr="عَلَىٰ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عَلَى</a:t>
            </a:r>
            <a:r>
              <a:rPr sz="10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</a:p>
        </p:txBody>
      </p:sp>
      <p:sp>
        <p:nvSpPr>
          <p:cNvPr id="14" name="Answer 1 عَلَا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عَلَا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عَلَا</a:t>
            </a:r>
          </a:p>
        </p:txBody>
      </p:sp>
      <p:sp>
        <p:nvSpPr>
          <p:cNvPr id="16" name="Answer 2 عَلَيۡ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عَلَيۡ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عَلَيۡ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عَلَا" descr="عَل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عَلَا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بِهِۦ بَصِيرًا" descr="بِهِۦ بَصِيرً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بِهِ</a:t>
            </a:r>
            <a:r>
              <a:rPr sz="5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ۦ</a:t>
            </a:r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 بَصِيرًا</a:t>
            </a:r>
          </a:p>
        </p:txBody>
      </p:sp>
      <p:sp>
        <p:nvSpPr>
          <p:cNvPr id="14" name="Answer 1 بِهِ بَصِيرًا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بِهِ بَصِيرًا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بِهِ بَصِيرًا</a:t>
            </a:r>
          </a:p>
        </p:txBody>
      </p:sp>
      <p:sp>
        <p:nvSpPr>
          <p:cNvPr id="16" name="Answer 2 بِهِي بَصِيرًا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بِهِي بَصِيرًا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100" b="1" lang="ar-SA">
                <a:solidFill>
                  <a:srgbClr val="2E2640"/>
                </a:solidFill>
                <a:latin typeface="Arial"/>
                <a:cs typeface="Arial"/>
              </a:rPr>
              <a:t>بِهِي بَصِيرًا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بِهِي بَصِيرًا" descr="بِهِي بَصِيرً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000" b="1" lang="ar-SA">
                <a:solidFill>
                  <a:srgbClr val="2B8A3E"/>
                </a:solidFill>
                <a:latin typeface="Arial"/>
                <a:cs typeface="Arial"/>
              </a:rPr>
              <a:t>بِهِي بَصِيرًا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إِبۡرَٰهِيمَ" descr="إِبۡرَٰهِيم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إِبۡرَ</a:t>
            </a:r>
            <a:r>
              <a:rPr sz="82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هِيمَ</a:t>
            </a:r>
          </a:p>
        </p:txBody>
      </p:sp>
      <p:sp>
        <p:nvSpPr>
          <p:cNvPr id="14" name="Answer 1 إِبۡرَهِيمَ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إِبۡرَهِيمَ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إِبۡرَهِيمَ</a:t>
            </a:r>
          </a:p>
        </p:txBody>
      </p:sp>
      <p:sp>
        <p:nvSpPr>
          <p:cNvPr id="16" name="Answer 2 إِبۡرَاهِيمَ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إِبۡرَاهِيمَ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إِبۡرَاهِيمَ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word with a SMALL ALIF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every word with a SMALL ALIF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ٱلصَّلَوٰةَ" descr="ٱلصَّلَوٰةَ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ٱلصَّلَو</a:t>
            </a:r>
            <a:r>
              <a:rPr sz="4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ةَ</a:t>
            </a:r>
          </a:p>
        </p:txBody>
      </p:sp>
      <p:sp>
        <p:nvSpPr>
          <p:cNvPr id="8" name="Card 2 ٱلزَّكَوٰةَ" descr="ٱلزَّكَوٰةَ">
            <a:hlinkClick action="ppaction://hlinksldjump" r:id="rId4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ٱلزَّكَو</a:t>
            </a:r>
            <a:r>
              <a:rPr sz="4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ةَ</a:t>
            </a:r>
          </a:p>
        </p:txBody>
      </p:sp>
      <p:sp>
        <p:nvSpPr>
          <p:cNvPr id="9" name="Card 3 ٱلنَّاسِ" descr="ٱلنَّاسِ">
            <a:hlinkClick action="ppaction://hlinksldjump" r:id="rId5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ٱلنَّاسِ</a:t>
            </a:r>
          </a:p>
        </p:txBody>
      </p:sp>
      <p:sp>
        <p:nvSpPr>
          <p:cNvPr id="10" name="Card 4 رَبِّ" descr="رَبِّ">
            <a:hlinkClick action="ppaction://hlinksldjump" r:id="rId5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رَبِّ</a:t>
            </a:r>
          </a:p>
        </p:txBody>
      </p:sp>
      <p:sp>
        <p:nvSpPr>
          <p:cNvPr id="11" name="Card 5 ٱلدِّينِ" descr="ٱلدِّينِ">
            <a:hlinkClick action="ppaction://hlinksldjump" r:id="rId5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ٱلدِّينِ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2" dur="20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word with a SMALL ALIF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every word with a SMALL ALIF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ٱلصَّلَوٰةَ" descr="ٱلصَّلَوٰةَ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ٱلصَّلَو</a:t>
            </a:r>
            <a:r>
              <a:rPr sz="4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ةَ</a:t>
            </a:r>
          </a:p>
        </p:txBody>
      </p:sp>
      <p:sp>
        <p:nvSpPr>
          <p:cNvPr id="8" name="Card 2 ٱلزَّكَوٰةَ" descr="ٱلزَّكَوٰةَ">
            <a:hlinkClick action="ppaction://hlinksldjump" r:id="rId4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ٱلزَّكَو</a:t>
            </a:r>
            <a:r>
              <a:rPr sz="4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ةَ</a:t>
            </a:r>
          </a:p>
        </p:txBody>
      </p:sp>
      <p:sp>
        <p:nvSpPr>
          <p:cNvPr id="9" name="Card 3 ٱلنَّاسِ" descr="ٱلنَّاسِ">
            <a:hlinkClick action="ppaction://hlinksldjump" r:id="rId5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ٱلنَّاسِ</a:t>
            </a:r>
          </a:p>
        </p:txBody>
      </p:sp>
      <p:sp>
        <p:nvSpPr>
          <p:cNvPr id="10" name="Card 4 رَبِّ" descr="رَبِّ">
            <a:hlinkClick action="ppaction://hlinksldjump" r:id="rId5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رَبِّ</a:t>
            </a:r>
          </a:p>
        </p:txBody>
      </p:sp>
      <p:sp>
        <p:nvSpPr>
          <p:cNvPr id="11" name="Card 5 ٱلدِّينِ" descr="ٱلدِّينِ">
            <a:hlinkClick action="ppaction://hlinksldjump" r:id="rId5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ٱلدِّينِ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2" dur="20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word with a SMALL ALIF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every word with a SMALL ALIF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2 ٱلزَّكَوٰةَ" descr="ٱلزَّكَوٰةَ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ٱلزَّكَو</a:t>
            </a:r>
            <a:r>
              <a:rPr sz="4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ةَ</a:t>
            </a:r>
          </a:p>
        </p:txBody>
      </p:sp>
      <p:sp>
        <p:nvSpPr>
          <p:cNvPr id="8" name="Card 3 ٱلنَّاسِ" descr="ٱلنَّاسِ">
            <a:hlinkClick action="ppaction://hlinksldjump" r:id="rId4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ٱلنَّاسِ</a:t>
            </a:r>
          </a:p>
        </p:txBody>
      </p:sp>
      <p:sp>
        <p:nvSpPr>
          <p:cNvPr id="9" name="Card 4 رَبِّ" descr="رَبِّ">
            <a:hlinkClick action="ppaction://hlinksldjump" r:id="rId4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رَبِّ</a:t>
            </a:r>
          </a:p>
        </p:txBody>
      </p:sp>
      <p:sp>
        <p:nvSpPr>
          <p:cNvPr id="10" name="Card 5 ٱلدِّينِ" descr="ٱلدِّينِ">
            <a:hlinkClick action="ppaction://hlinksldjump" r:id="rId4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ٱلدِّينِ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5" dur="20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word with a SMALL ALIF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every word with a SMALL ALIF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2 ٱلزَّكَوٰةَ" descr="ٱلزَّكَوٰةَ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ٱلزَّكَو</a:t>
            </a:r>
            <a:r>
              <a:rPr sz="4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ةَ</a:t>
            </a:r>
          </a:p>
        </p:txBody>
      </p:sp>
      <p:sp>
        <p:nvSpPr>
          <p:cNvPr id="8" name="Card 3 ٱلنَّاسِ" descr="ٱلنَّاسِ">
            <a:hlinkClick action="ppaction://hlinksldjump" r:id="rId4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ٱلنَّاسِ</a:t>
            </a:r>
          </a:p>
        </p:txBody>
      </p:sp>
      <p:sp>
        <p:nvSpPr>
          <p:cNvPr id="9" name="Card 4 رَبِّ" descr="رَبِّ">
            <a:hlinkClick action="ppaction://hlinksldjump" r:id="rId4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رَبِّ</a:t>
            </a:r>
          </a:p>
        </p:txBody>
      </p:sp>
      <p:sp>
        <p:nvSpPr>
          <p:cNvPr id="10" name="Card 5 ٱلدِّينِ" descr="ٱلدِّينِ">
            <a:hlinkClick action="ppaction://hlinksldjump" r:id="rId4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ٱلدِّينِ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20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word with a SMALL ALIF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every word with a SMALL ALIF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ٱلصَّلَوٰةَ" descr="ٱلصَّلَوٰةَ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ٱلصَّلَو</a:t>
            </a:r>
            <a:r>
              <a:rPr sz="4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ةَ</a:t>
            </a:r>
          </a:p>
        </p:txBody>
      </p:sp>
      <p:sp>
        <p:nvSpPr>
          <p:cNvPr id="8" name="Card 3 ٱلنَّاسِ" descr="ٱلنَّاسِ">
            <a:hlinkClick action="ppaction://hlinksldjump" r:id="rId4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ٱلنَّاسِ</a:t>
            </a:r>
          </a:p>
        </p:txBody>
      </p:sp>
      <p:sp>
        <p:nvSpPr>
          <p:cNvPr id="9" name="Card 4 رَبِّ" descr="رَبِّ">
            <a:hlinkClick action="ppaction://hlinksldjump" r:id="rId4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رَبِّ</a:t>
            </a:r>
          </a:p>
        </p:txBody>
      </p:sp>
      <p:sp>
        <p:nvSpPr>
          <p:cNvPr id="10" name="Card 5 ٱلدِّينِ" descr="ٱلدِّينِ">
            <a:hlinkClick action="ppaction://hlinksldjump" r:id="rId4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ٱلدِّينِ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5" dur="20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word with a SMALL ALIF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every word with a SMALL ALIF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ٱلصَّلَوٰةَ" descr="ٱلصَّلَوٰةَ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ٱلصَّلَو</a:t>
            </a:r>
            <a:r>
              <a:rPr sz="4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ةَ</a:t>
            </a:r>
          </a:p>
        </p:txBody>
      </p:sp>
      <p:sp>
        <p:nvSpPr>
          <p:cNvPr id="8" name="Card 3 ٱلنَّاسِ" descr="ٱلنَّاسِ">
            <a:hlinkClick action="ppaction://hlinksldjump" r:id="rId4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ٱلنَّاسِ</a:t>
            </a:r>
          </a:p>
        </p:txBody>
      </p:sp>
      <p:sp>
        <p:nvSpPr>
          <p:cNvPr id="9" name="Card 4 رَبِّ" descr="رَبِّ">
            <a:hlinkClick action="ppaction://hlinksldjump" r:id="rId4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رَبِّ</a:t>
            </a:r>
          </a:p>
        </p:txBody>
      </p:sp>
      <p:sp>
        <p:nvSpPr>
          <p:cNvPr id="10" name="Card 5 ٱلدِّينِ" descr="ٱلدِّينِ">
            <a:hlinkClick action="ppaction://hlinksldjump" r:id="rId4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ٱلدِّينِ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20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word with a SMALL ALIF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every word with a SMALL ALIF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3 ٱلنَّاسِ" descr="ٱلنَّاسِ"/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ٱلنَّاسِ</a:t>
            </a:r>
          </a:p>
        </p:txBody>
      </p:sp>
      <p:sp>
        <p:nvSpPr>
          <p:cNvPr id="8" name="Card 4 رَبِّ" descr="رَبِّ"/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رَبِّ</a:t>
            </a:r>
          </a:p>
        </p:txBody>
      </p:sp>
      <p:sp>
        <p:nvSpPr>
          <p:cNvPr id="9" name="Card 5 ٱلدِّينِ" descr="ٱلدِّينِ"/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ٱلدِّينِ</a:t>
            </a:r>
          </a:p>
        </p:txBody>
      </p:sp>
      <p:sp>
        <p:nvSpPr>
          <p:cNvPr id="10" name="Great job!" descr="Great job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1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7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8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20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ad وَقَلۡبِهِۦ وَجَعَلَ" descr="وَقَلۡبِهِۦ وَجَعَل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وَقَلۡبِهِ</a:t>
            </a:r>
            <a:r>
              <a:rPr sz="47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ۦ</a:t>
            </a:r>
            <a:r>
              <a:rPr sz="4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 وَجَعَلَ</a:t>
            </a:r>
          </a:p>
        </p:txBody>
      </p:sp>
      <p:sp>
        <p:nvSpPr>
          <p:cNvPr id="10" name="Answer 1 وَقَلۡبِهِ وَجَعَلَ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nswer text 1" descr="وَقَلۡبِهِ وَجَعَلَ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وَقَلۡبِهِ وَجَعَلَ</a:t>
            </a:r>
          </a:p>
        </p:txBody>
      </p:sp>
      <p:sp>
        <p:nvSpPr>
          <p:cNvPr id="12" name="Answer 2 وَقَلۡبِهِي وَجَعَلَ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Answer text 2" descr="وَقَلۡبِهِي وَجَعَلَ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وَقَلۡبِهِي وَجَعَلَ</a:t>
            </a:r>
          </a:p>
        </p:txBody>
      </p:sp>
      <p:sp>
        <p:nvSpPr>
          <p:cNvPr id="14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olved وَقَلۡبِهِي وَجَعَلَ" descr="وَقَلۡبِهِي وَجَعَل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0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وَقَلۡبِهِي وَجَعَلَ</a:t>
            </a:r>
          </a:p>
        </p:txBody>
      </p:sp>
      <p:sp>
        <p:nvSpPr>
          <p:cNvPr id="9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ad لَٰكِنۡ" descr="لَـٰكِنۡ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لَـ</a:t>
            </a:r>
            <a:r>
              <a:rPr sz="10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كِنۡ</a:t>
            </a:r>
          </a:p>
        </p:txBody>
      </p:sp>
      <p:sp>
        <p:nvSpPr>
          <p:cNvPr id="12" name="Answer 1 لَكِنۡ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Answer text 1" descr="لَكِنۡ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لَكِنۡ</a:t>
            </a:r>
          </a:p>
        </p:txBody>
      </p:sp>
      <p:sp>
        <p:nvSpPr>
          <p:cNvPr id="14" name="Answer 2 لَاكِنۡ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2" descr="لَاكِنۡ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لَاكِنۡ</a:t>
            </a:r>
          </a:p>
        </p:txBody>
      </p:sp>
      <p:sp>
        <p:nvSpPr>
          <p:cNvPr id="16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olved لَاكِنۡ" descr="لَاكِنۡ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لَاكِنۡ</a:t>
            </a:r>
          </a:p>
        </p:txBody>
      </p:sp>
      <p:sp>
        <p:nvSpPr>
          <p:cNvPr id="9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ad مُوسَىٰ" descr="مُوسَىٰ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مُوسَى</a:t>
            </a:r>
            <a:r>
              <a:rPr sz="10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</a:p>
        </p:txBody>
      </p:sp>
      <p:sp>
        <p:nvSpPr>
          <p:cNvPr id="12" name="Answer 1 مُوسَا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Answer text 1" descr="مُوسَا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مُوسَا</a:t>
            </a:r>
          </a:p>
        </p:txBody>
      </p:sp>
      <p:sp>
        <p:nvSpPr>
          <p:cNvPr id="14" name="Answer 2 مُوسَيۡ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2" descr="مُوسَيۡ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مُوسَيۡ</a:t>
            </a:r>
          </a:p>
        </p:txBody>
      </p:sp>
      <p:sp>
        <p:nvSpPr>
          <p:cNvPr id="16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olved مُوسَا" descr="مُوس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مُوسَا</a:t>
            </a:r>
          </a:p>
        </p:txBody>
      </p:sp>
      <p:sp>
        <p:nvSpPr>
          <p:cNvPr id="9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ad مُوسَا" descr="مُوسَ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مُوسَا</a:t>
            </a:r>
          </a:p>
        </p:txBody>
      </p:sp>
      <p:sp>
        <p:nvSpPr>
          <p:cNvPr id="12" name="Great job!" descr="Great job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3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ad وَقَلۡبِهِۦ وَجَعَلَ" descr="وَقَلۡبِهِۦ وَجَعَل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وَقَلۡبِهِ</a:t>
            </a:r>
            <a:r>
              <a:rPr sz="47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ۦ</a:t>
            </a:r>
            <a:r>
              <a:rPr sz="4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 وَجَعَلَ</a:t>
            </a:r>
          </a:p>
        </p:txBody>
      </p:sp>
      <p:sp>
        <p:nvSpPr>
          <p:cNvPr id="10" name="Answer 1 وَقَلۡبِهِ وَجَعَلَ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nswer text 1" descr="وَقَلۡبِهِ وَجَعَلَ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وَقَلۡبِهِ وَجَعَلَ</a:t>
            </a:r>
          </a:p>
        </p:txBody>
      </p:sp>
      <p:sp>
        <p:nvSpPr>
          <p:cNvPr id="12" name="Answer 2 وَقَلۡبِهِي وَجَعَلَ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Answer text 2" descr="وَقَلۡبِهِي وَجَعَلَ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وَقَلۡبِهِي وَجَعَلَ</a:t>
            </a:r>
          </a:p>
        </p:txBody>
      </p:sp>
      <p:sp>
        <p:nvSpPr>
          <p:cNvPr id="14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5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olved وَقَلۡبِهِي وَجَعَلَ" descr="وَقَلۡبِهِي وَجَعَل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0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وَقَلۡبِهِي وَجَعَلَ</a:t>
            </a:r>
          </a:p>
        </p:txBody>
      </p:sp>
      <p:sp>
        <p:nvSpPr>
          <p:cNvPr id="9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ad لَٰكِنۡ" descr="لَـٰكِنۡ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لَـ</a:t>
            </a:r>
            <a:r>
              <a:rPr sz="10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كِنۡ</a:t>
            </a:r>
          </a:p>
        </p:txBody>
      </p:sp>
      <p:sp>
        <p:nvSpPr>
          <p:cNvPr id="12" name="Answer 1 لَكِنۡ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Answer text 1" descr="لَكِنۡ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لَكِنۡ</a:t>
            </a:r>
          </a:p>
        </p:txBody>
      </p:sp>
      <p:sp>
        <p:nvSpPr>
          <p:cNvPr id="14" name="Answer 2 لَاكِنۡ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2" descr="لَاكِنۡ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لَاكِنۡ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olved لَاكِنۡ" descr="لَاكِنۡ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لَاكِنۡ</a:t>
            </a:r>
          </a:p>
        </p:txBody>
      </p:sp>
      <p:sp>
        <p:nvSpPr>
          <p:cNvPr id="9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ad مُوسَىٰ" descr="مُوسَىٰ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مُوسَى</a:t>
            </a:r>
            <a:r>
              <a:rPr sz="10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</a:p>
        </p:txBody>
      </p:sp>
      <p:sp>
        <p:nvSpPr>
          <p:cNvPr id="12" name="Answer 1 مُوسَا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Answer text 1" descr="مُوسَا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مُوسَا</a:t>
            </a:r>
          </a:p>
        </p:txBody>
      </p:sp>
      <p:sp>
        <p:nvSpPr>
          <p:cNvPr id="14" name="Answer 2 مُوسَيۡ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2" descr="مُوسَيۡ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مُوسَيۡ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word with a SMALL ALIF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every word with a SMALL ALIF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ٱلصَّلَوٰةَ" descr="ٱلصَّلَوٰةَ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ٱلصَّلَو</a:t>
            </a:r>
            <a:r>
              <a:rPr sz="4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ةَ</a:t>
            </a:r>
          </a:p>
        </p:txBody>
      </p:sp>
      <p:sp>
        <p:nvSpPr>
          <p:cNvPr id="8" name="Card 2 قِيلَ" descr="قِيلَ">
            <a:hlinkClick action="ppaction://hlinksldjump" r:id="rId4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قِيلَ</a:t>
            </a:r>
          </a:p>
        </p:txBody>
      </p:sp>
      <p:sp>
        <p:nvSpPr>
          <p:cNvPr id="9" name="Card 3 ٱلۡحَمۡدُ" descr="ٱلۡحَمۡدُ">
            <a:hlinkClick action="ppaction://hlinksldjump" r:id="rId4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ٱلۡحَمۡدُ</a:t>
            </a:r>
          </a:p>
        </p:txBody>
      </p:sp>
      <p:sp>
        <p:nvSpPr>
          <p:cNvPr id="10" name="Card 4 هَٰذَا" descr="هَـٰذَا">
            <a:hlinkClick action="ppaction://hlinksldjump" r:id="rId5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هَـ</a:t>
            </a:r>
            <a:r>
              <a:rPr sz="73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7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ذَا</a:t>
            </a:r>
          </a:p>
        </p:txBody>
      </p:sp>
      <p:sp>
        <p:nvSpPr>
          <p:cNvPr id="11" name="Card 5 قَالَ" descr="قَالَ">
            <a:hlinkClick action="ppaction://hlinksldjump" r:id="rId4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قَالَ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2" dur="20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word with a SMALL ALIF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every word with a SMALL ALIF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ٱلصَّلَوٰةَ" descr="ٱلصَّلَوٰةَ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ٱلصَّلَو</a:t>
            </a:r>
            <a:r>
              <a:rPr sz="4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ةَ</a:t>
            </a:r>
          </a:p>
        </p:txBody>
      </p:sp>
      <p:sp>
        <p:nvSpPr>
          <p:cNvPr id="8" name="Card 2 قِيلَ" descr="قِيلَ">
            <a:hlinkClick action="ppaction://hlinksldjump" r:id="rId4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قِيلَ</a:t>
            </a:r>
          </a:p>
        </p:txBody>
      </p:sp>
      <p:sp>
        <p:nvSpPr>
          <p:cNvPr id="9" name="Card 3 ٱلۡحَمۡدُ" descr="ٱلۡحَمۡدُ">
            <a:hlinkClick action="ppaction://hlinksldjump" r:id="rId4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ٱلۡحَمۡدُ</a:t>
            </a:r>
          </a:p>
        </p:txBody>
      </p:sp>
      <p:sp>
        <p:nvSpPr>
          <p:cNvPr id="10" name="Card 4 هَٰذَا" descr="هَـٰذَا">
            <a:hlinkClick action="ppaction://hlinksldjump" r:id="rId5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هَـ</a:t>
            </a:r>
            <a:r>
              <a:rPr sz="73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7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ذَا</a:t>
            </a:r>
          </a:p>
        </p:txBody>
      </p:sp>
      <p:sp>
        <p:nvSpPr>
          <p:cNvPr id="11" name="Card 5 قَالَ" descr="قَالَ">
            <a:hlinkClick action="ppaction://hlinksldjump" r:id="rId4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قَالَ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2" dur="20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word with a SMALL ALIF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every word with a SMALL ALIF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2 قِيلَ" descr="قِيلَ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قِيلَ</a:t>
            </a:r>
          </a:p>
        </p:txBody>
      </p:sp>
      <p:sp>
        <p:nvSpPr>
          <p:cNvPr id="8" name="Card 3 ٱلۡحَمۡدُ" descr="ٱلۡحَمۡدُ">
            <a:hlinkClick action="ppaction://hlinksldjump" r:id="rId3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ٱلۡحَمۡدُ</a:t>
            </a:r>
          </a:p>
        </p:txBody>
      </p:sp>
      <p:sp>
        <p:nvSpPr>
          <p:cNvPr id="9" name="Card 4 هَٰذَا" descr="هَـٰذَا">
            <a:hlinkClick action="ppaction://hlinksldjump" r:id="rId4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هَـ</a:t>
            </a:r>
            <a:r>
              <a:rPr sz="73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7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ذَا</a:t>
            </a:r>
          </a:p>
        </p:txBody>
      </p:sp>
      <p:sp>
        <p:nvSpPr>
          <p:cNvPr id="10" name="Card 5 قَالَ" descr="قَالَ">
            <a:hlinkClick action="ppaction://hlinksldjump" r:id="rId3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قَالَ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5" dur="20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word with a SMALL ALIF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every word with a SMALL ALIF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2 قِيلَ" descr="قِيلَ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قِيلَ</a:t>
            </a:r>
          </a:p>
        </p:txBody>
      </p:sp>
      <p:sp>
        <p:nvSpPr>
          <p:cNvPr id="8" name="Card 3 ٱلۡحَمۡدُ" descr="ٱلۡحَمۡدُ">
            <a:hlinkClick action="ppaction://hlinksldjump" r:id="rId3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ٱلۡحَمۡدُ</a:t>
            </a:r>
          </a:p>
        </p:txBody>
      </p:sp>
      <p:sp>
        <p:nvSpPr>
          <p:cNvPr id="9" name="Card 4 هَٰذَا" descr="هَـٰذَا">
            <a:hlinkClick action="ppaction://hlinksldjump" r:id="rId4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هَـ</a:t>
            </a:r>
            <a:r>
              <a:rPr sz="73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7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ذَا</a:t>
            </a:r>
          </a:p>
        </p:txBody>
      </p:sp>
      <p:sp>
        <p:nvSpPr>
          <p:cNvPr id="10" name="Card 5 قَالَ" descr="قَالَ">
            <a:hlinkClick action="ppaction://hlinksldjump" r:id="rId3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قَالَ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20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word with a SMALL ALIF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every word with a SMALL ALIF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ٱلصَّلَوٰةَ" descr="ٱلصَّلَوٰةَ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ٱلصَّلَو</a:t>
            </a:r>
            <a:r>
              <a:rPr sz="4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ةَ</a:t>
            </a:r>
          </a:p>
        </p:txBody>
      </p:sp>
      <p:sp>
        <p:nvSpPr>
          <p:cNvPr id="8" name="Card 2 قِيلَ" descr="قِيلَ">
            <a:hlinkClick action="ppaction://hlinksldjump" r:id="rId4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قِيلَ</a:t>
            </a:r>
          </a:p>
        </p:txBody>
      </p:sp>
      <p:sp>
        <p:nvSpPr>
          <p:cNvPr id="9" name="Card 3 ٱلۡحَمۡدُ" descr="ٱلۡحَمۡدُ">
            <a:hlinkClick action="ppaction://hlinksldjump" r:id="rId4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ٱلۡحَمۡدُ</a:t>
            </a:r>
          </a:p>
        </p:txBody>
      </p:sp>
      <p:sp>
        <p:nvSpPr>
          <p:cNvPr id="10" name="Card 5 قَالَ" descr="قَالَ">
            <a:hlinkClick action="ppaction://hlinksldjump" r:id="rId4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قَالَ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17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5" dur="20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word with a SMALL ALIF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every word with a SMALL ALIF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ٱلصَّلَوٰةَ" descr="ٱلصَّلَوٰةَ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ٱلصَّلَو</a:t>
            </a:r>
            <a:r>
              <a:rPr sz="4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ةَ</a:t>
            </a:r>
          </a:p>
        </p:txBody>
      </p:sp>
      <p:sp>
        <p:nvSpPr>
          <p:cNvPr id="8" name="Card 2 قِيلَ" descr="قِيلَ">
            <a:hlinkClick action="ppaction://hlinksldjump" r:id="rId4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قِيلَ</a:t>
            </a:r>
          </a:p>
        </p:txBody>
      </p:sp>
      <p:sp>
        <p:nvSpPr>
          <p:cNvPr id="9" name="Card 3 ٱلۡحَمۡدُ" descr="ٱلۡحَمۡدُ">
            <a:hlinkClick action="ppaction://hlinksldjump" r:id="rId4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ٱلۡحَمۡدُ</a:t>
            </a:r>
          </a:p>
        </p:txBody>
      </p:sp>
      <p:sp>
        <p:nvSpPr>
          <p:cNvPr id="10" name="Card 5 قَالَ" descr="قَالَ">
            <a:hlinkClick action="ppaction://hlinksldjump" r:id="rId4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قَالَ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20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word with a SMALL ALIF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every word with a SMALL ALIF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2 قِيلَ" descr="قِيلَ"/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قِيلَ</a:t>
            </a:r>
          </a:p>
        </p:txBody>
      </p:sp>
      <p:sp>
        <p:nvSpPr>
          <p:cNvPr id="8" name="Card 3 ٱلۡحَمۡدُ" descr="ٱلۡحَمۡدُ"/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ٱلۡحَمۡدُ</a:t>
            </a:r>
          </a:p>
        </p:txBody>
      </p:sp>
      <p:sp>
        <p:nvSpPr>
          <p:cNvPr id="9" name="Card 5 قَالَ" descr="قَالَ"/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قَالَ</a:t>
            </a:r>
          </a:p>
        </p:txBody>
      </p:sp>
      <p:sp>
        <p:nvSpPr>
          <p:cNvPr id="10" name="Great job!" descr="Great job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1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20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SMALL WAW or SMALL YAA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every SMALL WAW or SMALL YAA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ٱلزَّكَوٰةَ" descr="ٱلزَّكَوٰةَ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ٱلزَّكَو</a:t>
            </a:r>
            <a:r>
              <a:rPr sz="4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ةَ</a:t>
            </a:r>
          </a:p>
        </p:txBody>
      </p:sp>
      <p:sp>
        <p:nvSpPr>
          <p:cNvPr id="8" name="Card 2 وَقَلۡبِهِۦ وَجَعَلَ" descr="وَقَلۡبِهِۦ وَجَعَلَ">
            <a:hlinkClick action="ppaction://hlinksldjump" r:id="rId4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وَقَلۡبِهِ</a:t>
            </a:r>
            <a:r>
              <a:rPr sz="27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ۦ</a:t>
            </a:r>
            <a:r>
              <a:rPr sz="2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 وَجَعَلَ</a:t>
            </a:r>
          </a:p>
        </p:txBody>
      </p:sp>
      <p:sp>
        <p:nvSpPr>
          <p:cNvPr id="9" name="Card 3 لَهُ ٱلۡمُلۡكُ" descr="لَهُ ٱلۡمُلۡكُ">
            <a:hlinkClick action="ppaction://hlinksldjump" r:id="rId3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لَهُ ٱلۡمُلۡكُ</a:t>
            </a:r>
          </a:p>
        </p:txBody>
      </p:sp>
      <p:sp>
        <p:nvSpPr>
          <p:cNvPr id="10" name="Card 4 وَلَهُ ٱلۡحَمۡدُ" descr="وَلَهُ ٱلۡحَمۡدُ">
            <a:hlinkClick action="ppaction://hlinksldjump" r:id="rId3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وَلَهُ ٱلۡحَمۡدُ</a:t>
            </a:r>
          </a:p>
        </p:txBody>
      </p:sp>
      <p:sp>
        <p:nvSpPr>
          <p:cNvPr id="11" name="Card 5 إِنَّهُۥ لَا يُحِبُّ" descr="إِنَّهُۥ لَا يُحِبُّ">
            <a:hlinkClick action="ppaction://hlinksldjump" r:id="rId5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إِنَّهُ</a:t>
            </a:r>
            <a:r>
              <a:rPr sz="29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ۥ</a:t>
            </a:r>
            <a:r>
              <a:rPr sz="2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 لَا يُحِبُّ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2" dur="20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SMALL WAW or SMALL YAA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every SMALL WAW or SMALL YAA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ٱلزَّكَوٰةَ" descr="ٱلزَّكَوٰةَ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ٱلزَّكَو</a:t>
            </a:r>
            <a:r>
              <a:rPr sz="4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ةَ</a:t>
            </a:r>
          </a:p>
        </p:txBody>
      </p:sp>
      <p:sp>
        <p:nvSpPr>
          <p:cNvPr id="8" name="Card 2 وَقَلۡبِهِۦ وَجَعَلَ" descr="وَقَلۡبِهِۦ وَجَعَلَ">
            <a:hlinkClick action="ppaction://hlinksldjump" r:id="rId4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وَقَلۡبِهِ</a:t>
            </a:r>
            <a:r>
              <a:rPr sz="27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ۦ</a:t>
            </a:r>
            <a:r>
              <a:rPr sz="2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 وَجَعَلَ</a:t>
            </a:r>
          </a:p>
        </p:txBody>
      </p:sp>
      <p:sp>
        <p:nvSpPr>
          <p:cNvPr id="9" name="Card 3 لَهُ ٱلۡمُلۡكُ" descr="لَهُ ٱلۡمُلۡكُ">
            <a:hlinkClick action="ppaction://hlinksldjump" r:id="rId3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لَهُ ٱلۡمُلۡكُ</a:t>
            </a:r>
          </a:p>
        </p:txBody>
      </p:sp>
      <p:sp>
        <p:nvSpPr>
          <p:cNvPr id="10" name="Card 4 وَلَهُ ٱلۡحَمۡدُ" descr="وَلَهُ ٱلۡحَمۡدُ">
            <a:hlinkClick action="ppaction://hlinksldjump" r:id="rId3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وَلَهُ ٱلۡحَمۡدُ</a:t>
            </a:r>
          </a:p>
        </p:txBody>
      </p:sp>
      <p:sp>
        <p:nvSpPr>
          <p:cNvPr id="11" name="Card 5 إِنَّهُۥ لَا يُحِبُّ" descr="إِنَّهُۥ لَا يُحِبُّ">
            <a:hlinkClick action="ppaction://hlinksldjump" r:id="rId5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إِنَّهُ</a:t>
            </a:r>
            <a:r>
              <a:rPr sz="29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ۥ</a:t>
            </a:r>
            <a:r>
              <a:rPr sz="2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 لَا يُحِبُّ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2" dur="20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SMALL WAW or SMALL YAA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every SMALL WAW or SMALL YAA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ٱلزَّكَوٰةَ" descr="ٱلزَّكَوٰةَ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ٱلزَّكَو</a:t>
            </a:r>
            <a:r>
              <a:rPr sz="4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ةَ</a:t>
            </a:r>
          </a:p>
        </p:txBody>
      </p:sp>
      <p:sp>
        <p:nvSpPr>
          <p:cNvPr id="8" name="Card 3 لَهُ ٱلۡمُلۡكُ" descr="لَهُ ٱلۡمُلۡكُ">
            <a:hlinkClick action="ppaction://hlinksldjump" r:id="rId3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لَهُ ٱلۡمُلۡكُ</a:t>
            </a:r>
          </a:p>
        </p:txBody>
      </p:sp>
      <p:sp>
        <p:nvSpPr>
          <p:cNvPr id="9" name="Card 4 وَلَهُ ٱلۡحَمۡدُ" descr="وَلَهُ ٱلۡحَمۡدُ">
            <a:hlinkClick action="ppaction://hlinksldjump" r:id="rId3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وَلَهُ ٱلۡحَمۡدُ</a:t>
            </a:r>
          </a:p>
        </p:txBody>
      </p:sp>
      <p:sp>
        <p:nvSpPr>
          <p:cNvPr id="10" name="Card 5 إِنَّهُۥ لَا يُحِبُّ" descr="إِنَّهُۥ لَا يُحِبُّ">
            <a:hlinkClick action="ppaction://hlinksldjump" r:id="rId4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إِنَّهُ</a:t>
            </a:r>
            <a:r>
              <a:rPr sz="29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ۥ</a:t>
            </a:r>
            <a:r>
              <a:rPr sz="2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 لَا يُحِبُّ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5" dur="20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SMALL WAW or SMALL YAA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every SMALL WAW or SMALL YAA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ٱلزَّكَوٰةَ" descr="ٱلزَّكَوٰةَ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ٱلزَّكَو</a:t>
            </a:r>
            <a:r>
              <a:rPr sz="4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ةَ</a:t>
            </a:r>
          </a:p>
        </p:txBody>
      </p:sp>
      <p:sp>
        <p:nvSpPr>
          <p:cNvPr id="8" name="Card 3 لَهُ ٱلۡمُلۡكُ" descr="لَهُ ٱلۡمُلۡكُ">
            <a:hlinkClick action="ppaction://hlinksldjump" r:id="rId3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لَهُ ٱلۡمُلۡكُ</a:t>
            </a:r>
          </a:p>
        </p:txBody>
      </p:sp>
      <p:sp>
        <p:nvSpPr>
          <p:cNvPr id="9" name="Card 4 وَلَهُ ٱلۡحَمۡدُ" descr="وَلَهُ ٱلۡحَمۡدُ">
            <a:hlinkClick action="ppaction://hlinksldjump" r:id="rId3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وَلَهُ ٱلۡحَمۡدُ</a:t>
            </a:r>
          </a:p>
        </p:txBody>
      </p:sp>
      <p:sp>
        <p:nvSpPr>
          <p:cNvPr id="10" name="Card 5 إِنَّهُۥ لَا يُحِبُّ" descr="إِنَّهُۥ لَا يُحِبُّ">
            <a:hlinkClick action="ppaction://hlinksldjump" r:id="rId4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إِنَّهُ</a:t>
            </a:r>
            <a:r>
              <a:rPr sz="29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ۥ</a:t>
            </a:r>
            <a:r>
              <a:rPr sz="2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 لَا يُحِبُّ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20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SMALL WAW or SMALL YAA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every SMALL WAW or SMALL YAA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ٱلزَّكَوٰةَ" descr="ٱلزَّكَوٰةَ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ٱلزَّكَو</a:t>
            </a:r>
            <a:r>
              <a:rPr sz="4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ةَ</a:t>
            </a:r>
          </a:p>
        </p:txBody>
      </p:sp>
      <p:sp>
        <p:nvSpPr>
          <p:cNvPr id="8" name="Card 2 وَقَلۡبِهِۦ وَجَعَلَ" descr="وَقَلۡبِهِۦ وَجَعَلَ">
            <a:hlinkClick action="ppaction://hlinksldjump" r:id="rId4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وَقَلۡبِهِ</a:t>
            </a:r>
            <a:r>
              <a:rPr sz="27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ۦ</a:t>
            </a:r>
            <a:r>
              <a:rPr sz="2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 وَجَعَلَ</a:t>
            </a:r>
          </a:p>
        </p:txBody>
      </p:sp>
      <p:sp>
        <p:nvSpPr>
          <p:cNvPr id="9" name="Card 3 لَهُ ٱلۡمُلۡكُ" descr="لَهُ ٱلۡمُلۡكُ">
            <a:hlinkClick action="ppaction://hlinksldjump" r:id="rId3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لَهُ ٱلۡمُلۡكُ</a:t>
            </a:r>
          </a:p>
        </p:txBody>
      </p:sp>
      <p:sp>
        <p:nvSpPr>
          <p:cNvPr id="10" name="Card 4 وَلَهُ ٱلۡحَمۡدُ" descr="وَلَهُ ٱلۡحَمۡدُ">
            <a:hlinkClick action="ppaction://hlinksldjump" r:id="rId3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وَلَهُ ٱلۡحَمۡدُ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17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5" dur="18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SMALL WAW or SMALL YAA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every SMALL WAW or SMALL YAA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ٱلزَّكَوٰةَ" descr="ٱلزَّكَوٰةَ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ٱلزَّكَو</a:t>
            </a:r>
            <a:r>
              <a:rPr sz="4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ةَ</a:t>
            </a:r>
          </a:p>
        </p:txBody>
      </p:sp>
      <p:sp>
        <p:nvSpPr>
          <p:cNvPr id="8" name="Card 2 وَقَلۡبِهِۦ وَجَعَلَ" descr="وَقَلۡبِهِۦ وَجَعَلَ">
            <a:hlinkClick action="ppaction://hlinksldjump" r:id="rId4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وَقَلۡبِهِ</a:t>
            </a:r>
            <a:r>
              <a:rPr sz="27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ۦ</a:t>
            </a:r>
            <a:r>
              <a:rPr sz="2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 وَجَعَلَ</a:t>
            </a:r>
          </a:p>
        </p:txBody>
      </p:sp>
      <p:sp>
        <p:nvSpPr>
          <p:cNvPr id="9" name="Card 3 لَهُ ٱلۡمُلۡكُ" descr="لَهُ ٱلۡمُلۡكُ">
            <a:hlinkClick action="ppaction://hlinksldjump" r:id="rId3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لَهُ ٱلۡمُلۡكُ</a:t>
            </a:r>
          </a:p>
        </p:txBody>
      </p:sp>
      <p:sp>
        <p:nvSpPr>
          <p:cNvPr id="10" name="Card 4 وَلَهُ ٱلۡحَمۡدُ" descr="وَلَهُ ٱلۡحَمۡدُ">
            <a:hlinkClick action="ppaction://hlinksldjump" r:id="rId3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وَلَهُ ٱلۡحَمۡدُ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SMALL WAW or SMALL YAA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every SMALL WAW or SMALL YAA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ٱلزَّكَوٰةَ" descr="ٱلزَّكَوٰةَ"/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ٱلزَّكَو</a:t>
            </a:r>
            <a:r>
              <a:rPr sz="4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ةَ</a:t>
            </a:r>
          </a:p>
        </p:txBody>
      </p:sp>
      <p:sp>
        <p:nvSpPr>
          <p:cNvPr id="8" name="Card 3 لَهُ ٱلۡمُلۡكُ" descr="لَهُ ٱلۡمُلۡكُ"/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لَهُ ٱلۡمُلۡكُ</a:t>
            </a:r>
          </a:p>
        </p:txBody>
      </p:sp>
      <p:sp>
        <p:nvSpPr>
          <p:cNvPr id="9" name="Card 4 وَلَهُ ٱلۡحَمۡدُ" descr="وَلَهُ ٱلۡحَمۡدُ"/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وَلَهُ ٱلۡحَمۡدُ</a:t>
            </a:r>
          </a:p>
        </p:txBody>
      </p:sp>
      <p:sp>
        <p:nvSpPr>
          <p:cNvPr id="10" name="Great job!" descr="Great job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1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word with a SMALL ALIF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every word with a SMALL ALIF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مَٰلِكِ" descr="مَـٰلِكِ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مَـ</a:t>
            </a:r>
            <a:r>
              <a:rPr sz="73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7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لِكِ</a:t>
            </a:r>
          </a:p>
        </p:txBody>
      </p:sp>
      <p:sp>
        <p:nvSpPr>
          <p:cNvPr id="8" name="Card 2 نَارًا" descr="نَارًا">
            <a:hlinkClick action="ppaction://hlinksldjump" r:id="rId4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نَارًا</a:t>
            </a:r>
          </a:p>
        </p:txBody>
      </p:sp>
      <p:sp>
        <p:nvSpPr>
          <p:cNvPr id="9" name="Card 3 ٱلنَّاسِ" descr="ٱلنَّاسِ">
            <a:hlinkClick action="ppaction://hlinksldjump" r:id="rId4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ٱلنَّاسِ</a:t>
            </a:r>
          </a:p>
        </p:txBody>
      </p:sp>
      <p:sp>
        <p:nvSpPr>
          <p:cNvPr id="10" name="Card 4 سُبۡحَٰنَ" descr="سُبۡحَـٰنَ">
            <a:hlinkClick action="ppaction://hlinksldjump" r:id="rId5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سُبۡحَـ</a:t>
            </a:r>
            <a:r>
              <a:rPr sz="72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7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</a:t>
            </a:r>
          </a:p>
        </p:txBody>
      </p:sp>
      <p:sp>
        <p:nvSpPr>
          <p:cNvPr id="11" name="Card 5 ٱلدِّينِ" descr="ٱلدِّينِ">
            <a:hlinkClick action="ppaction://hlinksldjump" r:id="rId4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ٱلدِّينِ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2" dur="20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word with a SMALL ALIF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every word with a SMALL ALIF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مَٰلِكِ" descr="مَـٰلِكِ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مَـ</a:t>
            </a:r>
            <a:r>
              <a:rPr sz="73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7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لِكِ</a:t>
            </a:r>
          </a:p>
        </p:txBody>
      </p:sp>
      <p:sp>
        <p:nvSpPr>
          <p:cNvPr id="8" name="Card 2 نَارًا" descr="نَارًا">
            <a:hlinkClick action="ppaction://hlinksldjump" r:id="rId4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نَارًا</a:t>
            </a:r>
          </a:p>
        </p:txBody>
      </p:sp>
      <p:sp>
        <p:nvSpPr>
          <p:cNvPr id="9" name="Card 3 ٱلنَّاسِ" descr="ٱلنَّاسِ">
            <a:hlinkClick action="ppaction://hlinksldjump" r:id="rId4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ٱلنَّاسِ</a:t>
            </a:r>
          </a:p>
        </p:txBody>
      </p:sp>
      <p:sp>
        <p:nvSpPr>
          <p:cNvPr id="10" name="Card 4 سُبۡحَٰنَ" descr="سُبۡحَـٰنَ">
            <a:hlinkClick action="ppaction://hlinksldjump" r:id="rId5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سُبۡحَـ</a:t>
            </a:r>
            <a:r>
              <a:rPr sz="72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7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</a:t>
            </a:r>
          </a:p>
        </p:txBody>
      </p:sp>
      <p:sp>
        <p:nvSpPr>
          <p:cNvPr id="11" name="Card 5 ٱلدِّينِ" descr="ٱلدِّينِ">
            <a:hlinkClick action="ppaction://hlinksldjump" r:id="rId4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ٱلدِّينِ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2" dur="20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word with a SMALL ALIF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every word with a SMALL ALIF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2 نَارًا" descr="نَارًا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نَارًا</a:t>
            </a:r>
          </a:p>
        </p:txBody>
      </p:sp>
      <p:sp>
        <p:nvSpPr>
          <p:cNvPr id="8" name="Card 3 ٱلنَّاسِ" descr="ٱلنَّاسِ">
            <a:hlinkClick action="ppaction://hlinksldjump" r:id="rId3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ٱلنَّاسِ</a:t>
            </a:r>
          </a:p>
        </p:txBody>
      </p:sp>
      <p:sp>
        <p:nvSpPr>
          <p:cNvPr id="9" name="Card 4 سُبۡحَٰنَ" descr="سُبۡحَـٰنَ">
            <a:hlinkClick action="ppaction://hlinksldjump" r:id="rId4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سُبۡحَـ</a:t>
            </a:r>
            <a:r>
              <a:rPr sz="72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7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</a:t>
            </a:r>
          </a:p>
        </p:txBody>
      </p:sp>
      <p:sp>
        <p:nvSpPr>
          <p:cNvPr id="10" name="Card 5 ٱلدِّينِ" descr="ٱلدِّينِ">
            <a:hlinkClick action="ppaction://hlinksldjump" r:id="rId3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ٱلدِّينِ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5" dur="20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word with a SMALL ALIF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every word with a SMALL ALIF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2 نَارًا" descr="نَارًا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نَارًا</a:t>
            </a:r>
          </a:p>
        </p:txBody>
      </p:sp>
      <p:sp>
        <p:nvSpPr>
          <p:cNvPr id="8" name="Card 3 ٱلنَّاسِ" descr="ٱلنَّاسِ">
            <a:hlinkClick action="ppaction://hlinksldjump" r:id="rId3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ٱلنَّاسِ</a:t>
            </a:r>
          </a:p>
        </p:txBody>
      </p:sp>
      <p:sp>
        <p:nvSpPr>
          <p:cNvPr id="9" name="Card 4 سُبۡحَٰنَ" descr="سُبۡحَـٰنَ">
            <a:hlinkClick action="ppaction://hlinksldjump" r:id="rId4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سُبۡحَـ</a:t>
            </a:r>
            <a:r>
              <a:rPr sz="72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7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</a:t>
            </a:r>
          </a:p>
        </p:txBody>
      </p:sp>
      <p:sp>
        <p:nvSpPr>
          <p:cNvPr id="10" name="Card 5 ٱلدِّينِ" descr="ٱلدِّينِ">
            <a:hlinkClick action="ppaction://hlinksldjump" r:id="rId3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ٱلدِّينِ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20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word with a SMALL ALIF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every word with a SMALL ALIF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مَٰلِكِ" descr="مَـٰلِكِ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مَـ</a:t>
            </a:r>
            <a:r>
              <a:rPr sz="73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7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لِكِ</a:t>
            </a:r>
          </a:p>
        </p:txBody>
      </p:sp>
      <p:sp>
        <p:nvSpPr>
          <p:cNvPr id="8" name="Card 2 نَارًا" descr="نَارًا">
            <a:hlinkClick action="ppaction://hlinksldjump" r:id="rId4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نَارًا</a:t>
            </a:r>
          </a:p>
        </p:txBody>
      </p:sp>
      <p:sp>
        <p:nvSpPr>
          <p:cNvPr id="9" name="Card 3 ٱلنَّاسِ" descr="ٱلنَّاسِ">
            <a:hlinkClick action="ppaction://hlinksldjump" r:id="rId4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ٱلنَّاسِ</a:t>
            </a:r>
          </a:p>
        </p:txBody>
      </p:sp>
      <p:sp>
        <p:nvSpPr>
          <p:cNvPr id="10" name="Card 5 ٱلدِّينِ" descr="ٱلدِّينِ">
            <a:hlinkClick action="ppaction://hlinksldjump" r:id="rId4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ٱلدِّينِ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17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5" dur="20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word with a SMALL ALIF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every word with a SMALL ALIF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مَٰلِكِ" descr="مَـٰلِكِ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مَـ</a:t>
            </a:r>
            <a:r>
              <a:rPr sz="73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7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لِكِ</a:t>
            </a:r>
          </a:p>
        </p:txBody>
      </p:sp>
      <p:sp>
        <p:nvSpPr>
          <p:cNvPr id="8" name="Card 2 نَارًا" descr="نَارًا">
            <a:hlinkClick action="ppaction://hlinksldjump" r:id="rId4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نَارًا</a:t>
            </a:r>
          </a:p>
        </p:txBody>
      </p:sp>
      <p:sp>
        <p:nvSpPr>
          <p:cNvPr id="9" name="Card 3 ٱلنَّاسِ" descr="ٱلنَّاسِ">
            <a:hlinkClick action="ppaction://hlinksldjump" r:id="rId4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ٱلنَّاسِ</a:t>
            </a:r>
          </a:p>
        </p:txBody>
      </p:sp>
      <p:sp>
        <p:nvSpPr>
          <p:cNvPr id="10" name="Card 5 ٱلدِّينِ" descr="ٱلدِّينِ">
            <a:hlinkClick action="ppaction://hlinksldjump" r:id="rId4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ٱلدِّينِ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20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word with a SMALL ALIF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every word with a SMALL ALIF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2 نَارًا" descr="نَارًا"/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نَارًا</a:t>
            </a:r>
          </a:p>
        </p:txBody>
      </p:sp>
      <p:sp>
        <p:nvSpPr>
          <p:cNvPr id="8" name="Card 3 ٱلنَّاسِ" descr="ٱلنَّاسِ"/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ٱلنَّاسِ</a:t>
            </a:r>
          </a:p>
        </p:txBody>
      </p:sp>
      <p:sp>
        <p:nvSpPr>
          <p:cNvPr id="9" name="Card 5 ٱلدِّينِ" descr="ٱلدِّينِ"/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ٱلدِّينِ</a:t>
            </a:r>
          </a:p>
        </p:txBody>
      </p:sp>
      <p:sp>
        <p:nvSpPr>
          <p:cNvPr id="10" name="Great job!" descr="Great job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1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20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word with a SMALL ALIF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every word with a SMALL ALIF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قَالَ" descr="قَالَ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قَالَ</a:t>
            </a:r>
          </a:p>
        </p:txBody>
      </p:sp>
      <p:sp>
        <p:nvSpPr>
          <p:cNvPr id="8" name="Card 2 إِلَٰهَ" descr="إِلَـٰهَ">
            <a:hlinkClick action="ppaction://hlinksldjump" r:id="rId4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إِلَـ</a:t>
            </a:r>
            <a:r>
              <a:rPr sz="73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7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هَ</a:t>
            </a:r>
          </a:p>
        </p:txBody>
      </p:sp>
      <p:sp>
        <p:nvSpPr>
          <p:cNvPr id="9" name="Card 3 يَقُولُ" descr="يَقُولُ">
            <a:hlinkClick action="ppaction://hlinksldjump" r:id="rId3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يَقُولُ</a:t>
            </a:r>
          </a:p>
        </p:txBody>
      </p:sp>
      <p:sp>
        <p:nvSpPr>
          <p:cNvPr id="10" name="Card 4 قِيلَ" descr="قِيلَ">
            <a:hlinkClick action="ppaction://hlinksldjump" r:id="rId3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قِيلَ</a:t>
            </a:r>
          </a:p>
        </p:txBody>
      </p:sp>
      <p:sp>
        <p:nvSpPr>
          <p:cNvPr id="11" name="Card 5 هَٰرُونَ" descr="هَـٰرُونَ">
            <a:hlinkClick action="ppaction://hlinksldjump" r:id="rId5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هَـ</a:t>
            </a:r>
            <a:r>
              <a:rPr sz="72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7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رُونَ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2" dur="20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word with a SMALL ALIF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every word with a SMALL ALIF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قَالَ" descr="قَالَ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قَالَ</a:t>
            </a:r>
          </a:p>
        </p:txBody>
      </p:sp>
      <p:sp>
        <p:nvSpPr>
          <p:cNvPr id="8" name="Card 2 إِلَٰهَ" descr="إِلَـٰهَ">
            <a:hlinkClick action="ppaction://hlinksldjump" r:id="rId4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إِلَـ</a:t>
            </a:r>
            <a:r>
              <a:rPr sz="73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7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هَ</a:t>
            </a:r>
          </a:p>
        </p:txBody>
      </p:sp>
      <p:sp>
        <p:nvSpPr>
          <p:cNvPr id="9" name="Card 3 يَقُولُ" descr="يَقُولُ">
            <a:hlinkClick action="ppaction://hlinksldjump" r:id="rId3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يَقُولُ</a:t>
            </a:r>
          </a:p>
        </p:txBody>
      </p:sp>
      <p:sp>
        <p:nvSpPr>
          <p:cNvPr id="10" name="Card 4 قِيلَ" descr="قِيلَ">
            <a:hlinkClick action="ppaction://hlinksldjump" r:id="rId3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قِيلَ</a:t>
            </a:r>
          </a:p>
        </p:txBody>
      </p:sp>
      <p:sp>
        <p:nvSpPr>
          <p:cNvPr id="11" name="Card 5 هَٰرُونَ" descr="هَـٰرُونَ">
            <a:hlinkClick action="ppaction://hlinksldjump" r:id="rId5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هَـ</a:t>
            </a:r>
            <a:r>
              <a:rPr sz="72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7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رُونَ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2" dur="20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word with a SMALL ALIF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every word with a SMALL ALIF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قَالَ" descr="قَالَ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قَالَ</a:t>
            </a:r>
          </a:p>
        </p:txBody>
      </p:sp>
      <p:sp>
        <p:nvSpPr>
          <p:cNvPr id="8" name="Card 3 يَقُولُ" descr="يَقُولُ">
            <a:hlinkClick action="ppaction://hlinksldjump" r:id="rId3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يَقُولُ</a:t>
            </a:r>
          </a:p>
        </p:txBody>
      </p:sp>
      <p:sp>
        <p:nvSpPr>
          <p:cNvPr id="9" name="Card 4 قِيلَ" descr="قِيلَ">
            <a:hlinkClick action="ppaction://hlinksldjump" r:id="rId3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قِيلَ</a:t>
            </a:r>
          </a:p>
        </p:txBody>
      </p:sp>
      <p:sp>
        <p:nvSpPr>
          <p:cNvPr id="10" name="Card 5 هَٰرُونَ" descr="هَـٰرُونَ">
            <a:hlinkClick action="ppaction://hlinksldjump" r:id="rId4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هَـ</a:t>
            </a:r>
            <a:r>
              <a:rPr sz="72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7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رُونَ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5" dur="20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word with a SMALL ALIF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every word with a SMALL ALIF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قَالَ" descr="قَالَ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قَالَ</a:t>
            </a:r>
          </a:p>
        </p:txBody>
      </p:sp>
      <p:sp>
        <p:nvSpPr>
          <p:cNvPr id="8" name="Card 3 يَقُولُ" descr="يَقُولُ">
            <a:hlinkClick action="ppaction://hlinksldjump" r:id="rId3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يَقُولُ</a:t>
            </a:r>
          </a:p>
        </p:txBody>
      </p:sp>
      <p:sp>
        <p:nvSpPr>
          <p:cNvPr id="9" name="Card 4 قِيلَ" descr="قِيلَ">
            <a:hlinkClick action="ppaction://hlinksldjump" r:id="rId3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قِيلَ</a:t>
            </a:r>
          </a:p>
        </p:txBody>
      </p:sp>
      <p:sp>
        <p:nvSpPr>
          <p:cNvPr id="10" name="Card 5 هَٰرُونَ" descr="هَـٰرُونَ">
            <a:hlinkClick action="ppaction://hlinksldjump" r:id="rId4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هَـ</a:t>
            </a:r>
            <a:r>
              <a:rPr sz="72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7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رُونَ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20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word with a SMALL ALIF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every word with a SMALL ALIF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قَالَ" descr="قَالَ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قَالَ</a:t>
            </a:r>
          </a:p>
        </p:txBody>
      </p:sp>
      <p:sp>
        <p:nvSpPr>
          <p:cNvPr id="8" name="Card 2 إِلَٰهَ" descr="إِلَـٰهَ">
            <a:hlinkClick action="ppaction://hlinksldjump" r:id="rId4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إِلَـ</a:t>
            </a:r>
            <a:r>
              <a:rPr sz="73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7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هَ</a:t>
            </a:r>
          </a:p>
        </p:txBody>
      </p:sp>
      <p:sp>
        <p:nvSpPr>
          <p:cNvPr id="9" name="Card 3 يَقُولُ" descr="يَقُولُ">
            <a:hlinkClick action="ppaction://hlinksldjump" r:id="rId3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يَقُولُ</a:t>
            </a:r>
          </a:p>
        </p:txBody>
      </p:sp>
      <p:sp>
        <p:nvSpPr>
          <p:cNvPr id="10" name="Card 4 قِيلَ" descr="قِيلَ">
            <a:hlinkClick action="ppaction://hlinksldjump" r:id="rId3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قِيلَ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17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5" dur="18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word with a SMALL ALIF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every word with a SMALL ALIF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قَالَ" descr="قَالَ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قَالَ</a:t>
            </a:r>
          </a:p>
        </p:txBody>
      </p:sp>
      <p:sp>
        <p:nvSpPr>
          <p:cNvPr id="8" name="Card 2 إِلَٰهَ" descr="إِلَـٰهَ">
            <a:hlinkClick action="ppaction://hlinksldjump" r:id="rId4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إِلَـ</a:t>
            </a:r>
            <a:r>
              <a:rPr sz="73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7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هَ</a:t>
            </a:r>
          </a:p>
        </p:txBody>
      </p:sp>
      <p:sp>
        <p:nvSpPr>
          <p:cNvPr id="9" name="Card 3 يَقُولُ" descr="يَقُولُ">
            <a:hlinkClick action="ppaction://hlinksldjump" r:id="rId3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يَقُولُ</a:t>
            </a:r>
          </a:p>
        </p:txBody>
      </p:sp>
      <p:sp>
        <p:nvSpPr>
          <p:cNvPr id="10" name="Card 4 قِيلَ" descr="قِيلَ">
            <a:hlinkClick action="ppaction://hlinksldjump" r:id="rId3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قِيلَ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word with a SMALL ALIF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every word with a SMALL ALIF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قَالَ" descr="قَالَ"/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قَالَ</a:t>
            </a:r>
          </a:p>
        </p:txBody>
      </p:sp>
      <p:sp>
        <p:nvSpPr>
          <p:cNvPr id="8" name="Card 3 يَقُولُ" descr="يَقُولُ"/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يَقُولُ</a:t>
            </a:r>
          </a:p>
        </p:txBody>
      </p:sp>
      <p:sp>
        <p:nvSpPr>
          <p:cNvPr id="9" name="Card 4 قِيلَ" descr="قِيلَ"/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قِيلَ</a:t>
            </a:r>
          </a:p>
        </p:txBody>
      </p:sp>
      <p:sp>
        <p:nvSpPr>
          <p:cNvPr id="10" name="Great job!" descr="Great job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1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SMALL WAW or SMALL YAA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every SMALL WAW or SMALL YAA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إِنَّهُۥ عَلِيمٌ" descr="إِنَّهُۥ عَلِيمٌ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إِنَّهُ</a:t>
            </a:r>
            <a:r>
              <a:rPr sz="34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ۥ</a:t>
            </a:r>
            <a:r>
              <a:rPr sz="3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 عَلِيمٌ</a:t>
            </a:r>
          </a:p>
        </p:txBody>
      </p:sp>
      <p:sp>
        <p:nvSpPr>
          <p:cNvPr id="8" name="Card 2 مُوسَىٰ" descr="مُوسَىٰ">
            <a:hlinkClick action="ppaction://hlinksldjump" r:id="rId4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مُوسَى</a:t>
            </a:r>
            <a:r>
              <a:rPr sz="72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</a:p>
        </p:txBody>
      </p:sp>
      <p:sp>
        <p:nvSpPr>
          <p:cNvPr id="9" name="Card 3 لَهُ ٱلۡمُلۡكُ" descr="لَهُ ٱلۡمُلۡكُ">
            <a:hlinkClick action="ppaction://hlinksldjump" r:id="rId4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لَهُ ٱلۡمُلۡكُ</a:t>
            </a:r>
          </a:p>
        </p:txBody>
      </p:sp>
      <p:sp>
        <p:nvSpPr>
          <p:cNvPr id="10" name="Card 4 إِنَّهُۥ لَا يُحِبُّ" descr="إِنَّهُۥ لَا يُحِبُّ">
            <a:hlinkClick action="ppaction://hlinksldjump" r:id="rId5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إِنَّهُ</a:t>
            </a:r>
            <a:r>
              <a:rPr sz="29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ۥ</a:t>
            </a:r>
            <a:r>
              <a:rPr sz="2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 لَا يُحِبُّ</a:t>
            </a:r>
          </a:p>
        </p:txBody>
      </p:sp>
      <p:sp>
        <p:nvSpPr>
          <p:cNvPr id="11" name="Card 5 هَٰذَا" descr="هَـٰذَا">
            <a:hlinkClick action="ppaction://hlinksldjump" r:id="rId4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هَـ</a:t>
            </a:r>
            <a:r>
              <a:rPr sz="73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7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ذَا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2" dur="20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SMALL WAW or SMALL YAA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every SMALL WAW or SMALL YAA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إِنَّهُۥ عَلِيمٌ" descr="إِنَّهُۥ عَلِيمٌ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إِنَّهُ</a:t>
            </a:r>
            <a:r>
              <a:rPr sz="34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ۥ</a:t>
            </a:r>
            <a:r>
              <a:rPr sz="3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 عَلِيمٌ</a:t>
            </a:r>
          </a:p>
        </p:txBody>
      </p:sp>
      <p:sp>
        <p:nvSpPr>
          <p:cNvPr id="8" name="Card 2 مُوسَىٰ" descr="مُوسَىٰ">
            <a:hlinkClick action="ppaction://hlinksldjump" r:id="rId4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مُوسَى</a:t>
            </a:r>
            <a:r>
              <a:rPr sz="72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</a:p>
        </p:txBody>
      </p:sp>
      <p:sp>
        <p:nvSpPr>
          <p:cNvPr id="9" name="Card 3 لَهُ ٱلۡمُلۡكُ" descr="لَهُ ٱلۡمُلۡكُ">
            <a:hlinkClick action="ppaction://hlinksldjump" r:id="rId4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لَهُ ٱلۡمُلۡكُ</a:t>
            </a:r>
          </a:p>
        </p:txBody>
      </p:sp>
      <p:sp>
        <p:nvSpPr>
          <p:cNvPr id="10" name="Card 4 إِنَّهُۥ لَا يُحِبُّ" descr="إِنَّهُۥ لَا يُحِبُّ">
            <a:hlinkClick action="ppaction://hlinksldjump" r:id="rId5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إِنَّهُ</a:t>
            </a:r>
            <a:r>
              <a:rPr sz="29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ۥ</a:t>
            </a:r>
            <a:r>
              <a:rPr sz="2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 لَا يُحِبُّ</a:t>
            </a:r>
          </a:p>
        </p:txBody>
      </p:sp>
      <p:sp>
        <p:nvSpPr>
          <p:cNvPr id="11" name="Card 5 هَٰذَا" descr="هَـٰذَا">
            <a:hlinkClick action="ppaction://hlinksldjump" r:id="rId4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هَـ</a:t>
            </a:r>
            <a:r>
              <a:rPr sz="73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7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ذَا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2" dur="20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SMALL WAW or SMALL YAA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every SMALL WAW or SMALL YAA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2 مُوسَىٰ" descr="مُوسَىٰ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مُوسَى</a:t>
            </a:r>
            <a:r>
              <a:rPr sz="72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</a:p>
        </p:txBody>
      </p:sp>
      <p:sp>
        <p:nvSpPr>
          <p:cNvPr id="8" name="Card 3 لَهُ ٱلۡمُلۡكُ" descr="لَهُ ٱلۡمُلۡكُ">
            <a:hlinkClick action="ppaction://hlinksldjump" r:id="rId3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لَهُ ٱلۡمُلۡكُ</a:t>
            </a:r>
          </a:p>
        </p:txBody>
      </p:sp>
      <p:sp>
        <p:nvSpPr>
          <p:cNvPr id="9" name="Card 4 إِنَّهُۥ لَا يُحِبُّ" descr="إِنَّهُۥ لَا يُحِبُّ">
            <a:hlinkClick action="ppaction://hlinksldjump" r:id="rId4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إِنَّهُ</a:t>
            </a:r>
            <a:r>
              <a:rPr sz="29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ۥ</a:t>
            </a:r>
            <a:r>
              <a:rPr sz="2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 لَا يُحِبُّ</a:t>
            </a:r>
          </a:p>
        </p:txBody>
      </p:sp>
      <p:sp>
        <p:nvSpPr>
          <p:cNvPr id="10" name="Card 5 هَٰذَا" descr="هَـٰذَا">
            <a:hlinkClick action="ppaction://hlinksldjump" r:id="rId3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هَـ</a:t>
            </a:r>
            <a:r>
              <a:rPr sz="73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7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ذَا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5" dur="20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SMALL WAW or SMALL YAA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every SMALL WAW or SMALL YAA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2 مُوسَىٰ" descr="مُوسَىٰ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مُوسَى</a:t>
            </a:r>
            <a:r>
              <a:rPr sz="72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</a:p>
        </p:txBody>
      </p:sp>
      <p:sp>
        <p:nvSpPr>
          <p:cNvPr id="8" name="Card 3 لَهُ ٱلۡمُلۡكُ" descr="لَهُ ٱلۡمُلۡكُ">
            <a:hlinkClick action="ppaction://hlinksldjump" r:id="rId3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لَهُ ٱلۡمُلۡكُ</a:t>
            </a:r>
          </a:p>
        </p:txBody>
      </p:sp>
      <p:sp>
        <p:nvSpPr>
          <p:cNvPr id="9" name="Card 4 إِنَّهُۥ لَا يُحِبُّ" descr="إِنَّهُۥ لَا يُحِبُّ">
            <a:hlinkClick action="ppaction://hlinksldjump" r:id="rId4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إِنَّهُ</a:t>
            </a:r>
            <a:r>
              <a:rPr sz="29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ۥ</a:t>
            </a:r>
            <a:r>
              <a:rPr sz="2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 لَا يُحِبُّ</a:t>
            </a:r>
          </a:p>
        </p:txBody>
      </p:sp>
      <p:sp>
        <p:nvSpPr>
          <p:cNvPr id="10" name="Card 5 هَٰذَا" descr="هَـٰذَا">
            <a:hlinkClick action="ppaction://hlinksldjump" r:id="rId3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هَـ</a:t>
            </a:r>
            <a:r>
              <a:rPr sz="73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7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ذَا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20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SMALL WAW or SMALL YAA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every SMALL WAW or SMALL YAA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إِنَّهُۥ عَلِيمٌ" descr="إِنَّهُۥ عَلِيمٌ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إِنَّهُ</a:t>
            </a:r>
            <a:r>
              <a:rPr sz="34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ۥ</a:t>
            </a:r>
            <a:r>
              <a:rPr sz="3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 عَلِيمٌ</a:t>
            </a:r>
          </a:p>
        </p:txBody>
      </p:sp>
      <p:sp>
        <p:nvSpPr>
          <p:cNvPr id="8" name="Card 2 مُوسَىٰ" descr="مُوسَىٰ">
            <a:hlinkClick action="ppaction://hlinksldjump" r:id="rId4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مُوسَى</a:t>
            </a:r>
            <a:r>
              <a:rPr sz="72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</a:p>
        </p:txBody>
      </p:sp>
      <p:sp>
        <p:nvSpPr>
          <p:cNvPr id="9" name="Card 3 لَهُ ٱلۡمُلۡكُ" descr="لَهُ ٱلۡمُلۡكُ">
            <a:hlinkClick action="ppaction://hlinksldjump" r:id="rId4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لَهُ ٱلۡمُلۡكُ</a:t>
            </a:r>
          </a:p>
        </p:txBody>
      </p:sp>
      <p:sp>
        <p:nvSpPr>
          <p:cNvPr id="10" name="Card 5 هَٰذَا" descr="هَـٰذَا">
            <a:hlinkClick action="ppaction://hlinksldjump" r:id="rId4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هَـ</a:t>
            </a:r>
            <a:r>
              <a:rPr sz="73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7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ذَا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17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5" dur="20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SMALL WAW or SMALL YAA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every SMALL WAW or SMALL YAA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إِنَّهُۥ عَلِيمٌ" descr="إِنَّهُۥ عَلِيمٌ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إِنَّهُ</a:t>
            </a:r>
            <a:r>
              <a:rPr sz="34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ۥ</a:t>
            </a:r>
            <a:r>
              <a:rPr sz="3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 عَلِيمٌ</a:t>
            </a:r>
          </a:p>
        </p:txBody>
      </p:sp>
      <p:sp>
        <p:nvSpPr>
          <p:cNvPr id="8" name="Card 2 مُوسَىٰ" descr="مُوسَىٰ">
            <a:hlinkClick action="ppaction://hlinksldjump" r:id="rId4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مُوسَى</a:t>
            </a:r>
            <a:r>
              <a:rPr sz="72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</a:p>
        </p:txBody>
      </p:sp>
      <p:sp>
        <p:nvSpPr>
          <p:cNvPr id="9" name="Card 3 لَهُ ٱلۡمُلۡكُ" descr="لَهُ ٱلۡمُلۡكُ">
            <a:hlinkClick action="ppaction://hlinksldjump" r:id="rId4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لَهُ ٱلۡمُلۡكُ</a:t>
            </a:r>
          </a:p>
        </p:txBody>
      </p:sp>
      <p:sp>
        <p:nvSpPr>
          <p:cNvPr id="10" name="Card 5 هَٰذَا" descr="هَـٰذَا">
            <a:hlinkClick action="ppaction://hlinksldjump" r:id="rId4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هَـ</a:t>
            </a:r>
            <a:r>
              <a:rPr sz="73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7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ذَا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20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SMALL WAW or SMALL YAA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every SMALL WAW or SMALL YAA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2 مُوسَىٰ" descr="مُوسَىٰ"/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مُوسَى</a:t>
            </a:r>
            <a:r>
              <a:rPr sz="72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</a:p>
        </p:txBody>
      </p:sp>
      <p:sp>
        <p:nvSpPr>
          <p:cNvPr id="8" name="Card 3 لَهُ ٱلۡمُلۡكُ" descr="لَهُ ٱلۡمُلۡكُ"/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لَهُ ٱلۡمُلۡكُ</a:t>
            </a:r>
          </a:p>
        </p:txBody>
      </p:sp>
      <p:sp>
        <p:nvSpPr>
          <p:cNvPr id="9" name="Card 5 هَٰذَا" descr="هَـٰذَا"/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هَـ</a:t>
            </a:r>
            <a:r>
              <a:rPr sz="73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7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ذَا</a:t>
            </a:r>
          </a:p>
        </p:txBody>
      </p:sp>
      <p:sp>
        <p:nvSpPr>
          <p:cNvPr id="10" name="Great job!" descr="Great job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1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20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word with a SMALL ALIF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every word with a SMALL ALIF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ٱلزَّكَوٰةَ" descr="ٱلزَّكَوٰةَ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ٱلزَّكَو</a:t>
            </a:r>
            <a:r>
              <a:rPr sz="4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ةَ</a:t>
            </a:r>
          </a:p>
        </p:txBody>
      </p:sp>
      <p:sp>
        <p:nvSpPr>
          <p:cNvPr id="8" name="Card 2 قِيلَ" descr="قِيلَ">
            <a:hlinkClick action="ppaction://hlinksldjump" r:id="rId4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قِيلَ</a:t>
            </a:r>
          </a:p>
        </p:txBody>
      </p:sp>
      <p:sp>
        <p:nvSpPr>
          <p:cNvPr id="9" name="Card 3 ٱلدِّينِ" descr="ٱلدِّينِ">
            <a:hlinkClick action="ppaction://hlinksldjump" r:id="rId4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ٱلدِّينِ</a:t>
            </a:r>
          </a:p>
        </p:txBody>
      </p:sp>
      <p:sp>
        <p:nvSpPr>
          <p:cNvPr id="10" name="Card 4 وَلَهُ ٱلۡحَمۡدُ" descr="وَلَهُ ٱلۡحَمۡدُ">
            <a:hlinkClick action="ppaction://hlinksldjump" r:id="rId4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وَلَهُ ٱلۡحَمۡدُ</a:t>
            </a:r>
          </a:p>
        </p:txBody>
      </p:sp>
      <p:sp>
        <p:nvSpPr>
          <p:cNvPr id="11" name="Card 5 ٱلصَّلَوٰةَ" descr="ٱلصَّلَوٰةَ">
            <a:hlinkClick action="ppaction://hlinksldjump" r:id="rId5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ٱلصَّلَو</a:t>
            </a:r>
            <a:r>
              <a:rPr sz="4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ةَ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2" dur="20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word with a SMALL ALIF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every word with a SMALL ALIF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ٱلزَّكَوٰةَ" descr="ٱلزَّكَوٰةَ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ٱلزَّكَو</a:t>
            </a:r>
            <a:r>
              <a:rPr sz="4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ةَ</a:t>
            </a:r>
          </a:p>
        </p:txBody>
      </p:sp>
      <p:sp>
        <p:nvSpPr>
          <p:cNvPr id="8" name="Card 2 قِيلَ" descr="قِيلَ">
            <a:hlinkClick action="ppaction://hlinksldjump" r:id="rId4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قِيلَ</a:t>
            </a:r>
          </a:p>
        </p:txBody>
      </p:sp>
      <p:sp>
        <p:nvSpPr>
          <p:cNvPr id="9" name="Card 3 ٱلدِّينِ" descr="ٱلدِّينِ">
            <a:hlinkClick action="ppaction://hlinksldjump" r:id="rId4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ٱلدِّينِ</a:t>
            </a:r>
          </a:p>
        </p:txBody>
      </p:sp>
      <p:sp>
        <p:nvSpPr>
          <p:cNvPr id="10" name="Card 4 وَلَهُ ٱلۡحَمۡدُ" descr="وَلَهُ ٱلۡحَمۡدُ">
            <a:hlinkClick action="ppaction://hlinksldjump" r:id="rId4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وَلَهُ ٱلۡحَمۡدُ</a:t>
            </a:r>
          </a:p>
        </p:txBody>
      </p:sp>
      <p:sp>
        <p:nvSpPr>
          <p:cNvPr id="11" name="Card 5 ٱلصَّلَوٰةَ" descr="ٱلصَّلَوٰةَ">
            <a:hlinkClick action="ppaction://hlinksldjump" r:id="rId5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ٱلصَّلَو</a:t>
            </a:r>
            <a:r>
              <a:rPr sz="4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ةَ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2" dur="20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word with a SMALL ALIF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every word with a SMALL ALIF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2 قِيلَ" descr="قِيلَ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قِيلَ</a:t>
            </a:r>
          </a:p>
        </p:txBody>
      </p:sp>
      <p:sp>
        <p:nvSpPr>
          <p:cNvPr id="8" name="Card 3 ٱلدِّينِ" descr="ٱلدِّينِ">
            <a:hlinkClick action="ppaction://hlinksldjump" r:id="rId3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ٱلدِّينِ</a:t>
            </a:r>
          </a:p>
        </p:txBody>
      </p:sp>
      <p:sp>
        <p:nvSpPr>
          <p:cNvPr id="9" name="Card 4 وَلَهُ ٱلۡحَمۡدُ" descr="وَلَهُ ٱلۡحَمۡدُ">
            <a:hlinkClick action="ppaction://hlinksldjump" r:id="rId3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وَلَهُ ٱلۡحَمۡدُ</a:t>
            </a:r>
          </a:p>
        </p:txBody>
      </p:sp>
      <p:sp>
        <p:nvSpPr>
          <p:cNvPr id="10" name="Card 5 ٱلصَّلَوٰةَ" descr="ٱلصَّلَوٰةَ">
            <a:hlinkClick action="ppaction://hlinksldjump" r:id="rId4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ٱلصَّلَو</a:t>
            </a:r>
            <a:r>
              <a:rPr sz="4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ةَ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5" dur="20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word with a SMALL ALIF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every word with a SMALL ALIF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2 قِيلَ" descr="قِيلَ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قِيلَ</a:t>
            </a:r>
          </a:p>
        </p:txBody>
      </p:sp>
      <p:sp>
        <p:nvSpPr>
          <p:cNvPr id="8" name="Card 3 ٱلدِّينِ" descr="ٱلدِّينِ">
            <a:hlinkClick action="ppaction://hlinksldjump" r:id="rId3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ٱلدِّينِ</a:t>
            </a:r>
          </a:p>
        </p:txBody>
      </p:sp>
      <p:sp>
        <p:nvSpPr>
          <p:cNvPr id="9" name="Card 4 وَلَهُ ٱلۡحَمۡدُ" descr="وَلَهُ ٱلۡحَمۡدُ">
            <a:hlinkClick action="ppaction://hlinksldjump" r:id="rId3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وَلَهُ ٱلۡحَمۡدُ</a:t>
            </a:r>
          </a:p>
        </p:txBody>
      </p:sp>
      <p:sp>
        <p:nvSpPr>
          <p:cNvPr id="10" name="Card 5 ٱلصَّلَوٰةَ" descr="ٱلصَّلَوٰةَ">
            <a:hlinkClick action="ppaction://hlinksldjump" r:id="rId4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ٱلصَّلَو</a:t>
            </a:r>
            <a:r>
              <a:rPr sz="4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ةَ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20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word with a SMALL ALIF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every word with a SMALL ALIF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ٱلزَّكَوٰةَ" descr="ٱلزَّكَوٰةَ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ٱلزَّكَو</a:t>
            </a:r>
            <a:r>
              <a:rPr sz="4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ةَ</a:t>
            </a:r>
          </a:p>
        </p:txBody>
      </p:sp>
      <p:sp>
        <p:nvSpPr>
          <p:cNvPr id="8" name="Card 2 قِيلَ" descr="قِيلَ">
            <a:hlinkClick action="ppaction://hlinksldjump" r:id="rId4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قِيلَ</a:t>
            </a:r>
          </a:p>
        </p:txBody>
      </p:sp>
      <p:sp>
        <p:nvSpPr>
          <p:cNvPr id="9" name="Card 3 ٱلدِّينِ" descr="ٱلدِّينِ">
            <a:hlinkClick action="ppaction://hlinksldjump" r:id="rId4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ٱلدِّينِ</a:t>
            </a:r>
          </a:p>
        </p:txBody>
      </p:sp>
      <p:sp>
        <p:nvSpPr>
          <p:cNvPr id="10" name="Card 4 وَلَهُ ٱلۡحَمۡدُ" descr="وَلَهُ ٱلۡحَمۡدُ">
            <a:hlinkClick action="ppaction://hlinksldjump" r:id="rId4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وَلَهُ ٱلۡحَمۡدُ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17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5" dur="18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word with a SMALL ALIF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every word with a SMALL ALIF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ٱلزَّكَوٰةَ" descr="ٱلزَّكَوٰةَ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ٱلزَّكَو</a:t>
            </a:r>
            <a:r>
              <a:rPr sz="4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ةَ</a:t>
            </a:r>
          </a:p>
        </p:txBody>
      </p:sp>
      <p:sp>
        <p:nvSpPr>
          <p:cNvPr id="8" name="Card 2 قِيلَ" descr="قِيلَ">
            <a:hlinkClick action="ppaction://hlinksldjump" r:id="rId4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قِيلَ</a:t>
            </a:r>
          </a:p>
        </p:txBody>
      </p:sp>
      <p:sp>
        <p:nvSpPr>
          <p:cNvPr id="9" name="Card 3 ٱلدِّينِ" descr="ٱلدِّينِ">
            <a:hlinkClick action="ppaction://hlinksldjump" r:id="rId4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ٱلدِّينِ</a:t>
            </a:r>
          </a:p>
        </p:txBody>
      </p:sp>
      <p:sp>
        <p:nvSpPr>
          <p:cNvPr id="10" name="Card 4 وَلَهُ ٱلۡحَمۡدُ" descr="وَلَهُ ٱلۡحَمۡدُ">
            <a:hlinkClick action="ppaction://hlinksldjump" r:id="rId4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وَلَهُ ٱلۡحَمۡدُ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word with a SMALL ALIF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every word with a SMALL ALIF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2 قِيلَ" descr="قِيلَ"/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قِيلَ</a:t>
            </a:r>
          </a:p>
        </p:txBody>
      </p:sp>
      <p:sp>
        <p:nvSpPr>
          <p:cNvPr id="8" name="Card 3 ٱلدِّينِ" descr="ٱلدِّينِ"/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ٱلدِّينِ</a:t>
            </a:r>
          </a:p>
        </p:txBody>
      </p:sp>
      <p:sp>
        <p:nvSpPr>
          <p:cNvPr id="9" name="Card 4 وَلَهُ ٱلۡحَمۡدُ" descr="وَلَهُ ٱلۡحَمۡدُ"/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وَلَهُ ٱلۡحَمۡدُ</a:t>
            </a:r>
          </a:p>
        </p:txBody>
      </p:sp>
      <p:sp>
        <p:nvSpPr>
          <p:cNvPr id="10" name="Great job!" descr="Great job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1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ad لَٰكِنۡ" descr="لَـٰكِنۡ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لَـ</a:t>
            </a:r>
            <a:r>
              <a:rPr sz="10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كِنۡ</a:t>
            </a:r>
          </a:p>
        </p:txBody>
      </p:sp>
      <p:sp>
        <p:nvSpPr>
          <p:cNvPr id="12" name="Answer 1 لَكِنۡ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Answer text 1" descr="لَكِنۡ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لَكِنۡ</a:t>
            </a:r>
          </a:p>
        </p:txBody>
      </p:sp>
      <p:sp>
        <p:nvSpPr>
          <p:cNvPr id="14" name="Answer 2 لَاكِنۡ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2" descr="لَاكِنۡ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لَاكِنۡ</a:t>
            </a:r>
          </a:p>
        </p:txBody>
      </p:sp>
      <p:sp>
        <p:nvSpPr>
          <p:cNvPr id="16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لَاكِنۡ" descr="لَاكِنۡ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لَاكِنۡ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ٱلۡحَيَوٰةُ" descr="ٱلۡحَيَوٰة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ٱلۡحَيَو</a:t>
            </a:r>
            <a:r>
              <a:rPr sz="82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ةُ</a:t>
            </a:r>
          </a:p>
        </p:txBody>
      </p:sp>
      <p:sp>
        <p:nvSpPr>
          <p:cNvPr id="14" name="Answer 1 الۡحَيَاةُ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الۡحَيَاةُ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الۡحَيَاةُ</a:t>
            </a:r>
          </a:p>
        </p:txBody>
      </p:sp>
      <p:sp>
        <p:nvSpPr>
          <p:cNvPr id="16" name="Answer 2 الۡحَيَوَةُ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الۡحَيَوَةُ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الۡحَيَوَةُ</a:t>
            </a:r>
          </a:p>
        </p:txBody>
      </p:sp>
      <p:sp>
        <p:nvSpPr>
          <p:cNvPr id="18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الۡحَيَاةُ" descr="الۡحَيَاة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9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الۡحَيَاةُ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هَٰرُونَ" descr="هَـٰرُون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هَـ</a:t>
            </a:r>
            <a:r>
              <a:rPr sz="10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رُونَ</a:t>
            </a:r>
          </a:p>
        </p:txBody>
      </p:sp>
      <p:sp>
        <p:nvSpPr>
          <p:cNvPr id="14" name="Answer 1 هَارُونَ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هَارُونَ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هَارُونَ</a:t>
            </a:r>
          </a:p>
        </p:txBody>
      </p:sp>
      <p:sp>
        <p:nvSpPr>
          <p:cNvPr id="16" name="Answer 2 هَرُونَ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هَرُونَ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هَرُونَ</a:t>
            </a:r>
          </a:p>
        </p:txBody>
      </p:sp>
      <p:sp>
        <p:nvSpPr>
          <p:cNvPr id="18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هَارُونَ" descr="هَارُون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هَارُونَ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وَقَلۡبِهِۦ وَجَعَلَ" descr="وَقَلۡبِهِۦ وَجَعَل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وَقَلۡبِهِ</a:t>
            </a:r>
            <a:r>
              <a:rPr sz="47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ۦ</a:t>
            </a:r>
            <a:r>
              <a:rPr sz="4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 وَجَعَلَ</a:t>
            </a:r>
          </a:p>
        </p:txBody>
      </p:sp>
      <p:sp>
        <p:nvSpPr>
          <p:cNvPr id="14" name="Answer 1 وَقَلۡبِهِي وَجَعَلَ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وَقَلۡبِهِي وَجَعَلَ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وَقَلۡبِهِي وَجَعَلَ</a:t>
            </a:r>
          </a:p>
        </p:txBody>
      </p:sp>
      <p:sp>
        <p:nvSpPr>
          <p:cNvPr id="16" name="Answer 2 وَقَلۡبِهِ وَجَعَلَ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وَقَلۡبِهِ وَجَعَلَ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وَقَلۡبِهِ وَجَعَلَ</a:t>
            </a:r>
          </a:p>
        </p:txBody>
      </p:sp>
      <p:sp>
        <p:nvSpPr>
          <p:cNvPr id="18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وَقَلۡبِهِي وَجَعَلَ" descr="وَقَلۡبِهِي وَجَعَل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0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وَقَلۡبِهِي وَجَعَلَ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ٱلۡعَٰلَمِينَ" descr="ٱلۡعَـٰلَمِين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ٱلۡعَـ</a:t>
            </a:r>
            <a:r>
              <a:rPr sz="7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لَمِينَ</a:t>
            </a:r>
          </a:p>
        </p:txBody>
      </p:sp>
      <p:sp>
        <p:nvSpPr>
          <p:cNvPr id="14" name="Answer 1 الۡعَالَمِينَ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الۡعَالَمِينَ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الۡعَالَمِينَ</a:t>
            </a:r>
          </a:p>
        </p:txBody>
      </p:sp>
      <p:sp>
        <p:nvSpPr>
          <p:cNvPr id="16" name="Answer 2 الۡعَلَمِينَ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الۡعَلَمِينَ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الۡعَلَمِينَ</a:t>
            </a:r>
          </a:p>
        </p:txBody>
      </p:sp>
      <p:sp>
        <p:nvSpPr>
          <p:cNvPr id="18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الۡعَالَمِينَ" descr="الۡعَالَمِين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2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الۡعَالَمِينَ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الۡعَالَمِينَ" descr="الۡعَالَمِين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الۡعَالَمِينَ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ad لَٰكِنۡ" descr="لَـٰكِنۡ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لَـ</a:t>
            </a:r>
            <a:r>
              <a:rPr sz="10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كِنۡ</a:t>
            </a:r>
          </a:p>
        </p:txBody>
      </p:sp>
      <p:sp>
        <p:nvSpPr>
          <p:cNvPr id="12" name="Answer 1 لَكِنۡ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Answer text 1" descr="لَكِنۡ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لَكِنۡ</a:t>
            </a:r>
          </a:p>
        </p:txBody>
      </p:sp>
      <p:sp>
        <p:nvSpPr>
          <p:cNvPr id="14" name="Answer 2 لَاكِنۡ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2" descr="لَاكِنۡ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لَاكِنۡ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لَاكِنۡ" descr="لَاكِنۡ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لَاكِنۡ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ٱلۡحَيَوٰةُ" descr="ٱلۡحَيَوٰة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ٱلۡحَيَو</a:t>
            </a:r>
            <a:r>
              <a:rPr sz="82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ةُ</a:t>
            </a:r>
          </a:p>
        </p:txBody>
      </p:sp>
      <p:sp>
        <p:nvSpPr>
          <p:cNvPr id="14" name="Answer 1 الۡحَيَاةُ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الۡحَيَاةُ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الۡحَيَاةُ</a:t>
            </a:r>
          </a:p>
        </p:txBody>
      </p:sp>
      <p:sp>
        <p:nvSpPr>
          <p:cNvPr id="16" name="Answer 2 الۡحَيَوَةُ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الۡحَيَوَةُ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الۡحَيَوَةُ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الۡحَيَاةُ" descr="الۡحَيَاة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9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الۡحَيَاةُ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هَٰرُونَ" descr="هَـٰرُون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هَـ</a:t>
            </a:r>
            <a:r>
              <a:rPr sz="10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رُونَ</a:t>
            </a:r>
          </a:p>
        </p:txBody>
      </p:sp>
      <p:sp>
        <p:nvSpPr>
          <p:cNvPr id="14" name="Answer 1 هَارُونَ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هَارُونَ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هَارُونَ</a:t>
            </a:r>
          </a:p>
        </p:txBody>
      </p:sp>
      <p:sp>
        <p:nvSpPr>
          <p:cNvPr id="16" name="Answer 2 هَرُونَ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هَرُونَ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هَرُونَ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هَارُونَ" descr="هَارُون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هَارُونَ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وَقَلۡبِهِۦ وَجَعَلَ" descr="وَقَلۡبِهِۦ وَجَعَل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وَقَلۡبِهِ</a:t>
            </a:r>
            <a:r>
              <a:rPr sz="47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ۦ</a:t>
            </a:r>
            <a:r>
              <a:rPr sz="4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 وَجَعَلَ</a:t>
            </a:r>
          </a:p>
        </p:txBody>
      </p:sp>
      <p:sp>
        <p:nvSpPr>
          <p:cNvPr id="14" name="Answer 1 وَقَلۡبِهِي وَجَعَلَ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وَقَلۡبِهِي وَجَعَلَ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وَقَلۡبِهِي وَجَعَلَ</a:t>
            </a:r>
          </a:p>
        </p:txBody>
      </p:sp>
      <p:sp>
        <p:nvSpPr>
          <p:cNvPr id="16" name="Answer 2 وَقَلۡبِهِ وَجَعَلَ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وَقَلۡبِهِ وَجَعَلَ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وَقَلۡبِهِ وَجَعَلَ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وَقَلۡبِهِي وَجَعَلَ" descr="وَقَلۡبِهِي وَجَعَل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0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وَقَلۡبِهِي وَجَعَلَ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ٱلۡعَٰلَمِينَ" descr="ٱلۡعَـٰلَمِين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ٱلۡعَـ</a:t>
            </a:r>
            <a:r>
              <a:rPr sz="7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لَمِينَ</a:t>
            </a:r>
          </a:p>
        </p:txBody>
      </p:sp>
      <p:sp>
        <p:nvSpPr>
          <p:cNvPr id="14" name="Answer 1 الۡعَالَمِينَ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الۡعَالَمِينَ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الۡعَالَمِينَ</a:t>
            </a:r>
          </a:p>
        </p:txBody>
      </p:sp>
      <p:sp>
        <p:nvSpPr>
          <p:cNvPr id="16" name="Answer 2 الۡعَلَمِينَ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الۡعَلَمِينَ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الۡعَلَمِينَ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ad لَٰكِنۡ" descr="لَـٰكِنۡ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لَـ</a:t>
            </a:r>
            <a:r>
              <a:rPr sz="10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كِنۡ</a:t>
            </a:r>
          </a:p>
        </p:txBody>
      </p:sp>
      <p:sp>
        <p:nvSpPr>
          <p:cNvPr id="12" name="Answer 1 لَاكِنۡ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Answer text 1" descr="لَاكِنۡ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لَاكِنۡ</a:t>
            </a:r>
          </a:p>
        </p:txBody>
      </p:sp>
      <p:sp>
        <p:nvSpPr>
          <p:cNvPr id="14" name="Answer 2 لَكِنۡ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2" descr="لَكِنۡ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لَكِنۡ</a:t>
            </a:r>
          </a:p>
        </p:txBody>
      </p:sp>
      <p:sp>
        <p:nvSpPr>
          <p:cNvPr id="16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لَاكِنۡ" descr="لَاكِنۡ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لَاكِنۡ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ٱلۡعَٰلَمِينَ" descr="ٱلۡعَـٰلَمِين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ٱلۡعَـ</a:t>
            </a:r>
            <a:r>
              <a:rPr sz="7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لَمِينَ</a:t>
            </a:r>
          </a:p>
        </p:txBody>
      </p:sp>
      <p:sp>
        <p:nvSpPr>
          <p:cNvPr id="14" name="Answer 1 الۡعَلَمِينَ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الۡعَلَمِينَ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الۡعَلَمِينَ</a:t>
            </a:r>
          </a:p>
        </p:txBody>
      </p:sp>
      <p:sp>
        <p:nvSpPr>
          <p:cNvPr id="16" name="Answer 2 الۡعَالَمِينَ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الۡعَالَمِينَ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الۡعَالَمِينَ</a:t>
            </a:r>
          </a:p>
        </p:txBody>
      </p:sp>
      <p:sp>
        <p:nvSpPr>
          <p:cNvPr id="18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الۡعَالَمِينَ" descr="الۡعَالَمِين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2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الۡعَالَمِينَ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إِنَّهُۥ لَا يُحِبُّ" descr="إِنَّهُۥ لَا يُحِبُّ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إِنَّهُ</a:t>
            </a:r>
            <a:r>
              <a:rPr sz="49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ۥ</a:t>
            </a:r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 لَا يُحِبُّ</a:t>
            </a:r>
          </a:p>
        </p:txBody>
      </p:sp>
      <p:sp>
        <p:nvSpPr>
          <p:cNvPr id="14" name="Answer 1 إِنَّهُ لَا يُحِبُّ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إِنَّهُ لَا يُحِبُّ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900" b="1" lang="ar-SA">
                <a:solidFill>
                  <a:srgbClr val="2E2640"/>
                </a:solidFill>
                <a:latin typeface="Arial"/>
                <a:cs typeface="Arial"/>
              </a:rPr>
              <a:t>إِنَّهُ لَا يُحِبُّ</a:t>
            </a:r>
          </a:p>
        </p:txBody>
      </p:sp>
      <p:sp>
        <p:nvSpPr>
          <p:cNvPr id="16" name="Answer 2 إِنَّهُو لَا يُحِبُّ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إِنَّهُو لَا يُحِبُّ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إِنَّهُو لَا يُحِبُّ</a:t>
            </a:r>
          </a:p>
        </p:txBody>
      </p:sp>
      <p:sp>
        <p:nvSpPr>
          <p:cNvPr id="18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إِنَّهُو لَا يُحِبُّ" descr="إِنَّهُو لَا يُحِبُّ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000" b="1" lang="ar-SA">
                <a:solidFill>
                  <a:srgbClr val="2B8A3E"/>
                </a:solidFill>
                <a:latin typeface="Arial"/>
                <a:cs typeface="Arial"/>
              </a:rPr>
              <a:t>إِنَّهُو لَا يُحِبُّ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وَقَلۡبِهِۦ وَجَعَلَ" descr="وَقَلۡبِهِۦ وَجَعَل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وَقَلۡبِهِ</a:t>
            </a:r>
            <a:r>
              <a:rPr sz="47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ۦ</a:t>
            </a:r>
            <a:r>
              <a:rPr sz="4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 وَجَعَلَ</a:t>
            </a:r>
          </a:p>
        </p:txBody>
      </p:sp>
      <p:sp>
        <p:nvSpPr>
          <p:cNvPr id="14" name="Answer 1 وَقَلۡبِهِي وَجَعَلَ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وَقَلۡبِهِي وَجَعَلَ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وَقَلۡبِهِي وَجَعَلَ</a:t>
            </a:r>
          </a:p>
        </p:txBody>
      </p:sp>
      <p:sp>
        <p:nvSpPr>
          <p:cNvPr id="16" name="Answer 2 وَقَلۡبِهِ وَجَعَلَ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وَقَلۡبِهِ وَجَعَلَ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وَقَلۡبِهِ وَجَعَلَ</a:t>
            </a:r>
          </a:p>
        </p:txBody>
      </p:sp>
      <p:sp>
        <p:nvSpPr>
          <p:cNvPr id="18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وَقَلۡبِهِي وَجَعَلَ" descr="وَقَلۡبِهِي وَجَعَل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0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وَقَلۡبِهِي وَجَعَلَ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إِلَٰهَ" descr="إِلَـٰه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إِلَـ</a:t>
            </a:r>
            <a:r>
              <a:rPr sz="10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هَ</a:t>
            </a:r>
          </a:p>
        </p:txBody>
      </p:sp>
      <p:sp>
        <p:nvSpPr>
          <p:cNvPr id="14" name="Answer 1 إِلَاهَ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إِلَاهَ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إِلَاهَ</a:t>
            </a:r>
          </a:p>
        </p:txBody>
      </p:sp>
      <p:sp>
        <p:nvSpPr>
          <p:cNvPr id="16" name="Answer 2 إِلَهَ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إِلَهَ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إِلَهَ</a:t>
            </a:r>
          </a:p>
        </p:txBody>
      </p:sp>
      <p:sp>
        <p:nvSpPr>
          <p:cNvPr id="18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إِلَاهَ" descr="إِلَاه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إِلَاهَ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إِلَاهَ" descr="إِلَاه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إِلَاهَ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ad لَٰكِنۡ" descr="لَـٰكِنۡ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لَـ</a:t>
            </a:r>
            <a:r>
              <a:rPr sz="10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كِنۡ</a:t>
            </a:r>
          </a:p>
        </p:txBody>
      </p:sp>
      <p:sp>
        <p:nvSpPr>
          <p:cNvPr id="12" name="Answer 1 لَاكِنۡ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Answer text 1" descr="لَاكِنۡ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لَاكِنۡ</a:t>
            </a:r>
          </a:p>
        </p:txBody>
      </p:sp>
      <p:sp>
        <p:nvSpPr>
          <p:cNvPr id="14" name="Answer 2 لَكِنۡ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2" descr="لَكِنۡ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لَكِنۡ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لَاكِنۡ" descr="لَاكِنۡ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لَاكِنۡ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ٱلۡعَٰلَمِينَ" descr="ٱلۡعَـٰلَمِين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ٱلۡعَـ</a:t>
            </a:r>
            <a:r>
              <a:rPr sz="7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لَمِينَ</a:t>
            </a:r>
          </a:p>
        </p:txBody>
      </p:sp>
      <p:sp>
        <p:nvSpPr>
          <p:cNvPr id="14" name="Answer 1 الۡعَلَمِينَ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الۡعَلَمِينَ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الۡعَلَمِينَ</a:t>
            </a:r>
          </a:p>
        </p:txBody>
      </p:sp>
      <p:sp>
        <p:nvSpPr>
          <p:cNvPr id="16" name="Answer 2 الۡعَالَمِينَ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الۡعَالَمِينَ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الۡعَالَمِينَ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الۡعَالَمِينَ" descr="الۡعَالَمِين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2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الۡعَالَمِينَ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إِنَّهُۥ لَا يُحِبُّ" descr="إِنَّهُۥ لَا يُحِبُّ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إِنَّهُ</a:t>
            </a:r>
            <a:r>
              <a:rPr sz="49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ۥ</a:t>
            </a:r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 لَا يُحِبُّ</a:t>
            </a:r>
          </a:p>
        </p:txBody>
      </p:sp>
      <p:sp>
        <p:nvSpPr>
          <p:cNvPr id="14" name="Answer 1 إِنَّهُ لَا يُحِبُّ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إِنَّهُ لَا يُحِبُّ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900" b="1" lang="ar-SA">
                <a:solidFill>
                  <a:srgbClr val="2E2640"/>
                </a:solidFill>
                <a:latin typeface="Arial"/>
                <a:cs typeface="Arial"/>
              </a:rPr>
              <a:t>إِنَّهُ لَا يُحِبُّ</a:t>
            </a:r>
          </a:p>
        </p:txBody>
      </p:sp>
      <p:sp>
        <p:nvSpPr>
          <p:cNvPr id="16" name="Answer 2 إِنَّهُو لَا يُحِبُّ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إِنَّهُو لَا يُحِبُّ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إِنَّهُو لَا يُحِبُّ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إِنَّهُو لَا يُحِبُّ" descr="إِنَّهُو لَا يُحِبُّ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000" b="1" lang="ar-SA">
                <a:solidFill>
                  <a:srgbClr val="2B8A3E"/>
                </a:solidFill>
                <a:latin typeface="Arial"/>
                <a:cs typeface="Arial"/>
              </a:rPr>
              <a:t>إِنَّهُو لَا يُحِبُّ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وَقَلۡبِهِۦ وَجَعَلَ" descr="وَقَلۡبِهِۦ وَجَعَل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وَقَلۡبِهِ</a:t>
            </a:r>
            <a:r>
              <a:rPr sz="47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ۦ</a:t>
            </a:r>
            <a:r>
              <a:rPr sz="4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 وَجَعَلَ</a:t>
            </a:r>
          </a:p>
        </p:txBody>
      </p:sp>
      <p:sp>
        <p:nvSpPr>
          <p:cNvPr id="14" name="Answer 1 وَقَلۡبِهِي وَجَعَلَ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وَقَلۡبِهِي وَجَعَلَ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وَقَلۡبِهِي وَجَعَلَ</a:t>
            </a:r>
          </a:p>
        </p:txBody>
      </p:sp>
      <p:sp>
        <p:nvSpPr>
          <p:cNvPr id="16" name="Answer 2 وَقَلۡبِهِ وَجَعَلَ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وَقَلۡبِهِ وَجَعَلَ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وَقَلۡبِهِ وَجَعَلَ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وَقَلۡبِهِي وَجَعَلَ" descr="وَقَلۡبِهِي وَجَعَل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0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وَقَلۡبِهِي وَجَعَلَ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إِلَٰهَ" descr="إِلَـٰه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إِلَـ</a:t>
            </a:r>
            <a:r>
              <a:rPr sz="10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هَ</a:t>
            </a:r>
          </a:p>
        </p:txBody>
      </p:sp>
      <p:sp>
        <p:nvSpPr>
          <p:cNvPr id="14" name="Answer 1 إِلَاهَ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إِلَاهَ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إِلَاهَ</a:t>
            </a:r>
          </a:p>
        </p:txBody>
      </p:sp>
      <p:sp>
        <p:nvSpPr>
          <p:cNvPr id="16" name="Answer 2 إِلَهَ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إِلَهَ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إِلَهَ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Open a gift and 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Open a gift and read it!</a:t>
            </a:r>
          </a:p>
        </p:txBody>
      </p:sp>
      <p:pic>
        <p:nvPicPr>
          <p:cNvPr id="5" name="Gift box 1" descr="Gift box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2317750"/>
            <a:ext cx="2286000" cy="1333500"/>
          </a:xfrm>
          <a:prstGeom prst="rect">
            <a:avLst/>
          </a:prstGeom>
        </p:spPr>
      </p:pic>
      <p:pic>
        <p:nvPicPr>
          <p:cNvPr id="6" name="Gift lid 1" descr="Gift lid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682750"/>
            <a:ext cx="2476500" cy="1238250"/>
          </a:xfrm>
          <a:prstGeom prst="rect">
            <a:avLst/>
          </a:prstGeom>
        </p:spPr>
      </p:pic>
      <p:pic>
        <p:nvPicPr>
          <p:cNvPr id="7" name="Gift box 2" descr="Gift box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2317750"/>
            <a:ext cx="2286000" cy="1333500"/>
          </a:xfrm>
          <a:prstGeom prst="rect">
            <a:avLst/>
          </a:prstGeom>
        </p:spPr>
      </p:pic>
      <p:pic>
        <p:nvPicPr>
          <p:cNvPr id="8" name="Gift lid 2" descr="Gift lid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1682750"/>
            <a:ext cx="2476500" cy="1238250"/>
          </a:xfrm>
          <a:prstGeom prst="rect">
            <a:avLst/>
          </a:prstGeom>
        </p:spPr>
      </p:pic>
      <p:pic>
        <p:nvPicPr>
          <p:cNvPr id="9" name="Gift box 3" descr="Gift box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2317750"/>
            <a:ext cx="2286000" cy="1333500"/>
          </a:xfrm>
          <a:prstGeom prst="rect">
            <a:avLst/>
          </a:prstGeom>
        </p:spPr>
      </p:pic>
      <p:pic>
        <p:nvPicPr>
          <p:cNvPr id="10" name="Gift lid 3" descr="Gift lid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1682750"/>
            <a:ext cx="2476500" cy="1238250"/>
          </a:xfrm>
          <a:prstGeom prst="rect">
            <a:avLst/>
          </a:prstGeom>
        </p:spPr>
      </p:pic>
      <p:pic>
        <p:nvPicPr>
          <p:cNvPr id="11" name="Gift box 4" descr="Gift box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2317750"/>
            <a:ext cx="2286000" cy="1333500"/>
          </a:xfrm>
          <a:prstGeom prst="rect">
            <a:avLst/>
          </a:prstGeom>
        </p:spPr>
      </p:pic>
      <p:pic>
        <p:nvPicPr>
          <p:cNvPr id="12" name="Gift lid 4" descr="Gift lid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1682750"/>
            <a:ext cx="2476500" cy="1238250"/>
          </a:xfrm>
          <a:prstGeom prst="rect">
            <a:avLst/>
          </a:prstGeom>
        </p:spPr>
      </p:pic>
      <p:pic>
        <p:nvPicPr>
          <p:cNvPr id="13" name="Gift box 5" descr="Gift box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4730750"/>
            <a:ext cx="2286000" cy="1333500"/>
          </a:xfrm>
          <a:prstGeom prst="rect">
            <a:avLst/>
          </a:prstGeom>
        </p:spPr>
      </p:pic>
      <p:pic>
        <p:nvPicPr>
          <p:cNvPr id="14" name="Gift lid 5" descr="Gift lid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095750"/>
            <a:ext cx="2476500" cy="1238250"/>
          </a:xfrm>
          <a:prstGeom prst="rect">
            <a:avLst/>
          </a:prstGeom>
        </p:spPr>
      </p:pic>
      <p:pic>
        <p:nvPicPr>
          <p:cNvPr id="15" name="Gift box 6" descr="Gift box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4730750"/>
            <a:ext cx="2286000" cy="1333500"/>
          </a:xfrm>
          <a:prstGeom prst="rect">
            <a:avLst/>
          </a:prstGeom>
        </p:spPr>
      </p:pic>
      <p:pic>
        <p:nvPicPr>
          <p:cNvPr id="16" name="Gift lid 6" descr="Gift lid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4095750"/>
            <a:ext cx="2476500" cy="1238250"/>
          </a:xfrm>
          <a:prstGeom prst="rect">
            <a:avLst/>
          </a:prstGeom>
        </p:spPr>
      </p:pic>
      <p:pic>
        <p:nvPicPr>
          <p:cNvPr id="17" name="Gift box 7" descr="Gift box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4730750"/>
            <a:ext cx="2286000" cy="1333500"/>
          </a:xfrm>
          <a:prstGeom prst="rect">
            <a:avLst/>
          </a:prstGeom>
        </p:spPr>
      </p:pic>
      <p:pic>
        <p:nvPicPr>
          <p:cNvPr id="18" name="Gift lid 7" descr="Gift lid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4095750"/>
            <a:ext cx="2476500" cy="1238250"/>
          </a:xfrm>
          <a:prstGeom prst="rect">
            <a:avLst/>
          </a:prstGeom>
        </p:spPr>
      </p:pic>
      <p:pic>
        <p:nvPicPr>
          <p:cNvPr id="19" name="Gift box 8" descr="Gift box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4730750"/>
            <a:ext cx="2286000" cy="1333500"/>
          </a:xfrm>
          <a:prstGeom prst="rect">
            <a:avLst/>
          </a:prstGeom>
        </p:spPr>
      </p:pic>
      <p:pic>
        <p:nvPicPr>
          <p:cNvPr id="20" name="Gift lid 8" descr="Gift lid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4095750"/>
            <a:ext cx="2476500" cy="1238250"/>
          </a:xfrm>
          <a:prstGeom prst="rect">
            <a:avLst/>
          </a:prstGeom>
        </p:spPr>
      </p:pic>
      <p:sp>
        <p:nvSpPr>
          <p:cNvPr id="21" name="Next button">
            <a:hlinkClick action="ppaction://hlinksldjump" r:id="rId1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1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هَٰرُونَ" descr="هَـٰرُون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هَـ</a:t>
            </a:r>
            <a:r>
              <a:rPr sz="131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1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رُونَ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إِبۡرَٰهِيمَ" descr="إِبۡرَٰهِيم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إِبۡرَ</a:t>
            </a:r>
            <a:r>
              <a:rPr sz="87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8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هِيمَ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هَٰذَا" descr="هَـٰذَا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هَـ</a:t>
            </a:r>
            <a:r>
              <a:rPr sz="15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15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ذَا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عَلَىٰ" descr="عَلَىٰ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عَلَى</a:t>
            </a:r>
            <a:r>
              <a:rPr sz="15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ٱلۡهُدَىٰ" descr="ٱلۡهُدَىٰ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ٱلۡهُدَى</a:t>
            </a:r>
            <a:r>
              <a:rPr sz="104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ٱلرَّحۡمَٰنِ" descr="ٱلرَّحۡمَـٰنِ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ٱلرَّحۡمَـ</a:t>
            </a:r>
            <a:r>
              <a:rPr sz="87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8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نِ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مُوسَىٰ" descr="مُوسَىٰ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مُوسَى</a:t>
            </a:r>
            <a:r>
              <a:rPr sz="131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ٱلصَّلَوٰةَ" descr="ٱلصَّلَوٰة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ٱلصَّلَو</a:t>
            </a:r>
            <a:r>
              <a:rPr sz="87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8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ةَ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ad وَلَهُ ٱلۡحَمۡدُ" descr="وَلَهُ ٱلۡحَمۡد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وَلَهُ ٱلۡحَمۡدُ</a:t>
            </a:r>
          </a:p>
        </p:txBody>
      </p:sp>
      <p:sp>
        <p:nvSpPr>
          <p:cNvPr id="12" name="Answer 1 وَلَهُو الۡحَمۡدُ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Answer text 1" descr="وَلَهُو الۡحَمۡدُ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وَلَهُو الۡحَمۡدُ</a:t>
            </a:r>
          </a:p>
        </p:txBody>
      </p:sp>
      <p:sp>
        <p:nvSpPr>
          <p:cNvPr id="14" name="Answer 2 وَلَهُلۡ حَمۡدُ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2" descr="وَلَهُلۡ حَمۡدُ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وَلَهُلۡ حَمۡدُ</a:t>
            </a:r>
          </a:p>
        </p:txBody>
      </p:sp>
      <p:sp>
        <p:nvSpPr>
          <p:cNvPr id="16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وَلَهُلۡ حَمۡدُ" descr="وَلَهُلۡ حَمۡد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3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وَلَهُلۡ حَمۡدُ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ٱلۡعَٰلَمِينَ" descr="ٱلۡعَـٰلَمِين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ٱلۡعَـ</a:t>
            </a:r>
            <a:r>
              <a:rPr sz="7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لَمِينَ</a:t>
            </a:r>
          </a:p>
        </p:txBody>
      </p:sp>
      <p:sp>
        <p:nvSpPr>
          <p:cNvPr id="14" name="Answer 1 الۡعَلَمِينَ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الۡعَلَمِينَ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الۡعَلَمِينَ</a:t>
            </a:r>
          </a:p>
        </p:txBody>
      </p:sp>
      <p:sp>
        <p:nvSpPr>
          <p:cNvPr id="16" name="Answer 2 الۡعَالَمِينَ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الۡعَالَمِينَ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الۡعَالَمِينَ</a:t>
            </a:r>
          </a:p>
        </p:txBody>
      </p:sp>
      <p:sp>
        <p:nvSpPr>
          <p:cNvPr id="18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الۡعَالَمِينَ" descr="الۡعَالَمِين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2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الۡعَالَمِينَ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بِهِۦ بَصِيرًا" descr="بِهِۦ بَصِيرً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بِهِ</a:t>
            </a:r>
            <a:r>
              <a:rPr sz="5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ۦ</a:t>
            </a:r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 بَصِيرًا</a:t>
            </a:r>
          </a:p>
        </p:txBody>
      </p:sp>
      <p:sp>
        <p:nvSpPr>
          <p:cNvPr id="14" name="Answer 1 بِهِ بَصِيرًا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بِهِ بَصِيرًا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بِهِ بَصِيرًا</a:t>
            </a:r>
          </a:p>
        </p:txBody>
      </p:sp>
      <p:sp>
        <p:nvSpPr>
          <p:cNvPr id="16" name="Answer 2 بِهِي بَصِيرًا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بِهِي بَصِيرًا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100" b="1" lang="ar-SA">
                <a:solidFill>
                  <a:srgbClr val="2E2640"/>
                </a:solidFill>
                <a:latin typeface="Arial"/>
                <a:cs typeface="Arial"/>
              </a:rPr>
              <a:t>بِهِي بَصِيرًا</a:t>
            </a:r>
          </a:p>
        </p:txBody>
      </p:sp>
      <p:sp>
        <p:nvSpPr>
          <p:cNvPr id="18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بِهِي بَصِيرًا" descr="بِهِي بَصِيرً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000" b="1" lang="ar-SA">
                <a:solidFill>
                  <a:srgbClr val="2B8A3E"/>
                </a:solidFill>
                <a:latin typeface="Arial"/>
                <a:cs typeface="Arial"/>
              </a:rPr>
              <a:t>بِهِي بَصِيرًا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ٱلصَّلَوٰةَ" descr="ٱلصَّلَوٰة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ٱلصَّلَو</a:t>
            </a:r>
            <a:r>
              <a:rPr sz="82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ةَ</a:t>
            </a:r>
          </a:p>
        </p:txBody>
      </p:sp>
      <p:sp>
        <p:nvSpPr>
          <p:cNvPr id="14" name="Answer 1 الصَّلَاةَ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الصَّلَاةَ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الصَّلَاةَ</a:t>
            </a:r>
          </a:p>
        </p:txBody>
      </p:sp>
      <p:sp>
        <p:nvSpPr>
          <p:cNvPr id="16" name="Answer 2 الصَّلَوَةَ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الصَّلَوَةَ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الصَّلَوَةَ</a:t>
            </a:r>
          </a:p>
        </p:txBody>
      </p:sp>
      <p:sp>
        <p:nvSpPr>
          <p:cNvPr id="18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الصَّلَاةَ" descr="الصَّلَاة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900" b="1" lang="ar-SA">
                <a:solidFill>
                  <a:srgbClr val="2B8A3E"/>
                </a:solidFill>
                <a:latin typeface="Arial"/>
                <a:cs typeface="Arial"/>
              </a:rPr>
              <a:t>الصَّلَاةَ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هَٰذَا" descr="هَـٰذَ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هَـ</a:t>
            </a:r>
            <a:r>
              <a:rPr sz="10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ذَا</a:t>
            </a:r>
          </a:p>
        </p:txBody>
      </p:sp>
      <p:sp>
        <p:nvSpPr>
          <p:cNvPr id="14" name="Answer 1 هَذَا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هَذَا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هَذَا</a:t>
            </a:r>
          </a:p>
        </p:txBody>
      </p:sp>
      <p:sp>
        <p:nvSpPr>
          <p:cNvPr id="16" name="Answer 2 هَاذَا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هَاذَا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هَاذَا</a:t>
            </a:r>
          </a:p>
        </p:txBody>
      </p:sp>
      <p:sp>
        <p:nvSpPr>
          <p:cNvPr id="18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هَاذَا" descr="هَاذ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هَاذَا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هَاذَا" descr="هَاذَ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هَاذَا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ad وَلَهُ ٱلۡحَمۡدُ" descr="وَلَهُ ٱلۡحَمۡد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وَلَهُ ٱلۡحَمۡدُ</a:t>
            </a:r>
          </a:p>
        </p:txBody>
      </p:sp>
      <p:sp>
        <p:nvSpPr>
          <p:cNvPr id="12" name="Answer 1 وَلَهُو الۡحَمۡدُ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Answer text 1" descr="وَلَهُو الۡحَمۡدُ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وَلَهُو الۡحَمۡدُ</a:t>
            </a:r>
          </a:p>
        </p:txBody>
      </p:sp>
      <p:sp>
        <p:nvSpPr>
          <p:cNvPr id="14" name="Answer 2 وَلَهُلۡ حَمۡدُ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2" descr="وَلَهُلۡ حَمۡدُ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وَلَهُلۡ حَمۡدُ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وَلَهُلۡ حَمۡدُ" descr="وَلَهُلۡ حَمۡد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3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وَلَهُلۡ حَمۡدُ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ٱلۡعَٰلَمِينَ" descr="ٱلۡعَـٰلَمِين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ٱلۡعَـ</a:t>
            </a:r>
            <a:r>
              <a:rPr sz="7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لَمِينَ</a:t>
            </a:r>
          </a:p>
        </p:txBody>
      </p:sp>
      <p:sp>
        <p:nvSpPr>
          <p:cNvPr id="14" name="Answer 1 الۡعَلَمِينَ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الۡعَلَمِينَ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الۡعَلَمِينَ</a:t>
            </a:r>
          </a:p>
        </p:txBody>
      </p:sp>
      <p:sp>
        <p:nvSpPr>
          <p:cNvPr id="16" name="Answer 2 الۡعَالَمِينَ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الۡعَالَمِينَ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الۡعَالَمِينَ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الۡعَالَمِينَ" descr="الۡعَالَمِين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2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الۡعَالَمِينَ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بِهِۦ بَصِيرًا" descr="بِهِۦ بَصِيرً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بِهِ</a:t>
            </a:r>
            <a:r>
              <a:rPr sz="5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ۦ</a:t>
            </a:r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 بَصِيرًا</a:t>
            </a:r>
          </a:p>
        </p:txBody>
      </p:sp>
      <p:sp>
        <p:nvSpPr>
          <p:cNvPr id="14" name="Answer 1 بِهِ بَصِيرًا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بِهِ بَصِيرًا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بِهِ بَصِيرًا</a:t>
            </a:r>
          </a:p>
        </p:txBody>
      </p:sp>
      <p:sp>
        <p:nvSpPr>
          <p:cNvPr id="16" name="Answer 2 بِهِي بَصِيرًا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بِهِي بَصِيرًا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100" b="1" lang="ar-SA">
                <a:solidFill>
                  <a:srgbClr val="2E2640"/>
                </a:solidFill>
                <a:latin typeface="Arial"/>
                <a:cs typeface="Arial"/>
              </a:rPr>
              <a:t>بِهِي بَصِيرًا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بِهِي بَصِيرًا" descr="بِهِي بَصِيرً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000" b="1" lang="ar-SA">
                <a:solidFill>
                  <a:srgbClr val="2B8A3E"/>
                </a:solidFill>
                <a:latin typeface="Arial"/>
                <a:cs typeface="Arial"/>
              </a:rPr>
              <a:t>بِهِي بَصِيرًا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ٱلصَّلَوٰةَ" descr="ٱلصَّلَوٰة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ٱلصَّلَو</a:t>
            </a:r>
            <a:r>
              <a:rPr sz="82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ةَ</a:t>
            </a:r>
          </a:p>
        </p:txBody>
      </p:sp>
      <p:sp>
        <p:nvSpPr>
          <p:cNvPr id="14" name="Answer 1 الصَّلَاةَ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الصَّلَاةَ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الصَّلَاةَ</a:t>
            </a:r>
          </a:p>
        </p:txBody>
      </p:sp>
      <p:sp>
        <p:nvSpPr>
          <p:cNvPr id="16" name="Answer 2 الصَّلَوَةَ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الصَّلَوَةَ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الصَّلَوَةَ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الصَّلَاةَ" descr="الصَّلَاة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900" b="1" lang="ar-SA">
                <a:solidFill>
                  <a:srgbClr val="2B8A3E"/>
                </a:solidFill>
                <a:latin typeface="Arial"/>
                <a:cs typeface="Arial"/>
              </a:rPr>
              <a:t>الصَّلَاةَ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هَٰذَا" descr="هَـٰذَ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هَـ</a:t>
            </a:r>
            <a:r>
              <a:rPr sz="10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ذَا</a:t>
            </a:r>
          </a:p>
        </p:txBody>
      </p:sp>
      <p:sp>
        <p:nvSpPr>
          <p:cNvPr id="14" name="Answer 1 هَذَا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هَذَا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هَذَا</a:t>
            </a:r>
          </a:p>
        </p:txBody>
      </p:sp>
      <p:sp>
        <p:nvSpPr>
          <p:cNvPr id="16" name="Answer 2 هَاذَا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هَاذَا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هَاذَا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ad بِهِۦ بَصِيرًا" descr="بِهِۦ بَصِيرً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بِهِ</a:t>
            </a:r>
            <a:r>
              <a:rPr sz="5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ۦ</a:t>
            </a:r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 بَصِيرًا</a:t>
            </a:r>
          </a:p>
        </p:txBody>
      </p:sp>
      <p:sp>
        <p:nvSpPr>
          <p:cNvPr id="12" name="Answer 1 بِهِي بَصِيرًا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Answer text 1" descr="بِهِي بَصِيرًا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100" b="1" lang="ar-SA">
                <a:solidFill>
                  <a:srgbClr val="2E2640"/>
                </a:solidFill>
                <a:latin typeface="Arial"/>
                <a:cs typeface="Arial"/>
              </a:rPr>
              <a:t>بِهِي بَصِيرًا</a:t>
            </a:r>
          </a:p>
        </p:txBody>
      </p:sp>
      <p:sp>
        <p:nvSpPr>
          <p:cNvPr id="14" name="Answer 2 بِهِ بَصِيرًا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2" descr="بِهِ بَصِيرًا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بِهِ بَصِيرًا</a:t>
            </a:r>
          </a:p>
        </p:txBody>
      </p:sp>
      <p:sp>
        <p:nvSpPr>
          <p:cNvPr id="16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بِهِي بَصِيرًا" descr="بِهِي بَصِيرً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000" b="1" lang="ar-SA">
                <a:solidFill>
                  <a:srgbClr val="2B8A3E"/>
                </a:solidFill>
                <a:latin typeface="Arial"/>
                <a:cs typeface="Arial"/>
              </a:rPr>
              <a:t>بِهِي بَصِيرًا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وَلَهُ ٱلۡحَمۡدُ" descr="وَلَهُ ٱلۡحَمۡد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وَلَهُ ٱلۡحَمۡدُ</a:t>
            </a:r>
          </a:p>
        </p:txBody>
      </p:sp>
      <p:sp>
        <p:nvSpPr>
          <p:cNvPr id="14" name="Answer 1 وَلَهُلۡ حَمۡدُ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وَلَهُلۡ حَمۡدُ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وَلَهُلۡ حَمۡدُ</a:t>
            </a:r>
          </a:p>
        </p:txBody>
      </p:sp>
      <p:sp>
        <p:nvSpPr>
          <p:cNvPr id="16" name="Answer 2 وَلَهُو الۡحَمۡدُ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وَلَهُو الۡحَمۡدُ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وَلَهُو الۡحَمۡدُ</a:t>
            </a:r>
          </a:p>
        </p:txBody>
      </p:sp>
      <p:sp>
        <p:nvSpPr>
          <p:cNvPr id="18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وَلَهُلۡ حَمۡدُ" descr="وَلَهُلۡ حَمۡد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3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وَلَهُلۡ حَمۡدُ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سُبۡحَٰنَ" descr="سُبۡحَـٰن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سُبۡحَـ</a:t>
            </a:r>
            <a:r>
              <a:rPr sz="10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</a:t>
            </a:r>
          </a:p>
        </p:txBody>
      </p:sp>
      <p:sp>
        <p:nvSpPr>
          <p:cNvPr id="14" name="Answer 1 سُبۡحَنَ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سُبۡحَنَ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سُبۡحَنَ</a:t>
            </a:r>
          </a:p>
        </p:txBody>
      </p:sp>
      <p:sp>
        <p:nvSpPr>
          <p:cNvPr id="16" name="Answer 2 سُبۡحَانَ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سُبۡحَانَ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سُبۡحَانَ</a:t>
            </a:r>
          </a:p>
        </p:txBody>
      </p:sp>
      <p:sp>
        <p:nvSpPr>
          <p:cNvPr id="18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سُبۡحَانَ" descr="سُبۡحَان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سُبۡحَانَ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مُوسَىٰ" descr="مُوسَىٰ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مُوسَى</a:t>
            </a:r>
            <a:r>
              <a:rPr sz="10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</a:p>
        </p:txBody>
      </p:sp>
      <p:sp>
        <p:nvSpPr>
          <p:cNvPr id="14" name="Answer 1 مُوسَا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مُوسَا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مُوسَا</a:t>
            </a:r>
          </a:p>
        </p:txBody>
      </p:sp>
      <p:sp>
        <p:nvSpPr>
          <p:cNvPr id="16" name="Answer 2 مُوسَيۡ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مُوسَيۡ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مُوسَيۡ</a:t>
            </a:r>
          </a:p>
        </p:txBody>
      </p:sp>
      <p:sp>
        <p:nvSpPr>
          <p:cNvPr id="18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مُوسَا" descr="مُوس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مُوسَا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ٱلۡهُدَىٰ" descr="ٱلۡهُدَىٰ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ٱلۡهُدَى</a:t>
            </a:r>
            <a:r>
              <a:rPr sz="99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</a:p>
        </p:txBody>
      </p:sp>
      <p:sp>
        <p:nvSpPr>
          <p:cNvPr id="14" name="Answer 1 الۡهُدَيۡ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الۡهُدَيۡ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الۡهُدَيۡ</a:t>
            </a:r>
          </a:p>
        </p:txBody>
      </p:sp>
      <p:sp>
        <p:nvSpPr>
          <p:cNvPr id="16" name="Answer 2 الۡهُدَا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الۡهُدَا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الۡهُدَا</a:t>
            </a:r>
          </a:p>
        </p:txBody>
      </p:sp>
      <p:sp>
        <p:nvSpPr>
          <p:cNvPr id="18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الۡهُدَا" descr="الۡهُد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الۡهُدَا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الۡهُدَا" descr="الۡهُدَ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الۡهُدَا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ad بِهِۦ بَصِيرًا" descr="بِهِۦ بَصِيرً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بِهِ</a:t>
            </a:r>
            <a:r>
              <a:rPr sz="5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ۦ</a:t>
            </a:r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 بَصِيرًا</a:t>
            </a:r>
          </a:p>
        </p:txBody>
      </p:sp>
      <p:sp>
        <p:nvSpPr>
          <p:cNvPr id="12" name="Answer 1 بِهِي بَصِيرًا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Answer text 1" descr="بِهِي بَصِيرًا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100" b="1" lang="ar-SA">
                <a:solidFill>
                  <a:srgbClr val="2E2640"/>
                </a:solidFill>
                <a:latin typeface="Arial"/>
                <a:cs typeface="Arial"/>
              </a:rPr>
              <a:t>بِهِي بَصِيرًا</a:t>
            </a:r>
          </a:p>
        </p:txBody>
      </p:sp>
      <p:sp>
        <p:nvSpPr>
          <p:cNvPr id="14" name="Answer 2 بِهِ بَصِيرًا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2" descr="بِهِ بَصِيرًا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بِهِ بَصِيرًا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بِهِي بَصِيرًا" descr="بِهِي بَصِيرً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000" b="1" lang="ar-SA">
                <a:solidFill>
                  <a:srgbClr val="2B8A3E"/>
                </a:solidFill>
                <a:latin typeface="Arial"/>
                <a:cs typeface="Arial"/>
              </a:rPr>
              <a:t>بِهِي بَصِيرًا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وَلَهُ ٱلۡحَمۡدُ" descr="وَلَهُ ٱلۡحَمۡد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وَلَهُ ٱلۡحَمۡدُ</a:t>
            </a:r>
          </a:p>
        </p:txBody>
      </p:sp>
      <p:sp>
        <p:nvSpPr>
          <p:cNvPr id="14" name="Answer 1 وَلَهُلۡ حَمۡدُ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وَلَهُلۡ حَمۡدُ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وَلَهُلۡ حَمۡدُ</a:t>
            </a:r>
          </a:p>
        </p:txBody>
      </p:sp>
      <p:sp>
        <p:nvSpPr>
          <p:cNvPr id="16" name="Answer 2 وَلَهُو الۡحَمۡدُ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وَلَهُو الۡحَمۡدُ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وَلَهُو الۡحَمۡدُ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وَلَهُلۡ حَمۡدُ" descr="وَلَهُلۡ حَمۡد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3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وَلَهُلۡ حَمۡدُ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سُبۡحَٰنَ" descr="سُبۡحَـٰن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سُبۡحَـ</a:t>
            </a:r>
            <a:r>
              <a:rPr sz="10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</a:t>
            </a:r>
          </a:p>
        </p:txBody>
      </p:sp>
      <p:sp>
        <p:nvSpPr>
          <p:cNvPr id="14" name="Answer 1 سُبۡحَنَ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سُبۡحَنَ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سُبۡحَنَ</a:t>
            </a:r>
          </a:p>
        </p:txBody>
      </p:sp>
      <p:sp>
        <p:nvSpPr>
          <p:cNvPr id="16" name="Answer 2 سُبۡحَانَ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سُبۡحَانَ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سُبۡحَانَ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سُبۡحَانَ" descr="سُبۡحَان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سُبۡحَانَ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مُوسَىٰ" descr="مُوسَىٰ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مُوسَى</a:t>
            </a:r>
            <a:r>
              <a:rPr sz="10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</a:p>
        </p:txBody>
      </p:sp>
      <p:sp>
        <p:nvSpPr>
          <p:cNvPr id="14" name="Answer 1 مُوسَا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مُوسَا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مُوسَا</a:t>
            </a:r>
          </a:p>
        </p:txBody>
      </p:sp>
      <p:sp>
        <p:nvSpPr>
          <p:cNvPr id="16" name="Answer 2 مُوسَيۡ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مُوسَيۡ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مُوسَيۡ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مُوسَا" descr="مُوس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مُوسَا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ٱلۡهُدَىٰ" descr="ٱلۡهُدَىٰ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ٱلۡهُدَى</a:t>
            </a:r>
            <a:r>
              <a:rPr sz="99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</a:p>
        </p:txBody>
      </p:sp>
      <p:sp>
        <p:nvSpPr>
          <p:cNvPr id="14" name="Answer 1 الۡهُدَيۡ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الۡهُدَيۡ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الۡهُدَيۡ</a:t>
            </a:r>
          </a:p>
        </p:txBody>
      </p:sp>
      <p:sp>
        <p:nvSpPr>
          <p:cNvPr id="16" name="Answer 2 الۡهُدَا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الۡهُدَا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الۡهُدَا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Open a gift and 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Open a gift and read it!</a:t>
            </a:r>
          </a:p>
        </p:txBody>
      </p:sp>
      <p:pic>
        <p:nvPicPr>
          <p:cNvPr id="5" name="Gift box 1" descr="Gift box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2317750"/>
            <a:ext cx="2286000" cy="1333500"/>
          </a:xfrm>
          <a:prstGeom prst="rect">
            <a:avLst/>
          </a:prstGeom>
        </p:spPr>
      </p:pic>
      <p:pic>
        <p:nvPicPr>
          <p:cNvPr id="6" name="Gift lid 1" descr="Gift lid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682750"/>
            <a:ext cx="2476500" cy="1238250"/>
          </a:xfrm>
          <a:prstGeom prst="rect">
            <a:avLst/>
          </a:prstGeom>
        </p:spPr>
      </p:pic>
      <p:pic>
        <p:nvPicPr>
          <p:cNvPr id="7" name="Gift box 2" descr="Gift box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2317750"/>
            <a:ext cx="2286000" cy="1333500"/>
          </a:xfrm>
          <a:prstGeom prst="rect">
            <a:avLst/>
          </a:prstGeom>
        </p:spPr>
      </p:pic>
      <p:pic>
        <p:nvPicPr>
          <p:cNvPr id="8" name="Gift lid 2" descr="Gift lid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1682750"/>
            <a:ext cx="2476500" cy="1238250"/>
          </a:xfrm>
          <a:prstGeom prst="rect">
            <a:avLst/>
          </a:prstGeom>
        </p:spPr>
      </p:pic>
      <p:pic>
        <p:nvPicPr>
          <p:cNvPr id="9" name="Gift box 3" descr="Gift box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2317750"/>
            <a:ext cx="2286000" cy="1333500"/>
          </a:xfrm>
          <a:prstGeom prst="rect">
            <a:avLst/>
          </a:prstGeom>
        </p:spPr>
      </p:pic>
      <p:pic>
        <p:nvPicPr>
          <p:cNvPr id="10" name="Gift lid 3" descr="Gift lid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1682750"/>
            <a:ext cx="2476500" cy="1238250"/>
          </a:xfrm>
          <a:prstGeom prst="rect">
            <a:avLst/>
          </a:prstGeom>
        </p:spPr>
      </p:pic>
      <p:pic>
        <p:nvPicPr>
          <p:cNvPr id="11" name="Gift box 4" descr="Gift box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2317750"/>
            <a:ext cx="2286000" cy="1333500"/>
          </a:xfrm>
          <a:prstGeom prst="rect">
            <a:avLst/>
          </a:prstGeom>
        </p:spPr>
      </p:pic>
      <p:pic>
        <p:nvPicPr>
          <p:cNvPr id="12" name="Gift lid 4" descr="Gift lid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1682750"/>
            <a:ext cx="2476500" cy="1238250"/>
          </a:xfrm>
          <a:prstGeom prst="rect">
            <a:avLst/>
          </a:prstGeom>
        </p:spPr>
      </p:pic>
      <p:pic>
        <p:nvPicPr>
          <p:cNvPr id="13" name="Gift box 5" descr="Gift box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4730750"/>
            <a:ext cx="2286000" cy="1333500"/>
          </a:xfrm>
          <a:prstGeom prst="rect">
            <a:avLst/>
          </a:prstGeom>
        </p:spPr>
      </p:pic>
      <p:pic>
        <p:nvPicPr>
          <p:cNvPr id="14" name="Gift lid 5" descr="Gift lid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095750"/>
            <a:ext cx="2476500" cy="1238250"/>
          </a:xfrm>
          <a:prstGeom prst="rect">
            <a:avLst/>
          </a:prstGeom>
        </p:spPr>
      </p:pic>
      <p:pic>
        <p:nvPicPr>
          <p:cNvPr id="15" name="Gift box 6" descr="Gift box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4730750"/>
            <a:ext cx="2286000" cy="1333500"/>
          </a:xfrm>
          <a:prstGeom prst="rect">
            <a:avLst/>
          </a:prstGeom>
        </p:spPr>
      </p:pic>
      <p:pic>
        <p:nvPicPr>
          <p:cNvPr id="16" name="Gift lid 6" descr="Gift lid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4095750"/>
            <a:ext cx="2476500" cy="1238250"/>
          </a:xfrm>
          <a:prstGeom prst="rect">
            <a:avLst/>
          </a:prstGeom>
        </p:spPr>
      </p:pic>
      <p:pic>
        <p:nvPicPr>
          <p:cNvPr id="17" name="Gift box 7" descr="Gift box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4730750"/>
            <a:ext cx="2286000" cy="1333500"/>
          </a:xfrm>
          <a:prstGeom prst="rect">
            <a:avLst/>
          </a:prstGeom>
        </p:spPr>
      </p:pic>
      <p:pic>
        <p:nvPicPr>
          <p:cNvPr id="18" name="Gift lid 7" descr="Gift lid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4095750"/>
            <a:ext cx="2476500" cy="1238250"/>
          </a:xfrm>
          <a:prstGeom prst="rect">
            <a:avLst/>
          </a:prstGeom>
        </p:spPr>
      </p:pic>
      <p:pic>
        <p:nvPicPr>
          <p:cNvPr id="19" name="Gift box 8" descr="Gift box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4730750"/>
            <a:ext cx="2286000" cy="1333500"/>
          </a:xfrm>
          <a:prstGeom prst="rect">
            <a:avLst/>
          </a:prstGeom>
        </p:spPr>
      </p:pic>
      <p:pic>
        <p:nvPicPr>
          <p:cNvPr id="20" name="Gift lid 8" descr="Gift lid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4095750"/>
            <a:ext cx="2476500" cy="1238250"/>
          </a:xfrm>
          <a:prstGeom prst="rect">
            <a:avLst/>
          </a:prstGeom>
        </p:spPr>
      </p:pic>
      <p:sp>
        <p:nvSpPr>
          <p:cNvPr id="21" name="Next button">
            <a:hlinkClick action="ppaction://hlinksldjump" r:id="rId1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1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إِبۡرَٰهِيمَ" descr="إِبۡرَٰهِيم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إِبۡرَ</a:t>
            </a:r>
            <a:r>
              <a:rPr sz="87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8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هِيمَ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ٱلۡعَٰلَمِينَ" descr="ٱلۡعَـٰلَمِين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ٱلۡعَـ</a:t>
            </a:r>
            <a:r>
              <a:rPr sz="74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7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لَمِينَ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ٱلۡكِتَٰبُ" descr="ٱلۡكِتَـٰبُ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ٱلۡكِتَـ</a:t>
            </a:r>
            <a:r>
              <a:rPr sz="104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10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بُ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مَٰلِكِ" descr="مَـٰلِكِ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مَـ</a:t>
            </a:r>
            <a:r>
              <a:rPr sz="15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15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لِكِ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ذَٰلِكَ" descr="ذَٰلِك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ذَ</a:t>
            </a:r>
            <a:r>
              <a:rPr sz="15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15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لِكَ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بِهِۦ بَصِيرًا" descr="بِهِۦ بَصِيرًا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بِهِ</a:t>
            </a:r>
            <a:r>
              <a:rPr sz="61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ۦ</a:t>
            </a:r>
            <a:r>
              <a:rPr sz="6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 بَصِيرًا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وَلَهُ ٱلۡحَمۡدُ" descr="وَلَهُ ٱلۡحَمۡدُ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وَلَهُ ٱلۡحَمۡدُ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إِنَّهُۥ لَا يُحِبُّ" descr="إِنَّهُۥ لَا يُحِبُّ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إِنَّهُ</a:t>
            </a:r>
            <a:r>
              <a:rPr sz="52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ۥ</a:t>
            </a:r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 لَا يُحِبُّ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ad ٱلۡهُدَىٰ" descr="ٱلۡهُدَىٰ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ٱلۡهُدَى</a:t>
            </a:r>
            <a:r>
              <a:rPr sz="99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</a:p>
        </p:txBody>
      </p:sp>
      <p:sp>
        <p:nvSpPr>
          <p:cNvPr id="12" name="Answer 1 الۡهُدَا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Answer text 1" descr="الۡهُدَا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الۡهُدَا</a:t>
            </a:r>
          </a:p>
        </p:txBody>
      </p:sp>
      <p:sp>
        <p:nvSpPr>
          <p:cNvPr id="14" name="Answer 2 الۡهُدَيۡ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2" descr="الۡهُدَيۡ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الۡهُدَيۡ</a:t>
            </a:r>
          </a:p>
        </p:txBody>
      </p:sp>
      <p:sp>
        <p:nvSpPr>
          <p:cNvPr id="16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الۡهُدَا" descr="الۡهُد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الۡهُدَا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لَهُ ٱلۡمُلۡكُ" descr="لَهُ ٱلۡمُلۡك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لَهُ ٱلۡمُلۡكُ</a:t>
            </a:r>
          </a:p>
        </p:txBody>
      </p:sp>
      <p:sp>
        <p:nvSpPr>
          <p:cNvPr id="14" name="Answer 1 لَهُو الۡمُلۡكُ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لَهُو الۡمُلۡكُ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لَهُو الۡمُلۡكُ</a:t>
            </a:r>
          </a:p>
        </p:txBody>
      </p:sp>
      <p:sp>
        <p:nvSpPr>
          <p:cNvPr id="16" name="Answer 2 لَهُلۡ مُلۡكُ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لَهُلۡ مُلۡكُ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لَهُلۡ مُلۡكُ</a:t>
            </a:r>
          </a:p>
        </p:txBody>
      </p:sp>
      <p:sp>
        <p:nvSpPr>
          <p:cNvPr id="18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لَهُلۡ مُلۡكُ" descr="لَهُلۡ مُلۡك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7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لَهُلۡ مُلۡكُ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ٱلۡحَيَوٰةُ" descr="ٱلۡحَيَوٰة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ٱلۡحَيَو</a:t>
            </a:r>
            <a:r>
              <a:rPr sz="82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ةُ</a:t>
            </a:r>
          </a:p>
        </p:txBody>
      </p:sp>
      <p:sp>
        <p:nvSpPr>
          <p:cNvPr id="14" name="Answer 1 الۡحَيَاةُ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الۡحَيَاةُ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الۡحَيَاةُ</a:t>
            </a:r>
          </a:p>
        </p:txBody>
      </p:sp>
      <p:sp>
        <p:nvSpPr>
          <p:cNvPr id="16" name="Answer 2 الۡحَيَوَةُ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الۡحَيَوَةُ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الۡحَيَوَةُ</a:t>
            </a:r>
          </a:p>
        </p:txBody>
      </p:sp>
      <p:sp>
        <p:nvSpPr>
          <p:cNvPr id="18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الۡحَيَاةُ" descr="الۡحَيَاة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9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الۡحَيَاةُ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عَلَىٰ" descr="عَلَىٰ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عَلَى</a:t>
            </a:r>
            <a:r>
              <a:rPr sz="10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</a:p>
        </p:txBody>
      </p:sp>
      <p:sp>
        <p:nvSpPr>
          <p:cNvPr id="14" name="Answer 1 عَلَا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عَلَا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عَلَا</a:t>
            </a:r>
          </a:p>
        </p:txBody>
      </p:sp>
      <p:sp>
        <p:nvSpPr>
          <p:cNvPr id="16" name="Answer 2 عَلَيۡ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عَلَيۡ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عَلَيۡ</a:t>
            </a:r>
          </a:p>
        </p:txBody>
      </p:sp>
      <p:sp>
        <p:nvSpPr>
          <p:cNvPr id="18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عَلَا" descr="عَل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عَلَا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ٱلرَّحۡمَٰنِ" descr="ٱلرَّحۡمَـٰن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ٱلرَّحۡمَـ</a:t>
            </a:r>
            <a:r>
              <a:rPr sz="82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نِ</a:t>
            </a:r>
          </a:p>
        </p:txBody>
      </p:sp>
      <p:sp>
        <p:nvSpPr>
          <p:cNvPr id="14" name="Answer 1 الرَّحۡمَنِ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الرَّحۡمَنِ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الرَّحۡمَنِ</a:t>
            </a:r>
          </a:p>
        </p:txBody>
      </p:sp>
      <p:sp>
        <p:nvSpPr>
          <p:cNvPr id="16" name="Answer 2 الرَّحۡمَانِ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الرَّحۡمَانِ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الرَّحۡمَانِ</a:t>
            </a:r>
          </a:p>
        </p:txBody>
      </p:sp>
      <p:sp>
        <p:nvSpPr>
          <p:cNvPr id="18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الرَّحۡمَانِ" descr="الرَّحۡمَان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الرَّحۡمَانِ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الرَّحۡمَانِ" descr="الرَّحۡمَان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الرَّحۡمَانِ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ad ٱلۡهُدَىٰ" descr="ٱلۡهُدَىٰ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ٱلۡهُدَى</a:t>
            </a:r>
            <a:r>
              <a:rPr sz="99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</a:p>
        </p:txBody>
      </p:sp>
      <p:sp>
        <p:nvSpPr>
          <p:cNvPr id="12" name="Answer 1 الۡهُدَا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Answer text 1" descr="الۡهُدَا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الۡهُدَا</a:t>
            </a:r>
          </a:p>
        </p:txBody>
      </p:sp>
      <p:sp>
        <p:nvSpPr>
          <p:cNvPr id="14" name="Answer 2 الۡهُدَيۡ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2" descr="الۡهُدَيۡ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الۡهُدَيۡ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الۡهُدَا" descr="الۡهُد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الۡهُدَا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لَهُ ٱلۡمُلۡكُ" descr="لَهُ ٱلۡمُلۡك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لَهُ ٱلۡمُلۡكُ</a:t>
            </a:r>
          </a:p>
        </p:txBody>
      </p:sp>
      <p:sp>
        <p:nvSpPr>
          <p:cNvPr id="14" name="Answer 1 لَهُو الۡمُلۡكُ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لَهُو الۡمُلۡكُ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لَهُو الۡمُلۡكُ</a:t>
            </a:r>
          </a:p>
        </p:txBody>
      </p:sp>
      <p:sp>
        <p:nvSpPr>
          <p:cNvPr id="16" name="Answer 2 لَهُلۡ مُلۡكُ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لَهُلۡ مُلۡكُ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لَهُلۡ مُلۡكُ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لَهُلۡ مُلۡكُ" descr="لَهُلۡ مُلۡك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7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لَهُلۡ مُلۡكُ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ٱلۡحَيَوٰةُ" descr="ٱلۡحَيَوٰة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ٱلۡحَيَو</a:t>
            </a:r>
            <a:r>
              <a:rPr sz="82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ةُ</a:t>
            </a:r>
          </a:p>
        </p:txBody>
      </p:sp>
      <p:sp>
        <p:nvSpPr>
          <p:cNvPr id="14" name="Answer 1 الۡحَيَاةُ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الۡحَيَاةُ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الۡحَيَاةُ</a:t>
            </a:r>
          </a:p>
        </p:txBody>
      </p:sp>
      <p:sp>
        <p:nvSpPr>
          <p:cNvPr id="16" name="Answer 2 الۡحَيَوَةُ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الۡحَيَوَةُ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الۡحَيَوَةُ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الۡحَيَاةُ" descr="الۡحَيَاة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9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الۡحَيَاةُ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عَلَىٰ" descr="عَلَىٰ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عَلَى</a:t>
            </a:r>
            <a:r>
              <a:rPr sz="10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</a:p>
        </p:txBody>
      </p:sp>
      <p:sp>
        <p:nvSpPr>
          <p:cNvPr id="14" name="Answer 1 عَلَا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عَلَا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عَلَا</a:t>
            </a:r>
          </a:p>
        </p:txBody>
      </p:sp>
      <p:sp>
        <p:nvSpPr>
          <p:cNvPr id="16" name="Answer 2 عَلَيۡ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عَلَيۡ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عَلَيۡ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عَلَا" descr="عَل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عَلَا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ٱلرَّحۡمَٰنِ" descr="ٱلرَّحۡمَـٰن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ٱلرَّحۡمَـ</a:t>
            </a:r>
            <a:r>
              <a:rPr sz="82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نِ</a:t>
            </a:r>
          </a:p>
        </p:txBody>
      </p:sp>
      <p:sp>
        <p:nvSpPr>
          <p:cNvPr id="14" name="Answer 1 الرَّحۡمَنِ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الرَّحۡمَنِ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الرَّحۡمَنِ</a:t>
            </a:r>
          </a:p>
        </p:txBody>
      </p:sp>
      <p:sp>
        <p:nvSpPr>
          <p:cNvPr id="16" name="Answer 2 الرَّحۡمَانِ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الرَّحۡمَانِ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الرَّحۡمَانِ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Team Race (class game)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8A6CF0"/>
                </a:solidFill>
                <a:latin typeface="Arial"/>
                <a:cs typeface="Arial"/>
              </a:rPr>
              <a:t>How to play: Team Race (class game)</a:t>
            </a:r>
          </a:p>
        </p:txBody>
      </p:sp>
      <p:sp>
        <p:nvSpPr>
          <p:cNvPr id="5" name="Line 1" descr="1.  Two teams: Red and Blue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1.  Two teams: Red and Blue.</a:t>
            </a:r>
          </a:p>
        </p:txBody>
      </p:sp>
      <p:sp>
        <p:nvSpPr>
          <p:cNvPr id="6" name="Line 2" descr="2.  Read, then tap your team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2.  Read, then tap your team.</a:t>
            </a:r>
          </a:p>
        </p:txBody>
      </p:sp>
      <p:sp>
        <p:nvSpPr>
          <p:cNvPr id="7" name="Line 3" descr="3.  First car to finish wins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3.  First car to finish wins!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750" y="2474232"/>
            <a:ext cx="2095500" cy="1147536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ٱلۡعَٰلَمِينَ" descr="ٱلۡعَـٰلَمِين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ٱلۡعَـ</a:t>
            </a:r>
            <a:r>
              <a:rPr sz="6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6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لَمِينَ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ذَٰلِكَ" descr="ذَٰلِك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ذَ</a:t>
            </a:r>
            <a:r>
              <a:rPr sz="11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11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لِكَ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إِنَّهُۥ لَا يُحِبُّ" descr="إِنَّهُۥ لَا يُحِبُّ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إِنَّهُ</a:t>
            </a:r>
            <a:r>
              <a:rPr sz="42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ۥ</a:t>
            </a:r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 لَا يُحِبُّ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ٱلرَّحۡمَٰنِ" descr="ٱلرَّحۡمَـٰنِ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ٱلرَّحۡمَـ</a:t>
            </a:r>
            <a:r>
              <a:rPr sz="7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نِ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ٱلزَّكَوٰةَ" descr="ٱلزَّكَوٰة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ٱلزَّكَو</a:t>
            </a:r>
            <a:r>
              <a:rPr sz="7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ةَ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ذَٰلِكَ" descr="ذَٰلِك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ذَ</a:t>
            </a:r>
            <a:r>
              <a:rPr sz="11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11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لِكَ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إِنَّهُۥ لَا يُحِبُّ" descr="إِنَّهُۥ لَا يُحِبُّ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إِنَّهُ</a:t>
            </a:r>
            <a:r>
              <a:rPr sz="42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ۥ</a:t>
            </a:r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 لَا يُحِبُّ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ٱلرَّحۡمَٰنِ" descr="ٱلرَّحۡمَـٰنِ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ٱلرَّحۡمَـ</a:t>
            </a:r>
            <a:r>
              <a:rPr sz="7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نِ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ٱلزَّكَوٰةَ" descr="ٱلزَّكَوٰة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ٱلزَّكَو</a:t>
            </a:r>
            <a:r>
              <a:rPr sz="7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ةَ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سُبۡحَٰنَ" descr="سُبۡحَـٰن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سُبۡحَـ</a:t>
            </a:r>
            <a:r>
              <a:rPr sz="106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10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إِنَّهُۥ لَا يُحِبُّ" descr="إِنَّهُۥ لَا يُحِبُّ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إِنَّهُ</a:t>
            </a:r>
            <a:r>
              <a:rPr sz="42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ۥ</a:t>
            </a:r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 لَا يُحِبُّ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ٱلرَّحۡمَٰنِ" descr="ٱلرَّحۡمَـٰنِ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ٱلرَّحۡمَـ</a:t>
            </a:r>
            <a:r>
              <a:rPr sz="7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نِ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ٱلزَّكَوٰةَ" descr="ٱلزَّكَوٰة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ٱلزَّكَو</a:t>
            </a:r>
            <a:r>
              <a:rPr sz="7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ةَ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سُبۡحَٰنَ" descr="سُبۡحَـٰن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سُبۡحَـ</a:t>
            </a:r>
            <a:r>
              <a:rPr sz="106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10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إِبۡرَٰهِيمَ" descr="إِبۡرَٰهِيم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إِبۡرَ</a:t>
            </a:r>
            <a:r>
              <a:rPr sz="7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هِيمَ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ٱلرَّحۡمَٰنِ" descr="ٱلرَّحۡمَـٰنِ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ٱلرَّحۡمَـ</a:t>
            </a:r>
            <a:r>
              <a:rPr sz="7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نِ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ٱلزَّكَوٰةَ" descr="ٱلزَّكَوٰة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ٱلزَّكَو</a:t>
            </a:r>
            <a:r>
              <a:rPr sz="7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ةَ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سُبۡحَٰنَ" descr="سُبۡحَـٰن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سُبۡحَـ</a:t>
            </a:r>
            <a:r>
              <a:rPr sz="106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10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إِبۡرَٰهِيمَ" descr="إِبۡرَٰهِيم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إِبۡرَ</a:t>
            </a:r>
            <a:r>
              <a:rPr sz="7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هِيمَ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مَٰلِكِ" descr="مَـٰلِكِ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مَـ</a:t>
            </a:r>
            <a:r>
              <a:rPr sz="11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11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لِكِ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ٱلزَّكَوٰةَ" descr="ٱلزَّكَوٰة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ٱلزَّكَو</a:t>
            </a:r>
            <a:r>
              <a:rPr sz="7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ةَ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سُبۡحَٰنَ" descr="سُبۡحَـٰن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سُبۡحَـ</a:t>
            </a:r>
            <a:r>
              <a:rPr sz="106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10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إِبۡرَٰهِيمَ" descr="إِبۡرَٰهِيم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إِبۡرَ</a:t>
            </a:r>
            <a:r>
              <a:rPr sz="7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هِيمَ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مَٰلِكِ" descr="مَـٰلِكِ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مَـ</a:t>
            </a:r>
            <a:r>
              <a:rPr sz="11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11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لِكِ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مُوسَىٰ" descr="مُوسَىٰ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مُوسَى</a:t>
            </a:r>
            <a:r>
              <a:rPr sz="106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000" y="3810000"/>
            <a:ext cx="1460500" cy="800100"/>
          </a:xfrm>
          <a:prstGeom prst="rect">
            <a:avLst/>
          </a:prstGeom>
        </p:spPr>
      </p:pic>
      <p:sp>
        <p:nvSpPr>
          <p:cNvPr id="24" name="Red wins" descr="Red team wins!"/>
          <p:cNvSpPr/>
          <p:nvPr/>
        </p:nvSpPr>
        <p:spPr>
          <a:xfrm>
            <a:off x="3556000" y="1270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25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5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24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Blue car" descr="Blue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000" y="5334000"/>
            <a:ext cx="1460500" cy="800100"/>
          </a:xfrm>
          <a:prstGeom prst="rect">
            <a:avLst/>
          </a:prstGeom>
        </p:spPr>
      </p:pic>
      <p:sp>
        <p:nvSpPr>
          <p:cNvPr id="24" name="Blue wins" descr="Blue team wins!"/>
          <p:cNvSpPr/>
          <p:nvPr/>
        </p:nvSpPr>
        <p:spPr>
          <a:xfrm>
            <a:off x="3556000" y="1270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25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5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24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ad ٱلۡحَيَوٰةُ" descr="ٱلۡحَيَوٰة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ٱلۡحَيَو</a:t>
            </a:r>
            <a:r>
              <a:rPr sz="82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ةُ</a:t>
            </a:r>
          </a:p>
        </p:txBody>
      </p:sp>
      <p:sp>
        <p:nvSpPr>
          <p:cNvPr id="12" name="Answer 1 الۡحَيَاةُ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Answer text 1" descr="الۡحَيَاةُ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الۡحَيَاةُ</a:t>
            </a:r>
          </a:p>
        </p:txBody>
      </p:sp>
      <p:sp>
        <p:nvSpPr>
          <p:cNvPr id="14" name="Answer 2 الۡحَيَوَةُ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2" descr="الۡحَيَوَةُ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الۡحَيَوَةُ</a:t>
            </a:r>
          </a:p>
        </p:txBody>
      </p:sp>
      <p:sp>
        <p:nvSpPr>
          <p:cNvPr id="16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الۡحَيَاةُ" descr="الۡحَيَاة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9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الۡحَيَاةُ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وَقَلۡبِهِۦ وَجَعَلَ" descr="وَقَلۡبِهِۦ وَجَعَل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وَقَلۡبِهِ</a:t>
            </a:r>
            <a:r>
              <a:rPr sz="47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ۦ</a:t>
            </a:r>
            <a:r>
              <a:rPr sz="4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 وَجَعَلَ</a:t>
            </a:r>
          </a:p>
        </p:txBody>
      </p:sp>
      <p:sp>
        <p:nvSpPr>
          <p:cNvPr id="14" name="Answer 1 وَقَلۡبِهِي وَجَعَلَ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وَقَلۡبِهِي وَجَعَلَ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وَقَلۡبِهِي وَجَعَلَ</a:t>
            </a:r>
          </a:p>
        </p:txBody>
      </p:sp>
      <p:sp>
        <p:nvSpPr>
          <p:cNvPr id="16" name="Answer 2 وَقَلۡبِهِ وَجَعَلَ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وَقَلۡبِهِ وَجَعَلَ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وَقَلۡبِهِ وَجَعَلَ</a:t>
            </a:r>
          </a:p>
        </p:txBody>
      </p:sp>
      <p:sp>
        <p:nvSpPr>
          <p:cNvPr id="18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وَقَلۡبِهِي وَجَعَلَ" descr="وَقَلۡبِهِي وَجَعَل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0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وَقَلۡبِهِي وَجَعَلَ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إِنَّهُۥ عَلِيمٌ" descr="إِنَّهُۥ عَلِيمٌ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إِنَّهُ</a:t>
            </a:r>
            <a:r>
              <a:rPr sz="5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ۥ</a:t>
            </a:r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 عَلِيمٌ</a:t>
            </a:r>
          </a:p>
        </p:txBody>
      </p:sp>
      <p:sp>
        <p:nvSpPr>
          <p:cNvPr id="14" name="Answer 1 إِنَّهُو عَلِيمٌ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إِنَّهُو عَلِيمٌ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100" b="1" lang="ar-SA">
                <a:solidFill>
                  <a:srgbClr val="2E2640"/>
                </a:solidFill>
                <a:latin typeface="Arial"/>
                <a:cs typeface="Arial"/>
              </a:rPr>
              <a:t>إِنَّهُو عَلِيمٌ</a:t>
            </a:r>
          </a:p>
        </p:txBody>
      </p:sp>
      <p:sp>
        <p:nvSpPr>
          <p:cNvPr id="16" name="Answer 2 إِنَّهُ عَلِيمٌ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إِنَّهُ عَلِيمٌ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إِنَّهُ عَلِيمٌ</a:t>
            </a:r>
          </a:p>
        </p:txBody>
      </p:sp>
      <p:sp>
        <p:nvSpPr>
          <p:cNvPr id="18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إِنَّهُو عَلِيمٌ" descr="إِنَّهُو عَلِيمٌ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000" b="1" lang="ar-SA">
                <a:solidFill>
                  <a:srgbClr val="2B8A3E"/>
                </a:solidFill>
                <a:latin typeface="Arial"/>
                <a:cs typeface="Arial"/>
              </a:rPr>
              <a:t>إِنَّهُو عَلِيمٌ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سُبۡحَٰنَ" descr="سُبۡحَـٰن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سُبۡحَـ</a:t>
            </a:r>
            <a:r>
              <a:rPr sz="10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</a:t>
            </a:r>
          </a:p>
        </p:txBody>
      </p:sp>
      <p:sp>
        <p:nvSpPr>
          <p:cNvPr id="14" name="Answer 1 سُبۡحَنَ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سُبۡحَنَ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سُبۡحَنَ</a:t>
            </a:r>
          </a:p>
        </p:txBody>
      </p:sp>
      <p:sp>
        <p:nvSpPr>
          <p:cNvPr id="16" name="Answer 2 سُبۡحَانَ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سُبۡحَانَ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سُبۡحَانَ</a:t>
            </a:r>
          </a:p>
        </p:txBody>
      </p:sp>
      <p:sp>
        <p:nvSpPr>
          <p:cNvPr id="18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سُبۡحَانَ" descr="سُبۡحَان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سُبۡحَانَ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ٱلرَّحۡمَٰنِ" descr="ٱلرَّحۡمَـٰن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ٱلرَّحۡمَـ</a:t>
            </a:r>
            <a:r>
              <a:rPr sz="82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نِ</a:t>
            </a:r>
          </a:p>
        </p:txBody>
      </p:sp>
      <p:sp>
        <p:nvSpPr>
          <p:cNvPr id="14" name="Answer 1 الرَّحۡمَنِ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الرَّحۡمَنِ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الرَّحۡمَنِ</a:t>
            </a:r>
          </a:p>
        </p:txBody>
      </p:sp>
      <p:sp>
        <p:nvSpPr>
          <p:cNvPr id="16" name="Answer 2 الرَّحۡمَانِ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الرَّحۡمَانِ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الرَّحۡمَانِ</a:t>
            </a:r>
          </a:p>
        </p:txBody>
      </p:sp>
      <p:sp>
        <p:nvSpPr>
          <p:cNvPr id="18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الرَّحۡمَانِ" descr="الرَّحۡمَان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الرَّحۡمَانِ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الرَّحۡمَانِ" descr="الرَّحۡمَان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الرَّحۡمَانِ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ad ٱلۡحَيَوٰةُ" descr="ٱلۡحَيَوٰة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ٱلۡحَيَو</a:t>
            </a:r>
            <a:r>
              <a:rPr sz="82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ةُ</a:t>
            </a:r>
          </a:p>
        </p:txBody>
      </p:sp>
      <p:sp>
        <p:nvSpPr>
          <p:cNvPr id="12" name="Answer 1 الۡحَيَاةُ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Answer text 1" descr="الۡحَيَاةُ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الۡحَيَاةُ</a:t>
            </a:r>
          </a:p>
        </p:txBody>
      </p:sp>
      <p:sp>
        <p:nvSpPr>
          <p:cNvPr id="14" name="Answer 2 الۡحَيَوَةُ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2" descr="الۡحَيَوَةُ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الۡحَيَوَةُ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الۡحَيَاةُ" descr="الۡحَيَاة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9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الۡحَيَاةُ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وَقَلۡبِهِۦ وَجَعَلَ" descr="وَقَلۡبِهِۦ وَجَعَل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وَقَلۡبِهِ</a:t>
            </a:r>
            <a:r>
              <a:rPr sz="47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ۦ</a:t>
            </a:r>
            <a:r>
              <a:rPr sz="4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 وَجَعَلَ</a:t>
            </a:r>
          </a:p>
        </p:txBody>
      </p:sp>
      <p:sp>
        <p:nvSpPr>
          <p:cNvPr id="14" name="Answer 1 وَقَلۡبِهِي وَجَعَلَ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وَقَلۡبِهِي وَجَعَلَ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وَقَلۡبِهِي وَجَعَلَ</a:t>
            </a:r>
          </a:p>
        </p:txBody>
      </p:sp>
      <p:sp>
        <p:nvSpPr>
          <p:cNvPr id="16" name="Answer 2 وَقَلۡبِهِ وَجَعَلَ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وَقَلۡبِهِ وَجَعَلَ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وَقَلۡبِهِ وَجَعَلَ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وَقَلۡبِهِي وَجَعَلَ" descr="وَقَلۡبِهِي وَجَعَل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0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وَقَلۡبِهِي وَجَعَلَ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إِنَّهُۥ عَلِيمٌ" descr="إِنَّهُۥ عَلِيمٌ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إِنَّهُ</a:t>
            </a:r>
            <a:r>
              <a:rPr sz="5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ۥ</a:t>
            </a:r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 عَلِيمٌ</a:t>
            </a:r>
          </a:p>
        </p:txBody>
      </p:sp>
      <p:sp>
        <p:nvSpPr>
          <p:cNvPr id="14" name="Answer 1 إِنَّهُو عَلِيمٌ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إِنَّهُو عَلِيمٌ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100" b="1" lang="ar-SA">
                <a:solidFill>
                  <a:srgbClr val="2E2640"/>
                </a:solidFill>
                <a:latin typeface="Arial"/>
                <a:cs typeface="Arial"/>
              </a:rPr>
              <a:t>إِنَّهُو عَلِيمٌ</a:t>
            </a:r>
          </a:p>
        </p:txBody>
      </p:sp>
      <p:sp>
        <p:nvSpPr>
          <p:cNvPr id="16" name="Answer 2 إِنَّهُ عَلِيمٌ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إِنَّهُ عَلِيمٌ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إِنَّهُ عَلِيمٌ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إِنَّهُو عَلِيمٌ" descr="إِنَّهُو عَلِيمٌ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000" b="1" lang="ar-SA">
                <a:solidFill>
                  <a:srgbClr val="2B8A3E"/>
                </a:solidFill>
                <a:latin typeface="Arial"/>
                <a:cs typeface="Arial"/>
              </a:rPr>
              <a:t>إِنَّهُو عَلِيمٌ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سُبۡحَٰنَ" descr="سُبۡحَـٰن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سُبۡحَـ</a:t>
            </a:r>
            <a:r>
              <a:rPr sz="10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</a:t>
            </a:r>
          </a:p>
        </p:txBody>
      </p:sp>
      <p:sp>
        <p:nvSpPr>
          <p:cNvPr id="14" name="Answer 1 سُبۡحَنَ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سُبۡحَنَ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سُبۡحَنَ</a:t>
            </a:r>
          </a:p>
        </p:txBody>
      </p:sp>
      <p:sp>
        <p:nvSpPr>
          <p:cNvPr id="16" name="Answer 2 سُبۡحَانَ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سُبۡحَانَ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سُبۡحَانَ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سُبۡحَانَ" descr="سُبۡحَان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سُبۡحَانَ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ٱلرَّحۡمَٰنِ" descr="ٱلرَّحۡمَـٰن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ٱلرَّحۡمَـ</a:t>
            </a:r>
            <a:r>
              <a:rPr sz="82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نِ</a:t>
            </a:r>
          </a:p>
        </p:txBody>
      </p:sp>
      <p:sp>
        <p:nvSpPr>
          <p:cNvPr id="14" name="Answer 1 الرَّحۡمَنِ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الرَّحۡمَنِ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الرَّحۡمَنِ</a:t>
            </a:r>
          </a:p>
        </p:txBody>
      </p:sp>
      <p:sp>
        <p:nvSpPr>
          <p:cNvPr id="16" name="Answer 2 الرَّحۡمَانِ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الرَّحۡمَانِ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الرَّحۡمَانِ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Open a gift and 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Open a gift and read it!</a:t>
            </a:r>
          </a:p>
        </p:txBody>
      </p:sp>
      <p:pic>
        <p:nvPicPr>
          <p:cNvPr id="5" name="Gift box 1" descr="Gift box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2317750"/>
            <a:ext cx="2286000" cy="1333500"/>
          </a:xfrm>
          <a:prstGeom prst="rect">
            <a:avLst/>
          </a:prstGeom>
        </p:spPr>
      </p:pic>
      <p:pic>
        <p:nvPicPr>
          <p:cNvPr id="6" name="Gift lid 1" descr="Gift lid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682750"/>
            <a:ext cx="2476500" cy="1238250"/>
          </a:xfrm>
          <a:prstGeom prst="rect">
            <a:avLst/>
          </a:prstGeom>
        </p:spPr>
      </p:pic>
      <p:pic>
        <p:nvPicPr>
          <p:cNvPr id="7" name="Gift box 2" descr="Gift box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2317750"/>
            <a:ext cx="2286000" cy="1333500"/>
          </a:xfrm>
          <a:prstGeom prst="rect">
            <a:avLst/>
          </a:prstGeom>
        </p:spPr>
      </p:pic>
      <p:pic>
        <p:nvPicPr>
          <p:cNvPr id="8" name="Gift lid 2" descr="Gift lid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1682750"/>
            <a:ext cx="2476500" cy="1238250"/>
          </a:xfrm>
          <a:prstGeom prst="rect">
            <a:avLst/>
          </a:prstGeom>
        </p:spPr>
      </p:pic>
      <p:pic>
        <p:nvPicPr>
          <p:cNvPr id="9" name="Gift box 3" descr="Gift box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2317750"/>
            <a:ext cx="2286000" cy="1333500"/>
          </a:xfrm>
          <a:prstGeom prst="rect">
            <a:avLst/>
          </a:prstGeom>
        </p:spPr>
      </p:pic>
      <p:pic>
        <p:nvPicPr>
          <p:cNvPr id="10" name="Gift lid 3" descr="Gift lid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1682750"/>
            <a:ext cx="2476500" cy="1238250"/>
          </a:xfrm>
          <a:prstGeom prst="rect">
            <a:avLst/>
          </a:prstGeom>
        </p:spPr>
      </p:pic>
      <p:pic>
        <p:nvPicPr>
          <p:cNvPr id="11" name="Gift box 4" descr="Gift box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2317750"/>
            <a:ext cx="2286000" cy="1333500"/>
          </a:xfrm>
          <a:prstGeom prst="rect">
            <a:avLst/>
          </a:prstGeom>
        </p:spPr>
      </p:pic>
      <p:pic>
        <p:nvPicPr>
          <p:cNvPr id="12" name="Gift lid 4" descr="Gift lid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1682750"/>
            <a:ext cx="2476500" cy="1238250"/>
          </a:xfrm>
          <a:prstGeom prst="rect">
            <a:avLst/>
          </a:prstGeom>
        </p:spPr>
      </p:pic>
      <p:pic>
        <p:nvPicPr>
          <p:cNvPr id="13" name="Gift box 5" descr="Gift box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4730750"/>
            <a:ext cx="2286000" cy="1333500"/>
          </a:xfrm>
          <a:prstGeom prst="rect">
            <a:avLst/>
          </a:prstGeom>
        </p:spPr>
      </p:pic>
      <p:pic>
        <p:nvPicPr>
          <p:cNvPr id="14" name="Gift lid 5" descr="Gift lid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095750"/>
            <a:ext cx="2476500" cy="1238250"/>
          </a:xfrm>
          <a:prstGeom prst="rect">
            <a:avLst/>
          </a:prstGeom>
        </p:spPr>
      </p:pic>
      <p:pic>
        <p:nvPicPr>
          <p:cNvPr id="15" name="Gift box 6" descr="Gift box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4730750"/>
            <a:ext cx="2286000" cy="1333500"/>
          </a:xfrm>
          <a:prstGeom prst="rect">
            <a:avLst/>
          </a:prstGeom>
        </p:spPr>
      </p:pic>
      <p:pic>
        <p:nvPicPr>
          <p:cNvPr id="16" name="Gift lid 6" descr="Gift lid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4095750"/>
            <a:ext cx="2476500" cy="1238250"/>
          </a:xfrm>
          <a:prstGeom prst="rect">
            <a:avLst/>
          </a:prstGeom>
        </p:spPr>
      </p:pic>
      <p:pic>
        <p:nvPicPr>
          <p:cNvPr id="17" name="Gift box 7" descr="Gift box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4730750"/>
            <a:ext cx="2286000" cy="1333500"/>
          </a:xfrm>
          <a:prstGeom prst="rect">
            <a:avLst/>
          </a:prstGeom>
        </p:spPr>
      </p:pic>
      <p:pic>
        <p:nvPicPr>
          <p:cNvPr id="18" name="Gift lid 7" descr="Gift lid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4095750"/>
            <a:ext cx="2476500" cy="1238250"/>
          </a:xfrm>
          <a:prstGeom prst="rect">
            <a:avLst/>
          </a:prstGeom>
        </p:spPr>
      </p:pic>
      <p:pic>
        <p:nvPicPr>
          <p:cNvPr id="19" name="Gift box 8" descr="Gift box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4730750"/>
            <a:ext cx="2286000" cy="1333500"/>
          </a:xfrm>
          <a:prstGeom prst="rect">
            <a:avLst/>
          </a:prstGeom>
        </p:spPr>
      </p:pic>
      <p:pic>
        <p:nvPicPr>
          <p:cNvPr id="20" name="Gift lid 8" descr="Gift lid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4095750"/>
            <a:ext cx="2476500" cy="1238250"/>
          </a:xfrm>
          <a:prstGeom prst="rect">
            <a:avLst/>
          </a:prstGeom>
        </p:spPr>
      </p:pic>
      <p:sp>
        <p:nvSpPr>
          <p:cNvPr id="21" name="Next button">
            <a:hlinkClick action="ppaction://hlinksldjump" r:id="rId1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1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إِنَّهُۥ لَا يُحِبُّ" descr="إِنَّهُۥ لَا يُحِبُّ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إِنَّهُ</a:t>
            </a:r>
            <a:r>
              <a:rPr sz="52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ۥ</a:t>
            </a:r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 لَا يُحِبُّ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عَلَىٰ" descr="عَلَىٰ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عَلَى</a:t>
            </a:r>
            <a:r>
              <a:rPr sz="15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لَٰكِنۡ" descr="لَـٰكِنۡ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لَـ</a:t>
            </a:r>
            <a:r>
              <a:rPr sz="15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15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كِنۡ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بِهِۦ بَصِيرًا" descr="بِهِۦ بَصِيرًا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بِهِ</a:t>
            </a:r>
            <a:r>
              <a:rPr sz="61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ۦ</a:t>
            </a:r>
            <a:r>
              <a:rPr sz="6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 بَصِيرًا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سُبۡحَٰنَ" descr="سُبۡحَـٰن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سُبۡحَـ</a:t>
            </a:r>
            <a:r>
              <a:rPr sz="131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1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مَٰلِكِ" descr="مَـٰلِكِ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مَـ</a:t>
            </a:r>
            <a:r>
              <a:rPr sz="15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15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لِكِ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وَقَلۡبِهِۦ وَجَعَلَ" descr="وَقَلۡبِهِۦ وَجَعَل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وَقَلۡبِهِ</a:t>
            </a:r>
            <a:r>
              <a:rPr sz="49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ۦ</a:t>
            </a:r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 وَجَعَلَ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هَٰرُونَ" descr="هَـٰرُون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هَـ</a:t>
            </a:r>
            <a:r>
              <a:rPr sz="131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1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رُونَ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ad ٱلۡكِتَٰبُ" descr="ٱلۡكِتَـٰب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ٱلۡكِتَـ</a:t>
            </a:r>
            <a:r>
              <a:rPr sz="99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9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بُ</a:t>
            </a:r>
          </a:p>
        </p:txBody>
      </p:sp>
      <p:sp>
        <p:nvSpPr>
          <p:cNvPr id="12" name="Answer 1 الۡكِتَابُ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Answer text 1" descr="الۡكِتَابُ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الۡكِتَابُ</a:t>
            </a:r>
          </a:p>
        </p:txBody>
      </p:sp>
      <p:sp>
        <p:nvSpPr>
          <p:cNvPr id="14" name="Answer 2 الۡكِتَبُ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2" descr="الۡكِتَبُ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الۡكِتَبُ</a:t>
            </a:r>
          </a:p>
        </p:txBody>
      </p:sp>
      <p:sp>
        <p:nvSpPr>
          <p:cNvPr id="16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الۡكِتَابُ" descr="الۡكِتَاب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9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الۡكِتَابُ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ٱلرَّحۡمَٰنِ" descr="ٱلرَّحۡمَـٰن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ٱلرَّحۡمَـ</a:t>
            </a:r>
            <a:r>
              <a:rPr sz="82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نِ</a:t>
            </a:r>
          </a:p>
        </p:txBody>
      </p:sp>
      <p:sp>
        <p:nvSpPr>
          <p:cNvPr id="14" name="Answer 1 الرَّحۡمَنِ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الرَّحۡمَنِ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الرَّحۡمَنِ</a:t>
            </a:r>
          </a:p>
        </p:txBody>
      </p:sp>
      <p:sp>
        <p:nvSpPr>
          <p:cNvPr id="16" name="Answer 2 الرَّحۡمَانِ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الرَّحۡمَانِ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الرَّحۡمَانِ</a:t>
            </a:r>
          </a:p>
        </p:txBody>
      </p:sp>
      <p:sp>
        <p:nvSpPr>
          <p:cNvPr id="18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الرَّحۡمَانِ" descr="الرَّحۡمَان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الرَّحۡمَانِ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ٱلصَّلَوٰةَ" descr="ٱلصَّلَوٰة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ٱلصَّلَو</a:t>
            </a:r>
            <a:r>
              <a:rPr sz="82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ةَ</a:t>
            </a:r>
          </a:p>
        </p:txBody>
      </p:sp>
      <p:sp>
        <p:nvSpPr>
          <p:cNvPr id="14" name="Answer 1 الصَّلَوَةَ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الصَّلَوَةَ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الصَّلَوَةَ</a:t>
            </a:r>
          </a:p>
        </p:txBody>
      </p:sp>
      <p:sp>
        <p:nvSpPr>
          <p:cNvPr id="16" name="Answer 2 الصَّلَاةَ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الصَّلَاةَ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الصَّلَاةَ</a:t>
            </a:r>
          </a:p>
        </p:txBody>
      </p:sp>
      <p:sp>
        <p:nvSpPr>
          <p:cNvPr id="18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الصَّلَاةَ" descr="الصَّلَاة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900" b="1" lang="ar-SA">
                <a:solidFill>
                  <a:srgbClr val="2B8A3E"/>
                </a:solidFill>
                <a:latin typeface="Arial"/>
                <a:cs typeface="Arial"/>
              </a:rPr>
              <a:t>الصَّلَاةَ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ٱلۡحَيَوٰةُ" descr="ٱلۡحَيَوٰة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ٱلۡحَيَو</a:t>
            </a:r>
            <a:r>
              <a:rPr sz="82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ةُ</a:t>
            </a:r>
          </a:p>
        </p:txBody>
      </p:sp>
      <p:sp>
        <p:nvSpPr>
          <p:cNvPr id="14" name="Answer 1 الۡحَيَوَةُ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الۡحَيَوَةُ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الۡحَيَوَةُ</a:t>
            </a:r>
          </a:p>
        </p:txBody>
      </p:sp>
      <p:sp>
        <p:nvSpPr>
          <p:cNvPr id="16" name="Answer 2 الۡحَيَاةُ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الۡحَيَاةُ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الۡحَيَاةُ</a:t>
            </a:r>
          </a:p>
        </p:txBody>
      </p:sp>
      <p:sp>
        <p:nvSpPr>
          <p:cNvPr id="18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الۡحَيَاةُ" descr="الۡحَيَاة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9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الۡحَيَاةُ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بِهِۦ بَصِيرًا" descr="بِهِۦ بَصِيرً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بِهِ</a:t>
            </a:r>
            <a:r>
              <a:rPr sz="5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ۦ</a:t>
            </a:r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 بَصِيرًا</a:t>
            </a:r>
          </a:p>
        </p:txBody>
      </p:sp>
      <p:sp>
        <p:nvSpPr>
          <p:cNvPr id="14" name="Answer 1 بِهِي بَصِيرًا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بِهِي بَصِيرًا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100" b="1" lang="ar-SA">
                <a:solidFill>
                  <a:srgbClr val="2E2640"/>
                </a:solidFill>
                <a:latin typeface="Arial"/>
                <a:cs typeface="Arial"/>
              </a:rPr>
              <a:t>بِهِي بَصِيرًا</a:t>
            </a:r>
          </a:p>
        </p:txBody>
      </p:sp>
      <p:sp>
        <p:nvSpPr>
          <p:cNvPr id="16" name="Answer 2 بِهِ بَصِيرًا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بِهِ بَصِيرًا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بِهِ بَصِيرًا</a:t>
            </a:r>
          </a:p>
        </p:txBody>
      </p:sp>
      <p:sp>
        <p:nvSpPr>
          <p:cNvPr id="18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بِهِي بَصِيرًا" descr="بِهِي بَصِيرً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000" b="1" lang="ar-SA">
                <a:solidFill>
                  <a:srgbClr val="2B8A3E"/>
                </a:solidFill>
                <a:latin typeface="Arial"/>
                <a:cs typeface="Arial"/>
              </a:rPr>
              <a:t>بِهِي بَصِيرًا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بِهِي بَصِيرًا" descr="بِهِي بَصِيرً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Arial"/>
                <a:cs typeface="Arial"/>
              </a:rPr>
              <a:t>بِهِي بَصِيرًا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ad ٱلۡكِتَٰبُ" descr="ٱلۡكِتَـٰب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ٱلۡكِتَـ</a:t>
            </a:r>
            <a:r>
              <a:rPr sz="99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9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بُ</a:t>
            </a:r>
          </a:p>
        </p:txBody>
      </p:sp>
      <p:sp>
        <p:nvSpPr>
          <p:cNvPr id="12" name="Answer 1 الۡكِتَابُ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Answer text 1" descr="الۡكِتَابُ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الۡكِتَابُ</a:t>
            </a:r>
          </a:p>
        </p:txBody>
      </p:sp>
      <p:sp>
        <p:nvSpPr>
          <p:cNvPr id="14" name="Answer 2 الۡكِتَبُ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2" descr="الۡكِتَبُ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الۡكِتَبُ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الۡكِتَابُ" descr="الۡكِتَاب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9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الۡكِتَابُ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ٱلرَّحۡمَٰنِ" descr="ٱلرَّحۡمَـٰن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ٱلرَّحۡمَـ</a:t>
            </a:r>
            <a:r>
              <a:rPr sz="82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نِ</a:t>
            </a:r>
          </a:p>
        </p:txBody>
      </p:sp>
      <p:sp>
        <p:nvSpPr>
          <p:cNvPr id="14" name="Answer 1 الرَّحۡمَنِ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الرَّحۡمَنِ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الرَّحۡمَنِ</a:t>
            </a:r>
          </a:p>
        </p:txBody>
      </p:sp>
      <p:sp>
        <p:nvSpPr>
          <p:cNvPr id="16" name="Answer 2 الرَّحۡمَانِ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الرَّحۡمَانِ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الرَّحۡمَانِ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الرَّحۡمَانِ" descr="الرَّحۡمَان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الرَّحۡمَانِ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ٱلصَّلَوٰةَ" descr="ٱلصَّلَوٰة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ٱلصَّلَو</a:t>
            </a:r>
            <a:r>
              <a:rPr sz="82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ةَ</a:t>
            </a:r>
          </a:p>
        </p:txBody>
      </p:sp>
      <p:sp>
        <p:nvSpPr>
          <p:cNvPr id="14" name="Answer 1 الصَّلَوَةَ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الصَّلَوَةَ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الصَّلَوَةَ</a:t>
            </a:r>
          </a:p>
        </p:txBody>
      </p:sp>
      <p:sp>
        <p:nvSpPr>
          <p:cNvPr id="16" name="Answer 2 الصَّلَاةَ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الصَّلَاةَ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الصَّلَاةَ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الصَّلَاةَ" descr="الصَّلَاة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900" b="1" lang="ar-SA">
                <a:solidFill>
                  <a:srgbClr val="2B8A3E"/>
                </a:solidFill>
                <a:latin typeface="Arial"/>
                <a:cs typeface="Arial"/>
              </a:rPr>
              <a:t>الصَّلَاةَ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ٱلۡحَيَوٰةُ" descr="ٱلۡحَيَوٰة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ٱلۡحَيَو</a:t>
            </a:r>
            <a:r>
              <a:rPr sz="82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ةُ</a:t>
            </a:r>
          </a:p>
        </p:txBody>
      </p:sp>
      <p:sp>
        <p:nvSpPr>
          <p:cNvPr id="14" name="Answer 1 الۡحَيَوَةُ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الۡحَيَوَةُ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الۡحَيَوَةُ</a:t>
            </a:r>
          </a:p>
        </p:txBody>
      </p:sp>
      <p:sp>
        <p:nvSpPr>
          <p:cNvPr id="16" name="Answer 2 الۡحَيَاةُ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الۡحَيَاةُ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الۡحَيَاةُ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الۡحَيَاةُ" descr="الۡحَيَاة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9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الۡحَيَاةُ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بِهِۦ بَصِيرًا" descr="بِهِۦ بَصِيرً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بِهِ</a:t>
            </a:r>
            <a:r>
              <a:rPr sz="5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ۦ</a:t>
            </a:r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 بَصِيرًا</a:t>
            </a:r>
          </a:p>
        </p:txBody>
      </p:sp>
      <p:sp>
        <p:nvSpPr>
          <p:cNvPr id="14" name="Answer 1 بِهِي بَصِيرًا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بِهِي بَصِيرًا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100" b="1" lang="ar-SA">
                <a:solidFill>
                  <a:srgbClr val="2E2640"/>
                </a:solidFill>
                <a:latin typeface="Arial"/>
                <a:cs typeface="Arial"/>
              </a:rPr>
              <a:t>بِهِي بَصِيرًا</a:t>
            </a:r>
          </a:p>
        </p:txBody>
      </p:sp>
      <p:sp>
        <p:nvSpPr>
          <p:cNvPr id="16" name="Answer 2 بِهِ بَصِيرًا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بِهِ بَصِيرًا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بِهِ بَصِيرًا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ad ٱلۡكِتَٰبُ" descr="ٱلۡكِتَـٰب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ٱلۡكِتَـ</a:t>
            </a:r>
            <a:r>
              <a:rPr sz="99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9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بُ</a:t>
            </a:r>
          </a:p>
        </p:txBody>
      </p:sp>
      <p:sp>
        <p:nvSpPr>
          <p:cNvPr id="12" name="Answer 1 الۡكِتَابُ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Answer text 1" descr="الۡكِتَابُ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الۡكِتَابُ</a:t>
            </a:r>
          </a:p>
        </p:txBody>
      </p:sp>
      <p:sp>
        <p:nvSpPr>
          <p:cNvPr id="14" name="Answer 2 الۡكِتَبُ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2" descr="الۡكِتَبُ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الۡكِتَبُ</a:t>
            </a:r>
          </a:p>
        </p:txBody>
      </p:sp>
      <p:sp>
        <p:nvSpPr>
          <p:cNvPr id="16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الۡكِتَابُ" descr="الۡكِتَاب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9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الۡكِتَابُ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سُبۡحَٰنَ" descr="سُبۡحَـٰن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سُبۡحَـ</a:t>
            </a:r>
            <a:r>
              <a:rPr sz="10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</a:t>
            </a:r>
          </a:p>
        </p:txBody>
      </p:sp>
      <p:sp>
        <p:nvSpPr>
          <p:cNvPr id="14" name="Answer 1 سُبۡحَنَ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سُبۡحَنَ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سُبۡحَنَ</a:t>
            </a:r>
          </a:p>
        </p:txBody>
      </p:sp>
      <p:sp>
        <p:nvSpPr>
          <p:cNvPr id="16" name="Answer 2 سُبۡحَانَ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سُبۡحَانَ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سُبۡحَانَ</a:t>
            </a:r>
          </a:p>
        </p:txBody>
      </p:sp>
      <p:sp>
        <p:nvSpPr>
          <p:cNvPr id="18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سُبۡحَانَ" descr="سُبۡحَان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سُبۡحَانَ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لَهُ ٱلۡمُلۡكُ" descr="لَهُ ٱلۡمُلۡك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لَهُ ٱلۡمُلۡكُ</a:t>
            </a:r>
          </a:p>
        </p:txBody>
      </p:sp>
      <p:sp>
        <p:nvSpPr>
          <p:cNvPr id="14" name="Answer 1 لَهُو الۡمُلۡكُ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لَهُو الۡمُلۡكُ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لَهُو الۡمُلۡكُ</a:t>
            </a:r>
          </a:p>
        </p:txBody>
      </p:sp>
      <p:sp>
        <p:nvSpPr>
          <p:cNvPr id="16" name="Answer 2 لَهُلۡ مُلۡكُ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لَهُلۡ مُلۡكُ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لَهُلۡ مُلۡكُ</a:t>
            </a:r>
          </a:p>
        </p:txBody>
      </p:sp>
      <p:sp>
        <p:nvSpPr>
          <p:cNvPr id="18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لَهُلۡ مُلۡكُ" descr="لَهُلۡ مُلۡك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7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لَهُلۡ مُلۡكُ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مَٰلِكِ" descr="مَـٰلِك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مَـ</a:t>
            </a:r>
            <a:r>
              <a:rPr sz="10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لِكِ</a:t>
            </a:r>
          </a:p>
        </p:txBody>
      </p:sp>
      <p:sp>
        <p:nvSpPr>
          <p:cNvPr id="14" name="Answer 1 مَالِكِ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مَالِكِ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مَالِكِ</a:t>
            </a:r>
          </a:p>
        </p:txBody>
      </p:sp>
      <p:sp>
        <p:nvSpPr>
          <p:cNvPr id="16" name="Answer 2 مَلِكِ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مَلِكِ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مَلِكِ</a:t>
            </a:r>
          </a:p>
        </p:txBody>
      </p:sp>
      <p:sp>
        <p:nvSpPr>
          <p:cNvPr id="18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مَالِكِ" descr="مَالِك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مَالِكِ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ٱلۡهُدَىٰ" descr="ٱلۡهُدَىٰ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ٱلۡهُدَى</a:t>
            </a:r>
            <a:r>
              <a:rPr sz="99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</a:p>
        </p:txBody>
      </p:sp>
      <p:sp>
        <p:nvSpPr>
          <p:cNvPr id="14" name="Answer 1 الۡهُدَا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الۡهُدَا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الۡهُدَا</a:t>
            </a:r>
          </a:p>
        </p:txBody>
      </p:sp>
      <p:sp>
        <p:nvSpPr>
          <p:cNvPr id="16" name="Answer 2 الۡهُدَيۡ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الۡهُدَيۡ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الۡهُدَيۡ</a:t>
            </a:r>
          </a:p>
        </p:txBody>
      </p:sp>
      <p:sp>
        <p:nvSpPr>
          <p:cNvPr id="18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الۡهُدَا" descr="الۡهُد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الۡهُدَا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الۡهُدَا" descr="الۡهُدَ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الۡهُدَا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ad ٱلۡكِتَٰبُ" descr="ٱلۡكِتَـٰب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ٱلۡكِتَـ</a:t>
            </a:r>
            <a:r>
              <a:rPr sz="99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9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بُ</a:t>
            </a:r>
          </a:p>
        </p:txBody>
      </p:sp>
      <p:sp>
        <p:nvSpPr>
          <p:cNvPr id="12" name="Answer 1 الۡكِتَابُ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Answer text 1" descr="الۡكِتَابُ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الۡكِتَابُ</a:t>
            </a:r>
          </a:p>
        </p:txBody>
      </p:sp>
      <p:sp>
        <p:nvSpPr>
          <p:cNvPr id="14" name="Answer 2 الۡكِتَبُ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2" descr="الۡكِتَبُ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الۡكِتَبُ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الۡكِتَابُ" descr="الۡكِتَاب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9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الۡكِتَابُ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سُبۡحَٰنَ" descr="سُبۡحَـٰن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سُبۡحَـ</a:t>
            </a:r>
            <a:r>
              <a:rPr sz="10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</a:t>
            </a:r>
          </a:p>
        </p:txBody>
      </p:sp>
      <p:sp>
        <p:nvSpPr>
          <p:cNvPr id="14" name="Answer 1 سُبۡحَنَ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سُبۡحَنَ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سُبۡحَنَ</a:t>
            </a:r>
          </a:p>
        </p:txBody>
      </p:sp>
      <p:sp>
        <p:nvSpPr>
          <p:cNvPr id="16" name="Answer 2 سُبۡحَانَ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سُبۡحَانَ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سُبۡحَانَ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سُبۡحَانَ" descr="سُبۡحَان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سُبۡحَانَ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لَهُ ٱلۡمُلۡكُ" descr="لَهُ ٱلۡمُلۡك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لَهُ ٱلۡمُلۡكُ</a:t>
            </a:r>
          </a:p>
        </p:txBody>
      </p:sp>
      <p:sp>
        <p:nvSpPr>
          <p:cNvPr id="14" name="Answer 1 لَهُو الۡمُلۡكُ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لَهُو الۡمُلۡكُ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لَهُو الۡمُلۡكُ</a:t>
            </a:r>
          </a:p>
        </p:txBody>
      </p:sp>
      <p:sp>
        <p:nvSpPr>
          <p:cNvPr id="16" name="Answer 2 لَهُلۡ مُلۡكُ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لَهُلۡ مُلۡكُ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لَهُلۡ مُلۡكُ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لَهُلۡ مُلۡكُ" descr="لَهُلۡ مُلۡك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7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لَهُلۡ مُلۡكُ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مَٰلِكِ" descr="مَـٰلِك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مَـ</a:t>
            </a:r>
            <a:r>
              <a:rPr sz="10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لِكِ</a:t>
            </a:r>
          </a:p>
        </p:txBody>
      </p:sp>
      <p:sp>
        <p:nvSpPr>
          <p:cNvPr id="14" name="Answer 1 مَالِكِ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مَالِكِ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مَالِكِ</a:t>
            </a:r>
          </a:p>
        </p:txBody>
      </p:sp>
      <p:sp>
        <p:nvSpPr>
          <p:cNvPr id="16" name="Answer 2 مَلِكِ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مَلِكِ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مَلِكِ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مَالِكِ" descr="مَالِك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مَالِكِ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ٱلۡهُدَىٰ" descr="ٱلۡهُدَىٰ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ٱلۡهُدَى</a:t>
            </a:r>
            <a:r>
              <a:rPr sz="99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</a:p>
        </p:txBody>
      </p:sp>
      <p:sp>
        <p:nvSpPr>
          <p:cNvPr id="14" name="Answer 1 الۡهُدَا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الۡهُدَا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الۡهُدَا</a:t>
            </a:r>
          </a:p>
        </p:txBody>
      </p:sp>
      <p:sp>
        <p:nvSpPr>
          <p:cNvPr id="16" name="Answer 2 الۡهُدَيۡ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الۡهُدَيۡ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الۡهُدَيۡ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Open a gift and 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Open a gift and read it!</a:t>
            </a:r>
          </a:p>
        </p:txBody>
      </p:sp>
      <p:pic>
        <p:nvPicPr>
          <p:cNvPr id="5" name="Gift box 1" descr="Gift box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2317750"/>
            <a:ext cx="2286000" cy="1333500"/>
          </a:xfrm>
          <a:prstGeom prst="rect">
            <a:avLst/>
          </a:prstGeom>
        </p:spPr>
      </p:pic>
      <p:pic>
        <p:nvPicPr>
          <p:cNvPr id="6" name="Gift lid 1" descr="Gift lid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682750"/>
            <a:ext cx="2476500" cy="1238250"/>
          </a:xfrm>
          <a:prstGeom prst="rect">
            <a:avLst/>
          </a:prstGeom>
        </p:spPr>
      </p:pic>
      <p:pic>
        <p:nvPicPr>
          <p:cNvPr id="7" name="Gift box 2" descr="Gift box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2317750"/>
            <a:ext cx="2286000" cy="1333500"/>
          </a:xfrm>
          <a:prstGeom prst="rect">
            <a:avLst/>
          </a:prstGeom>
        </p:spPr>
      </p:pic>
      <p:pic>
        <p:nvPicPr>
          <p:cNvPr id="8" name="Gift lid 2" descr="Gift lid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1682750"/>
            <a:ext cx="2476500" cy="1238250"/>
          </a:xfrm>
          <a:prstGeom prst="rect">
            <a:avLst/>
          </a:prstGeom>
        </p:spPr>
      </p:pic>
      <p:pic>
        <p:nvPicPr>
          <p:cNvPr id="9" name="Gift box 3" descr="Gift box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2317750"/>
            <a:ext cx="2286000" cy="1333500"/>
          </a:xfrm>
          <a:prstGeom prst="rect">
            <a:avLst/>
          </a:prstGeom>
        </p:spPr>
      </p:pic>
      <p:pic>
        <p:nvPicPr>
          <p:cNvPr id="10" name="Gift lid 3" descr="Gift lid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1682750"/>
            <a:ext cx="2476500" cy="1238250"/>
          </a:xfrm>
          <a:prstGeom prst="rect">
            <a:avLst/>
          </a:prstGeom>
        </p:spPr>
      </p:pic>
      <p:pic>
        <p:nvPicPr>
          <p:cNvPr id="11" name="Gift box 4" descr="Gift box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2317750"/>
            <a:ext cx="2286000" cy="1333500"/>
          </a:xfrm>
          <a:prstGeom prst="rect">
            <a:avLst/>
          </a:prstGeom>
        </p:spPr>
      </p:pic>
      <p:pic>
        <p:nvPicPr>
          <p:cNvPr id="12" name="Gift lid 4" descr="Gift lid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1682750"/>
            <a:ext cx="2476500" cy="1238250"/>
          </a:xfrm>
          <a:prstGeom prst="rect">
            <a:avLst/>
          </a:prstGeom>
        </p:spPr>
      </p:pic>
      <p:pic>
        <p:nvPicPr>
          <p:cNvPr id="13" name="Gift box 5" descr="Gift box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4730750"/>
            <a:ext cx="2286000" cy="1333500"/>
          </a:xfrm>
          <a:prstGeom prst="rect">
            <a:avLst/>
          </a:prstGeom>
        </p:spPr>
      </p:pic>
      <p:pic>
        <p:nvPicPr>
          <p:cNvPr id="14" name="Gift lid 5" descr="Gift lid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095750"/>
            <a:ext cx="2476500" cy="1238250"/>
          </a:xfrm>
          <a:prstGeom prst="rect">
            <a:avLst/>
          </a:prstGeom>
        </p:spPr>
      </p:pic>
      <p:pic>
        <p:nvPicPr>
          <p:cNvPr id="15" name="Gift box 6" descr="Gift box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4730750"/>
            <a:ext cx="2286000" cy="1333500"/>
          </a:xfrm>
          <a:prstGeom prst="rect">
            <a:avLst/>
          </a:prstGeom>
        </p:spPr>
      </p:pic>
      <p:pic>
        <p:nvPicPr>
          <p:cNvPr id="16" name="Gift lid 6" descr="Gift lid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4095750"/>
            <a:ext cx="2476500" cy="1238250"/>
          </a:xfrm>
          <a:prstGeom prst="rect">
            <a:avLst/>
          </a:prstGeom>
        </p:spPr>
      </p:pic>
      <p:pic>
        <p:nvPicPr>
          <p:cNvPr id="17" name="Gift box 7" descr="Gift box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4730750"/>
            <a:ext cx="2286000" cy="1333500"/>
          </a:xfrm>
          <a:prstGeom prst="rect">
            <a:avLst/>
          </a:prstGeom>
        </p:spPr>
      </p:pic>
      <p:pic>
        <p:nvPicPr>
          <p:cNvPr id="18" name="Gift lid 7" descr="Gift lid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4095750"/>
            <a:ext cx="2476500" cy="1238250"/>
          </a:xfrm>
          <a:prstGeom prst="rect">
            <a:avLst/>
          </a:prstGeom>
        </p:spPr>
      </p:pic>
      <p:pic>
        <p:nvPicPr>
          <p:cNvPr id="19" name="Gift box 8" descr="Gift box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4730750"/>
            <a:ext cx="2286000" cy="1333500"/>
          </a:xfrm>
          <a:prstGeom prst="rect">
            <a:avLst/>
          </a:prstGeom>
        </p:spPr>
      </p:pic>
      <p:pic>
        <p:nvPicPr>
          <p:cNvPr id="20" name="Gift lid 8" descr="Gift lid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4095750"/>
            <a:ext cx="2476500" cy="1238250"/>
          </a:xfrm>
          <a:prstGeom prst="rect">
            <a:avLst/>
          </a:prstGeom>
        </p:spPr>
      </p:pic>
      <p:sp>
        <p:nvSpPr>
          <p:cNvPr id="21" name="Next button">
            <a:hlinkClick action="ppaction://hlinksldjump" r:id="rId1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1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بِهِۦ بَصِيرًا" descr="بِهِۦ بَصِيرًا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بِهِ</a:t>
            </a:r>
            <a:r>
              <a:rPr sz="61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ۦ</a:t>
            </a:r>
            <a:r>
              <a:rPr sz="6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 بَصِيرًا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ٱلۡحَيَوٰةُ" descr="ٱلۡحَيَوٰةُ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ٱلۡحَيَو</a:t>
            </a:r>
            <a:r>
              <a:rPr sz="87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8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ةُ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لَٰكِنۡ" descr="لَـٰكِنۡ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لَـ</a:t>
            </a:r>
            <a:r>
              <a:rPr sz="15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15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كِنۡ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هَٰرُونَ" descr="هَـٰرُون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هَـ</a:t>
            </a:r>
            <a:r>
              <a:rPr sz="131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1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رُونَ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إِنَّهُۥ عَلِيمٌ" descr="إِنَّهُۥ عَلِيمٌ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إِنَّهُ</a:t>
            </a:r>
            <a:r>
              <a:rPr sz="61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ۥ</a:t>
            </a:r>
            <a:r>
              <a:rPr sz="6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 عَلِيمٌ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وَلَهُ ٱلۡحَمۡدُ" descr="وَلَهُ ٱلۡحَمۡدُ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وَلَهُ ٱلۡحَمۡدُ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وَقَلۡبِهِۦ وَجَعَلَ" descr="وَقَلۡبِهِۦ وَجَعَل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وَقَلۡبِهِ</a:t>
            </a:r>
            <a:r>
              <a:rPr sz="49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ۦ</a:t>
            </a:r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 وَجَعَلَ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ٱلرَّحۡمَٰنِ" descr="ٱلرَّحۡمَـٰنِ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ٱلرَّحۡمَـ</a:t>
            </a:r>
            <a:r>
              <a:rPr sz="87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8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نِ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ad وَلَهُ ٱلۡحَمۡدُ" descr="وَلَهُ ٱلۡحَمۡد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وَلَهُ ٱلۡحَمۡدُ</a:t>
            </a:r>
          </a:p>
        </p:txBody>
      </p:sp>
      <p:sp>
        <p:nvSpPr>
          <p:cNvPr id="12" name="Answer 1 وَلَهُلۡ حَمۡدُ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Answer text 1" descr="وَلَهُلۡ حَمۡدُ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وَلَهُلۡ حَمۡدُ</a:t>
            </a:r>
          </a:p>
        </p:txBody>
      </p:sp>
      <p:sp>
        <p:nvSpPr>
          <p:cNvPr id="14" name="Answer 2 وَلَهُو الۡحَمۡدُ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2" descr="وَلَهُو الۡحَمۡدُ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وَلَهُو الۡحَمۡدُ</a:t>
            </a:r>
          </a:p>
        </p:txBody>
      </p:sp>
      <p:sp>
        <p:nvSpPr>
          <p:cNvPr id="16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وَلَهُلۡ حَمۡدُ" descr="وَلَهُلۡ حَمۡد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3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وَلَهُلۡ حَمۡدُ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إِنَّهُۥ لَا يُحِبُّ" descr="إِنَّهُۥ لَا يُحِبُّ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إِنَّهُ</a:t>
            </a:r>
            <a:r>
              <a:rPr sz="49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ۥ</a:t>
            </a:r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 لَا يُحِبُّ</a:t>
            </a:r>
          </a:p>
        </p:txBody>
      </p:sp>
      <p:sp>
        <p:nvSpPr>
          <p:cNvPr id="14" name="Answer 1 إِنَّهُو لَا يُحِبُّ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إِنَّهُو لَا يُحِبُّ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إِنَّهُو لَا يُحِبُّ</a:t>
            </a:r>
          </a:p>
        </p:txBody>
      </p:sp>
      <p:sp>
        <p:nvSpPr>
          <p:cNvPr id="16" name="Answer 2 إِنَّهُ لَا يُحِبُّ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إِنَّهُ لَا يُحِبُّ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900" b="1" lang="ar-SA">
                <a:solidFill>
                  <a:srgbClr val="2E2640"/>
                </a:solidFill>
                <a:latin typeface="Arial"/>
                <a:cs typeface="Arial"/>
              </a:rPr>
              <a:t>إِنَّهُ لَا يُحِبُّ</a:t>
            </a:r>
          </a:p>
        </p:txBody>
      </p:sp>
      <p:sp>
        <p:nvSpPr>
          <p:cNvPr id="18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إِنَّهُو لَا يُحِبُّ" descr="إِنَّهُو لَا يُحِبُّ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000" b="1" lang="ar-SA">
                <a:solidFill>
                  <a:srgbClr val="2B8A3E"/>
                </a:solidFill>
                <a:latin typeface="Arial"/>
                <a:cs typeface="Arial"/>
              </a:rPr>
              <a:t>إِنَّهُو لَا يُحِبُّ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بِهِۦ بَصِيرًا" descr="بِهِۦ بَصِيرً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بِهِ</a:t>
            </a:r>
            <a:r>
              <a:rPr sz="5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ۦ</a:t>
            </a:r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 بَصِيرًا</a:t>
            </a:r>
          </a:p>
        </p:txBody>
      </p:sp>
      <p:sp>
        <p:nvSpPr>
          <p:cNvPr id="14" name="Answer 1 بِهِي بَصِيرًا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بِهِي بَصِيرًا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100" b="1" lang="ar-SA">
                <a:solidFill>
                  <a:srgbClr val="2E2640"/>
                </a:solidFill>
                <a:latin typeface="Arial"/>
                <a:cs typeface="Arial"/>
              </a:rPr>
              <a:t>بِهِي بَصِيرًا</a:t>
            </a:r>
          </a:p>
        </p:txBody>
      </p:sp>
      <p:sp>
        <p:nvSpPr>
          <p:cNvPr id="16" name="Answer 2 بِهِ بَصِيرًا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بِهِ بَصِيرًا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بِهِ بَصِيرًا</a:t>
            </a:r>
          </a:p>
        </p:txBody>
      </p:sp>
      <p:sp>
        <p:nvSpPr>
          <p:cNvPr id="18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بِهِي بَصِيرًا" descr="بِهِي بَصِيرً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000" b="1" lang="ar-SA">
                <a:solidFill>
                  <a:srgbClr val="2B8A3E"/>
                </a:solidFill>
                <a:latin typeface="Arial"/>
                <a:cs typeface="Arial"/>
              </a:rPr>
              <a:t>بِهِي بَصِيرًا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إِبۡرَٰهِيمَ" descr="إِبۡرَٰهِيم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إِبۡرَ</a:t>
            </a:r>
            <a:r>
              <a:rPr sz="82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هِيمَ</a:t>
            </a:r>
          </a:p>
        </p:txBody>
      </p:sp>
      <p:sp>
        <p:nvSpPr>
          <p:cNvPr id="14" name="Answer 1 إِبۡرَاهِيمَ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إِبۡرَاهِيمَ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إِبۡرَاهِيمَ</a:t>
            </a:r>
          </a:p>
        </p:txBody>
      </p:sp>
      <p:sp>
        <p:nvSpPr>
          <p:cNvPr id="16" name="Answer 2 إِبۡرَهِيمَ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إِبۡرَهِيمَ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إِبۡرَهِيمَ</a:t>
            </a:r>
          </a:p>
        </p:txBody>
      </p:sp>
      <p:sp>
        <p:nvSpPr>
          <p:cNvPr id="18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إِبۡرَاهِيمَ" descr="إِبۡرَاهِيم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إِبۡرَاهِيمَ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لَٰكِنۡ" descr="لَـٰكِنۡ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لَـ</a:t>
            </a:r>
            <a:r>
              <a:rPr sz="10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كِنۡ</a:t>
            </a:r>
          </a:p>
        </p:txBody>
      </p:sp>
      <p:sp>
        <p:nvSpPr>
          <p:cNvPr id="14" name="Answer 1 لَكِنۡ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لَكِنۡ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لَكِنۡ</a:t>
            </a:r>
          </a:p>
        </p:txBody>
      </p:sp>
      <p:sp>
        <p:nvSpPr>
          <p:cNvPr id="16" name="Answer 2 لَاكِنۡ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لَاكِنۡ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لَاكِنۡ</a:t>
            </a:r>
          </a:p>
        </p:txBody>
      </p:sp>
      <p:sp>
        <p:nvSpPr>
          <p:cNvPr id="18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لَاكِنۡ" descr="لَاكِنۡ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لَاكِنۡ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لَاكِنۡ" descr="لَاكِنۡ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لَاكِنۡ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ad وَلَهُ ٱلۡحَمۡدُ" descr="وَلَهُ ٱلۡحَمۡد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وَلَهُ ٱلۡحَمۡدُ</a:t>
            </a:r>
          </a:p>
        </p:txBody>
      </p:sp>
      <p:sp>
        <p:nvSpPr>
          <p:cNvPr id="12" name="Answer 1 وَلَهُلۡ حَمۡدُ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Answer text 1" descr="وَلَهُلۡ حَمۡدُ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وَلَهُلۡ حَمۡدُ</a:t>
            </a:r>
          </a:p>
        </p:txBody>
      </p:sp>
      <p:sp>
        <p:nvSpPr>
          <p:cNvPr id="14" name="Answer 2 وَلَهُو الۡحَمۡدُ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2" descr="وَلَهُو الۡحَمۡدُ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وَلَهُو الۡحَمۡدُ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وَلَهُلۡ حَمۡدُ" descr="وَلَهُلۡ حَمۡد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3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وَلَهُلۡ حَمۡدُ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إِنَّهُۥ لَا يُحِبُّ" descr="إِنَّهُۥ لَا يُحِبُّ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إِنَّهُ</a:t>
            </a:r>
            <a:r>
              <a:rPr sz="49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ۥ</a:t>
            </a:r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 لَا يُحِبُّ</a:t>
            </a:r>
          </a:p>
        </p:txBody>
      </p:sp>
      <p:sp>
        <p:nvSpPr>
          <p:cNvPr id="14" name="Answer 1 إِنَّهُو لَا يُحِبُّ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إِنَّهُو لَا يُحِبُّ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إِنَّهُو لَا يُحِبُّ</a:t>
            </a:r>
          </a:p>
        </p:txBody>
      </p:sp>
      <p:sp>
        <p:nvSpPr>
          <p:cNvPr id="16" name="Answer 2 إِنَّهُ لَا يُحِبُّ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إِنَّهُ لَا يُحِبُّ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900" b="1" lang="ar-SA">
                <a:solidFill>
                  <a:srgbClr val="2E2640"/>
                </a:solidFill>
                <a:latin typeface="Arial"/>
                <a:cs typeface="Arial"/>
              </a:rPr>
              <a:t>إِنَّهُ لَا يُحِبُّ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إِنَّهُو لَا يُحِبُّ" descr="إِنَّهُو لَا يُحِبُّ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000" b="1" lang="ar-SA">
                <a:solidFill>
                  <a:srgbClr val="2B8A3E"/>
                </a:solidFill>
                <a:latin typeface="Arial"/>
                <a:cs typeface="Arial"/>
              </a:rPr>
              <a:t>إِنَّهُو لَا يُحِبُّ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بِهِۦ بَصِيرًا" descr="بِهِۦ بَصِيرً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بِهِ</a:t>
            </a:r>
            <a:r>
              <a:rPr sz="5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ۦ</a:t>
            </a:r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 بَصِيرًا</a:t>
            </a:r>
          </a:p>
        </p:txBody>
      </p:sp>
      <p:sp>
        <p:nvSpPr>
          <p:cNvPr id="14" name="Answer 1 بِهِي بَصِيرًا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بِهِي بَصِيرًا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100" b="1" lang="ar-SA">
                <a:solidFill>
                  <a:srgbClr val="2E2640"/>
                </a:solidFill>
                <a:latin typeface="Arial"/>
                <a:cs typeface="Arial"/>
              </a:rPr>
              <a:t>بِهِي بَصِيرًا</a:t>
            </a:r>
          </a:p>
        </p:txBody>
      </p:sp>
      <p:sp>
        <p:nvSpPr>
          <p:cNvPr id="16" name="Answer 2 بِهِ بَصِيرًا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بِهِ بَصِيرًا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بِهِ بَصِيرًا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بِهِي بَصِيرًا" descr="بِهِي بَصِيرً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000" b="1" lang="ar-SA">
                <a:solidFill>
                  <a:srgbClr val="2B8A3E"/>
                </a:solidFill>
                <a:latin typeface="Arial"/>
                <a:cs typeface="Arial"/>
              </a:rPr>
              <a:t>بِهِي بَصِيرًا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إِبۡرَٰهِيمَ" descr="إِبۡرَٰهِيم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إِبۡرَ</a:t>
            </a:r>
            <a:r>
              <a:rPr sz="82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هِيمَ</a:t>
            </a:r>
          </a:p>
        </p:txBody>
      </p:sp>
      <p:sp>
        <p:nvSpPr>
          <p:cNvPr id="14" name="Answer 1 إِبۡرَاهِيمَ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إِبۡرَاهِيمَ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إِبۡرَاهِيمَ</a:t>
            </a:r>
          </a:p>
        </p:txBody>
      </p:sp>
      <p:sp>
        <p:nvSpPr>
          <p:cNvPr id="16" name="Answer 2 إِبۡرَهِيمَ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إِبۡرَهِيمَ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إِبۡرَهِيمَ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إِبۡرَاهِيمَ" descr="إِبۡرَاهِيم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إِبۡرَاهِيمَ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لَٰكِنۡ" descr="لَـٰكِنۡ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لَـ</a:t>
            </a:r>
            <a:r>
              <a:rPr sz="10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كِنۡ</a:t>
            </a:r>
          </a:p>
        </p:txBody>
      </p:sp>
      <p:sp>
        <p:nvSpPr>
          <p:cNvPr id="14" name="Answer 1 لَكِنۡ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لَكِنۡ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لَكِنۡ</a:t>
            </a:r>
          </a:p>
        </p:txBody>
      </p:sp>
      <p:sp>
        <p:nvSpPr>
          <p:cNvPr id="16" name="Answer 2 لَاكِنۡ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لَاكِنۡ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لَاكِنۡ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ad ٱلزَّكَوٰةَ" descr="ٱلزَّكَوٰة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ٱلزَّكَو</a:t>
            </a:r>
            <a:r>
              <a:rPr sz="82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ةَ</a:t>
            </a:r>
          </a:p>
        </p:txBody>
      </p:sp>
      <p:sp>
        <p:nvSpPr>
          <p:cNvPr id="12" name="Answer 1 الزَّكَاةَ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Answer text 1" descr="الزَّكَاةَ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الزَّكَاةَ</a:t>
            </a:r>
          </a:p>
        </p:txBody>
      </p:sp>
      <p:sp>
        <p:nvSpPr>
          <p:cNvPr id="14" name="Answer 2 الزَّكَوَةَ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2" descr="الزَّكَوَةَ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الزَّكَوَةَ</a:t>
            </a:r>
          </a:p>
        </p:txBody>
      </p:sp>
      <p:sp>
        <p:nvSpPr>
          <p:cNvPr id="16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الزَّكَاةَ" descr="الزَّكَاة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900" b="1" lang="ar-SA">
                <a:solidFill>
                  <a:srgbClr val="2B8A3E"/>
                </a:solidFill>
                <a:latin typeface="Arial"/>
                <a:cs typeface="Arial"/>
              </a:rPr>
              <a:t>الزَّكَاةَ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ذَٰلِكَ" descr="ذَٰلِك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ذَ</a:t>
            </a:r>
            <a:r>
              <a:rPr sz="10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لِكَ</a:t>
            </a:r>
          </a:p>
        </p:txBody>
      </p:sp>
      <p:sp>
        <p:nvSpPr>
          <p:cNvPr id="14" name="Answer 1 ذَالِكَ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ذَالِكَ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ذَالِكَ</a:t>
            </a:r>
          </a:p>
        </p:txBody>
      </p:sp>
      <p:sp>
        <p:nvSpPr>
          <p:cNvPr id="16" name="Answer 2 ذَلِكَ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ذَلِكَ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ذَلِكَ</a:t>
            </a:r>
          </a:p>
        </p:txBody>
      </p:sp>
      <p:sp>
        <p:nvSpPr>
          <p:cNvPr id="18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ذَالِكَ" descr="ذَالِك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ذَالِكَ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ٱلرَّحۡمَٰنِ" descr="ٱلرَّحۡمَـٰن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ٱلرَّحۡمَـ</a:t>
            </a:r>
            <a:r>
              <a:rPr sz="82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نِ</a:t>
            </a:r>
          </a:p>
        </p:txBody>
      </p:sp>
      <p:sp>
        <p:nvSpPr>
          <p:cNvPr id="14" name="Answer 1 الرَّحۡمَانِ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الرَّحۡمَانِ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الرَّحۡمَانِ</a:t>
            </a:r>
          </a:p>
        </p:txBody>
      </p:sp>
      <p:sp>
        <p:nvSpPr>
          <p:cNvPr id="16" name="Answer 2 الرَّحۡمَنِ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الرَّحۡمَنِ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الرَّحۡمَنِ</a:t>
            </a:r>
          </a:p>
        </p:txBody>
      </p:sp>
      <p:sp>
        <p:nvSpPr>
          <p:cNvPr id="18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الرَّحۡمَانِ" descr="الرَّحۡمَان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الرَّحۡمَانِ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مُوسَىٰ" descr="مُوسَىٰ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مُوسَى</a:t>
            </a:r>
            <a:r>
              <a:rPr sz="10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</a:p>
        </p:txBody>
      </p:sp>
      <p:sp>
        <p:nvSpPr>
          <p:cNvPr id="14" name="Answer 1 مُوسَا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مُوسَا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مُوسَا</a:t>
            </a:r>
          </a:p>
        </p:txBody>
      </p:sp>
      <p:sp>
        <p:nvSpPr>
          <p:cNvPr id="16" name="Answer 2 مُوسَيۡ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مُوسَيۡ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مُوسَيۡ</a:t>
            </a:r>
          </a:p>
        </p:txBody>
      </p:sp>
      <p:sp>
        <p:nvSpPr>
          <p:cNvPr id="18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مُوسَا" descr="مُوس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مُوسَا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هَٰذَا" descr="هَـٰذَ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هَـ</a:t>
            </a:r>
            <a:r>
              <a:rPr sz="10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ذَا</a:t>
            </a:r>
          </a:p>
        </p:txBody>
      </p:sp>
      <p:sp>
        <p:nvSpPr>
          <p:cNvPr id="14" name="Answer 1 هَاذَا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هَاذَا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هَاذَا</a:t>
            </a:r>
          </a:p>
        </p:txBody>
      </p:sp>
      <p:sp>
        <p:nvSpPr>
          <p:cNvPr id="16" name="Answer 2 هَذَا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هَذَا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هَذَا</a:t>
            </a:r>
          </a:p>
        </p:txBody>
      </p:sp>
      <p:sp>
        <p:nvSpPr>
          <p:cNvPr id="18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هَاذَا" descr="هَاذ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هَاذَا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هَاذَا" descr="هَاذَ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هَاذَا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ad ٱلزَّكَوٰةَ" descr="ٱلزَّكَوٰة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ٱلزَّكَو</a:t>
            </a:r>
            <a:r>
              <a:rPr sz="82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ةَ</a:t>
            </a:r>
          </a:p>
        </p:txBody>
      </p:sp>
      <p:sp>
        <p:nvSpPr>
          <p:cNvPr id="12" name="Answer 1 الزَّكَاةَ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Answer text 1" descr="الزَّكَاةَ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الزَّكَاةَ</a:t>
            </a:r>
          </a:p>
        </p:txBody>
      </p:sp>
      <p:sp>
        <p:nvSpPr>
          <p:cNvPr id="14" name="Answer 2 الزَّكَوَةَ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2" descr="الزَّكَوَةَ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الزَّكَوَةَ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الزَّكَاةَ" descr="الزَّكَاة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900" b="1" lang="ar-SA">
                <a:solidFill>
                  <a:srgbClr val="2B8A3E"/>
                </a:solidFill>
                <a:latin typeface="Arial"/>
                <a:cs typeface="Arial"/>
              </a:rPr>
              <a:t>الزَّكَاةَ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ذَٰلِكَ" descr="ذَٰلِك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ذَ</a:t>
            </a:r>
            <a:r>
              <a:rPr sz="10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لِكَ</a:t>
            </a:r>
          </a:p>
        </p:txBody>
      </p:sp>
      <p:sp>
        <p:nvSpPr>
          <p:cNvPr id="14" name="Answer 1 ذَالِكَ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ذَالِكَ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ذَالِكَ</a:t>
            </a:r>
          </a:p>
        </p:txBody>
      </p:sp>
      <p:sp>
        <p:nvSpPr>
          <p:cNvPr id="16" name="Answer 2 ذَلِكَ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ذَلِكَ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ذَلِكَ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ذَالِكَ" descr="ذَالِك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ذَالِكَ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ٱلرَّحۡمَٰنِ" descr="ٱلرَّحۡمَـٰن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ٱلرَّحۡمَـ</a:t>
            </a:r>
            <a:r>
              <a:rPr sz="82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نِ</a:t>
            </a:r>
          </a:p>
        </p:txBody>
      </p:sp>
      <p:sp>
        <p:nvSpPr>
          <p:cNvPr id="14" name="Answer 1 الرَّحۡمَانِ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الرَّحۡمَانِ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الرَّحۡمَانِ</a:t>
            </a:r>
          </a:p>
        </p:txBody>
      </p:sp>
      <p:sp>
        <p:nvSpPr>
          <p:cNvPr id="16" name="Answer 2 الرَّحۡمَنِ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الرَّحۡمَنِ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الرَّحۡمَنِ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الرَّحۡمَانِ" descr="الرَّحۡمَان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الرَّحۡمَانِ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مُوسَىٰ" descr="مُوسَىٰ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مُوسَى</a:t>
            </a:r>
            <a:r>
              <a:rPr sz="10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</a:p>
        </p:txBody>
      </p:sp>
      <p:sp>
        <p:nvSpPr>
          <p:cNvPr id="14" name="Answer 1 مُوسَا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مُوسَا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مُوسَا</a:t>
            </a:r>
          </a:p>
        </p:txBody>
      </p:sp>
      <p:sp>
        <p:nvSpPr>
          <p:cNvPr id="16" name="Answer 2 مُوسَيۡ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مُوسَيۡ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مُوسَيۡ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do we read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مُوسَا" descr="مُوس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مُوسَا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هَٰذَا" descr="هَـٰذَ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هَـ</a:t>
            </a:r>
            <a:r>
              <a:rPr sz="10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ذَا</a:t>
            </a:r>
          </a:p>
        </p:txBody>
      </p:sp>
      <p:sp>
        <p:nvSpPr>
          <p:cNvPr id="14" name="Answer 1 هَاذَا">
            <a:hlinkClick action="ppaction://hlinksldjump" r:id="rId3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هَاذَا">
            <a:hlinkClick action="ppaction://hlinksldjump" r:id="rId3"/>
          </p:cNvPr>
          <p:cNvSpPr/>
          <p:nvPr/>
        </p:nvSpPr>
        <p:spPr>
          <a:xfrm>
            <a:off x="631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هَاذَا</a:t>
            </a:r>
          </a:p>
        </p:txBody>
      </p:sp>
      <p:sp>
        <p:nvSpPr>
          <p:cNvPr id="16" name="Answer 2 هَذَا">
            <a:hlinkClick action="ppaction://hlinksldjump" r:id="rId4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هَذَا">
            <a:hlinkClick action="ppaction://hlinksldjump" r:id="rId4"/>
          </p:cNvPr>
          <p:cNvSpPr/>
          <p:nvPr/>
        </p:nvSpPr>
        <p:spPr>
          <a:xfrm>
            <a:off x="2508250" y="4000500"/>
            <a:ext cx="3365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هَذَا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Open a gift and 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Open a gift and read it!</a:t>
            </a:r>
          </a:p>
        </p:txBody>
      </p:sp>
      <p:pic>
        <p:nvPicPr>
          <p:cNvPr id="5" name="Gift box 1" descr="Gift box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2317750"/>
            <a:ext cx="2286000" cy="1333500"/>
          </a:xfrm>
          <a:prstGeom prst="rect">
            <a:avLst/>
          </a:prstGeom>
        </p:spPr>
      </p:pic>
      <p:pic>
        <p:nvPicPr>
          <p:cNvPr id="6" name="Gift lid 1" descr="Gift lid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682750"/>
            <a:ext cx="2476500" cy="1238250"/>
          </a:xfrm>
          <a:prstGeom prst="rect">
            <a:avLst/>
          </a:prstGeom>
        </p:spPr>
      </p:pic>
      <p:pic>
        <p:nvPicPr>
          <p:cNvPr id="7" name="Gift box 2" descr="Gift box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2317750"/>
            <a:ext cx="2286000" cy="1333500"/>
          </a:xfrm>
          <a:prstGeom prst="rect">
            <a:avLst/>
          </a:prstGeom>
        </p:spPr>
      </p:pic>
      <p:pic>
        <p:nvPicPr>
          <p:cNvPr id="8" name="Gift lid 2" descr="Gift lid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1682750"/>
            <a:ext cx="2476500" cy="1238250"/>
          </a:xfrm>
          <a:prstGeom prst="rect">
            <a:avLst/>
          </a:prstGeom>
        </p:spPr>
      </p:pic>
      <p:pic>
        <p:nvPicPr>
          <p:cNvPr id="9" name="Gift box 3" descr="Gift box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2317750"/>
            <a:ext cx="2286000" cy="1333500"/>
          </a:xfrm>
          <a:prstGeom prst="rect">
            <a:avLst/>
          </a:prstGeom>
        </p:spPr>
      </p:pic>
      <p:pic>
        <p:nvPicPr>
          <p:cNvPr id="10" name="Gift lid 3" descr="Gift lid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1682750"/>
            <a:ext cx="2476500" cy="1238250"/>
          </a:xfrm>
          <a:prstGeom prst="rect">
            <a:avLst/>
          </a:prstGeom>
        </p:spPr>
      </p:pic>
      <p:pic>
        <p:nvPicPr>
          <p:cNvPr id="11" name="Gift box 4" descr="Gift box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2317750"/>
            <a:ext cx="2286000" cy="1333500"/>
          </a:xfrm>
          <a:prstGeom prst="rect">
            <a:avLst/>
          </a:prstGeom>
        </p:spPr>
      </p:pic>
      <p:pic>
        <p:nvPicPr>
          <p:cNvPr id="12" name="Gift lid 4" descr="Gift lid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1682750"/>
            <a:ext cx="2476500" cy="1238250"/>
          </a:xfrm>
          <a:prstGeom prst="rect">
            <a:avLst/>
          </a:prstGeom>
        </p:spPr>
      </p:pic>
      <p:pic>
        <p:nvPicPr>
          <p:cNvPr id="13" name="Gift box 5" descr="Gift box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4730750"/>
            <a:ext cx="2286000" cy="1333500"/>
          </a:xfrm>
          <a:prstGeom prst="rect">
            <a:avLst/>
          </a:prstGeom>
        </p:spPr>
      </p:pic>
      <p:pic>
        <p:nvPicPr>
          <p:cNvPr id="14" name="Gift lid 5" descr="Gift lid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095750"/>
            <a:ext cx="2476500" cy="1238250"/>
          </a:xfrm>
          <a:prstGeom prst="rect">
            <a:avLst/>
          </a:prstGeom>
        </p:spPr>
      </p:pic>
      <p:pic>
        <p:nvPicPr>
          <p:cNvPr id="15" name="Gift box 6" descr="Gift box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4730750"/>
            <a:ext cx="2286000" cy="1333500"/>
          </a:xfrm>
          <a:prstGeom prst="rect">
            <a:avLst/>
          </a:prstGeom>
        </p:spPr>
      </p:pic>
      <p:pic>
        <p:nvPicPr>
          <p:cNvPr id="16" name="Gift lid 6" descr="Gift lid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4095750"/>
            <a:ext cx="2476500" cy="1238250"/>
          </a:xfrm>
          <a:prstGeom prst="rect">
            <a:avLst/>
          </a:prstGeom>
        </p:spPr>
      </p:pic>
      <p:pic>
        <p:nvPicPr>
          <p:cNvPr id="17" name="Gift box 7" descr="Gift box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4730750"/>
            <a:ext cx="2286000" cy="1333500"/>
          </a:xfrm>
          <a:prstGeom prst="rect">
            <a:avLst/>
          </a:prstGeom>
        </p:spPr>
      </p:pic>
      <p:pic>
        <p:nvPicPr>
          <p:cNvPr id="18" name="Gift lid 7" descr="Gift lid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4095750"/>
            <a:ext cx="2476500" cy="1238250"/>
          </a:xfrm>
          <a:prstGeom prst="rect">
            <a:avLst/>
          </a:prstGeom>
        </p:spPr>
      </p:pic>
      <p:pic>
        <p:nvPicPr>
          <p:cNvPr id="19" name="Gift box 8" descr="Gift box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4730750"/>
            <a:ext cx="2286000" cy="1333500"/>
          </a:xfrm>
          <a:prstGeom prst="rect">
            <a:avLst/>
          </a:prstGeom>
        </p:spPr>
      </p:pic>
      <p:pic>
        <p:nvPicPr>
          <p:cNvPr id="20" name="Gift lid 8" descr="Gift lid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4095750"/>
            <a:ext cx="2476500" cy="1238250"/>
          </a:xfrm>
          <a:prstGeom prst="rect">
            <a:avLst/>
          </a:prstGeom>
        </p:spPr>
      </p:pic>
      <p:sp>
        <p:nvSpPr>
          <p:cNvPr id="21" name="Next button">
            <a:hlinkClick action="ppaction://hlinksldjump" r:id="rId1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1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2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وَقَلۡبِهِۦ وَجَعَلَ" descr="وَقَلۡبِهِۦ وَجَعَل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وَقَلۡبِهِ</a:t>
            </a:r>
            <a:r>
              <a:rPr sz="49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ۦ</a:t>
            </a:r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 وَجَعَلَ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لَهُ ٱلۡمُلۡكُ" descr="لَهُ ٱلۡمُلۡكُ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لَهُ ٱلۡمُلۡكُ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ٱلصَّلَوٰةَ" descr="ٱلصَّلَوٰة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ٱلصَّلَو</a:t>
            </a:r>
            <a:r>
              <a:rPr sz="87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8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ةَ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ٱلۡحَيَوٰةُ" descr="ٱلۡحَيَوٰةُ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ٱلۡحَيَو</a:t>
            </a:r>
            <a:r>
              <a:rPr sz="87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8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ةُ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هَٰرُونَ" descr="هَـٰرُون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هَـ</a:t>
            </a:r>
            <a:r>
              <a:rPr sz="131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1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رُونَ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وَلَهُ ٱلۡحَمۡدُ" descr="وَلَهُ ٱلۡحَمۡدُ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وَلَهُ ٱلۡحَمۡدُ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إِلَٰهَ" descr="إِلَـٰه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إِلَـ</a:t>
            </a:r>
            <a:r>
              <a:rPr sz="15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15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ٱلۡكِتَٰبُ" descr="ٱلۡكِتَـٰبُ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ٱلۡكِتَـ</a:t>
            </a:r>
            <a:r>
              <a:rPr sz="104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10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بُ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لَهُ ٱلۡمُلۡكُ" descr="لَهُ ٱلۡمُلۡكُ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لَهُ ٱلۡمُلۡكُ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3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ٱلۡعَٰلَمِينَ" descr="ٱلۡعَـٰلَمِين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ٱلۡعَـ</a:t>
            </a:r>
            <a:r>
              <a:rPr sz="6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6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لَمِينَ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33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مُوسَىٰ" descr="مُوسَىٰ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مُوسَى</a:t>
            </a:r>
            <a:r>
              <a:rPr sz="106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33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هَٰذَا" descr="هَـٰذَا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هَـ</a:t>
            </a:r>
            <a:r>
              <a:rPr sz="11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11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ذَا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34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سُبۡحَٰنَ" descr="سُبۡحَـٰن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سُبۡحَـ</a:t>
            </a:r>
            <a:r>
              <a:rPr sz="106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10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34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ٱلۡعَٰلَمِينَ" descr="ٱلۡعَـٰلَمِين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ٱلۡعَـ</a:t>
            </a:r>
            <a:r>
              <a:rPr sz="6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6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لَمِينَ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34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مُوسَىٰ" descr="مُوسَىٰ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مُوسَى</a:t>
            </a:r>
            <a:r>
              <a:rPr sz="106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34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هَٰذَا" descr="هَـٰذَا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هَـ</a:t>
            </a:r>
            <a:r>
              <a:rPr sz="11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11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ذَا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34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سُبۡحَٰنَ" descr="سُبۡحَـٰن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سُبۡحَـ</a:t>
            </a:r>
            <a:r>
              <a:rPr sz="106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10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3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مَٰلِكِ" descr="مَـٰلِكِ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مَـ</a:t>
            </a:r>
            <a:r>
              <a:rPr sz="11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11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لِكِ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34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مُوسَىٰ" descr="مُوسَىٰ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مُوسَى</a:t>
            </a:r>
            <a:r>
              <a:rPr sz="106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34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هَٰذَا" descr="هَـٰذَا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هَـ</a:t>
            </a:r>
            <a:r>
              <a:rPr sz="11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11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ذَا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34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سُبۡحَٰنَ" descr="سُبۡحَـٰن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سُبۡحَـ</a:t>
            </a:r>
            <a:r>
              <a:rPr sz="106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10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34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مَٰلِكِ" descr="مَـٰلِكِ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مَـ</a:t>
            </a:r>
            <a:r>
              <a:rPr sz="11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11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لِكِ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35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إِنَّهُۥ عَلِيمٌ" descr="إِنَّهُۥ عَلِيم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إِنَّهُ</a:t>
            </a:r>
            <a:r>
              <a:rPr sz="5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ۥ</a:t>
            </a:r>
            <a:r>
              <a:rPr sz="5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 عَلِيمٌ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35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هَٰذَا" descr="هَـٰذَا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هَـ</a:t>
            </a:r>
            <a:r>
              <a:rPr sz="11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11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ذَا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35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سُبۡحَٰنَ" descr="سُبۡحَـٰن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سُبۡحَـ</a:t>
            </a:r>
            <a:r>
              <a:rPr sz="106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10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35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مَٰلِكِ" descr="مَـٰلِكِ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مَـ</a:t>
            </a:r>
            <a:r>
              <a:rPr sz="11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11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لِكِ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35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إِنَّهُۥ عَلِيمٌ" descr="إِنَّهُۥ عَلِيم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إِنَّهُ</a:t>
            </a:r>
            <a:r>
              <a:rPr sz="5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ۥ</a:t>
            </a:r>
            <a:r>
              <a:rPr sz="5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 عَلِيمٌ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35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هَٰرُونَ" descr="هَـٰرُون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هَـ</a:t>
            </a:r>
            <a:r>
              <a:rPr sz="106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10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رُونَ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3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سُبۡحَٰنَ" descr="سُبۡحَـٰن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سُبۡحَـ</a:t>
            </a:r>
            <a:r>
              <a:rPr sz="106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10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35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مَٰلِكِ" descr="مَـٰلِكِ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مَـ</a:t>
            </a:r>
            <a:r>
              <a:rPr sz="11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11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لِكِ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35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إِنَّهُۥ عَلِيمٌ" descr="إِنَّهُۥ عَلِيم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إِنَّهُ</a:t>
            </a:r>
            <a:r>
              <a:rPr sz="5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ۥ</a:t>
            </a:r>
            <a:r>
              <a:rPr sz="5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 عَلِيمٌ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35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هَٰرُونَ" descr="هَـٰرُون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هَـ</a:t>
            </a:r>
            <a:r>
              <a:rPr sz="106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10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رُونَ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36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وَقَلۡبِهِۦ وَجَعَلَ" descr="وَقَلۡبِهِۦ وَجَعَل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وَقَلۡبِهِ</a:t>
            </a:r>
            <a:r>
              <a:rPr sz="4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ۦ</a:t>
            </a:r>
            <a:r>
              <a:rPr sz="4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 وَجَعَلَ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36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000" y="3810000"/>
            <a:ext cx="1460500" cy="800100"/>
          </a:xfrm>
          <a:prstGeom prst="rect">
            <a:avLst/>
          </a:prstGeom>
        </p:spPr>
      </p:pic>
      <p:sp>
        <p:nvSpPr>
          <p:cNvPr id="24" name="Red wins" descr="Red team wins!"/>
          <p:cNvSpPr/>
          <p:nvPr/>
        </p:nvSpPr>
        <p:spPr>
          <a:xfrm>
            <a:off x="3556000" y="1270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25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5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24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Blue car" descr="Blue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000" y="5334000"/>
            <a:ext cx="1460500" cy="800100"/>
          </a:xfrm>
          <a:prstGeom prst="rect">
            <a:avLst/>
          </a:prstGeom>
        </p:spPr>
      </p:pic>
      <p:sp>
        <p:nvSpPr>
          <p:cNvPr id="24" name="Blue wins" descr="Blue team wins!"/>
          <p:cNvSpPr/>
          <p:nvPr/>
        </p:nvSpPr>
        <p:spPr>
          <a:xfrm>
            <a:off x="3556000" y="1270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25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5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24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2921000" y="1270000"/>
            <a:ext cx="6350000" cy="3175000"/>
          </a:xfrm>
          <a:prstGeom prst="roundRect">
            <a:avLst>
              <a:gd name="adj" fmla="val 10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Well done" descr="Well done!"/>
          <p:cNvSpPr/>
          <p:nvPr/>
        </p:nvSpPr>
        <p:spPr>
          <a:xfrm>
            <a:off x="3175000" y="1587500"/>
            <a:ext cx="5842000" cy="1016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900" b="1" lang="en-US">
                <a:solidFill>
                  <a:srgbClr val="8A6CF0"/>
                </a:solidFill>
                <a:latin typeface="Arial"/>
                <a:cs typeface="Arial"/>
              </a:rPr>
              <a:t>Well done!</a:t>
            </a:r>
          </a:p>
        </p:txBody>
      </p:sp>
      <p:sp>
        <p:nvSpPr>
          <p:cNvPr id="5" name="Star 1"/>
          <p:cNvSpPr/>
          <p:nvPr/>
        </p:nvSpPr>
        <p:spPr>
          <a:xfrm>
            <a:off x="35560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46355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57150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67945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78740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lay again" descr="↺  Play again">
            <a:hlinkClick action="ppaction://hlinksldjump" r:id="rId3"/>
          </p:cNvPr>
          <p:cNvSpPr/>
          <p:nvPr/>
        </p:nvSpPr>
        <p:spPr>
          <a:xfrm>
            <a:off x="4508500" y="4953000"/>
            <a:ext cx="3175000" cy="889000"/>
          </a:xfrm>
          <a:prstGeom prst="roundRect">
            <a:avLst>
              <a:gd name="adj" fmla="val 30000"/>
            </a:avLst>
          </a:prstGeom>
          <a:solidFill>
            <a:srgbClr val="1971C2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FFFFFF"/>
                </a:solidFill>
                <a:latin typeface="Arial"/>
                <a:cs typeface="Arial"/>
              </a:rPr>
              <a:t>↺  Play again</a:t>
            </a:r>
          </a:p>
        </p:txBody>
      </p:sp>
      <p:pic>
        <p:nvPicPr>
          <p:cNvPr id="11" name="sound anchor" descr="sound anchor (invisible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Quran Small Madd Games</dc:title>
  <dc:subject>Interactive reading games for children</dc:subject>
  <dc:creator>Claude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