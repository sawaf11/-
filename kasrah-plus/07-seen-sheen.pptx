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2.png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600" dirty="0"/>
          </a:p>
        </p:txBody>
      </p:sp>
      <p:sp>
        <p:nvSpPr>
          <p:cNvPr id="13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600" dirty="0"/>
          </a:p>
        </p:txBody>
      </p:sp>
      <p:pic>
        <p:nvPicPr>
          <p:cNvPr id="1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01162" cy="1645920"/>
          </a:xfrm>
          <a:prstGeom prst="rect">
            <a:avLst/>
          </a:prstGeom>
        </p:spPr>
      </p:pic>
      <p:pic>
        <p:nvPicPr>
          <p:cNvPr id="1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549" y="1783080"/>
            <a:ext cx="1004011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8"/>
          </a:solidFill>
          <a:ln w="12700">
            <a:solidFill>
              <a:srgbClr val="2B64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سِإِ</a:t>
            </a:r>
            <a:endParaRPr lang="ar-SA" sz="7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739646" cy="114300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696" y="3790188"/>
            <a:ext cx="1150864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سِبِ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35E"/>
          </a:solidFill>
          <a:ln w="12700">
            <a:solidFill>
              <a:srgbClr val="ED8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سِتِ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4657" y="2125980"/>
            <a:ext cx="507903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AE0"/>
          </a:solidFill>
          <a:ln w="12700">
            <a:solidFill>
              <a:srgbClr val="52A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D"/>
          </a:solidFill>
          <a:ln w="12700">
            <a:solidFill>
              <a:srgbClr val="DB707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8547"/>
          </a:solidFill>
          <a:ln w="12700">
            <a:solidFill>
              <a:srgbClr val="7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سِثِ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3"/>
          </a:solidFill>
          <a:ln w="12700">
            <a:solidFill>
              <a:srgbClr val="D8649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6"/>
          </a:solidFill>
          <a:ln w="12700">
            <a:solidFill>
              <a:srgbClr val="D147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سِجِ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322222" cy="137160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4846" y="3653028"/>
            <a:ext cx="136771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سِحِ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7034" y="3515868"/>
            <a:ext cx="685526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2B64"/>
          </a:solidFill>
          <a:ln w="12700">
            <a:solidFill>
              <a:srgbClr val="3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3479"/>
          </a:solidFill>
          <a:ln w="12700">
            <a:solidFill>
              <a:srgbClr val="6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سِخِ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023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248" y="3653028"/>
            <a:ext cx="1400312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سِدِ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0"/>
          </a:solidFill>
          <a:ln w="12700">
            <a:solidFill>
              <a:srgbClr val="5EED6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سِذِ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D"/>
          </a:solidFill>
          <a:ln w="12700">
            <a:solidFill>
              <a:srgbClr val="E052C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DB70"/>
          </a:solidFill>
          <a:ln w="12700">
            <a:solidFill>
              <a:srgbClr val="9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3"/>
          </a:solidFill>
          <a:ln w="12700">
            <a:solidFill>
              <a:srgbClr val="4785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سِرِ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0D864"/>
          </a:solidFill>
          <a:ln w="12700">
            <a:solidFill>
              <a:srgbClr val="B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D147"/>
          </a:solidFill>
          <a:ln w="12700">
            <a:solidFill>
              <a:srgbClr val="B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سِزِ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85108" cy="105156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034" y="4110228"/>
            <a:ext cx="1648526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إِسِبِ</a:t>
            </a:r>
            <a:endParaRPr lang="ar-SA" sz="6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4240" y="3835908"/>
            <a:ext cx="728320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734"/>
          </a:solidFill>
          <a:ln w="12700">
            <a:solidFill>
              <a:srgbClr val="795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بِسِتِ</a:t>
            </a:r>
            <a:endParaRPr lang="ar-SA" sz="68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0338" y="3698748"/>
            <a:ext cx="1322222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تِسِثِ</a:t>
            </a:r>
            <a:endParaRPr lang="ar-SA" sz="7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1ED"/>
          </a:solidFill>
          <a:ln w="12700">
            <a:solidFill>
              <a:srgbClr val="5E8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ثِسِجِ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052"/>
          </a:solidFill>
          <a:ln w="12700">
            <a:solidFill>
              <a:srgbClr val="E0D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2DB"/>
          </a:solidFill>
          <a:ln w="12700">
            <a:solidFill>
              <a:srgbClr val="70B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4785"/>
          </a:solidFill>
          <a:ln w="12700">
            <a:solidFill>
              <a:srgbClr val="7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جِسِحِ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DD8"/>
          </a:solidFill>
          <a:ln w="12700">
            <a:solidFill>
              <a:srgbClr val="64C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7"/>
          </a:solidFill>
          <a:ln w="12700">
            <a:solidFill>
              <a:srgbClr val="47D1C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حِسِخِ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3744468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خِسِدِ</a:t>
            </a:r>
            <a:endParaRPr lang="ar-SA" sz="8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169" y="4018788"/>
            <a:ext cx="701391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642B"/>
          </a:solidFill>
          <a:ln w="12700">
            <a:solidFill>
              <a:srgbClr val="3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6"/>
          </a:solidFill>
          <a:ln w="12700">
            <a:solidFill>
              <a:srgbClr val="3479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دِسِذِ</a:t>
            </a:r>
            <a:endParaRPr lang="ar-SA" sz="8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1046" y="3790188"/>
            <a:ext cx="1231514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ذِسِرِ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4"/>
          </a:solidFill>
          <a:ln w="12700">
            <a:solidFill>
              <a:srgbClr val="ED5EA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رِسِزِ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C"/>
          </a:solidFill>
          <a:ln w="12700">
            <a:solidFill>
              <a:srgbClr val="52E0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D"/>
          </a:solidFill>
          <a:ln w="12700">
            <a:solidFill>
              <a:srgbClr val="DB70C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447"/>
          </a:solidFill>
          <a:ln w="12700">
            <a:solidFill>
              <a:srgbClr val="856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زِسِإِ</a:t>
            </a:r>
            <a:endParaRPr lang="ar-SA" sz="62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64D8"/>
          </a:solidFill>
          <a:ln w="12700">
            <a:solidFill>
              <a:srgbClr val="C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547D1"/>
          </a:solidFill>
          <a:ln w="12700">
            <a:solidFill>
              <a:srgbClr val="A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إِسِ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723644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885" y="3744468"/>
            <a:ext cx="1243675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379" y="4064508"/>
            <a:ext cx="720181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3479"/>
          </a:solidFill>
          <a:ln w="12700">
            <a:solidFill>
              <a:srgbClr val="3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تِسِ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3698748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ثِسِ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ED5E"/>
          </a:solidFill>
          <a:ln w="12700">
            <a:solidFill>
              <a:srgbClr val="C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جِسِ</a:t>
            </a:r>
            <a:endParaRPr lang="ar-SA" sz="7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2017" y="2080260"/>
            <a:ext cx="500543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952E0"/>
          </a:solidFill>
          <a:ln w="12700">
            <a:solidFill>
              <a:srgbClr val="8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F70"/>
          </a:solidFill>
          <a:ln w="12700">
            <a:solidFill>
              <a:srgbClr val="DBC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5"/>
          </a:solidFill>
          <a:ln w="12700">
            <a:solidFill>
              <a:srgbClr val="4785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حِسِ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4093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964"/>
          </a:solidFill>
          <a:ln w="12700">
            <a:solidFill>
              <a:srgbClr val="D8A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247"/>
          </a:solidFill>
          <a:ln w="12700">
            <a:solidFill>
              <a:srgbClr val="D18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خِسِ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3515868"/>
            <a:ext cx="777240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دِسِ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3881628"/>
            <a:ext cx="713232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5"/>
          </a:solidFill>
          <a:ln w="12700">
            <a:solidFill>
              <a:srgbClr val="642B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4"/>
          </a:solidFill>
          <a:ln w="12700">
            <a:solidFill>
              <a:srgbClr val="7934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ذِسِ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0319" y="3698748"/>
            <a:ext cx="1012241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رِسِ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BED"/>
          </a:solidFill>
          <a:ln w="12700">
            <a:solidFill>
              <a:srgbClr val="5EE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زِسِ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552"/>
          </a:solidFill>
          <a:ln w="12700">
            <a:solidFill>
              <a:srgbClr val="E06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5"/>
          </a:solidFill>
          <a:ln w="12700">
            <a:solidFill>
              <a:srgbClr val="70DB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985"/>
          </a:solidFill>
          <a:ln w="12700">
            <a:solidFill>
              <a:srgbClr val="474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600" dirty="0"/>
          </a:p>
        </p:txBody>
      </p:sp>
      <p:sp>
        <p:nvSpPr>
          <p:cNvPr id="17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6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35670" cy="173736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2034540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C"/>
          </a:solidFill>
          <a:ln w="12700">
            <a:solidFill>
              <a:srgbClr val="64D88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0"/>
          </a:solidFill>
          <a:ln w="12700">
            <a:solidFill>
              <a:srgbClr val="47D16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شِإِ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9259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شِبِ</a:t>
            </a:r>
            <a:endParaRPr lang="ar-SA" sz="7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035" y="4018788"/>
            <a:ext cx="724525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7934"/>
          </a:solidFill>
          <a:ln w="12700">
            <a:solidFill>
              <a:srgbClr val="5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شِتِ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392" y="3744468"/>
            <a:ext cx="1571168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شِثِ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5EED"/>
          </a:solidFill>
          <a:ln w="12700">
            <a:solidFill>
              <a:srgbClr val="C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شِجِ</a:t>
            </a:r>
            <a:endParaRPr lang="ar-SA" sz="6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676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1E052"/>
          </a:solidFill>
          <a:ln w="12700">
            <a:solidFill>
              <a:srgbClr val="6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70DB"/>
          </a:solidFill>
          <a:ln w="12700">
            <a:solidFill>
              <a:srgbClr val="9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8"/>
          </a:solidFill>
          <a:ln w="12700">
            <a:solidFill>
              <a:srgbClr val="8547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شِحِ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64D8"/>
          </a:solidFill>
          <a:ln w="12700">
            <a:solidFill>
              <a:srgbClr val="6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1D1"/>
          </a:solidFill>
          <a:ln w="12700">
            <a:solidFill>
              <a:srgbClr val="475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شِخِ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2085" y="3515868"/>
            <a:ext cx="124047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شِدِ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912" y="4110228"/>
            <a:ext cx="706648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779"/>
          </a:solidFill>
          <a:ln w="12700">
            <a:solidFill>
              <a:srgbClr val="346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شِذِ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110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4018788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شِرِ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85E"/>
          </a:solidFill>
          <a:ln w="12700">
            <a:solidFill>
              <a:srgbClr val="EDA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شِزِ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5E0"/>
          </a:solidFill>
          <a:ln w="12700">
            <a:solidFill>
              <a:srgbClr val="528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F70"/>
          </a:solidFill>
          <a:ln w="12700">
            <a:solidFill>
              <a:srgbClr val="DB7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شِسِ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6"/>
          </a:solidFill>
          <a:ln w="12700">
            <a:solidFill>
              <a:srgbClr val="D8647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3"/>
          </a:solidFill>
          <a:ln w="12700">
            <a:solidFill>
              <a:srgbClr val="D147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إِشِبِ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8998" y="3881628"/>
            <a:ext cx="973562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بِشِتِ</a:t>
            </a:r>
            <a:endParaRPr lang="ar-SA" sz="68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3607308"/>
            <a:ext cx="724205" cy="14630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تِشِثِ</a:t>
            </a:r>
            <a:endParaRPr lang="ar-SA" sz="7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7823" y="3927348"/>
            <a:ext cx="1324737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ثِشِجِ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9679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4"/>
          </a:solidFill>
          <a:ln w="12700">
            <a:solidFill>
              <a:srgbClr val="5EED8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جِشِحِ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9"/>
          </a:solidFill>
          <a:ln w="12700">
            <a:solidFill>
              <a:srgbClr val="E052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DB70"/>
          </a:solidFill>
          <a:ln w="12700">
            <a:solidFill>
              <a:srgbClr val="7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785"/>
          </a:solidFill>
          <a:ln w="12700">
            <a:solidFill>
              <a:srgbClr val="477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حِشِخِ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89081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D864"/>
          </a:solidFill>
          <a:ln w="12700">
            <a:solidFill>
              <a:srgbClr val="9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6D147"/>
          </a:solidFill>
          <a:ln w="12700">
            <a:solidFill>
              <a:srgbClr val="9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خِشِدِ</a:t>
            </a:r>
            <a:endParaRPr lang="ar-SA" sz="8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019739" cy="146304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0185" y="3561588"/>
            <a:ext cx="1442375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دِشِذِ</a:t>
            </a:r>
            <a:endParaRPr lang="ar-SA" sz="8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58063" cy="15087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585" y="3744468"/>
            <a:ext cx="715975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A2B"/>
          </a:solidFill>
          <a:ln w="12700">
            <a:solidFill>
              <a:srgbClr val="643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934"/>
          </a:solidFill>
          <a:ln w="12700">
            <a:solidFill>
              <a:srgbClr val="796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ذِشِرِ</a:t>
            </a:r>
            <a:endParaRPr lang="ar-SA" sz="66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50548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4846" y="3653028"/>
            <a:ext cx="136771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رِشِزِ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564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5EED"/>
          </a:solidFill>
          <a:ln w="12700">
            <a:solidFill>
              <a:srgbClr val="6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زِشِسِ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CE052"/>
          </a:solidFill>
          <a:ln w="12700">
            <a:solidFill>
              <a:srgbClr val="C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7DB"/>
          </a:solidFill>
          <a:ln w="12700">
            <a:solidFill>
              <a:srgbClr val="709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4785"/>
          </a:solidFill>
          <a:ln w="12700">
            <a:solidFill>
              <a:srgbClr val="8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سِشِإِ</a:t>
            </a:r>
            <a:endParaRPr lang="ar-SA" sz="62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906353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0D8"/>
          </a:solidFill>
          <a:ln w="12700">
            <a:solidFill>
              <a:srgbClr val="64B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8D1"/>
          </a:solidFill>
          <a:ln w="12700">
            <a:solidFill>
              <a:srgbClr val="47B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إِشِ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0078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3576" y="3698748"/>
            <a:ext cx="1468984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بِشِ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573" y="3881628"/>
            <a:ext cx="717987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8"/>
          </a:solidFill>
          <a:ln w="12700">
            <a:solidFill>
              <a:srgbClr val="3479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تِشِ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10391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4034" y="4110228"/>
            <a:ext cx="1648526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ثِشِ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251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0"/>
          </a:solidFill>
          <a:ln w="12700">
            <a:solidFill>
              <a:srgbClr val="ED5E8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جِشِ</a:t>
            </a:r>
            <a:endParaRPr lang="ar-SA" sz="7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6165" y="2011680"/>
            <a:ext cx="506395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1"/>
          </a:solidFill>
          <a:ln w="12700">
            <a:solidFill>
              <a:srgbClr val="52E0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1"/>
          </a:solidFill>
          <a:ln w="12700">
            <a:solidFill>
              <a:srgbClr val="DB70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447"/>
          </a:solidFill>
          <a:ln w="12700">
            <a:solidFill>
              <a:srgbClr val="857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حِشِ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D"/>
          </a:solidFill>
          <a:ln w="12700">
            <a:solidFill>
              <a:srgbClr val="D864C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47D1"/>
          </a:solidFill>
          <a:ln w="12700">
            <a:solidFill>
              <a:srgbClr val="C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خِشِ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903" y="3790188"/>
            <a:ext cx="1099657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دِشِ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4083" y="3881628"/>
            <a:ext cx="708477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864"/>
          </a:solidFill>
          <a:ln w="12700">
            <a:solidFill>
              <a:srgbClr val="2B3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3479"/>
          </a:solidFill>
          <a:ln w="12700">
            <a:solidFill>
              <a:srgbClr val="4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ذِشِ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426098" cy="128016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3744468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رِشِ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ED5E"/>
          </a:solidFill>
          <a:ln w="12700">
            <a:solidFill>
              <a:srgbClr val="A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زِشِ</a:t>
            </a:r>
            <a:endParaRPr lang="ar-SA" sz="71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7296" y="2080260"/>
            <a:ext cx="515264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D52E0"/>
          </a:solidFill>
          <a:ln w="12700">
            <a:solidFill>
              <a:srgbClr val="A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DB70"/>
          </a:solidFill>
          <a:ln w="12700">
            <a:solidFill>
              <a:srgbClr val="C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5"/>
          </a:solidFill>
          <a:ln w="12700">
            <a:solidFill>
              <a:srgbClr val="4785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سِشِ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764"/>
          </a:solidFill>
          <a:ln w="12700">
            <a:solidFill>
              <a:srgbClr val="D8C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647"/>
          </a:solidFill>
          <a:ln w="12700">
            <a:solidFill>
              <a:srgbClr val="D1A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4289" y="896112"/>
            <a:ext cx="17957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1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4289" y="896112"/>
            <a:ext cx="1795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583983" y="896112"/>
            <a:ext cx="1860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1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83983" y="896112"/>
            <a:ext cx="1860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وَفَهِمَ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10185" y="2834640"/>
            <a:ext cx="332363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10185" y="2834640"/>
            <a:ext cx="332363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 وَفَهِمَ</a:t>
            </a:r>
            <a:endParaRPr lang="ar-SA" sz="45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1400312" cy="118872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1828800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19042" y="896112"/>
            <a:ext cx="185325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F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19042" y="896112"/>
            <a:ext cx="18532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71704" y="896112"/>
            <a:ext cx="2027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F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71704" y="896112"/>
            <a:ext cx="2027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90160" y="2834640"/>
            <a:ext cx="35636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90160" y="2834640"/>
            <a:ext cx="35636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 وَخَرَجَ</a:t>
            </a:r>
            <a:endParaRPr lang="ar-SA" sz="47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26983" cy="1737360"/>
          </a:xfrm>
          <a:prstGeom prst="rect">
            <a:avLst/>
          </a:prstGeom>
        </p:spPr>
      </p:pic>
      <p:pic>
        <p:nvPicPr>
          <p:cNvPr id="1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1943100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6"/>
          </a:solidFill>
          <a:ln w="12700">
            <a:solidFill>
              <a:srgbClr val="642B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534"/>
          </a:solidFill>
          <a:ln w="12700">
            <a:solidFill>
              <a:srgbClr val="7935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74620" y="896112"/>
            <a:ext cx="22491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C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74620" y="896112"/>
            <a:ext cx="22491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عَطِشَ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120212" y="896112"/>
            <a:ext cx="23343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C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120212" y="896112"/>
            <a:ext cx="23343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وَشَرِبَ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23469" y="2834640"/>
            <a:ext cx="429706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23469" y="2834640"/>
            <a:ext cx="429706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عَطِشَ وَشَرِبَ</a:t>
            </a:r>
            <a:endParaRPr lang="ar-SA" sz="47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74520"/>
            <a:ext cx="1047537" cy="146304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885" y="1943100"/>
            <a:ext cx="1243675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25115" y="896112"/>
            <a:ext cx="17592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A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25115" y="896112"/>
            <a:ext cx="17592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سَلِمَ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59645" y="896112"/>
            <a:ext cx="1945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A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59645" y="896112"/>
            <a:ext cx="1945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72455" y="2834640"/>
            <a:ext cx="339909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72455" y="2834640"/>
            <a:ext cx="339909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سَلِمَ وَفَرِحَ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87268"/>
            <a:ext cx="866577" cy="178308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2080260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07-seen-sheen</dc:title>
  <dc:subject>PptxGenJS Presentation</dc:subject>
  <dc:creator>PptxGenJS</dc:creator>
  <cp:lastModifiedBy>PptxGenJS</cp:lastModifiedBy>
  <cp:revision>1</cp:revision>
  <dcterms:created xsi:type="dcterms:W3CDTF">2026-10-21T00:09:47Z</dcterms:created>
  <dcterms:modified xsi:type="dcterms:W3CDTF">2026-10-21T00:09:47Z</dcterms:modified>
</cp:coreProperties>
</file>