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7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6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600" dirty="0"/>
          </a:p>
        </p:txBody>
      </p:sp>
      <p:pic>
        <p:nvPicPr>
          <p:cNvPr id="1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</a:t>
            </a:r>
            <a:endParaRPr lang="ar-SA" sz="7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7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5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6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6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6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إِسِبِ</a:t>
            </a:r>
            <a:endParaRPr lang="ar-SA" sz="6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68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54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5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83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84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زِسِإِ</a:t>
            </a:r>
            <a:endParaRPr lang="ar-SA" sz="62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7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7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7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7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7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7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7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71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7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7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600" dirty="0"/>
          </a:p>
        </p:txBody>
      </p:sp>
      <p:pic>
        <p:nvPicPr>
          <p:cNvPr id="1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9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شِإِ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75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5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6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6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6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إِشِبِ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68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5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54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54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83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8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66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63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سِشِإِ</a:t>
            </a:r>
            <a:endParaRPr lang="ar-SA" sz="6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7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71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7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7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7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7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71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7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7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7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8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9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0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5115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5115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5964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A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964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2455" y="2834640"/>
            <a:ext cx="33990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2455" y="2834640"/>
            <a:ext cx="33990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وَفَرِحَ</a:t>
            </a:r>
            <a:endParaRPr lang="ar-SA" sz="47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07-seen-sheen</dc:title>
  <dc:subject>PptxGenJS Presentation</dc:subject>
  <dc:creator>PptxGenJS</dc:creator>
  <cp:lastModifiedBy>PptxGenJS</cp:lastModifiedBy>
  <cp:revision>1</cp:revision>
  <dcterms:created xsi:type="dcterms:W3CDTF">2026-10-20T22:47:03Z</dcterms:created>
  <dcterms:modified xsi:type="dcterms:W3CDTF">2026-10-20T22:47:03Z</dcterms:modified>
</cp:coreProperties>
</file>