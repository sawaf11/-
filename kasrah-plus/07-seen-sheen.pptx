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</p:sldIdLst>
  <p:notesMasterIdLst>
    <p:notesMasterId r:id="rId7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notesMaster" Target="notesMasters/notesMaster1.xml"/><Relationship Id="rId78" Type="http://schemas.openxmlformats.org/officeDocument/2006/relationships/presProps" Target="presProps.xml"/><Relationship Id="rId79" Type="http://schemas.openxmlformats.org/officeDocument/2006/relationships/viewProps" Target="viewProps.xml"/><Relationship Id="rId80" Type="http://schemas.openxmlformats.org/officeDocument/2006/relationships/theme" Target="theme/theme1.xml"/><Relationship Id="rId8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2.png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600" dirty="0"/>
          </a:p>
        </p:txBody>
      </p:sp>
      <p:sp>
        <p:nvSpPr>
          <p:cNvPr id="13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600" dirty="0"/>
          </a:p>
        </p:txBody>
      </p:sp>
      <p:pic>
        <p:nvPicPr>
          <p:cNvPr id="1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701162" cy="1645920"/>
          </a:xfrm>
          <a:prstGeom prst="rect">
            <a:avLst/>
          </a:prstGeom>
        </p:spPr>
      </p:pic>
      <p:pic>
        <p:nvPicPr>
          <p:cNvPr id="1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8549" y="1783080"/>
            <a:ext cx="1004011" cy="1645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8"/>
          </a:solidFill>
          <a:ln w="12700">
            <a:solidFill>
              <a:srgbClr val="2B64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9"/>
          </a:solidFill>
          <a:ln w="12700">
            <a:solidFill>
              <a:srgbClr val="347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سِإِ</a:t>
            </a:r>
            <a:endParaRPr lang="ar-SA" sz="70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739646" cy="114300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696" y="3790188"/>
            <a:ext cx="1150864" cy="12801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سِبِ</a:t>
            </a:r>
            <a:endParaRPr lang="ar-SA" sz="7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3835908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35E"/>
          </a:solidFill>
          <a:ln w="12700">
            <a:solidFill>
              <a:srgbClr val="ED8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سِتِ</a:t>
            </a:r>
            <a:endParaRPr lang="ar-SA" sz="9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4657" y="2125980"/>
            <a:ext cx="507903" cy="9601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AE0"/>
          </a:solidFill>
          <a:ln w="12700">
            <a:solidFill>
              <a:srgbClr val="52A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D"/>
          </a:solidFill>
          <a:ln w="12700">
            <a:solidFill>
              <a:srgbClr val="DB707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78547"/>
          </a:solidFill>
          <a:ln w="12700">
            <a:solidFill>
              <a:srgbClr val="7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سِثِ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19953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3"/>
          </a:solidFill>
          <a:ln w="12700">
            <a:solidFill>
              <a:srgbClr val="D8649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6"/>
          </a:solidFill>
          <a:ln w="12700">
            <a:solidFill>
              <a:srgbClr val="D1479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سِجِ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322222" cy="137160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4846" y="3653028"/>
            <a:ext cx="1367714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سِحِ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88132" cy="132588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7034" y="3515868"/>
            <a:ext cx="685526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2B64"/>
          </a:solidFill>
          <a:ln w="12700">
            <a:solidFill>
              <a:srgbClr val="3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3479"/>
          </a:solidFill>
          <a:ln w="12700">
            <a:solidFill>
              <a:srgbClr val="6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سِخِ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3023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2248" y="3653028"/>
            <a:ext cx="1400312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سِدِ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94761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0"/>
          </a:solidFill>
          <a:ln w="12700">
            <a:solidFill>
              <a:srgbClr val="5EED6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سِذِ</a:t>
            </a:r>
            <a:endParaRPr lang="ar-SA" sz="9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D"/>
          </a:solidFill>
          <a:ln w="12700">
            <a:solidFill>
              <a:srgbClr val="E052C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7DB70"/>
          </a:solidFill>
          <a:ln w="12700">
            <a:solidFill>
              <a:srgbClr val="9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3"/>
          </a:solidFill>
          <a:ln w="12700">
            <a:solidFill>
              <a:srgbClr val="47858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سِرِ</a:t>
            </a:r>
            <a:endParaRPr lang="ar-SA" sz="7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69010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0D864"/>
          </a:solidFill>
          <a:ln w="12700">
            <a:solidFill>
              <a:srgbClr val="B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9D147"/>
          </a:solidFill>
          <a:ln w="12700">
            <a:solidFill>
              <a:srgbClr val="B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سِزِ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185108" cy="105156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4034" y="4110228"/>
            <a:ext cx="1648526" cy="9601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5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إِسِبِ</a:t>
            </a:r>
            <a:endParaRPr lang="ar-SA" sz="6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54985" cy="132588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4240" y="3835908"/>
            <a:ext cx="728320" cy="12344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B"/>
          </a:solidFill>
          <a:ln w="12700">
            <a:solidFill>
              <a:srgbClr val="642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734"/>
          </a:solidFill>
          <a:ln w="12700">
            <a:solidFill>
              <a:srgbClr val="795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5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5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بِسِتِ</a:t>
            </a:r>
            <a:endParaRPr lang="ar-SA" sz="68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54380" cy="1508760"/>
          </a:xfrm>
          <a:prstGeom prst="rect">
            <a:avLst/>
          </a:prstGeom>
        </p:spPr>
      </p:pic>
      <p:pic>
        <p:nvPicPr>
          <p:cNvPr id="27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0338" y="3698748"/>
            <a:ext cx="1322222" cy="13716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تِسِثِ</a:t>
            </a:r>
            <a:endParaRPr lang="ar-SA" sz="7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1ED"/>
          </a:solidFill>
          <a:ln w="12700">
            <a:solidFill>
              <a:srgbClr val="5E8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ثِسِجِ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052"/>
          </a:solidFill>
          <a:ln w="12700">
            <a:solidFill>
              <a:srgbClr val="E0D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2DB"/>
          </a:solidFill>
          <a:ln w="12700">
            <a:solidFill>
              <a:srgbClr val="70B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34785"/>
          </a:solidFill>
          <a:ln w="12700">
            <a:solidFill>
              <a:srgbClr val="7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جِسِحِ</a:t>
            </a:r>
            <a:endParaRPr lang="ar-SA" sz="5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4566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DD8"/>
          </a:solidFill>
          <a:ln w="12700">
            <a:solidFill>
              <a:srgbClr val="64C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7"/>
          </a:solidFill>
          <a:ln w="12700">
            <a:solidFill>
              <a:srgbClr val="47D1C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حِسِخِ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58748" cy="137160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475" y="3744468"/>
            <a:ext cx="1408085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خِسِدِ</a:t>
            </a:r>
            <a:endParaRPr lang="ar-SA" sz="83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34014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1169" y="4018788"/>
            <a:ext cx="701391" cy="10515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642B"/>
          </a:solidFill>
          <a:ln w="12700">
            <a:solidFill>
              <a:srgbClr val="3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6"/>
          </a:solidFill>
          <a:ln w="12700">
            <a:solidFill>
              <a:srgbClr val="34794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5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5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دِسِذِ</a:t>
            </a:r>
            <a:endParaRPr lang="ar-SA" sz="8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645188" cy="118872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1046" y="3790188"/>
            <a:ext cx="1231514" cy="12801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ذِسِرِ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4"/>
          </a:solidFill>
          <a:ln w="12700">
            <a:solidFill>
              <a:srgbClr val="ED5EA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5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رِسِزِ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C"/>
          </a:solidFill>
          <a:ln w="12700">
            <a:solidFill>
              <a:srgbClr val="52E0A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D"/>
          </a:solidFill>
          <a:ln w="12700">
            <a:solidFill>
              <a:srgbClr val="DB70C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447"/>
          </a:solidFill>
          <a:ln w="12700">
            <a:solidFill>
              <a:srgbClr val="856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زِسِإِ</a:t>
            </a:r>
            <a:endParaRPr lang="ar-SA" sz="62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7164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664D8"/>
          </a:solidFill>
          <a:ln w="12700">
            <a:solidFill>
              <a:srgbClr val="C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547D1"/>
          </a:solidFill>
          <a:ln w="12700">
            <a:solidFill>
              <a:srgbClr val="A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إِسِ</a:t>
            </a:r>
            <a:endParaRPr lang="ar-SA" sz="7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723644" cy="132588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8885" y="3744468"/>
            <a:ext cx="1243675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بِسِ</a:t>
            </a:r>
            <a:endParaRPr lang="ar-SA" sz="7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2379" y="4064508"/>
            <a:ext cx="720181" cy="10058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764"/>
          </a:solidFill>
          <a:ln w="12700">
            <a:solidFill>
              <a:srgbClr val="2B4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53479"/>
          </a:solidFill>
          <a:ln w="12700">
            <a:solidFill>
              <a:srgbClr val="3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تِسِ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834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7975" y="3698748"/>
            <a:ext cx="1024585" cy="13716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ثِسِ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8ED5E"/>
          </a:solidFill>
          <a:ln w="12700">
            <a:solidFill>
              <a:srgbClr val="C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جِسِ</a:t>
            </a:r>
            <a:endParaRPr lang="ar-SA" sz="7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52017" y="2080260"/>
            <a:ext cx="500543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952E0"/>
          </a:solidFill>
          <a:ln w="12700">
            <a:solidFill>
              <a:srgbClr val="8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F70"/>
          </a:solidFill>
          <a:ln w="12700">
            <a:solidFill>
              <a:srgbClr val="DBC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5"/>
          </a:solidFill>
          <a:ln w="12700">
            <a:solidFill>
              <a:srgbClr val="47855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حِسِ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4093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964"/>
          </a:solidFill>
          <a:ln w="12700">
            <a:solidFill>
              <a:srgbClr val="D8A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247"/>
          </a:solidFill>
          <a:ln w="12700">
            <a:solidFill>
              <a:srgbClr val="D18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خِسِ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48526" cy="9601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3515868"/>
            <a:ext cx="777240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دِسِ</a:t>
            </a:r>
            <a:endParaRPr lang="ar-SA" sz="7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328" y="3881628"/>
            <a:ext cx="713232" cy="11887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5"/>
          </a:solidFill>
          <a:ln w="12700">
            <a:solidFill>
              <a:srgbClr val="642B5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4"/>
          </a:solidFill>
          <a:ln w="12700">
            <a:solidFill>
              <a:srgbClr val="7934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ذِسِ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9762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0319" y="3698748"/>
            <a:ext cx="1012241" cy="13716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رِسِ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BED"/>
          </a:solidFill>
          <a:ln w="12700">
            <a:solidFill>
              <a:srgbClr val="5EE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زِسِ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552"/>
          </a:solidFill>
          <a:ln w="12700">
            <a:solidFill>
              <a:srgbClr val="E06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5"/>
          </a:solidFill>
          <a:ln w="12700">
            <a:solidFill>
              <a:srgbClr val="70DBB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985"/>
          </a:solidFill>
          <a:ln w="12700">
            <a:solidFill>
              <a:srgbClr val="474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600" dirty="0"/>
          </a:p>
        </p:txBody>
      </p:sp>
      <p:sp>
        <p:nvSpPr>
          <p:cNvPr id="17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600" dirty="0"/>
          </a:p>
        </p:txBody>
      </p:sp>
      <p:pic>
        <p:nvPicPr>
          <p:cNvPr id="1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32988"/>
            <a:ext cx="835670" cy="173736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226" y="2034540"/>
            <a:ext cx="1529334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C"/>
          </a:solidFill>
          <a:ln w="12700">
            <a:solidFill>
              <a:srgbClr val="64D88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0"/>
          </a:solidFill>
          <a:ln w="12700">
            <a:solidFill>
              <a:srgbClr val="47D16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شِإِ</a:t>
            </a:r>
            <a:endParaRPr lang="ar-SA" sz="7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92596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9213" y="3927348"/>
            <a:ext cx="1633347" cy="11430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شِبِ</a:t>
            </a:r>
            <a:endParaRPr lang="ar-SA" sz="7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7400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035" y="4018788"/>
            <a:ext cx="724525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642B"/>
          </a:solidFill>
          <a:ln w="12700">
            <a:solidFill>
              <a:srgbClr val="6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67934"/>
          </a:solidFill>
          <a:ln w="12700">
            <a:solidFill>
              <a:srgbClr val="5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شِتِ</a:t>
            </a:r>
            <a:endParaRPr lang="ar-SA" sz="9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6661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1392" y="3744468"/>
            <a:ext cx="1571168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شِثِ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4487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B5EED"/>
          </a:solidFill>
          <a:ln w="12700">
            <a:solidFill>
              <a:srgbClr val="C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شِجِ</a:t>
            </a:r>
            <a:endParaRPr lang="ar-SA" sz="6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6760" y="2080260"/>
            <a:ext cx="505800" cy="10515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1E052"/>
          </a:solidFill>
          <a:ln w="12700">
            <a:solidFill>
              <a:srgbClr val="6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A70DB"/>
          </a:solidFill>
          <a:ln w="12700">
            <a:solidFill>
              <a:srgbClr val="9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8"/>
          </a:solidFill>
          <a:ln w="12700">
            <a:solidFill>
              <a:srgbClr val="85475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شِحِ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4959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F64D8"/>
          </a:solidFill>
          <a:ln w="12700">
            <a:solidFill>
              <a:srgbClr val="6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1D1"/>
          </a:solidFill>
          <a:ln w="12700">
            <a:solidFill>
              <a:srgbClr val="475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شِخِ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984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2085" y="3515868"/>
            <a:ext cx="1240475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شِدِ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5912" y="4110228"/>
            <a:ext cx="706648" cy="9601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6"/>
          </a:solidFill>
          <a:ln w="12700">
            <a:solidFill>
              <a:srgbClr val="2B64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779"/>
          </a:solidFill>
          <a:ln w="12700">
            <a:solidFill>
              <a:srgbClr val="346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شِذِ</a:t>
            </a:r>
            <a:endParaRPr lang="ar-SA" sz="9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01100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2628" y="4018788"/>
            <a:ext cx="1099932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شِرِ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85E"/>
          </a:solidFill>
          <a:ln w="12700">
            <a:solidFill>
              <a:srgbClr val="EDA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شِزِ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5E0"/>
          </a:solidFill>
          <a:ln w="12700">
            <a:solidFill>
              <a:srgbClr val="528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F70"/>
          </a:solidFill>
          <a:ln w="12700">
            <a:solidFill>
              <a:srgbClr val="DB7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8547"/>
          </a:solidFill>
          <a:ln w="12700">
            <a:solidFill>
              <a:srgbClr val="6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شِسِ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6"/>
          </a:solidFill>
          <a:ln w="12700">
            <a:solidFill>
              <a:srgbClr val="D8647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3"/>
          </a:solidFill>
          <a:ln w="12700">
            <a:solidFill>
              <a:srgbClr val="D1477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إِشِبِ</a:t>
            </a:r>
            <a:endParaRPr lang="ar-SA" sz="6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85900" cy="1188720"/>
          </a:xfrm>
          <a:prstGeom prst="rect">
            <a:avLst/>
          </a:prstGeom>
        </p:spPr>
      </p:pic>
      <p:pic>
        <p:nvPicPr>
          <p:cNvPr id="25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8998" y="3881628"/>
            <a:ext cx="973562" cy="11887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5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بِشِتِ</a:t>
            </a:r>
            <a:endParaRPr lang="ar-SA" sz="68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5714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355" y="3607308"/>
            <a:ext cx="724205" cy="14630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2B64"/>
          </a:solidFill>
          <a:ln w="12700">
            <a:solidFill>
              <a:srgbClr val="4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8"/>
          </a:solidFill>
          <a:ln w="12700">
            <a:solidFill>
              <a:srgbClr val="79347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5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5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تِشِثِ</a:t>
            </a:r>
            <a:endParaRPr lang="ar-SA" sz="72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71569" cy="96012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7823" y="3927348"/>
            <a:ext cx="1324737" cy="11430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ثِشِجِ</a:t>
            </a:r>
            <a:endParaRPr lang="ar-SA" sz="5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9679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4"/>
          </a:solidFill>
          <a:ln w="12700">
            <a:solidFill>
              <a:srgbClr val="5EED8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جِشِحِ</a:t>
            </a:r>
            <a:endParaRPr lang="ar-SA" sz="5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3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9"/>
          </a:solidFill>
          <a:ln w="12700">
            <a:solidFill>
              <a:srgbClr val="E052A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CDB70"/>
          </a:solidFill>
          <a:ln w="12700">
            <a:solidFill>
              <a:srgbClr val="7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785"/>
          </a:solidFill>
          <a:ln w="12700">
            <a:solidFill>
              <a:srgbClr val="477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حِشِخِ</a:t>
            </a:r>
            <a:endParaRPr lang="ar-SA" sz="5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89081" cy="15087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3D864"/>
          </a:solidFill>
          <a:ln w="12700">
            <a:solidFill>
              <a:srgbClr val="9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6D147"/>
          </a:solidFill>
          <a:ln w="12700">
            <a:solidFill>
              <a:srgbClr val="9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خِشِدِ</a:t>
            </a:r>
            <a:endParaRPr lang="ar-SA" sz="83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1019739" cy="146304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0185" y="3561588"/>
            <a:ext cx="1442375" cy="15087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5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دِشِذِ</a:t>
            </a:r>
            <a:endParaRPr lang="ar-SA" sz="8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58063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6585" y="3744468"/>
            <a:ext cx="715975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A2B"/>
          </a:solidFill>
          <a:ln w="12700">
            <a:solidFill>
              <a:srgbClr val="643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934"/>
          </a:solidFill>
          <a:ln w="12700">
            <a:solidFill>
              <a:srgbClr val="796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5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5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ذِشِرِ</a:t>
            </a:r>
            <a:endParaRPr lang="ar-SA" sz="66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50548" cy="141732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4846" y="3653028"/>
            <a:ext cx="1367714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رِشِزِ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5642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15EED"/>
          </a:solidFill>
          <a:ln w="12700">
            <a:solidFill>
              <a:srgbClr val="6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زِشِسِ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3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CE052"/>
          </a:solidFill>
          <a:ln w="12700">
            <a:solidFill>
              <a:srgbClr val="C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7DB"/>
          </a:solidFill>
          <a:ln w="12700">
            <a:solidFill>
              <a:srgbClr val="709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4785"/>
          </a:solidFill>
          <a:ln w="12700">
            <a:solidFill>
              <a:srgbClr val="8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سِشِإِ</a:t>
            </a:r>
            <a:endParaRPr lang="ar-SA" sz="62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906353" cy="12801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0D8"/>
          </a:solidFill>
          <a:ln w="12700">
            <a:solidFill>
              <a:srgbClr val="64B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8D1"/>
          </a:solidFill>
          <a:ln w="12700">
            <a:solidFill>
              <a:srgbClr val="47B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إِشِ</a:t>
            </a:r>
            <a:endParaRPr lang="ar-SA" sz="7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70078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3698748"/>
            <a:ext cx="1468984" cy="13716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بِشِ</a:t>
            </a:r>
            <a:endParaRPr lang="ar-SA" sz="7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7321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4573" y="3881628"/>
            <a:ext cx="717987" cy="11887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C"/>
          </a:solidFill>
          <a:ln w="12700">
            <a:solidFill>
              <a:srgbClr val="2B64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8"/>
          </a:solidFill>
          <a:ln w="12700">
            <a:solidFill>
              <a:srgbClr val="34795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تِشِ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10391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4034" y="4110228"/>
            <a:ext cx="1648526" cy="9601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ثِشِ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22517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0"/>
          </a:solidFill>
          <a:ln w="12700">
            <a:solidFill>
              <a:srgbClr val="ED5E8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جِشِ</a:t>
            </a:r>
            <a:endParaRPr lang="ar-SA" sz="7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6165" y="2011680"/>
            <a:ext cx="506395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4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1"/>
          </a:solidFill>
          <a:ln w="12700">
            <a:solidFill>
              <a:srgbClr val="52E0D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1"/>
          </a:solidFill>
          <a:ln w="12700">
            <a:solidFill>
              <a:srgbClr val="DB70B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447"/>
          </a:solidFill>
          <a:ln w="12700">
            <a:solidFill>
              <a:srgbClr val="857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حِشِ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5904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D"/>
          </a:solidFill>
          <a:ln w="12700">
            <a:solidFill>
              <a:srgbClr val="D864C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847D1"/>
          </a:solidFill>
          <a:ln w="12700">
            <a:solidFill>
              <a:srgbClr val="C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خِشِ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787743" cy="9601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2903" y="3790188"/>
            <a:ext cx="1099657" cy="12801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دِشِ</a:t>
            </a:r>
            <a:endParaRPr lang="ar-SA" sz="7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26455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4083" y="3881628"/>
            <a:ext cx="708477" cy="11887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864"/>
          </a:solidFill>
          <a:ln w="12700">
            <a:solidFill>
              <a:srgbClr val="2B3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73479"/>
          </a:solidFill>
          <a:ln w="12700">
            <a:solidFill>
              <a:srgbClr val="4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ذِشِ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426098" cy="128016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475" y="3744468"/>
            <a:ext cx="1408085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رِشِ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3ED5E"/>
          </a:solidFill>
          <a:ln w="12700">
            <a:solidFill>
              <a:srgbClr val="A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زِشِ</a:t>
            </a:r>
            <a:endParaRPr lang="ar-SA" sz="7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7296" y="2080260"/>
            <a:ext cx="515264" cy="10515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D52E0"/>
          </a:solidFill>
          <a:ln w="12700">
            <a:solidFill>
              <a:srgbClr val="A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CDB70"/>
          </a:solidFill>
          <a:ln w="12700">
            <a:solidFill>
              <a:srgbClr val="C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5"/>
          </a:solidFill>
          <a:ln w="12700">
            <a:solidFill>
              <a:srgbClr val="47856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سِشِ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764"/>
          </a:solidFill>
          <a:ln w="12700">
            <a:solidFill>
              <a:srgbClr val="D8C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647"/>
          </a:solidFill>
          <a:ln w="12700">
            <a:solidFill>
              <a:srgbClr val="D1A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64289" y="896112"/>
            <a:ext cx="17957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1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64289" y="896112"/>
            <a:ext cx="17957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سَمِعَ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583983" y="896112"/>
            <a:ext cx="18602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1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83983" y="896112"/>
            <a:ext cx="18602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وَفَهِمَ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10185" y="2834640"/>
            <a:ext cx="332363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10185" y="2834640"/>
            <a:ext cx="332363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سَمِعَ وَفَهِمَ</a:t>
            </a:r>
            <a:endParaRPr lang="ar-SA" sz="45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1400312" cy="118872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3112" y="1828800"/>
            <a:ext cx="1439448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19042" y="896112"/>
            <a:ext cx="185325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F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19042" y="896112"/>
            <a:ext cx="185325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لَبِسَ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471704" y="896112"/>
            <a:ext cx="202729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F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71704" y="896112"/>
            <a:ext cx="20272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وَخَرَجَ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90160" y="2834640"/>
            <a:ext cx="356368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90160" y="2834640"/>
            <a:ext cx="35636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لَبِسَ وَخَرَجَ</a:t>
            </a:r>
            <a:endParaRPr lang="ar-SA" sz="4700" dirty="0"/>
          </a:p>
        </p:txBody>
      </p:sp>
      <p:pic>
        <p:nvPicPr>
          <p:cNvPr id="1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32988"/>
            <a:ext cx="826983" cy="1737360"/>
          </a:xfrm>
          <a:prstGeom prst="rect">
            <a:avLst/>
          </a:prstGeom>
        </p:spPr>
      </p:pic>
      <p:pic>
        <p:nvPicPr>
          <p:cNvPr id="1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769" y="1943100"/>
            <a:ext cx="1341791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6"/>
          </a:solidFill>
          <a:ln w="12700">
            <a:solidFill>
              <a:srgbClr val="642B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534"/>
          </a:solidFill>
          <a:ln w="12700">
            <a:solidFill>
              <a:srgbClr val="7935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74620" y="896112"/>
            <a:ext cx="224916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C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74620" y="896112"/>
            <a:ext cx="224916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عَطِشَ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120212" y="896112"/>
            <a:ext cx="233436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CE2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120212" y="896112"/>
            <a:ext cx="233436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وَشَرِبَ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423469" y="2834640"/>
            <a:ext cx="429706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423469" y="2834640"/>
            <a:ext cx="429706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عَطِشَ وَشَرِبَ</a:t>
            </a:r>
            <a:endParaRPr lang="ar-SA" sz="4700" dirty="0"/>
          </a:p>
        </p:txBody>
      </p:sp>
      <p:pic>
        <p:nvPicPr>
          <p:cNvPr id="1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74520"/>
            <a:ext cx="1047537" cy="1463040"/>
          </a:xfrm>
          <a:prstGeom prst="rect">
            <a:avLst/>
          </a:prstGeom>
        </p:spPr>
      </p:pic>
      <p:pic>
        <p:nvPicPr>
          <p:cNvPr id="2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8885" y="1943100"/>
            <a:ext cx="1243675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25115" y="896112"/>
            <a:ext cx="175923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A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25115" y="896112"/>
            <a:ext cx="175923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سَلِمَ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559645" y="896112"/>
            <a:ext cx="19454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3A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59645" y="896112"/>
            <a:ext cx="19454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وَفَرِحَ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72455" y="2834640"/>
            <a:ext cx="339909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72455" y="2834640"/>
            <a:ext cx="339909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سَلِمَ وَفَرِحَ</a:t>
            </a:r>
            <a:endParaRPr lang="ar-SA" sz="47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87268"/>
            <a:ext cx="866577" cy="178308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2080260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75</Slides>
  <Notes>75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7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07-seen-sheen</dc:title>
  <dc:subject>PptxGenJS Presentation</dc:subject>
  <dc:creator>PptxGenJS</dc:creator>
  <cp:lastModifiedBy>PptxGenJS</cp:lastModifiedBy>
  <cp:revision>1</cp:revision>
  <dcterms:created xsi:type="dcterms:W3CDTF">2026-10-21T00:09:47Z</dcterms:created>
  <dcterms:modified xsi:type="dcterms:W3CDTF">2026-10-21T00:09:47Z</dcterms:modified>
</cp:coreProperties>
</file>