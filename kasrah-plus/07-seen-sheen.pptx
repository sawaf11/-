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2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2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6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600" dirty="0"/>
          </a:p>
        </p:txBody>
      </p:sp>
      <p:pic>
        <p:nvPicPr>
          <p:cNvPr id="1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780898" cy="1828800"/>
          </a:xfrm>
          <a:prstGeom prst="rect">
            <a:avLst/>
          </a:prstGeom>
        </p:spPr>
      </p:pic>
      <p:pic>
        <p:nvPicPr>
          <p:cNvPr id="1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572" y="1783080"/>
            <a:ext cx="952988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سِإِ</a:t>
            </a:r>
            <a:endParaRPr lang="ar-SA" sz="70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251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73" y="3515868"/>
            <a:ext cx="1608887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سِبِ</a:t>
            </a:r>
            <a:endParaRPr lang="ar-SA" sz="7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913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266" y="3515868"/>
            <a:ext cx="2305294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35E"/>
          </a:solidFill>
          <a:ln w="12700">
            <a:solidFill>
              <a:srgbClr val="ED8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سِتِ</a:t>
            </a:r>
            <a:endParaRPr lang="ar-SA" sz="9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2038" y="2080260"/>
            <a:ext cx="520522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AE0"/>
          </a:solidFill>
          <a:ln w="12700">
            <a:solidFill>
              <a:srgbClr val="52A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سِثِ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76691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3"/>
          </a:solidFill>
          <a:ln w="12700">
            <a:solidFill>
              <a:srgbClr val="D864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6"/>
          </a:solidFill>
          <a:ln w="12700">
            <a:solidFill>
              <a:srgbClr val="D147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سِجِ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88974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608" y="3515868"/>
            <a:ext cx="199595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سِحِ</a:t>
            </a:r>
            <a:endParaRPr lang="ar-SA" sz="6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76691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470" y="3515868"/>
            <a:ext cx="673090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سِخِ</a:t>
            </a:r>
            <a:endParaRPr lang="ar-SA" sz="6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94957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792" y="3515868"/>
            <a:ext cx="161976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سِدِ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8377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36" y="3515868"/>
            <a:ext cx="2679924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0"/>
          </a:solidFill>
          <a:ln w="12700">
            <a:solidFill>
              <a:srgbClr val="5EED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D"/>
          </a:solidFill>
          <a:ln w="12700">
            <a:solidFill>
              <a:srgbClr val="E052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DB70"/>
          </a:solidFill>
          <a:ln w="12700">
            <a:solidFill>
              <a:srgbClr val="9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سِرِ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D864"/>
          </a:solidFill>
          <a:ln w="12700">
            <a:solidFill>
              <a:srgbClr val="B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سِزِ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0047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86" y="3515868"/>
            <a:ext cx="1691274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إِسِبِ</a:t>
            </a:r>
            <a:endParaRPr lang="ar-SA" sz="6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11713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09" y="3835908"/>
            <a:ext cx="725851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بِسِتِ</a:t>
            </a:r>
            <a:endParaRPr lang="ar-SA" sz="68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2303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331" y="3332988"/>
            <a:ext cx="1652229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تِسِثِ</a:t>
            </a:r>
            <a:endParaRPr lang="ar-SA" sz="7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96" y="3332988"/>
            <a:ext cx="1997964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1ED"/>
          </a:solidFill>
          <a:ln w="12700">
            <a:solidFill>
              <a:srgbClr val="5E8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ثِسِجِ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052"/>
          </a:solidFill>
          <a:ln w="12700">
            <a:solidFill>
              <a:srgbClr val="E0D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جِسِحِ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4205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DD8"/>
          </a:solidFill>
          <a:ln w="12700">
            <a:solidFill>
              <a:srgbClr val="64C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حِسِخِ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401638" cy="1508760"/>
          </a:xfrm>
          <a:prstGeom prst="rect">
            <a:avLst/>
          </a:prstGeom>
        </p:spPr>
      </p:pic>
      <p:pic>
        <p:nvPicPr>
          <p:cNvPr id="2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706" y="3332988"/>
            <a:ext cx="1806854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خِسِدِ</a:t>
            </a:r>
            <a:endParaRPr lang="ar-SA" sz="8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59571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258" y="3973068"/>
            <a:ext cx="725302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دِسِذِ</a:t>
            </a:r>
            <a:endParaRPr lang="ar-SA" sz="84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23183" cy="1508760"/>
          </a:xfrm>
          <a:prstGeom prst="rect">
            <a:avLst/>
          </a:prstGeom>
        </p:spPr>
      </p:pic>
      <p:pic>
        <p:nvPicPr>
          <p:cNvPr id="27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172" y="3332988"/>
            <a:ext cx="2008388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ذِسِرِ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6836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055" y="3332988"/>
            <a:ext cx="2576505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4"/>
          </a:solidFill>
          <a:ln w="12700">
            <a:solidFill>
              <a:srgbClr val="ED5E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رِسِزِ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زِسِإِ</a:t>
            </a:r>
            <a:endParaRPr lang="ar-SA" sz="6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47D1"/>
          </a:solidFill>
          <a:ln w="12700">
            <a:solidFill>
              <a:srgbClr val="A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إِسِ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2267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478" y="4064508"/>
            <a:ext cx="703082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تِسِ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0519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64" y="3515868"/>
            <a:ext cx="1386596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ثِسِ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047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36" y="3515868"/>
            <a:ext cx="2679924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ED5E"/>
          </a:solidFill>
          <a:ln w="12700">
            <a:solidFill>
              <a:srgbClr val="C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جِسِ</a:t>
            </a:r>
            <a:endParaRPr lang="ar-SA" sz="7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7570" y="2103120"/>
            <a:ext cx="514990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52E0"/>
          </a:solidFill>
          <a:ln w="12700">
            <a:solidFill>
              <a:srgbClr val="8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حِسِ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5510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خِسِ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36061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654" y="3515868"/>
            <a:ext cx="1580906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دِسِ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91" y="3835908"/>
            <a:ext cx="708569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ذِسِ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834640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690" y="3515868"/>
            <a:ext cx="179387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رِسِ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08" y="3515868"/>
            <a:ext cx="1787652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BED"/>
          </a:solidFill>
          <a:ln w="12700">
            <a:solidFill>
              <a:srgbClr val="5EE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زِسِ</a:t>
            </a:r>
            <a:endParaRPr lang="ar-SA" sz="7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1410" y="2148840"/>
            <a:ext cx="511150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600" dirty="0"/>
          </a:p>
        </p:txBody>
      </p:sp>
      <p:sp>
        <p:nvSpPr>
          <p:cNvPr id="17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6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19302" cy="182880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260" y="1783080"/>
            <a:ext cx="1351300" cy="1645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شِإِ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283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73" y="3515868"/>
            <a:ext cx="1608887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شِبِ</a:t>
            </a:r>
            <a:endParaRPr lang="ar-SA" sz="7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3973068"/>
            <a:ext cx="707746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شِتِ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401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293" y="3515868"/>
            <a:ext cx="1220267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شِثِ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266" y="3515868"/>
            <a:ext cx="2305294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شِجِ</a:t>
            </a:r>
            <a:endParaRPr lang="ar-SA" sz="6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7811" y="2080260"/>
            <a:ext cx="504749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E052"/>
          </a:solidFill>
          <a:ln w="12700">
            <a:solidFill>
              <a:srgbClr val="6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70DB"/>
          </a:solidFill>
          <a:ln w="12700">
            <a:solidFill>
              <a:srgbClr val="9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شِحِ</a:t>
            </a:r>
            <a:endParaRPr lang="ar-SA" sz="6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1D1"/>
          </a:solidFill>
          <a:ln w="12700">
            <a:solidFill>
              <a:srgbClr val="475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شِخِ</a:t>
            </a:r>
            <a:endParaRPr lang="ar-SA" sz="6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80470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792" y="3515868"/>
            <a:ext cx="161976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شِدِ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373" y="4064508"/>
            <a:ext cx="721187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شِذِ</a:t>
            </a:r>
            <a:endParaRPr lang="ar-SA" sz="95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141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891" y="3515868"/>
            <a:ext cx="1602669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شِرِ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062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36" y="3515868"/>
            <a:ext cx="2679924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85E"/>
          </a:solidFill>
          <a:ln w="12700">
            <a:solidFill>
              <a:srgbClr val="EDA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شِزِ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2266" y="2148840"/>
            <a:ext cx="520294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5E0"/>
          </a:solidFill>
          <a:ln w="12700">
            <a:solidFill>
              <a:srgbClr val="528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شِسِ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3"/>
          </a:solidFill>
          <a:ln w="12700">
            <a:solidFill>
              <a:srgbClr val="D147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إِشِبِ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73215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331" y="3332988"/>
            <a:ext cx="1652229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بِشِتِ</a:t>
            </a:r>
            <a:endParaRPr lang="ar-SA" sz="68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4205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596" y="3607308"/>
            <a:ext cx="713964" cy="14630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تِشِثِ</a:t>
            </a:r>
            <a:endParaRPr lang="ar-SA" sz="72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7164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93" y="3332988"/>
            <a:ext cx="1956267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ثِشِجِ</a:t>
            </a:r>
            <a:endParaRPr lang="ar-SA" sz="5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96" y="3332988"/>
            <a:ext cx="1997964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4"/>
          </a:solidFill>
          <a:ln w="12700">
            <a:solidFill>
              <a:srgbClr val="5EED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جِشِحِ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9"/>
          </a:solidFill>
          <a:ln w="12700">
            <a:solidFill>
              <a:srgbClr val="E052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حِشِخِ</a:t>
            </a:r>
            <a:endParaRPr lang="ar-SA" sz="54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0590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D864"/>
          </a:solidFill>
          <a:ln w="12700">
            <a:solidFill>
              <a:srgbClr val="9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D147"/>
          </a:solidFill>
          <a:ln w="12700">
            <a:solidFill>
              <a:srgbClr val="9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خِشِدِ</a:t>
            </a:r>
            <a:endParaRPr lang="ar-SA" sz="8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19922" cy="1508760"/>
          </a:xfrm>
          <a:prstGeom prst="rect">
            <a:avLst/>
          </a:prstGeom>
        </p:spPr>
      </p:pic>
      <p:pic>
        <p:nvPicPr>
          <p:cNvPr id="2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172" y="3332988"/>
            <a:ext cx="2008388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دِشِذِ</a:t>
            </a:r>
            <a:endParaRPr lang="ar-SA" sz="8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15817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607" y="3744468"/>
            <a:ext cx="719953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ذِشِرِ</a:t>
            </a:r>
            <a:endParaRPr lang="ar-SA" sz="6600" dirty="0"/>
          </a:p>
        </p:txBody>
      </p:sp>
      <p:pic>
        <p:nvPicPr>
          <p:cNvPr id="26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937248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297" y="3332988"/>
            <a:ext cx="1235263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رِشِزِ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5244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055" y="3332988"/>
            <a:ext cx="2576505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5EED"/>
          </a:solidFill>
          <a:ln w="12700">
            <a:solidFill>
              <a:srgbClr val="6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زِشِسِ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E052"/>
          </a:solidFill>
          <a:ln w="12700">
            <a:solidFill>
              <a:srgbClr val="C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7DB"/>
          </a:solidFill>
          <a:ln w="12700">
            <a:solidFill>
              <a:srgbClr val="709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سِشِإِ</a:t>
            </a:r>
            <a:endParaRPr lang="ar-SA" sz="6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28573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0D8"/>
          </a:solidFill>
          <a:ln w="12700">
            <a:solidFill>
              <a:srgbClr val="64B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8D1"/>
          </a:solidFill>
          <a:ln w="12700">
            <a:solidFill>
              <a:srgbClr val="47B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إِشِ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555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64" y="3515868"/>
            <a:ext cx="1386596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بِشِ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17794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272" y="3881628"/>
            <a:ext cx="707288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تِشِ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1414" cy="1417320"/>
          </a:xfrm>
          <a:prstGeom prst="rect">
            <a:avLst/>
          </a:prstGeom>
        </p:spPr>
      </p:pic>
      <p:pic>
        <p:nvPicPr>
          <p:cNvPr id="23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19" y="3515868"/>
            <a:ext cx="2911541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ثِشِ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7716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636" y="3515868"/>
            <a:ext cx="2679924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0"/>
          </a:solidFill>
          <a:ln w="12700">
            <a:solidFill>
              <a:srgbClr val="ED5E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جِشِ</a:t>
            </a:r>
            <a:endParaRPr lang="ar-SA" sz="7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977" y="2011680"/>
            <a:ext cx="507583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1"/>
          </a:solidFill>
          <a:ln w="12700">
            <a:solidFill>
              <a:srgbClr val="52E0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1"/>
          </a:solidFill>
          <a:ln w="12700">
            <a:solidFill>
              <a:srgbClr val="DB70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حِشِ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D"/>
          </a:solidFill>
          <a:ln w="12700">
            <a:solidFill>
              <a:srgbClr val="D864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47D1"/>
          </a:solidFill>
          <a:ln w="12700">
            <a:solidFill>
              <a:srgbClr val="C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خِشِ</a:t>
            </a:r>
            <a:endParaRPr lang="ar-SA" sz="7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079208" cy="1417320"/>
          </a:xfrm>
          <a:prstGeom prst="rect">
            <a:avLst/>
          </a:prstGeom>
        </p:spPr>
      </p:pic>
      <p:pic>
        <p:nvPicPr>
          <p:cNvPr id="21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690" y="3515868"/>
            <a:ext cx="1793870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دِشِ</a:t>
            </a:r>
            <a:endParaRPr lang="ar-SA" sz="7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2125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226" y="3835908"/>
            <a:ext cx="707334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ذِشِ</a:t>
            </a:r>
            <a:endParaRPr lang="ar-SA" sz="7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3842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392" y="3515868"/>
            <a:ext cx="120316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رِشِ</a:t>
            </a:r>
            <a:endParaRPr lang="ar-SA" sz="7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08" y="3515868"/>
            <a:ext cx="1787652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ED5E"/>
          </a:solidFill>
          <a:ln w="12700">
            <a:solidFill>
              <a:srgbClr val="A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زِشِ</a:t>
            </a:r>
            <a:endParaRPr lang="ar-SA" sz="7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130" y="2057400"/>
            <a:ext cx="512430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52E0"/>
          </a:solidFill>
          <a:ln w="12700">
            <a:solidFill>
              <a:srgbClr val="A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DB70"/>
          </a:solidFill>
          <a:ln w="12700">
            <a:solidFill>
              <a:srgbClr val="C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سِشِ</a:t>
            </a:r>
            <a:endParaRPr lang="ar-SA" sz="71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764"/>
          </a:solidFill>
          <a:ln w="12700">
            <a:solidFill>
              <a:srgbClr val="D8C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647"/>
          </a:solidFill>
          <a:ln w="12700">
            <a:solidFill>
              <a:srgbClr val="D1A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289" y="896112"/>
            <a:ext cx="17957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289" y="896112"/>
            <a:ext cx="1795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83983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1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83983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10185" y="2834640"/>
            <a:ext cx="33236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10185" y="2834640"/>
            <a:ext cx="33236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 وَفَهِمَ</a:t>
            </a:r>
            <a:endParaRPr lang="ar-SA" sz="45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470148"/>
            <a:ext cx="2677135" cy="160020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3241548"/>
            <a:ext cx="1435608" cy="1828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19042" y="896112"/>
            <a:ext cx="18532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F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19042" y="896112"/>
            <a:ext cx="18532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71704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F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71704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90160" y="2834640"/>
            <a:ext cx="35636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90160" y="2834640"/>
            <a:ext cx="35636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 وَخَرَجَ</a:t>
            </a:r>
            <a:endParaRPr lang="ar-SA" sz="4700" dirty="0"/>
          </a:p>
        </p:txBody>
      </p:sp>
      <p:pic>
        <p:nvPicPr>
          <p:cNvPr id="1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936346" cy="182880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1645920" cy="16459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74620" y="896112"/>
            <a:ext cx="22491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C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74620" y="896112"/>
            <a:ext cx="22491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120212" y="896112"/>
            <a:ext cx="23343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C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20212" y="896112"/>
            <a:ext cx="23343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وَشَرِبَ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3469" y="2834640"/>
            <a:ext cx="42970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3469" y="2834640"/>
            <a:ext cx="42970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 وَشَرِبَ</a:t>
            </a:r>
            <a:endParaRPr lang="ar-SA" sz="4700" dirty="0"/>
          </a:p>
        </p:txBody>
      </p:sp>
      <p:pic>
        <p:nvPicPr>
          <p:cNvPr id="1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2201235" cy="1737360"/>
          </a:xfrm>
          <a:prstGeom prst="rect">
            <a:avLst/>
          </a:prstGeom>
        </p:spPr>
      </p:pic>
      <p:pic>
        <p:nvPicPr>
          <p:cNvPr id="20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790" y="3332988"/>
            <a:ext cx="2230770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5115" y="896112"/>
            <a:ext cx="17592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A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5115" y="896112"/>
            <a:ext cx="17592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59645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A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59645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72455" y="2834640"/>
            <a:ext cx="33990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72455" y="2834640"/>
            <a:ext cx="33990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 وَفَرِحَ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63194" cy="18288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252" y="3287268"/>
            <a:ext cx="2644308" cy="17830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07-seen-sheen</dc:title>
  <dc:subject>PptxGenJS Presentation</dc:subject>
  <dc:creator>PptxGenJS</dc:creator>
  <cp:lastModifiedBy>PptxGenJS</cp:lastModifiedBy>
  <cp:revision>1</cp:revision>
  <dcterms:created xsi:type="dcterms:W3CDTF">2026-10-20T23:35:47Z</dcterms:created>
  <dcterms:modified xsi:type="dcterms:W3CDTF">2026-10-20T23:35:47Z</dcterms:modified>
</cp:coreProperties>
</file>