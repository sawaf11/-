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12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2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2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26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12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2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2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12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6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600" dirty="0"/>
          </a:p>
        </p:txBody>
      </p:sp>
      <p:pic>
        <p:nvPicPr>
          <p:cNvPr id="1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638605" cy="1463040"/>
          </a:xfrm>
          <a:prstGeom prst="rect">
            <a:avLst/>
          </a:prstGeom>
        </p:spPr>
      </p:pic>
      <p:pic>
        <p:nvPicPr>
          <p:cNvPr id="15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070" y="1828800"/>
            <a:ext cx="2276490" cy="1463040"/>
          </a:xfrm>
          <a:prstGeom prst="rect">
            <a:avLst/>
          </a:prstGeom>
        </p:spPr>
      </p:pic>
      <p:pic>
        <p:nvPicPr>
          <p:cNvPr id="1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سِإِ</a:t>
            </a:r>
            <a:endParaRPr lang="ar-SA" sz="7000" dirty="0"/>
          </a:p>
        </p:txBody>
      </p:sp>
      <p:pic>
        <p:nvPicPr>
          <p:cNvPr id="22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475" y="3515868"/>
            <a:ext cx="164308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</a:t>
            </a:r>
            <a:endParaRPr lang="ar-SA" sz="75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35E"/>
          </a:solidFill>
          <a:ln w="12700">
            <a:solidFill>
              <a:srgbClr val="ED8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سِتِ</a:t>
            </a:r>
            <a:endParaRPr lang="ar-SA" sz="95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AE0"/>
          </a:solidFill>
          <a:ln w="12700">
            <a:solidFill>
              <a:srgbClr val="52A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D"/>
          </a:solidFill>
          <a:ln w="12700">
            <a:solidFill>
              <a:srgbClr val="DB70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سِثِ</a:t>
            </a:r>
            <a:endParaRPr lang="ar-SA" sz="9500" dirty="0"/>
          </a:p>
        </p:txBody>
      </p:sp>
      <p:pic>
        <p:nvPicPr>
          <p:cNvPr id="25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18195" cy="86868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3"/>
          </a:solidFill>
          <a:ln w="12700">
            <a:solidFill>
              <a:srgbClr val="D864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6"/>
          </a:solidFill>
          <a:ln w="12700">
            <a:solidFill>
              <a:srgbClr val="D147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سِجِ</a:t>
            </a:r>
            <a:endParaRPr lang="ar-SA" sz="6100" dirty="0"/>
          </a:p>
        </p:txBody>
      </p:sp>
      <p:pic>
        <p:nvPicPr>
          <p:cNvPr id="20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9446" cy="1417320"/>
          </a:xfrm>
          <a:prstGeom prst="rect">
            <a:avLst/>
          </a:prstGeom>
        </p:spPr>
      </p:pic>
      <p:pic>
        <p:nvPicPr>
          <p:cNvPr id="2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سِحِ</a:t>
            </a:r>
            <a:endParaRPr lang="ar-SA" sz="6100" dirty="0"/>
          </a:p>
        </p:txBody>
      </p:sp>
      <p:pic>
        <p:nvPicPr>
          <p:cNvPr id="21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09076" cy="1188720"/>
          </a:xfrm>
          <a:prstGeom prst="rect">
            <a:avLst/>
          </a:prstGeom>
        </p:spPr>
      </p:pic>
      <p:pic>
        <p:nvPicPr>
          <p:cNvPr id="22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سِخِ</a:t>
            </a:r>
            <a:endParaRPr lang="ar-SA" sz="6100" dirty="0"/>
          </a:p>
        </p:txBody>
      </p:sp>
      <p:pic>
        <p:nvPicPr>
          <p:cNvPr id="22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66296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سِدِ</a:t>
            </a:r>
            <a:endParaRPr lang="ar-SA" sz="95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0"/>
          </a:solidFill>
          <a:ln w="12700">
            <a:solidFill>
              <a:srgbClr val="5EED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سِذِ</a:t>
            </a:r>
            <a:endParaRPr lang="ar-SA" sz="95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D"/>
          </a:solidFill>
          <a:ln w="12700">
            <a:solidFill>
              <a:srgbClr val="E052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DB70"/>
          </a:solidFill>
          <a:ln w="12700">
            <a:solidFill>
              <a:srgbClr val="9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سِرِ</a:t>
            </a:r>
            <a:endParaRPr lang="ar-SA" sz="7400" dirty="0"/>
          </a:p>
        </p:txBody>
      </p:sp>
      <p:pic>
        <p:nvPicPr>
          <p:cNvPr id="25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D864"/>
          </a:solidFill>
          <a:ln w="12700">
            <a:solidFill>
              <a:srgbClr val="B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D147"/>
          </a:solidFill>
          <a:ln w="12700">
            <a:solidFill>
              <a:srgbClr val="B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سِزِ</a:t>
            </a:r>
            <a:endParaRPr lang="ar-SA" sz="74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إِسِبِ</a:t>
            </a:r>
            <a:endParaRPr lang="ar-SA" sz="6200" dirty="0"/>
          </a:p>
        </p:txBody>
      </p:sp>
      <p:pic>
        <p:nvPicPr>
          <p:cNvPr id="25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6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بِسِتِ</a:t>
            </a:r>
            <a:endParaRPr lang="ar-SA" sz="6800" dirty="0"/>
          </a:p>
        </p:txBody>
      </p:sp>
      <p:pic>
        <p:nvPicPr>
          <p:cNvPr id="26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797" y="3332988"/>
            <a:ext cx="1853763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تِسِثِ</a:t>
            </a:r>
            <a:endParaRPr lang="ar-SA" sz="7200" dirty="0"/>
          </a:p>
        </p:txBody>
      </p:sp>
      <p:pic>
        <p:nvPicPr>
          <p:cNvPr id="24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28796" cy="1508760"/>
          </a:xfrm>
          <a:prstGeom prst="rect">
            <a:avLst/>
          </a:prstGeom>
        </p:spPr>
      </p:pic>
      <p:pic>
        <p:nvPicPr>
          <p:cNvPr id="25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1ED"/>
          </a:solidFill>
          <a:ln w="12700">
            <a:solidFill>
              <a:srgbClr val="5E8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ثِسِجِ</a:t>
            </a:r>
            <a:endParaRPr lang="ar-SA" sz="54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052"/>
          </a:solidFill>
          <a:ln w="12700">
            <a:solidFill>
              <a:srgbClr val="E0D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2DB"/>
          </a:solidFill>
          <a:ln w="12700">
            <a:solidFill>
              <a:srgbClr val="70B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جِسِحِ</a:t>
            </a:r>
            <a:endParaRPr lang="ar-SA" sz="5400" dirty="0"/>
          </a:p>
        </p:txBody>
      </p:sp>
      <p:pic>
        <p:nvPicPr>
          <p:cNvPr id="29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DD8"/>
          </a:solidFill>
          <a:ln w="12700">
            <a:solidFill>
              <a:srgbClr val="64C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7"/>
          </a:solidFill>
          <a:ln w="12700">
            <a:solidFill>
              <a:srgbClr val="47D1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حِسِخِ</a:t>
            </a:r>
            <a:endParaRPr lang="ar-SA" sz="5400" dirty="0"/>
          </a:p>
        </p:txBody>
      </p:sp>
      <p:pic>
        <p:nvPicPr>
          <p:cNvPr id="24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2988"/>
            <a:ext cx="2103943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خِسِدِ</a:t>
            </a:r>
            <a:endParaRPr lang="ar-SA" sz="8300" dirty="0"/>
          </a:p>
        </p:txBody>
      </p:sp>
      <p:pic>
        <p:nvPicPr>
          <p:cNvPr id="25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دِسِذِ</a:t>
            </a:r>
            <a:endParaRPr lang="ar-SA" sz="8400" dirty="0"/>
          </a:p>
        </p:txBody>
      </p:sp>
      <p:pic>
        <p:nvPicPr>
          <p:cNvPr id="26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16969" cy="1508760"/>
          </a:xfrm>
          <a:prstGeom prst="rect">
            <a:avLst/>
          </a:prstGeom>
        </p:spPr>
      </p:pic>
      <p:pic>
        <p:nvPicPr>
          <p:cNvPr id="27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ذِسِرِ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193" y="3332988"/>
            <a:ext cx="2114367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4"/>
          </a:solidFill>
          <a:ln w="12700">
            <a:solidFill>
              <a:srgbClr val="ED5E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رِسِزِ</a:t>
            </a:r>
            <a:endParaRPr lang="ar-SA" sz="66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C"/>
          </a:solidFill>
          <a:ln w="12700">
            <a:solidFill>
              <a:srgbClr val="52E0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D"/>
          </a:solidFill>
          <a:ln w="12700">
            <a:solidFill>
              <a:srgbClr val="DB70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زِسِإِ</a:t>
            </a:r>
            <a:endParaRPr lang="ar-SA" sz="6200" dirty="0"/>
          </a:p>
        </p:txBody>
      </p:sp>
      <p:pic>
        <p:nvPicPr>
          <p:cNvPr id="29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928390" cy="118872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64D8"/>
          </a:solidFill>
          <a:ln w="12700">
            <a:solidFill>
              <a:srgbClr val="C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47D1"/>
          </a:solidFill>
          <a:ln w="12700">
            <a:solidFill>
              <a:srgbClr val="A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إِسِ</a:t>
            </a:r>
            <a:endParaRPr lang="ar-SA" sz="7000" dirty="0"/>
          </a:p>
        </p:txBody>
      </p:sp>
      <p:pic>
        <p:nvPicPr>
          <p:cNvPr id="20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9367" cy="1417320"/>
          </a:xfrm>
          <a:prstGeom prst="rect">
            <a:avLst/>
          </a:prstGeom>
        </p:spPr>
      </p:pic>
      <p:pic>
        <p:nvPicPr>
          <p:cNvPr id="2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</a:t>
            </a:r>
            <a:endParaRPr lang="ar-SA" sz="7100" dirty="0"/>
          </a:p>
        </p:txBody>
      </p:sp>
      <p:pic>
        <p:nvPicPr>
          <p:cNvPr id="21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101669" cy="1097280"/>
          </a:xfrm>
          <a:prstGeom prst="rect">
            <a:avLst/>
          </a:prstGeom>
        </p:spPr>
      </p:pic>
      <p:pic>
        <p:nvPicPr>
          <p:cNvPr id="22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168" y="4247388"/>
            <a:ext cx="709392" cy="82296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</a:t>
            </a:r>
            <a:endParaRPr lang="ar-SA" sz="7100" dirty="0"/>
          </a:p>
        </p:txBody>
      </p:sp>
      <p:pic>
        <p:nvPicPr>
          <p:cNvPr id="22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8511" y="3515868"/>
            <a:ext cx="121404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</a:t>
            </a:r>
            <a:endParaRPr lang="ar-SA" sz="71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ED5E"/>
          </a:solidFill>
          <a:ln w="12700">
            <a:solidFill>
              <a:srgbClr val="C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</a:t>
            </a:r>
            <a:endParaRPr lang="ar-SA" sz="71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52E0"/>
          </a:solidFill>
          <a:ln w="12700">
            <a:solidFill>
              <a:srgbClr val="8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F70"/>
          </a:solidFill>
          <a:ln w="12700">
            <a:solidFill>
              <a:srgbClr val="DBC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</a:t>
            </a:r>
            <a:endParaRPr lang="ar-SA" sz="7100" dirty="0"/>
          </a:p>
        </p:txBody>
      </p:sp>
      <p:pic>
        <p:nvPicPr>
          <p:cNvPr id="25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26882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964"/>
          </a:solidFill>
          <a:ln w="12700">
            <a:solidFill>
              <a:srgbClr val="D8A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247"/>
          </a:solidFill>
          <a:ln w="12700">
            <a:solidFill>
              <a:srgbClr val="D18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</a:t>
            </a:r>
            <a:endParaRPr lang="ar-SA" sz="7100" dirty="0"/>
          </a:p>
        </p:txBody>
      </p:sp>
      <p:pic>
        <p:nvPicPr>
          <p:cNvPr id="20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70099" y="3515868"/>
            <a:ext cx="158246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دِسِ</a:t>
            </a:r>
            <a:endParaRPr lang="ar-SA" sz="71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1075334" cy="96012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ذِسِ</a:t>
            </a:r>
            <a:endParaRPr lang="ar-SA" sz="7100" dirty="0"/>
          </a:p>
        </p:txBody>
      </p:sp>
      <p:pic>
        <p:nvPicPr>
          <p:cNvPr id="22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475" y="3515868"/>
            <a:ext cx="164308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رِسِ</a:t>
            </a:r>
            <a:endParaRPr lang="ar-SA" sz="71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BED"/>
          </a:solidFill>
          <a:ln w="12700">
            <a:solidFill>
              <a:srgbClr val="5EE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زِسِ</a:t>
            </a:r>
            <a:endParaRPr lang="ar-SA" sz="71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552"/>
          </a:solidFill>
          <a:ln w="12700">
            <a:solidFill>
              <a:srgbClr val="E06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5"/>
          </a:solidFill>
          <a:ln w="12700">
            <a:solidFill>
              <a:srgbClr val="70DB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600" dirty="0"/>
          </a:p>
        </p:txBody>
      </p:sp>
      <p:sp>
        <p:nvSpPr>
          <p:cNvPr id="17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600" dirty="0"/>
          </a:p>
        </p:txBody>
      </p:sp>
      <p:pic>
        <p:nvPicPr>
          <p:cNvPr id="18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46433" cy="1463040"/>
          </a:xfrm>
          <a:prstGeom prst="rect">
            <a:avLst/>
          </a:prstGeom>
        </p:spPr>
      </p:pic>
      <p:pic>
        <p:nvPicPr>
          <p:cNvPr id="19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20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C"/>
          </a:solidFill>
          <a:ln w="12700">
            <a:solidFill>
              <a:srgbClr val="64D8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0"/>
          </a:solidFill>
          <a:ln w="12700">
            <a:solidFill>
              <a:srgbClr val="47D1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شِإِ</a:t>
            </a:r>
            <a:endParaRPr lang="ar-SA" sz="7000" dirty="0"/>
          </a:p>
        </p:txBody>
      </p:sp>
      <p:pic>
        <p:nvPicPr>
          <p:cNvPr id="20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9446" cy="1417320"/>
          </a:xfrm>
          <a:prstGeom prst="rect">
            <a:avLst/>
          </a:prstGeom>
        </p:spPr>
      </p:pic>
      <p:pic>
        <p:nvPicPr>
          <p:cNvPr id="2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شِبِ</a:t>
            </a:r>
            <a:endParaRPr lang="ar-SA" sz="7500" dirty="0"/>
          </a:p>
        </p:txBody>
      </p:sp>
      <p:pic>
        <p:nvPicPr>
          <p:cNvPr id="21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09076" cy="1188720"/>
          </a:xfrm>
          <a:prstGeom prst="rect">
            <a:avLst/>
          </a:prstGeom>
        </p:spPr>
      </p:pic>
      <p:pic>
        <p:nvPicPr>
          <p:cNvPr id="22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7934"/>
          </a:solidFill>
          <a:ln w="12700">
            <a:solidFill>
              <a:srgbClr val="5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شِتِ</a:t>
            </a:r>
            <a:endParaRPr lang="ar-SA" sz="9500" dirty="0"/>
          </a:p>
        </p:txBody>
      </p:sp>
      <p:pic>
        <p:nvPicPr>
          <p:cNvPr id="22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66296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شِثِ</a:t>
            </a:r>
            <a:endParaRPr lang="ar-SA" sz="95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5EED"/>
          </a:solidFill>
          <a:ln w="12700">
            <a:solidFill>
              <a:srgbClr val="C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شِجِ</a:t>
            </a:r>
            <a:endParaRPr lang="ar-SA" sz="61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E052"/>
          </a:solidFill>
          <a:ln w="12700">
            <a:solidFill>
              <a:srgbClr val="6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70DB"/>
          </a:solidFill>
          <a:ln w="12700">
            <a:solidFill>
              <a:srgbClr val="9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شِحِ</a:t>
            </a:r>
            <a:endParaRPr lang="ar-SA" sz="6100" dirty="0"/>
          </a:p>
        </p:txBody>
      </p:sp>
      <p:pic>
        <p:nvPicPr>
          <p:cNvPr id="25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64D8"/>
          </a:solidFill>
          <a:ln w="12700">
            <a:solidFill>
              <a:srgbClr val="6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1D1"/>
          </a:solidFill>
          <a:ln w="12700">
            <a:solidFill>
              <a:srgbClr val="475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شِخِ</a:t>
            </a:r>
            <a:endParaRPr lang="ar-SA" sz="61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شِدِ</a:t>
            </a:r>
            <a:endParaRPr lang="ar-SA" sz="9500" dirty="0"/>
          </a:p>
        </p:txBody>
      </p:sp>
      <p:pic>
        <p:nvPicPr>
          <p:cNvPr id="21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شِذِ</a:t>
            </a:r>
            <a:endParaRPr lang="ar-SA" sz="9500" dirty="0"/>
          </a:p>
        </p:txBody>
      </p:sp>
      <p:pic>
        <p:nvPicPr>
          <p:cNvPr id="22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930" y="3515868"/>
            <a:ext cx="165863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شِرِ</a:t>
            </a:r>
            <a:endParaRPr lang="ar-SA" sz="74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85E"/>
          </a:solidFill>
          <a:ln w="12700">
            <a:solidFill>
              <a:srgbClr val="EDA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شِزِ</a:t>
            </a:r>
            <a:endParaRPr lang="ar-SA" sz="74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5E0"/>
          </a:solidFill>
          <a:ln w="12700">
            <a:solidFill>
              <a:srgbClr val="528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شِسِ</a:t>
            </a:r>
            <a:endParaRPr lang="ar-SA" sz="7100" dirty="0"/>
          </a:p>
        </p:txBody>
      </p:sp>
      <p:pic>
        <p:nvPicPr>
          <p:cNvPr id="25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6"/>
          </a:solidFill>
          <a:ln w="12700">
            <a:solidFill>
              <a:srgbClr val="D864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3"/>
          </a:solidFill>
          <a:ln w="12700">
            <a:solidFill>
              <a:srgbClr val="D147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إِشِبِ</a:t>
            </a:r>
            <a:endParaRPr lang="ar-SA" sz="6200" dirty="0"/>
          </a:p>
        </p:txBody>
      </p:sp>
      <p:pic>
        <p:nvPicPr>
          <p:cNvPr id="24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2988"/>
            <a:ext cx="2103943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بِشِتِ</a:t>
            </a:r>
            <a:endParaRPr lang="ar-SA" sz="6800" dirty="0"/>
          </a:p>
        </p:txBody>
      </p:sp>
      <p:pic>
        <p:nvPicPr>
          <p:cNvPr id="25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تِشِثِ</a:t>
            </a:r>
            <a:endParaRPr lang="ar-SA" sz="7200" dirty="0"/>
          </a:p>
        </p:txBody>
      </p:sp>
      <p:pic>
        <p:nvPicPr>
          <p:cNvPr id="26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16969" cy="1508760"/>
          </a:xfrm>
          <a:prstGeom prst="rect">
            <a:avLst/>
          </a:prstGeom>
        </p:spPr>
      </p:pic>
      <p:pic>
        <p:nvPicPr>
          <p:cNvPr id="27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ثِشِجِ</a:t>
            </a:r>
            <a:endParaRPr lang="ar-SA" sz="54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193" y="3332988"/>
            <a:ext cx="2114367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4"/>
          </a:solidFill>
          <a:ln w="12700">
            <a:solidFill>
              <a:srgbClr val="5EED8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جِشِحِ</a:t>
            </a:r>
            <a:endParaRPr lang="ar-SA" sz="54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9"/>
          </a:solidFill>
          <a:ln w="12700">
            <a:solidFill>
              <a:srgbClr val="E052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DB70"/>
          </a:solidFill>
          <a:ln w="12700">
            <a:solidFill>
              <a:srgbClr val="7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حِشِخِ</a:t>
            </a:r>
            <a:endParaRPr lang="ar-SA" sz="5400" dirty="0"/>
          </a:p>
        </p:txBody>
      </p:sp>
      <p:pic>
        <p:nvPicPr>
          <p:cNvPr id="29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928390" cy="118872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D864"/>
          </a:solidFill>
          <a:ln w="12700">
            <a:solidFill>
              <a:srgbClr val="9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D147"/>
          </a:solidFill>
          <a:ln w="12700">
            <a:solidFill>
              <a:srgbClr val="9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خِشِدِ</a:t>
            </a:r>
            <a:endParaRPr lang="ar-SA" sz="8300" dirty="0"/>
          </a:p>
        </p:txBody>
      </p:sp>
      <p:pic>
        <p:nvPicPr>
          <p:cNvPr id="24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7391" cy="1508760"/>
          </a:xfrm>
          <a:prstGeom prst="rect">
            <a:avLst/>
          </a:prstGeom>
        </p:spPr>
      </p:pic>
      <p:pic>
        <p:nvPicPr>
          <p:cNvPr id="2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دِشِذِ</a:t>
            </a:r>
            <a:endParaRPr lang="ar-SA" sz="84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101669" cy="1097280"/>
          </a:xfrm>
          <a:prstGeom prst="rect">
            <a:avLst/>
          </a:prstGeom>
        </p:spPr>
      </p:pic>
      <p:pic>
        <p:nvPicPr>
          <p:cNvPr id="26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168" y="4247388"/>
            <a:ext cx="709392" cy="82296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ذِشِرِ</a:t>
            </a:r>
            <a:endParaRPr lang="ar-SA" sz="6600" dirty="0"/>
          </a:p>
        </p:txBody>
      </p:sp>
      <p:pic>
        <p:nvPicPr>
          <p:cNvPr id="26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64584" cy="1508760"/>
          </a:xfrm>
          <a:prstGeom prst="rect">
            <a:avLst/>
          </a:prstGeom>
        </p:spPr>
      </p:pic>
      <p:pic>
        <p:nvPicPr>
          <p:cNvPr id="27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682" y="3332988"/>
            <a:ext cx="1356878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رِشِزِ</a:t>
            </a:r>
            <a:endParaRPr lang="ar-SA" sz="66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5EED"/>
          </a:solidFill>
          <a:ln w="12700">
            <a:solidFill>
              <a:srgbClr val="6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زِشِسِ</a:t>
            </a:r>
            <a:endParaRPr lang="ar-SA" sz="63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E052"/>
          </a:solidFill>
          <a:ln w="12700">
            <a:solidFill>
              <a:srgbClr val="C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7DB"/>
          </a:solidFill>
          <a:ln w="12700">
            <a:solidFill>
              <a:srgbClr val="709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سِشِإِ</a:t>
            </a:r>
            <a:endParaRPr lang="ar-SA" sz="6200" dirty="0"/>
          </a:p>
        </p:txBody>
      </p:sp>
      <p:pic>
        <p:nvPicPr>
          <p:cNvPr id="29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26882" cy="86868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0D8"/>
          </a:solidFill>
          <a:ln w="12700">
            <a:solidFill>
              <a:srgbClr val="64B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8D1"/>
          </a:solidFill>
          <a:ln w="12700">
            <a:solidFill>
              <a:srgbClr val="47B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إِشِ</a:t>
            </a:r>
            <a:endParaRPr lang="ar-SA" sz="7000" dirty="0"/>
          </a:p>
        </p:txBody>
      </p:sp>
      <p:pic>
        <p:nvPicPr>
          <p:cNvPr id="20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70099" y="3515868"/>
            <a:ext cx="158246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</a:t>
            </a:r>
            <a:endParaRPr lang="ar-SA" sz="71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1075334" cy="96012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</a:t>
            </a:r>
            <a:endParaRPr lang="ar-SA" sz="7100" dirty="0"/>
          </a:p>
        </p:txBody>
      </p:sp>
      <p:pic>
        <p:nvPicPr>
          <p:cNvPr id="22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9475" y="3515868"/>
            <a:ext cx="164308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</a:t>
            </a:r>
            <a:endParaRPr lang="ar-SA" sz="71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0"/>
          </a:solidFill>
          <a:ln w="12700">
            <a:solidFill>
              <a:srgbClr val="ED5E8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</a:t>
            </a:r>
            <a:endParaRPr lang="ar-SA" sz="71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1"/>
          </a:solidFill>
          <a:ln w="12700">
            <a:solidFill>
              <a:srgbClr val="52E0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1"/>
          </a:solidFill>
          <a:ln w="12700">
            <a:solidFill>
              <a:srgbClr val="DB70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</a:t>
            </a:r>
            <a:endParaRPr lang="ar-SA" sz="7100" dirty="0"/>
          </a:p>
        </p:txBody>
      </p:sp>
      <p:pic>
        <p:nvPicPr>
          <p:cNvPr id="25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18195" cy="86868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D"/>
          </a:solidFill>
          <a:ln w="12700">
            <a:solidFill>
              <a:srgbClr val="D864C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47D1"/>
          </a:solidFill>
          <a:ln w="12700">
            <a:solidFill>
              <a:srgbClr val="C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</a:t>
            </a:r>
            <a:endParaRPr lang="ar-SA" sz="7100" dirty="0"/>
          </a:p>
        </p:txBody>
      </p:sp>
      <p:pic>
        <p:nvPicPr>
          <p:cNvPr id="20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9446" cy="1417320"/>
          </a:xfrm>
          <a:prstGeom prst="rect">
            <a:avLst/>
          </a:prstGeom>
        </p:spPr>
      </p:pic>
      <p:pic>
        <p:nvPicPr>
          <p:cNvPr id="21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دِشِ</a:t>
            </a:r>
            <a:endParaRPr lang="ar-SA" sz="7100" dirty="0"/>
          </a:p>
        </p:txBody>
      </p:sp>
      <p:pic>
        <p:nvPicPr>
          <p:cNvPr id="21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09076" cy="1188720"/>
          </a:xfrm>
          <a:prstGeom prst="rect">
            <a:avLst/>
          </a:prstGeom>
        </p:spPr>
      </p:pic>
      <p:pic>
        <p:nvPicPr>
          <p:cNvPr id="22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ذِشِ</a:t>
            </a:r>
            <a:endParaRPr lang="ar-SA" sz="7100" dirty="0"/>
          </a:p>
        </p:txBody>
      </p:sp>
      <p:pic>
        <p:nvPicPr>
          <p:cNvPr id="22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66296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رِشِ</a:t>
            </a:r>
            <a:endParaRPr lang="ar-SA" sz="71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ED5E"/>
          </a:solidFill>
          <a:ln w="12700">
            <a:solidFill>
              <a:srgbClr val="A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زِشِ</a:t>
            </a:r>
            <a:endParaRPr lang="ar-SA" sz="71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52E0"/>
          </a:solidFill>
          <a:ln w="12700">
            <a:solidFill>
              <a:srgbClr val="A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DB70"/>
          </a:solidFill>
          <a:ln w="12700">
            <a:solidFill>
              <a:srgbClr val="C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سِشِ</a:t>
            </a:r>
            <a:endParaRPr lang="ar-SA" sz="7100" dirty="0"/>
          </a:p>
        </p:txBody>
      </p:sp>
      <p:pic>
        <p:nvPicPr>
          <p:cNvPr id="25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764"/>
          </a:solidFill>
          <a:ln w="12700">
            <a:solidFill>
              <a:srgbClr val="D8C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647"/>
          </a:solidFill>
          <a:ln w="12700">
            <a:solidFill>
              <a:srgbClr val="D1A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4289" y="896112"/>
            <a:ext cx="17957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4289" y="896112"/>
            <a:ext cx="1795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83983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1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83983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10185" y="2834640"/>
            <a:ext cx="33236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10185" y="2834640"/>
            <a:ext cx="33236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 وَفَهِمَ</a:t>
            </a:r>
            <a:endParaRPr lang="ar-SA" sz="4500" dirty="0"/>
          </a:p>
        </p:txBody>
      </p:sp>
      <p:pic>
        <p:nvPicPr>
          <p:cNvPr id="17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79133" cy="1463040"/>
          </a:xfrm>
          <a:prstGeom prst="rect">
            <a:avLst/>
          </a:prstGeom>
        </p:spPr>
      </p:pic>
      <p:pic>
        <p:nvPicPr>
          <p:cNvPr id="18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682" y="1828800"/>
            <a:ext cx="1904878" cy="1463040"/>
          </a:xfrm>
          <a:prstGeom prst="rect">
            <a:avLst/>
          </a:prstGeom>
        </p:spPr>
      </p:pic>
      <p:pic>
        <p:nvPicPr>
          <p:cNvPr id="19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19042" y="896112"/>
            <a:ext cx="18532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F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19042" y="896112"/>
            <a:ext cx="18532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71704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F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71704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90160" y="2834640"/>
            <a:ext cx="35636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90160" y="2834640"/>
            <a:ext cx="35636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 وَخَرَجَ</a:t>
            </a:r>
            <a:endParaRPr lang="ar-SA" sz="4700" dirty="0"/>
          </a:p>
        </p:txBody>
      </p:sp>
      <p:pic>
        <p:nvPicPr>
          <p:cNvPr id="18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75694" cy="1463040"/>
          </a:xfrm>
          <a:prstGeom prst="rect">
            <a:avLst/>
          </a:prstGeom>
        </p:spPr>
      </p:pic>
      <p:pic>
        <p:nvPicPr>
          <p:cNvPr id="19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20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74620" y="896112"/>
            <a:ext cx="22491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C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74620" y="896112"/>
            <a:ext cx="22491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120212" y="896112"/>
            <a:ext cx="23343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C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20212" y="896112"/>
            <a:ext cx="23343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وَشَرِبَ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3469" y="2834640"/>
            <a:ext cx="42970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3469" y="2834640"/>
            <a:ext cx="42970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 وَشَرِبَ</a:t>
            </a:r>
            <a:endParaRPr lang="ar-SA" sz="4700" dirty="0"/>
          </a:p>
        </p:txBody>
      </p:sp>
      <p:pic>
        <p:nvPicPr>
          <p:cNvPr id="1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20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496" y="1828800"/>
            <a:ext cx="1561064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5115" y="896112"/>
            <a:ext cx="17592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A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5115" y="896112"/>
            <a:ext cx="17592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59645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A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59645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72455" y="2834640"/>
            <a:ext cx="33990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72455" y="2834640"/>
            <a:ext cx="33990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 وَفَرِحَ</a:t>
            </a:r>
            <a:endParaRPr lang="ar-SA" sz="4700" dirty="0"/>
          </a:p>
        </p:txBody>
      </p:sp>
      <p:pic>
        <p:nvPicPr>
          <p:cNvPr id="17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85499" cy="1463040"/>
          </a:xfrm>
          <a:prstGeom prst="rect">
            <a:avLst/>
          </a:prstGeom>
        </p:spPr>
      </p:pic>
      <p:pic>
        <p:nvPicPr>
          <p:cNvPr id="18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611" y="1828800"/>
            <a:ext cx="1149949" cy="1463040"/>
          </a:xfrm>
          <a:prstGeom prst="rect">
            <a:avLst/>
          </a:prstGeom>
        </p:spPr>
      </p:pic>
      <p:pic>
        <p:nvPicPr>
          <p:cNvPr id="19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07-seen-sheen</dc:title>
  <dc:subject>PptxGenJS Presentation</dc:subject>
  <dc:creator>PptxGenJS</dc:creator>
  <cp:lastModifiedBy>PptxGenJS</cp:lastModifiedBy>
  <cp:revision>1</cp:revision>
  <dcterms:created xsi:type="dcterms:W3CDTF">2026-10-20T23:11:21Z</dcterms:created>
  <dcterms:modified xsi:type="dcterms:W3CDTF">2026-10-20T23:11:21Z</dcterms:modified>
</cp:coreProperties>
</file>