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0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05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745772" cy="109728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452" y="2080260"/>
            <a:ext cx="1185108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إِبِتِ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343" y="3424428"/>
            <a:ext cx="96121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3790188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5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2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3332988"/>
            <a:ext cx="137598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301" y="3835908"/>
            <a:ext cx="1070259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937" y="3561588"/>
            <a:ext cx="105462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656" y="3378708"/>
            <a:ext cx="828904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6027" y="3653028"/>
            <a:ext cx="1156533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2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48526" cy="9601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042" y="1920240"/>
            <a:ext cx="140451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343" y="3881628"/>
            <a:ext cx="1368217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21" y="3332988"/>
            <a:ext cx="90863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023" y="3607308"/>
            <a:ext cx="1047537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1732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46869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46869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47789" y="896112"/>
            <a:ext cx="2079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7789" y="896112"/>
            <a:ext cx="2079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93286" y="2834640"/>
            <a:ext cx="37574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93286" y="2834640"/>
            <a:ext cx="37574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وَلَعِبَ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1407262" cy="173736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372" y="2011680"/>
            <a:ext cx="164518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19739" cy="146304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1828800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19953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2695" y="896112"/>
            <a:ext cx="20193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2695" y="896112"/>
            <a:ext cx="20193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5191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5191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82437" y="2834640"/>
            <a:ext cx="41791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82437" y="2834640"/>
            <a:ext cx="41791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 وَجَلَسَ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550548" cy="141732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378708"/>
            <a:ext cx="747705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02-ba-ta-tha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