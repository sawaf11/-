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2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3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0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10500" dirty="0"/>
          </a:p>
        </p:txBody>
      </p:sp>
      <p:pic>
        <p:nvPicPr>
          <p:cNvPr id="1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091794" cy="182880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3241548"/>
            <a:ext cx="1828800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023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F"/>
          </a:solidFill>
          <a:ln w="12700">
            <a:solidFill>
              <a:srgbClr val="ED5E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2"/>
          </a:solidFill>
          <a:ln w="12700">
            <a:solidFill>
              <a:srgbClr val="52E0B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9"/>
          </a:solidFill>
          <a:ln w="12700">
            <a:solidFill>
              <a:srgbClr val="DB70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</a:t>
            </a:r>
            <a:endParaRPr lang="ar-SA" sz="7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B64D8"/>
          </a:solidFill>
          <a:ln w="12700">
            <a:solidFill>
              <a:srgbClr val="C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47D1"/>
          </a:solidFill>
          <a:ln w="12700">
            <a:solidFill>
              <a:srgbClr val="A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0802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6410" y="3515868"/>
            <a:ext cx="74615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70548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654" y="3515868"/>
            <a:ext cx="1580906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</a:t>
            </a:r>
            <a:endParaRPr lang="ar-SA" sz="7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2ED5E"/>
          </a:solidFill>
          <a:ln w="12700">
            <a:solidFill>
              <a:srgbClr val="C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إِبِتِ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52E0"/>
          </a:solidFill>
          <a:ln w="12700">
            <a:solidFill>
              <a:srgbClr val="8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370"/>
          </a:solidFill>
          <a:ln w="12700">
            <a:solidFill>
              <a:srgbClr val="DBD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تِبِثِ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1960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E64"/>
          </a:solidFill>
          <a:ln w="12700">
            <a:solidFill>
              <a:srgbClr val="D8A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847"/>
          </a:solidFill>
          <a:ln w="12700">
            <a:solidFill>
              <a:srgbClr val="D18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ثِبِجِ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851249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002" y="3332988"/>
            <a:ext cx="988558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جِبِحِ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حِبِخِ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3784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392" y="3332988"/>
            <a:ext cx="1798168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خِبِدِ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420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6ED"/>
          </a:solidFill>
          <a:ln w="12700">
            <a:solidFill>
              <a:srgbClr val="5EE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دِبِإِ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B52"/>
          </a:solidFill>
          <a:ln w="12700">
            <a:solidFill>
              <a:srgbClr val="E06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9"/>
          </a:solidFill>
          <a:ln w="12700">
            <a:solidFill>
              <a:srgbClr val="70DB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إِبِ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1"/>
          </a:solidFill>
          <a:ln w="12700">
            <a:solidFill>
              <a:srgbClr val="64D89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6"/>
          </a:solidFill>
          <a:ln w="12700">
            <a:solidFill>
              <a:srgbClr val="47D1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0598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8894" y="3515868"/>
            <a:ext cx="803666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2676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30706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792" y="3515868"/>
            <a:ext cx="161976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6031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15EED"/>
          </a:solidFill>
          <a:ln w="12700">
            <a:solidFill>
              <a:srgbClr val="D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E052"/>
          </a:solidFill>
          <a:ln w="12700">
            <a:solidFill>
              <a:srgbClr val="5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70DB"/>
          </a:solidFill>
          <a:ln w="12700">
            <a:solidFill>
              <a:srgbClr val="9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0786" cy="14173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146" y="4155948"/>
            <a:ext cx="572414" cy="9144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64D8"/>
          </a:solidFill>
          <a:ln w="12700">
            <a:solidFill>
              <a:srgbClr val="7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25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125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563624" cy="1828800"/>
          </a:xfrm>
          <a:prstGeom prst="rect">
            <a:avLst/>
          </a:prstGeom>
        </p:spPr>
      </p:pic>
      <p:pic>
        <p:nvPicPr>
          <p:cNvPr id="14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672" y="3241548"/>
            <a:ext cx="1389888" cy="18288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تِإِ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59526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409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4250" y="3515868"/>
            <a:ext cx="147831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779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D5E"/>
          </a:solidFill>
          <a:ln w="12700">
            <a:solidFill>
              <a:srgbClr val="EDA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FE0"/>
          </a:solidFill>
          <a:ln w="12700">
            <a:solidFill>
              <a:srgbClr val="527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370"/>
          </a:solidFill>
          <a:ln w="12700">
            <a:solidFill>
              <a:srgbClr val="DB8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03427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1"/>
          </a:solidFill>
          <a:ln w="12700">
            <a:solidFill>
              <a:srgbClr val="D864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E"/>
          </a:solidFill>
          <a:ln w="12700">
            <a:solidFill>
              <a:srgbClr val="D147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337747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8797" y="3515868"/>
            <a:ext cx="663763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إِتِبِ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65671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4172" y="3332988"/>
            <a:ext cx="2008388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بِتِثِ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290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A"/>
          </a:solidFill>
          <a:ln w="12700">
            <a:solidFill>
              <a:srgbClr val="5EED8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ثِتِجِ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3"/>
          </a:solidFill>
          <a:ln w="12700">
            <a:solidFill>
              <a:srgbClr val="E052A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DB70"/>
          </a:solidFill>
          <a:ln w="12700">
            <a:solidFill>
              <a:srgbClr val="7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جِتِحِ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D864"/>
          </a:solidFill>
          <a:ln w="12700">
            <a:solidFill>
              <a:srgbClr val="8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0D147"/>
          </a:solidFill>
          <a:ln w="12700">
            <a:solidFill>
              <a:srgbClr val="9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حِتِخِ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904055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213" y="3332988"/>
            <a:ext cx="811347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خِتِدِ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دِتِإِ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312929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2835" y="3332988"/>
            <a:ext cx="1549725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إِتِ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566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E052"/>
          </a:solidFill>
          <a:ln w="12700">
            <a:solidFill>
              <a:srgbClr val="C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2DB"/>
          </a:solidFill>
          <a:ln w="12700">
            <a:solidFill>
              <a:srgbClr val="709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BD8"/>
          </a:solidFill>
          <a:ln w="12700">
            <a:solidFill>
              <a:srgbClr val="64A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3D1"/>
          </a:solidFill>
          <a:ln w="12700">
            <a:solidFill>
              <a:srgbClr val="47B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</a:t>
            </a:r>
            <a:endParaRPr lang="ar-SA" sz="7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4182" y="3515868"/>
            <a:ext cx="73837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23777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8690" y="3515868"/>
            <a:ext cx="1793870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999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A"/>
          </a:solidFill>
          <a:ln w="12700">
            <a:solidFill>
              <a:srgbClr val="ED5E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2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12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51660"/>
            <a:ext cx="2825907" cy="15087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8618" y="1783080"/>
            <a:ext cx="1273942" cy="16459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7"/>
          </a:solidFill>
          <a:ln w="12700">
            <a:solidFill>
              <a:srgbClr val="52E0D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ثِإِ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9290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47D1"/>
          </a:solidFill>
          <a:ln w="12700">
            <a:solidFill>
              <a:srgbClr val="C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165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2003" y="3515868"/>
            <a:ext cx="800557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54014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7984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2293" y="3515868"/>
            <a:ext cx="1220267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ED5E"/>
          </a:solidFill>
          <a:ln w="12700">
            <a:solidFill>
              <a:srgbClr val="9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6455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B64"/>
          </a:solidFill>
          <a:ln w="12700">
            <a:solidFill>
              <a:srgbClr val="D8C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إِثِبِ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68023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2183" y="3332988"/>
            <a:ext cx="910377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بِثِتِ</a:t>
            </a:r>
            <a:endParaRPr lang="ar-SA" sz="68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تِثِجِ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290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342" y="3332988"/>
            <a:ext cx="1791218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جِثِحِ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262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395" y="3332988"/>
            <a:ext cx="3379165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1ED"/>
          </a:solidFill>
          <a:ln w="12700">
            <a:solidFill>
              <a:srgbClr val="5EC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حِثِخِ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F52"/>
          </a:solidFill>
          <a:ln w="12700">
            <a:solidFill>
              <a:srgbClr val="E08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خِثِدِ</a:t>
            </a:r>
            <a:endParaRPr lang="ar-SA" sz="8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7085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9"/>
          </a:solidFill>
          <a:ln w="12700">
            <a:solidFill>
              <a:srgbClr val="47D1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دِثِإِ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51427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6204" y="3332988"/>
            <a:ext cx="1016356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إِثِ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6377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216" y="3515868"/>
            <a:ext cx="175034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C"/>
          </a:solidFill>
          <a:ln w="12700">
            <a:solidFill>
              <a:srgbClr val="52E06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64D8"/>
          </a:solidFill>
          <a:ln w="12700">
            <a:solidFill>
              <a:srgbClr val="9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47D1"/>
          </a:solidFill>
          <a:ln w="12700">
            <a:solidFill>
              <a:srgbClr val="6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1952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4904" y="3515868"/>
            <a:ext cx="817656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5196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909" y="4110228"/>
            <a:ext cx="730651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46869" y="896112"/>
            <a:ext cx="20493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46869" y="896112"/>
            <a:ext cx="20493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347789" y="896112"/>
            <a:ext cx="20790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47789" y="896112"/>
            <a:ext cx="20790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وَلَعِبَ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93286" y="2834640"/>
            <a:ext cx="375742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93286" y="2834640"/>
            <a:ext cx="375742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 وَلَعِبَ</a:t>
            </a:r>
            <a:endParaRPr lang="ar-SA" sz="47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987906" cy="182880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283" y="3241548"/>
            <a:ext cx="1300277" cy="18288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87169" y="896112"/>
            <a:ext cx="19944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9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87169" y="896112"/>
            <a:ext cx="19944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262347" y="896112"/>
            <a:ext cx="23047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9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62347" y="896112"/>
            <a:ext cx="23047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91640" y="2834640"/>
            <a:ext cx="39607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91640" y="2834640"/>
            <a:ext cx="39607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 وَتَعِبَ</a:t>
            </a:r>
            <a:endParaRPr lang="ar-SA" sz="54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37590" cy="182880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3241548"/>
            <a:ext cx="2357323" cy="1828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25E"/>
          </a:solidFill>
          <a:ln w="12700">
            <a:solidFill>
              <a:srgbClr val="EDD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68675" y="896112"/>
            <a:ext cx="18721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68675" y="896112"/>
            <a:ext cx="18721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03205" y="896112"/>
            <a:ext cx="1945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03205" y="896112"/>
            <a:ext cx="1945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14788" y="2834640"/>
            <a:ext cx="35144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14788" y="2834640"/>
            <a:ext cx="35144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وَفَرِحَ</a:t>
            </a:r>
            <a:endParaRPr lang="ar-SA" sz="4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71452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83080"/>
            <a:ext cx="1645920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F70"/>
          </a:solidFill>
          <a:ln w="12700">
            <a:solidFill>
              <a:srgbClr val="DB9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5336" y="896112"/>
            <a:ext cx="18046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8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5336" y="896112"/>
            <a:ext cx="18046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وَرِثَ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24013" y="896112"/>
            <a:ext cx="21712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8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4013" y="896112"/>
            <a:ext cx="21712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33874" y="2834640"/>
            <a:ext cx="36762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33874" y="2834640"/>
            <a:ext cx="36762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وَرِثَ وَشَكَرَ</a:t>
            </a:r>
            <a:endParaRPr lang="ar-SA" sz="4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927019" cy="169164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943" y="1783080"/>
            <a:ext cx="1828617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564"/>
          </a:solidFill>
          <a:ln w="12700">
            <a:solidFill>
              <a:srgbClr val="D87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72695" y="896112"/>
            <a:ext cx="20193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72695" y="896112"/>
            <a:ext cx="20193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تَعِبَ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151918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51918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82437" y="2834640"/>
            <a:ext cx="417912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82437" y="2834640"/>
            <a:ext cx="417912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تَعِبَ وَجَلَسَ</a:t>
            </a:r>
            <a:endParaRPr lang="ar-SA" sz="54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2039112" cy="1828800"/>
          </a:xfrm>
          <a:prstGeom prst="rect">
            <a:avLst/>
          </a:prstGeom>
        </p:spPr>
      </p:pic>
      <p:pic>
        <p:nvPicPr>
          <p:cNvPr id="18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915" y="3241548"/>
            <a:ext cx="815645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02-ba-ta-tha</dc:title>
  <dc:subject>PptxGenJS Presentation</dc:subject>
  <dc:creator>PptxGenJS</dc:creator>
  <cp:lastModifiedBy>PptxGenJS</cp:lastModifiedBy>
  <cp:revision>1</cp:revision>
  <dcterms:created xsi:type="dcterms:W3CDTF">2026-10-20T23:35:46Z</dcterms:created>
  <dcterms:modified xsi:type="dcterms:W3CDTF">2026-10-20T23:35:46Z</dcterms:modified>
</cp:coreProperties>
</file>