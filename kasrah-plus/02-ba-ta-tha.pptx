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0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10500" dirty="0"/>
          </a:p>
        </p:txBody>
      </p:sp>
      <p:pic>
        <p:nvPicPr>
          <p:cNvPr id="1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13536" cy="1554480"/>
          </a:xfrm>
          <a:prstGeom prst="rect">
            <a:avLst/>
          </a:prstGeom>
        </p:spPr>
      </p:pic>
      <p:pic>
        <p:nvPicPr>
          <p:cNvPr id="1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1783080"/>
            <a:ext cx="1210940" cy="1554480"/>
          </a:xfrm>
          <a:prstGeom prst="rect">
            <a:avLst/>
          </a:prstGeom>
        </p:spPr>
      </p:pic>
      <p:pic>
        <p:nvPicPr>
          <p:cNvPr id="1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بِإِ</a:t>
            </a:r>
            <a:endParaRPr lang="ar-SA" sz="70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77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2"/>
          </a:solidFill>
          <a:ln w="12700">
            <a:solidFill>
              <a:srgbClr val="52E0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9"/>
          </a:solidFill>
          <a:ln w="12700">
            <a:solidFill>
              <a:srgbClr val="DB70C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77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61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6100" dirty="0"/>
          </a:p>
        </p:txBody>
      </p:sp>
      <p:pic>
        <p:nvPicPr>
          <p:cNvPr id="22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4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7700" dirty="0"/>
          </a:p>
        </p:txBody>
      </p:sp>
      <p:pic>
        <p:nvPicPr>
          <p:cNvPr id="20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576" y="3520440"/>
            <a:ext cx="1468984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ED5E"/>
          </a:solidFill>
          <a:ln w="12700">
            <a:solidFill>
              <a:srgbClr val="C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إِبِتِ</a:t>
            </a:r>
            <a:endParaRPr lang="ar-SA" sz="6200" dirty="0"/>
          </a:p>
        </p:txBody>
      </p:sp>
      <p:pic>
        <p:nvPicPr>
          <p:cNvPr id="32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تِبِثِ</a:t>
            </a:r>
            <a:endParaRPr lang="ar-SA" sz="68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847"/>
          </a:solidFill>
          <a:ln w="12700">
            <a:solidFill>
              <a:srgbClr val="D18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ثِبِجِ</a:t>
            </a:r>
            <a:endParaRPr lang="ar-SA" sz="54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جِبِحِ</a:t>
            </a:r>
            <a:endParaRPr lang="ar-SA" sz="5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حِبِخِ</a:t>
            </a:r>
            <a:endParaRPr lang="ar-SA" sz="54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8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خِبِدِ</a:t>
            </a:r>
            <a:endParaRPr lang="ar-SA" sz="6800" dirty="0"/>
          </a:p>
        </p:txBody>
      </p:sp>
      <p:pic>
        <p:nvPicPr>
          <p:cNvPr id="24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128552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128" y="3337560"/>
            <a:ext cx="162443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دِبِإِ</a:t>
            </a:r>
            <a:endParaRPr lang="ar-SA" sz="62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B52"/>
          </a:solidFill>
          <a:ln w="12700">
            <a:solidFill>
              <a:srgbClr val="E06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إِبِ</a:t>
            </a:r>
            <a:endParaRPr lang="ar-SA" sz="70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6"/>
          </a:solidFill>
          <a:ln w="12700">
            <a:solidFill>
              <a:srgbClr val="47D1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7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7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75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75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3520440"/>
            <a:ext cx="1077255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5EED"/>
          </a:solidFill>
          <a:ln w="12700">
            <a:solidFill>
              <a:srgbClr val="D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75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75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25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12500" dirty="0"/>
          </a:p>
        </p:txBody>
      </p:sp>
      <p:pic>
        <p:nvPicPr>
          <p:cNvPr id="13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4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1783080"/>
            <a:ext cx="1397478" cy="1554480"/>
          </a:xfrm>
          <a:prstGeom prst="rect">
            <a:avLst/>
          </a:prstGeom>
        </p:spPr>
      </p:pic>
      <p:pic>
        <p:nvPicPr>
          <p:cNvPr id="15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تِإِ</a:t>
            </a:r>
            <a:endParaRPr lang="ar-SA" sz="7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75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5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61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61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500" dirty="0"/>
          </a:p>
        </p:txBody>
      </p:sp>
      <p:pic>
        <p:nvPicPr>
          <p:cNvPr id="21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إِتِبِ</a:t>
            </a:r>
            <a:endParaRPr lang="ar-SA" sz="62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73" y="3337560"/>
            <a:ext cx="1561887" cy="1737360"/>
          </a:xfrm>
          <a:prstGeom prst="rect">
            <a:avLst/>
          </a:prstGeom>
        </p:spPr>
      </p:pic>
      <p:pic>
        <p:nvPicPr>
          <p:cNvPr id="28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بِتِثِ</a:t>
            </a:r>
            <a:endParaRPr lang="ar-SA" sz="68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55" y="3337560"/>
            <a:ext cx="1641805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A"/>
          </a:solidFill>
          <a:ln w="12700">
            <a:solidFill>
              <a:srgbClr val="5EED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ثِتِجِ</a:t>
            </a:r>
            <a:endParaRPr lang="ar-SA" sz="5400" dirty="0"/>
          </a:p>
        </p:txBody>
      </p:sp>
      <p:pic>
        <p:nvPicPr>
          <p:cNvPr id="32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3"/>
          </a:solidFill>
          <a:ln w="12700">
            <a:solidFill>
              <a:srgbClr val="E052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جِتِحِ</a:t>
            </a:r>
            <a:endParaRPr lang="ar-SA" sz="54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D147"/>
          </a:solidFill>
          <a:ln w="12700">
            <a:solidFill>
              <a:srgbClr val="9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حِتِخِ</a:t>
            </a:r>
            <a:endParaRPr lang="ar-SA" sz="54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خِتِدِ</a:t>
            </a:r>
            <a:endParaRPr lang="ar-SA" sz="84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7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دِتِإِ</a:t>
            </a:r>
            <a:endParaRPr lang="ar-SA" sz="6200" dirty="0"/>
          </a:p>
        </p:txBody>
      </p:sp>
      <p:pic>
        <p:nvPicPr>
          <p:cNvPr id="26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8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إِتِ</a:t>
            </a:r>
            <a:endParaRPr lang="ar-SA" sz="70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3520440"/>
            <a:ext cx="1453439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77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3D1"/>
          </a:solidFill>
          <a:ln w="12700">
            <a:solidFill>
              <a:srgbClr val="47B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77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5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3520440"/>
            <a:ext cx="1176741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5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3520440"/>
            <a:ext cx="1077255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25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12500" dirty="0"/>
          </a:p>
        </p:txBody>
      </p:sp>
      <p:pic>
        <p:nvPicPr>
          <p:cNvPr id="21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1783080"/>
            <a:ext cx="1380378" cy="155448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ثِإِ</a:t>
            </a:r>
            <a:endParaRPr lang="ar-SA" sz="70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923361" cy="123444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75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3520440"/>
            <a:ext cx="139747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5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1108436" cy="1005840"/>
          </a:xfrm>
          <a:prstGeom prst="rect">
            <a:avLst/>
          </a:prstGeom>
        </p:spPr>
      </p:pic>
      <p:pic>
        <p:nvPicPr>
          <p:cNvPr id="22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274" y="4343400"/>
            <a:ext cx="691286" cy="731520"/>
          </a:xfrm>
          <a:prstGeom prst="rect">
            <a:avLst/>
          </a:prstGeom>
        </p:spPr>
      </p:pic>
      <p:pic>
        <p:nvPicPr>
          <p:cNvPr id="23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6100" dirty="0"/>
          </a:p>
        </p:txBody>
      </p:sp>
      <p:pic>
        <p:nvPicPr>
          <p:cNvPr id="22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3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4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61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61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500" dirty="0"/>
          </a:p>
        </p:txBody>
      </p:sp>
      <p:pic>
        <p:nvPicPr>
          <p:cNvPr id="25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9080"/>
            <a:ext cx="892180" cy="1005840"/>
          </a:xfrm>
          <a:prstGeom prst="rect">
            <a:avLst/>
          </a:prstGeom>
        </p:spPr>
      </p:pic>
      <p:pic>
        <p:nvPicPr>
          <p:cNvPr id="26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249" y="4251960"/>
            <a:ext cx="570311" cy="82296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B64"/>
          </a:solidFill>
          <a:ln w="12700">
            <a:solidFill>
              <a:srgbClr val="D8C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إِثِبِ</a:t>
            </a:r>
            <a:endParaRPr lang="ar-SA" sz="62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784" y="3337560"/>
            <a:ext cx="1542776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164" y="45720"/>
            <a:ext cx="566196" cy="548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بِثِتِ</a:t>
            </a:r>
            <a:endParaRPr lang="ar-SA" sz="6800" dirty="0"/>
          </a:p>
        </p:txBody>
      </p:sp>
      <p:pic>
        <p:nvPicPr>
          <p:cNvPr id="25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11880"/>
            <a:ext cx="1094354" cy="1463040"/>
          </a:xfrm>
          <a:prstGeom prst="rect">
            <a:avLst/>
          </a:prstGeom>
        </p:spPr>
      </p:pic>
      <p:pic>
        <p:nvPicPr>
          <p:cNvPr id="2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841" y="4297680"/>
            <a:ext cx="726719" cy="77724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تِثِجِ</a:t>
            </a:r>
            <a:endParaRPr lang="ar-SA" sz="5400" dirty="0"/>
          </a:p>
        </p:txBody>
      </p:sp>
      <p:pic>
        <p:nvPicPr>
          <p:cNvPr id="26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875389" cy="1508760"/>
          </a:xfrm>
          <a:prstGeom prst="rect">
            <a:avLst/>
          </a:prstGeom>
        </p:spPr>
      </p:pic>
      <p:pic>
        <p:nvPicPr>
          <p:cNvPr id="27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73" y="3337560"/>
            <a:ext cx="1561887" cy="1737360"/>
          </a:xfrm>
          <a:prstGeom prst="rect">
            <a:avLst/>
          </a:prstGeom>
        </p:spPr>
      </p:pic>
      <p:pic>
        <p:nvPicPr>
          <p:cNvPr id="28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7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جِثِحِ</a:t>
            </a:r>
            <a:endParaRPr lang="ar-SA" sz="54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55" y="3337560"/>
            <a:ext cx="1641805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1ED"/>
          </a:solidFill>
          <a:ln w="12700">
            <a:solidFill>
              <a:srgbClr val="5EC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حِثِخِ</a:t>
            </a:r>
            <a:endParaRPr lang="ar-SA" sz="5400" dirty="0"/>
          </a:p>
        </p:txBody>
      </p:sp>
      <p:pic>
        <p:nvPicPr>
          <p:cNvPr id="32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خِثِدِ</a:t>
            </a:r>
            <a:endParaRPr lang="ar-SA" sz="8400" dirty="0"/>
          </a:p>
        </p:txBody>
      </p:sp>
      <p:pic>
        <p:nvPicPr>
          <p:cNvPr id="29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4800"/>
            <a:ext cx="907313" cy="960120"/>
          </a:xfrm>
          <a:prstGeom prst="rect">
            <a:avLst/>
          </a:prstGeom>
        </p:spPr>
      </p:pic>
      <p:pic>
        <p:nvPicPr>
          <p:cNvPr id="3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3516" y="4297680"/>
            <a:ext cx="579044" cy="777240"/>
          </a:xfrm>
          <a:prstGeom prst="rect">
            <a:avLst/>
          </a:prstGeom>
        </p:spPr>
      </p:pic>
      <p:pic>
        <p:nvPicPr>
          <p:cNvPr id="31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دِثِإِ</a:t>
            </a:r>
            <a:endParaRPr lang="ar-SA" sz="6200" dirty="0"/>
          </a:p>
        </p:txBody>
      </p:sp>
      <p:pic>
        <p:nvPicPr>
          <p:cNvPr id="24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283955" cy="1508760"/>
          </a:xfrm>
          <a:prstGeom prst="rect">
            <a:avLst/>
          </a:prstGeom>
        </p:spPr>
      </p:pic>
      <p:pic>
        <p:nvPicPr>
          <p:cNvPr id="25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378" y="3337560"/>
            <a:ext cx="1315182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92541" y="45720"/>
            <a:ext cx="516819" cy="411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إِثِ</a:t>
            </a:r>
            <a:endParaRPr lang="ar-SA" sz="70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40480"/>
            <a:ext cx="1094948" cy="123444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829" y="4023360"/>
            <a:ext cx="728731" cy="105156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7700" dirty="0"/>
          </a:p>
        </p:txBody>
      </p:sp>
      <p:pic>
        <p:nvPicPr>
          <p:cNvPr id="22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452753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520440"/>
            <a:ext cx="1380378" cy="1554480"/>
          </a:xfrm>
          <a:prstGeom prst="rect">
            <a:avLst/>
          </a:prstGeom>
        </p:spPr>
      </p:pic>
      <p:pic>
        <p:nvPicPr>
          <p:cNvPr id="24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5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3520440"/>
            <a:ext cx="1453439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77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72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C"/>
          </a:solidFill>
          <a:ln w="12700">
            <a:solidFill>
              <a:srgbClr val="52E0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500" dirty="0"/>
          </a:p>
        </p:txBody>
      </p:sp>
      <p:pic>
        <p:nvPicPr>
          <p:cNvPr id="25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51960"/>
            <a:ext cx="906902" cy="82296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20" y="3520440"/>
            <a:ext cx="1210940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45720"/>
            <a:ext cx="533095" cy="4572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5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500" dirty="0"/>
          </a:p>
        </p:txBody>
      </p:sp>
      <p:pic>
        <p:nvPicPr>
          <p:cNvPr id="21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31920"/>
            <a:ext cx="1080135" cy="1143000"/>
          </a:xfrm>
          <a:prstGeom prst="rect">
            <a:avLst/>
          </a:prstGeom>
        </p:spPr>
      </p:pic>
      <p:pic>
        <p:nvPicPr>
          <p:cNvPr id="22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1" y="4114800"/>
            <a:ext cx="715289" cy="960120"/>
          </a:xfrm>
          <a:prstGeom prst="rect">
            <a:avLst/>
          </a:prstGeom>
        </p:spPr>
      </p:pic>
      <p:pic>
        <p:nvPicPr>
          <p:cNvPr id="23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746869" y="896112"/>
            <a:ext cx="2049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746869" y="896112"/>
            <a:ext cx="2049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347789" y="896112"/>
            <a:ext cx="20790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47789" y="896112"/>
            <a:ext cx="2079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وَلَعِبَ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693286" y="2834640"/>
            <a:ext cx="375742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693286" y="2834640"/>
            <a:ext cx="375742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وَلَعِبَ</a:t>
            </a:r>
            <a:endParaRPr lang="ar-SA" sz="4700" dirty="0"/>
          </a:p>
        </p:txBody>
      </p:sp>
      <p:pic>
        <p:nvPicPr>
          <p:cNvPr id="19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0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19" y="1783080"/>
            <a:ext cx="1176741" cy="1554480"/>
          </a:xfrm>
          <a:prstGeom prst="rect">
            <a:avLst/>
          </a:prstGeom>
        </p:spPr>
      </p:pic>
      <p:pic>
        <p:nvPicPr>
          <p:cNvPr id="21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053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87169" y="896112"/>
            <a:ext cx="19944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87169" y="896112"/>
            <a:ext cx="19944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262347" y="896112"/>
            <a:ext cx="23047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62347" y="896112"/>
            <a:ext cx="23047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وَتَعِبَ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91640" y="2834640"/>
            <a:ext cx="39607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91640" y="2834640"/>
            <a:ext cx="39607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لَعِبَ وَتَعِبَ</a:t>
            </a:r>
            <a:endParaRPr lang="ar-SA" sz="5400" dirty="0"/>
          </a:p>
        </p:txBody>
      </p:sp>
      <p:pic>
        <p:nvPicPr>
          <p:cNvPr id="17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8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305" y="1783080"/>
            <a:ext cx="1077255" cy="1554480"/>
          </a:xfrm>
          <a:prstGeom prst="rect">
            <a:avLst/>
          </a:prstGeom>
        </p:spPr>
      </p:pic>
      <p:pic>
        <p:nvPicPr>
          <p:cNvPr id="19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25E"/>
          </a:solidFill>
          <a:ln w="12700">
            <a:solidFill>
              <a:srgbClr val="EDD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8675" y="896112"/>
            <a:ext cx="18721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7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8675" y="896112"/>
            <a:ext cx="18721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0320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7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0320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14788" y="2834640"/>
            <a:ext cx="35144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14788" y="2834640"/>
            <a:ext cx="35144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وَفَرِحَ</a:t>
            </a:r>
            <a:endParaRPr lang="ar-SA" sz="47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26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1783080"/>
            <a:ext cx="1380378" cy="155448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0162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15336" y="896112"/>
            <a:ext cx="18046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8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15336" y="896112"/>
            <a:ext cx="18046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424013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424013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733874" y="2834640"/>
            <a:ext cx="36762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733874" y="2834640"/>
            <a:ext cx="36762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وَرِثَ وَشَكَرَ</a:t>
            </a:r>
            <a:endParaRPr lang="ar-SA" sz="47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162751" cy="155448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9121" y="1783080"/>
            <a:ext cx="1453439" cy="1554480"/>
          </a:xfrm>
          <a:prstGeom prst="rect">
            <a:avLst/>
          </a:prstGeom>
        </p:spPr>
      </p:pic>
      <p:pic>
        <p:nvPicPr>
          <p:cNvPr id="24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72695" y="896112"/>
            <a:ext cx="20193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72695" y="896112"/>
            <a:ext cx="20193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تَعِبَ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151918" y="896112"/>
            <a:ext cx="25007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51918" y="896112"/>
            <a:ext cx="25007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وَجَلَسَ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82437" y="2834640"/>
            <a:ext cx="417912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82437" y="2834640"/>
            <a:ext cx="417912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تَعِبَ وَجَلَسَ</a:t>
            </a:r>
            <a:endParaRPr lang="ar-SA" sz="5400" dirty="0"/>
          </a:p>
        </p:txBody>
      </p:sp>
      <p:pic>
        <p:nvPicPr>
          <p:cNvPr id="17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932219" cy="1554480"/>
          </a:xfrm>
          <a:prstGeom prst="rect">
            <a:avLst/>
          </a:prstGeom>
        </p:spPr>
      </p:pic>
      <p:pic>
        <p:nvPicPr>
          <p:cNvPr id="18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082" y="1783080"/>
            <a:ext cx="1397478" cy="1554480"/>
          </a:xfrm>
          <a:prstGeom prst="rect">
            <a:avLst/>
          </a:prstGeom>
        </p:spPr>
      </p:pic>
      <p:pic>
        <p:nvPicPr>
          <p:cNvPr id="19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76082" y="45720"/>
            <a:ext cx="533278" cy="411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02-ba-ta-tha</dc:title>
  <dc:subject>PptxGenJS Presentation</dc:subject>
  <dc:creator>PptxGenJS</dc:creator>
  <cp:lastModifiedBy>PptxGenJS</cp:lastModifiedBy>
  <cp:revision>1</cp:revision>
  <dcterms:created xsi:type="dcterms:W3CDTF">2026-10-20T22:47:00Z</dcterms:created>
  <dcterms:modified xsi:type="dcterms:W3CDTF">2026-10-20T22:47:00Z</dcterms:modified>
</cp:coreProperties>
</file>