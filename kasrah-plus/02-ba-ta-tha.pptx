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7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7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6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6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2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9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4-1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2.png"/><Relationship Id="rId2" Type="http://schemas.openxmlformats.org/officeDocument/2006/relationships/image" Target="../media/image-1-1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0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10500" dirty="0"/>
          </a:p>
        </p:txBody>
      </p:sp>
      <p:pic>
        <p:nvPicPr>
          <p:cNvPr id="1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بِإِ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F"/>
          </a:solidFill>
          <a:ln w="12700">
            <a:solidFill>
              <a:srgbClr val="ED5E9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2"/>
          </a:solidFill>
          <a:ln w="12700">
            <a:solidFill>
              <a:srgbClr val="52E0B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B64D8"/>
          </a:solidFill>
          <a:ln w="12700">
            <a:solidFill>
              <a:srgbClr val="C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A47D1"/>
          </a:solidFill>
          <a:ln w="12700">
            <a:solidFill>
              <a:srgbClr val="A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61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61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6100" dirty="0"/>
          </a:p>
        </p:txBody>
      </p:sp>
      <p:pic>
        <p:nvPicPr>
          <p:cNvPr id="22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3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627" y="3515868"/>
            <a:ext cx="202393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2ED5E"/>
          </a:solidFill>
          <a:ln w="12700">
            <a:solidFill>
              <a:srgbClr val="C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إِبِتِ</a:t>
            </a:r>
            <a:endParaRPr lang="ar-SA" sz="62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52E0"/>
          </a:solidFill>
          <a:ln w="12700">
            <a:solidFill>
              <a:srgbClr val="8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تِبِثِ</a:t>
            </a:r>
            <a:endParaRPr lang="ar-SA" sz="6800" dirty="0"/>
          </a:p>
        </p:txBody>
      </p:sp>
      <p:pic>
        <p:nvPicPr>
          <p:cNvPr id="29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E64"/>
          </a:solidFill>
          <a:ln w="12700">
            <a:solidFill>
              <a:srgbClr val="D8A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847"/>
          </a:solidFill>
          <a:ln w="12700">
            <a:solidFill>
              <a:srgbClr val="D18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ثِبِجِ</a:t>
            </a:r>
            <a:endParaRPr lang="ar-SA" sz="5400" dirty="0"/>
          </a:p>
        </p:txBody>
      </p:sp>
      <p:pic>
        <p:nvPicPr>
          <p:cNvPr id="24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جِبِحِ</a:t>
            </a:r>
            <a:endParaRPr lang="ar-SA" sz="5400" dirty="0"/>
          </a:p>
        </p:txBody>
      </p:sp>
      <p:pic>
        <p:nvPicPr>
          <p:cNvPr id="25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حِبِخِ</a:t>
            </a:r>
            <a:endParaRPr lang="ar-SA" sz="5400" dirty="0"/>
          </a:p>
        </p:txBody>
      </p:sp>
      <p:pic>
        <p:nvPicPr>
          <p:cNvPr id="26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617" y="3332988"/>
            <a:ext cx="210394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خِبِدِ</a:t>
            </a:r>
            <a:endParaRPr lang="ar-SA" sz="6800" dirty="0"/>
          </a:p>
        </p:txBody>
      </p:sp>
      <p:pic>
        <p:nvPicPr>
          <p:cNvPr id="24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57040" cy="1508760"/>
          </a:xfrm>
          <a:prstGeom prst="rect">
            <a:avLst/>
          </a:prstGeom>
        </p:spPr>
      </p:pic>
      <p:pic>
        <p:nvPicPr>
          <p:cNvPr id="25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089" y="3332988"/>
            <a:ext cx="1756471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6ED"/>
          </a:solidFill>
          <a:ln w="12700">
            <a:solidFill>
              <a:srgbClr val="5EE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دِبِإِ</a:t>
            </a:r>
            <a:endParaRPr lang="ar-SA" sz="6200" dirty="0"/>
          </a:p>
        </p:txBody>
      </p:sp>
      <p:pic>
        <p:nvPicPr>
          <p:cNvPr id="32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B52"/>
          </a:solidFill>
          <a:ln w="12700">
            <a:solidFill>
              <a:srgbClr val="E06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9"/>
          </a:solidFill>
          <a:ln w="12700">
            <a:solidFill>
              <a:srgbClr val="70DBB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إِبِ</a:t>
            </a:r>
            <a:endParaRPr lang="ar-SA" sz="70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1"/>
          </a:solidFill>
          <a:ln w="12700">
            <a:solidFill>
              <a:srgbClr val="64D89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6"/>
          </a:solidFill>
          <a:ln w="12700">
            <a:solidFill>
              <a:srgbClr val="47D1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1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2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7934"/>
          </a:solidFill>
          <a:ln w="12700">
            <a:solidFill>
              <a:srgbClr val="5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75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75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15EED"/>
          </a:solidFill>
          <a:ln w="12700">
            <a:solidFill>
              <a:srgbClr val="D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75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E052"/>
          </a:solidFill>
          <a:ln w="12700">
            <a:solidFill>
              <a:srgbClr val="5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70DB"/>
          </a:solidFill>
          <a:ln w="12700">
            <a:solidFill>
              <a:srgbClr val="9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464D8"/>
          </a:solidFill>
          <a:ln w="12700">
            <a:solidFill>
              <a:srgbClr val="7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CD1"/>
          </a:solidFill>
          <a:ln w="12700">
            <a:solidFill>
              <a:srgbClr val="474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25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12500" dirty="0"/>
          </a:p>
        </p:txBody>
      </p:sp>
      <p:pic>
        <p:nvPicPr>
          <p:cNvPr id="13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2276490" cy="1463040"/>
          </a:xfrm>
          <a:prstGeom prst="rect">
            <a:avLst/>
          </a:prstGeom>
        </p:spPr>
      </p:pic>
      <p:pic>
        <p:nvPicPr>
          <p:cNvPr id="14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7544" y="1828800"/>
            <a:ext cx="1365016" cy="1463040"/>
          </a:xfrm>
          <a:prstGeom prst="rect">
            <a:avLst/>
          </a:prstGeom>
        </p:spPr>
      </p:pic>
      <p:pic>
        <p:nvPicPr>
          <p:cNvPr id="15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تِإِ</a:t>
            </a:r>
            <a:endParaRPr lang="ar-SA" sz="7000" dirty="0"/>
          </a:p>
        </p:txBody>
      </p:sp>
      <p:pic>
        <p:nvPicPr>
          <p:cNvPr id="21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تِبِ</a:t>
            </a:r>
            <a:endParaRPr lang="ar-SA" sz="7500" dirty="0"/>
          </a:p>
        </p:txBody>
      </p:sp>
      <p:pic>
        <p:nvPicPr>
          <p:cNvPr id="22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70099" y="3515868"/>
            <a:ext cx="158246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0758" y="3515868"/>
            <a:ext cx="1891802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D5E"/>
          </a:solidFill>
          <a:ln w="12700">
            <a:solidFill>
              <a:srgbClr val="EDA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61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FE0"/>
          </a:solidFill>
          <a:ln w="12700">
            <a:solidFill>
              <a:srgbClr val="527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370"/>
          </a:solidFill>
          <a:ln w="12700">
            <a:solidFill>
              <a:srgbClr val="DB8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6100" dirty="0"/>
          </a:p>
        </p:txBody>
      </p:sp>
      <p:pic>
        <p:nvPicPr>
          <p:cNvPr id="25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1"/>
          </a:solidFill>
          <a:ln w="12700">
            <a:solidFill>
              <a:srgbClr val="D864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E"/>
          </a:solidFill>
          <a:ln w="12700">
            <a:solidFill>
              <a:srgbClr val="D1476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61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7712" y="3515868"/>
            <a:ext cx="1664848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إِتِبِ</a:t>
            </a:r>
            <a:endParaRPr lang="ar-SA" sz="6200" dirty="0"/>
          </a:p>
        </p:txBody>
      </p:sp>
      <p:pic>
        <p:nvPicPr>
          <p:cNvPr id="26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415217" cy="1508760"/>
          </a:xfrm>
          <a:prstGeom prst="rect">
            <a:avLst/>
          </a:prstGeom>
        </p:spPr>
      </p:pic>
      <p:pic>
        <p:nvPicPr>
          <p:cNvPr id="27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6995" y="3332988"/>
            <a:ext cx="1365565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بِتِثِ</a:t>
            </a:r>
            <a:endParaRPr lang="ar-SA" sz="6800" dirty="0"/>
          </a:p>
        </p:txBody>
      </p:sp>
      <p:pic>
        <p:nvPicPr>
          <p:cNvPr id="24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A"/>
          </a:solidFill>
          <a:ln w="12700">
            <a:solidFill>
              <a:srgbClr val="5EED8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ثِتِجِ</a:t>
            </a:r>
            <a:endParaRPr lang="ar-SA" sz="54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3"/>
          </a:solidFill>
          <a:ln w="12700">
            <a:solidFill>
              <a:srgbClr val="E052A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DB70"/>
          </a:solidFill>
          <a:ln w="12700">
            <a:solidFill>
              <a:srgbClr val="7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جِتِحِ</a:t>
            </a:r>
            <a:endParaRPr lang="ar-SA" sz="5400" dirty="0"/>
          </a:p>
        </p:txBody>
      </p:sp>
      <p:pic>
        <p:nvPicPr>
          <p:cNvPr id="29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D864"/>
          </a:solidFill>
          <a:ln w="12700">
            <a:solidFill>
              <a:srgbClr val="8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0D147"/>
          </a:solidFill>
          <a:ln w="12700">
            <a:solidFill>
              <a:srgbClr val="9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حِتِخِ</a:t>
            </a:r>
            <a:endParaRPr lang="ar-SA" sz="5400" dirty="0"/>
          </a:p>
        </p:txBody>
      </p:sp>
      <p:pic>
        <p:nvPicPr>
          <p:cNvPr id="24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5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خِتِدِ</a:t>
            </a:r>
            <a:endParaRPr lang="ar-SA" sz="8400" dirty="0"/>
          </a:p>
        </p:txBody>
      </p:sp>
      <p:pic>
        <p:nvPicPr>
          <p:cNvPr id="25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دِتِإِ</a:t>
            </a:r>
            <a:endParaRPr lang="ar-SA" sz="6200" dirty="0"/>
          </a:p>
        </p:txBody>
      </p:sp>
      <p:pic>
        <p:nvPicPr>
          <p:cNvPr id="26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25356" cy="1508760"/>
          </a:xfrm>
          <a:prstGeom prst="rect">
            <a:avLst/>
          </a:prstGeom>
        </p:spPr>
      </p:pic>
      <p:pic>
        <p:nvPicPr>
          <p:cNvPr id="27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0517" y="3332988"/>
            <a:ext cx="2262043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إِتِ</a:t>
            </a:r>
            <a:endParaRPr lang="ar-SA" sz="7000" dirty="0"/>
          </a:p>
        </p:txBody>
      </p:sp>
      <p:pic>
        <p:nvPicPr>
          <p:cNvPr id="20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646" y="3515868"/>
            <a:ext cx="2051914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5EED"/>
          </a:solidFill>
          <a:ln w="12700">
            <a:solidFill>
              <a:srgbClr val="6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بِتِ</a:t>
            </a:r>
            <a:endParaRPr lang="ar-SA" sz="77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E052"/>
          </a:solidFill>
          <a:ln w="12700">
            <a:solidFill>
              <a:srgbClr val="C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5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892912" cy="6858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BD8"/>
          </a:solidFill>
          <a:ln w="12700">
            <a:solidFill>
              <a:srgbClr val="64A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3D1"/>
          </a:solidFill>
          <a:ln w="12700">
            <a:solidFill>
              <a:srgbClr val="47B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7700" dirty="0"/>
          </a:p>
        </p:txBody>
      </p:sp>
      <p:pic>
        <p:nvPicPr>
          <p:cNvPr id="20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500" dirty="0"/>
          </a:p>
        </p:txBody>
      </p:sp>
      <p:pic>
        <p:nvPicPr>
          <p:cNvPr id="21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84548"/>
            <a:ext cx="1105510" cy="68580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500" dirty="0"/>
          </a:p>
        </p:txBody>
      </p:sp>
      <p:pic>
        <p:nvPicPr>
          <p:cNvPr id="22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3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0085" y="3515868"/>
            <a:ext cx="18824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0" name="Image 0" descr="octop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62674" cy="1417320"/>
          </a:xfrm>
          <a:prstGeom prst="rect">
            <a:avLst/>
          </a:prstGeom>
        </p:spPr>
      </p:pic>
      <p:pic>
        <p:nvPicPr>
          <p:cNvPr id="21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A"/>
          </a:solidFill>
          <a:ln w="12700">
            <a:solidFill>
              <a:srgbClr val="ED5E7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125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64940" cy="146304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0058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ثِإِ</a:t>
            </a:r>
            <a:endParaRPr lang="ar-SA" sz="7000" dirty="0"/>
          </a:p>
        </p:txBody>
      </p:sp>
      <p:pic>
        <p:nvPicPr>
          <p:cNvPr id="25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47D1"/>
          </a:solidFill>
          <a:ln w="12700">
            <a:solidFill>
              <a:srgbClr val="C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ثِبِ</a:t>
            </a:r>
            <a:endParaRPr lang="ar-SA" sz="7500" dirty="0"/>
          </a:p>
        </p:txBody>
      </p:sp>
      <p:pic>
        <p:nvPicPr>
          <p:cNvPr id="20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1" name="Image 1" descr="rabb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862" y="3515868"/>
            <a:ext cx="15606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ثِتِ</a:t>
            </a:r>
            <a:endParaRPr lang="ar-SA" sz="9500" dirty="0"/>
          </a:p>
        </p:txBody>
      </p:sp>
      <p:pic>
        <p:nvPicPr>
          <p:cNvPr id="21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06927" cy="1417320"/>
          </a:xfrm>
          <a:prstGeom prst="rect">
            <a:avLst/>
          </a:prstGeom>
        </p:spPr>
      </p:pic>
      <p:pic>
        <p:nvPicPr>
          <p:cNvPr id="22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61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9367" cy="141732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6100" dirty="0"/>
          </a:p>
        </p:txBody>
      </p:sp>
      <p:pic>
        <p:nvPicPr>
          <p:cNvPr id="20" name="Image 0" descr="spouting_wh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42202" cy="1417320"/>
          </a:xfrm>
          <a:prstGeom prst="rect">
            <a:avLst/>
          </a:prstGeom>
        </p:spPr>
      </p:pic>
      <p:pic>
        <p:nvPicPr>
          <p:cNvPr id="21" name="Image 1" descr="dolph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6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ED5E"/>
          </a:solidFill>
          <a:ln w="12700">
            <a:solidFill>
              <a:srgbClr val="9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6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338828"/>
            <a:ext cx="885871" cy="73152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90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إِثِبِ</a:t>
            </a:r>
            <a:endParaRPr lang="ar-SA" sz="6200" dirty="0"/>
          </a:p>
        </p:txBody>
      </p:sp>
      <p:pic>
        <p:nvPicPr>
          <p:cNvPr id="24" name="Image 0" descr="hippopotam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347631" cy="1508760"/>
          </a:xfrm>
          <a:prstGeom prst="rect">
            <a:avLst/>
          </a:prstGeom>
        </p:spPr>
      </p:pic>
      <p:pic>
        <p:nvPicPr>
          <p:cNvPr id="25" name="Image 1" descr="llam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1603" y="3332988"/>
            <a:ext cx="1620957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بِثِتِ</a:t>
            </a:r>
            <a:endParaRPr lang="ar-SA" sz="6800" dirty="0"/>
          </a:p>
        </p:txBody>
      </p:sp>
      <p:pic>
        <p:nvPicPr>
          <p:cNvPr id="25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3231" cy="10058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تِثِجِ</a:t>
            </a:r>
            <a:endParaRPr lang="ar-SA" sz="5400" dirty="0"/>
          </a:p>
        </p:txBody>
      </p:sp>
      <p:pic>
        <p:nvPicPr>
          <p:cNvPr id="26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08760" cy="1508760"/>
          </a:xfrm>
          <a:prstGeom prst="rect">
            <a:avLst/>
          </a:prstGeom>
        </p:spPr>
      </p:pic>
      <p:pic>
        <p:nvPicPr>
          <p:cNvPr id="27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283928" y="3332988"/>
            <a:ext cx="1768632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جِثِحِ</a:t>
            </a:r>
            <a:endParaRPr lang="ar-SA" sz="5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2432121" cy="1508760"/>
          </a:xfrm>
          <a:prstGeom prst="rect">
            <a:avLst/>
          </a:prstGeom>
        </p:spPr>
      </p:pic>
      <p:pic>
        <p:nvPicPr>
          <p:cNvPr id="25" name="Image 1" descr="tropical_f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93" y="3332988"/>
            <a:ext cx="2114367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83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حِثِخِ</a:t>
            </a:r>
            <a:endParaRPr lang="ar-SA" sz="54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F52"/>
          </a:solidFill>
          <a:ln w="12700">
            <a:solidFill>
              <a:srgbClr val="E08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خِثِدِ</a:t>
            </a:r>
            <a:endParaRPr lang="ar-SA" sz="8400" dirty="0"/>
          </a:p>
        </p:txBody>
      </p:sp>
      <p:pic>
        <p:nvPicPr>
          <p:cNvPr id="29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898398" cy="11430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70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دِثِإِ</a:t>
            </a:r>
            <a:endParaRPr lang="ar-SA" sz="62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go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191847" y="3332988"/>
            <a:ext cx="1860713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إِثِ</a:t>
            </a:r>
            <a:endParaRPr lang="ar-SA" sz="7000" dirty="0"/>
          </a:p>
        </p:txBody>
      </p:sp>
      <p:pic>
        <p:nvPicPr>
          <p:cNvPr id="21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111499" cy="1051560"/>
          </a:xfrm>
          <a:prstGeom prst="rect">
            <a:avLst/>
          </a:prstGeom>
        </p:spPr>
      </p:pic>
      <p:pic>
        <p:nvPicPr>
          <p:cNvPr id="22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بِثِ</a:t>
            </a:r>
            <a:endParaRPr lang="ar-SA" sz="7700" dirty="0"/>
          </a:p>
        </p:txBody>
      </p:sp>
      <p:pic>
        <p:nvPicPr>
          <p:cNvPr id="22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9446" cy="1417320"/>
          </a:xfrm>
          <a:prstGeom prst="rect">
            <a:avLst/>
          </a:prstGeom>
        </p:spPr>
      </p:pic>
      <p:pic>
        <p:nvPicPr>
          <p:cNvPr id="23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0739" y="3515868"/>
            <a:ext cx="1221821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تِثِ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41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5"/>
          </a:solidFill>
          <a:ln w="12700">
            <a:solidFill>
              <a:srgbClr val="ED5EE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77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0058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500" dirty="0"/>
          </a:p>
        </p:txBody>
      </p:sp>
      <p:pic>
        <p:nvPicPr>
          <p:cNvPr id="25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47D1"/>
          </a:solidFill>
          <a:ln w="12700">
            <a:solidFill>
              <a:srgbClr val="6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500" dirty="0"/>
          </a:p>
        </p:txBody>
      </p:sp>
      <p:pic>
        <p:nvPicPr>
          <p:cNvPr id="20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1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7375" y="4338828"/>
            <a:ext cx="705185" cy="73152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93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46869" y="896112"/>
            <a:ext cx="20493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46869" y="896112"/>
            <a:ext cx="20493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347789" y="896112"/>
            <a:ext cx="2079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47789" y="896112"/>
            <a:ext cx="2079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93286" y="2834640"/>
            <a:ext cx="37574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93286" y="2834640"/>
            <a:ext cx="37574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شَرِبَ وَلَعِبَ</a:t>
            </a:r>
            <a:endParaRPr lang="ar-SA" sz="4700" dirty="0"/>
          </a:p>
        </p:txBody>
      </p:sp>
      <p:pic>
        <p:nvPicPr>
          <p:cNvPr id="1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479133" cy="1463040"/>
          </a:xfrm>
          <a:prstGeom prst="rect">
            <a:avLst/>
          </a:prstGeom>
        </p:spPr>
      </p:pic>
      <p:pic>
        <p:nvPicPr>
          <p:cNvPr id="20" name="Image 1" descr="hedgeh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682" y="1828800"/>
            <a:ext cx="1904878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7" name="Image 0" descr="cra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638605" cy="1463040"/>
          </a:xfrm>
          <a:prstGeom prst="rect">
            <a:avLst/>
          </a:prstGeom>
        </p:spPr>
      </p:pic>
      <p:pic>
        <p:nvPicPr>
          <p:cNvPr id="18" name="Image 1" descr="se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347" y="1828800"/>
            <a:ext cx="1931213" cy="1463040"/>
          </a:xfrm>
          <a:prstGeom prst="rect">
            <a:avLst/>
          </a:prstGeom>
        </p:spPr>
      </p:pic>
      <p:pic>
        <p:nvPicPr>
          <p:cNvPr id="19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49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68675" y="896112"/>
            <a:ext cx="18721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68675" y="896112"/>
            <a:ext cx="18721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0320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320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14788" y="2834640"/>
            <a:ext cx="35144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14788" y="2834640"/>
            <a:ext cx="35144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وَفَرِحَ</a:t>
            </a:r>
            <a:endParaRPr lang="ar-SA" sz="47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26" name="Image 1" descr="peac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1496" y="1828800"/>
            <a:ext cx="1561064" cy="146304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5336" y="896112"/>
            <a:ext cx="18046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5336" y="896112"/>
            <a:ext cx="18046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4013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4013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3874" y="2834640"/>
            <a:ext cx="36762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3874" y="2834640"/>
            <a:ext cx="36762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وَرِثَ وَشَكَرَ</a:t>
            </a:r>
            <a:endParaRPr lang="ar-SA" sz="47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904878" cy="146304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228" y="1828800"/>
            <a:ext cx="1372332" cy="146304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522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B"/>
          </a:solidFill>
          <a:ln w="12700">
            <a:solidFill>
              <a:srgbClr val="D1474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72695" y="896112"/>
            <a:ext cx="20193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72695" y="896112"/>
            <a:ext cx="20193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151918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A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51918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482437" y="2834640"/>
            <a:ext cx="417912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482437" y="2834640"/>
            <a:ext cx="417912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تَعِبَ وَجَلَسَ</a:t>
            </a:r>
            <a:endParaRPr lang="ar-SA" sz="5400" dirty="0"/>
          </a:p>
        </p:txBody>
      </p:sp>
      <p:pic>
        <p:nvPicPr>
          <p:cNvPr id="17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261140" cy="1463040"/>
          </a:xfrm>
          <a:prstGeom prst="rect">
            <a:avLst/>
          </a:prstGeom>
        </p:spPr>
      </p:pic>
      <p:pic>
        <p:nvPicPr>
          <p:cNvPr id="18" name="Image 1" descr="baby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19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02-ba-ta-tha</dc:title>
  <dc:subject>PptxGenJS Presentation</dc:subject>
  <dc:creator>PptxGenJS</dc:creator>
  <cp:lastModifiedBy>PptxGenJS</cp:lastModifiedBy>
  <cp:revision>1</cp:revision>
  <dcterms:created xsi:type="dcterms:W3CDTF">2026-10-20T23:11:19Z</dcterms:created>
  <dcterms:modified xsi:type="dcterms:W3CDTF">2026-10-20T23:11:19Z</dcterms:modified>
</cp:coreProperties>
</file>