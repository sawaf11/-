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11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11100" dirty="0"/>
          </a:p>
        </p:txBody>
      </p:sp>
      <p:pic>
        <p:nvPicPr>
          <p:cNvPr id="1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1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051" y="1783080"/>
            <a:ext cx="964509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إِبِ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618351" cy="123444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95" y="3515868"/>
            <a:ext cx="127156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إِتِ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75E"/>
          </a:solidFill>
          <a:ln w="12700">
            <a:solidFill>
              <a:srgbClr val="EDE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إِثِ</a:t>
            </a:r>
            <a:endParaRPr lang="ar-SA" sz="7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7354" y="2034540"/>
            <a:ext cx="505206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52E0"/>
          </a:solidFill>
          <a:ln w="12700">
            <a:solidFill>
              <a:srgbClr val="5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إِجِ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664"/>
          </a:solidFill>
          <a:ln w="12700">
            <a:solidFill>
              <a:srgbClr val="D88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947"/>
          </a:solidFill>
          <a:ln w="12700">
            <a:solidFill>
              <a:srgbClr val="D15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إِحِ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67084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462" y="3790188"/>
            <a:ext cx="1426098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إِخِ</a:t>
            </a:r>
            <a:endParaRPr lang="ar-SA" sz="6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749" y="4110228"/>
            <a:ext cx="726811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إِدِ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12241" cy="137160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460" y="3653028"/>
            <a:ext cx="1301100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بِإِتِ</a:t>
            </a:r>
            <a:endParaRPr lang="ar-SA" sz="6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4"/>
          </a:solidFill>
          <a:ln w="12700">
            <a:solidFill>
              <a:srgbClr val="5EED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تِإِثِ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9"/>
          </a:solidFill>
          <a:ln w="12700">
            <a:solidFill>
              <a:srgbClr val="E052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ثِإِجِ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8D147"/>
          </a:solidFill>
          <a:ln w="12700">
            <a:solidFill>
              <a:srgbClr val="5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جِإِحِ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73352" cy="114300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3835908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حِإِخِ</a:t>
            </a:r>
            <a:endParaRPr lang="ar-SA" sz="5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757" y="3835908"/>
            <a:ext cx="709803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خِإِدِ</a:t>
            </a:r>
            <a:endParaRPr lang="ar-SA" sz="62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0055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98748"/>
            <a:ext cx="1371600" cy="13716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دِإِبِ</a:t>
            </a:r>
            <a:endParaRPr lang="ar-SA" sz="6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بِإِ</a:t>
            </a:r>
            <a:endParaRPr lang="ar-SA" sz="7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2017" y="2080260"/>
            <a:ext cx="500543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70DB"/>
          </a:solidFill>
          <a:ln w="12700">
            <a:solidFill>
              <a:srgbClr val="7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تِإِ</a:t>
            </a:r>
            <a:endParaRPr lang="ar-SA" sz="7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03884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BD1"/>
          </a:solidFill>
          <a:ln w="12700">
            <a:solidFill>
              <a:srgbClr val="477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ثِإِ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47" y="3835908"/>
            <a:ext cx="1613413" cy="12344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جِإِ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044" y="4155948"/>
            <a:ext cx="699516" cy="9144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حِإِ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739646" cy="114300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خِإِ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C5E"/>
          </a:solidFill>
          <a:ln w="12700">
            <a:solidFill>
              <a:srgbClr val="ED7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دِإِ</a:t>
            </a:r>
            <a:endParaRPr lang="ar-SA" sz="7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7354" y="2011680"/>
            <a:ext cx="505206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0E0"/>
          </a:solidFill>
          <a:ln w="12700">
            <a:solidFill>
              <a:srgbClr val="52B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71513" y="896112"/>
            <a:ext cx="16152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C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71513" y="896112"/>
            <a:ext cx="16152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أَمِنَ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57231" y="896112"/>
            <a:ext cx="18942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C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57231" y="896112"/>
            <a:ext cx="18942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99405" y="2834640"/>
            <a:ext cx="314519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99405" y="2834640"/>
            <a:ext cx="314519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أَمِنَ وَفَرِحَ</a:t>
            </a:r>
            <a:endParaRPr lang="ar-SA" sz="4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845820" cy="169164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1965960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D"/>
          </a:solidFill>
          <a:ln w="12700">
            <a:solidFill>
              <a:srgbClr val="D147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5592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5592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3034" y="896112"/>
            <a:ext cx="19125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3034" y="896112"/>
            <a:ext cx="19125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وَشَبِعَ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2507" y="2834640"/>
            <a:ext cx="311898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2507" y="2834640"/>
            <a:ext cx="311898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وَشَبِعَ</a:t>
            </a:r>
            <a:endParaRPr lang="ar-SA" sz="44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20240"/>
            <a:ext cx="1322222" cy="1371600"/>
          </a:xfrm>
          <a:prstGeom prst="rect">
            <a:avLst/>
          </a:prstGeom>
        </p:spPr>
      </p:pic>
      <p:pic>
        <p:nvPicPr>
          <p:cNvPr id="18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298" y="3332988"/>
            <a:ext cx="1407262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8735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5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8735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748429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5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48429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13189" y="2834640"/>
            <a:ext cx="29176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13189" y="2834640"/>
            <a:ext cx="29176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وَفَهِمَ</a:t>
            </a:r>
            <a:endParaRPr lang="ar-SA" sz="44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969" y="1783080"/>
            <a:ext cx="931591" cy="1645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87217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7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87217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2687225" y="896112"/>
            <a:ext cx="17799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7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87225" y="896112"/>
            <a:ext cx="17799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وَعَلِمَ</a:t>
            </a:r>
            <a:endParaRPr lang="ar-SA" sz="41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14584" y="2834640"/>
            <a:ext cx="31148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14584" y="2834640"/>
            <a:ext cx="31148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وَعَلِمَ</a:t>
            </a:r>
            <a:endParaRPr lang="ar-SA" sz="4200" dirty="0"/>
          </a:p>
        </p:txBody>
      </p:sp>
      <p:pic>
        <p:nvPicPr>
          <p:cNvPr id="1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51660"/>
            <a:ext cx="1309604" cy="1508760"/>
          </a:xfrm>
          <a:prstGeom prst="rect">
            <a:avLst/>
          </a:prstGeom>
        </p:spPr>
      </p:pic>
      <p:pic>
        <p:nvPicPr>
          <p:cNvPr id="20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460" y="1988820"/>
            <a:ext cx="1301100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01-alif</dc:title>
  <dc:subject>PptxGenJS Presentation</dc:subject>
  <dc:creator>PptxGenJS</dc:creator>
  <cp:lastModifiedBy>PptxGenJS</cp:lastModifiedBy>
  <cp:revision>1</cp:revision>
  <dcterms:created xsi:type="dcterms:W3CDTF">2026-10-21T00:09:46Z</dcterms:created>
  <dcterms:modified xsi:type="dcterms:W3CDTF">2026-10-21T00:09:46Z</dcterms:modified>
</cp:coreProperties>
</file>