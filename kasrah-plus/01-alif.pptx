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1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11100" dirty="0"/>
          </a:p>
        </p:txBody>
      </p:sp>
      <p:pic>
        <p:nvPicPr>
          <p:cNvPr id="1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37590" cy="1828800"/>
          </a:xfrm>
          <a:prstGeom prst="rect">
            <a:avLst/>
          </a:prstGeom>
        </p:spPr>
      </p:pic>
      <p:pic>
        <p:nvPicPr>
          <p:cNvPr id="1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9821" y="1783080"/>
            <a:ext cx="972739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إِبِ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7401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إِتِ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75E"/>
          </a:solidFill>
          <a:ln w="12700">
            <a:solidFill>
              <a:srgbClr val="EDE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إِثِ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2782" y="2034540"/>
            <a:ext cx="509778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إِجِ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664"/>
          </a:solidFill>
          <a:ln w="12700">
            <a:solidFill>
              <a:srgbClr val="D88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947"/>
          </a:solidFill>
          <a:ln w="12700">
            <a:solidFill>
              <a:srgbClr val="D15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إِحِ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9997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581" y="3515868"/>
            <a:ext cx="179697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إِخِ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4508"/>
            <a:ext cx="721187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إِدِ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7684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بِإِتِ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4"/>
          </a:solidFill>
          <a:ln w="12700">
            <a:solidFill>
              <a:srgbClr val="5EED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تِإِثِ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9"/>
          </a:solidFill>
          <a:ln w="12700">
            <a:solidFill>
              <a:srgbClr val="E0526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ثِإِجِ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11713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جِإِحِ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98401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835" y="3332988"/>
            <a:ext cx="1549725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حِإِخِ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475" y="3835908"/>
            <a:ext cx="727085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خِإِدِ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41109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485" y="3332988"/>
            <a:ext cx="3254075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دِإِبِ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420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192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70DB"/>
          </a:solidFill>
          <a:ln w="12700">
            <a:solidFill>
              <a:srgbClr val="7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BD1"/>
          </a:solidFill>
          <a:ln w="12700">
            <a:solidFill>
              <a:srgbClr val="477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ثِإِ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40627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8690" y="3515868"/>
            <a:ext cx="179387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جِإِ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593" y="4110228"/>
            <a:ext cx="698967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حِإِ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392" y="3515868"/>
            <a:ext cx="120316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خِإِ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C5E"/>
          </a:solidFill>
          <a:ln w="12700">
            <a:solidFill>
              <a:srgbClr val="ED7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دِإِ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5068" y="2034540"/>
            <a:ext cx="507492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0E0"/>
          </a:solidFill>
          <a:ln w="12700">
            <a:solidFill>
              <a:srgbClr val="52B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71513" y="896112"/>
            <a:ext cx="16152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C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71513" y="896112"/>
            <a:ext cx="16152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أَمِنَ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57231" y="896112"/>
            <a:ext cx="18942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C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57231" y="896112"/>
            <a:ext cx="18942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99405" y="2834640"/>
            <a:ext cx="314519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99405" y="2834640"/>
            <a:ext cx="314519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أَمِنَ وَفَرِحَ</a:t>
            </a:r>
            <a:endParaRPr lang="ar-SA" sz="4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921852" cy="17830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0015" y="1783080"/>
            <a:ext cx="1252545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D"/>
          </a:solidFill>
          <a:ln w="12700">
            <a:solidFill>
              <a:srgbClr val="D147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5592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5592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3034" y="896112"/>
            <a:ext cx="1912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3034" y="896112"/>
            <a:ext cx="1912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وَشَبِعَ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2507" y="2834640"/>
            <a:ext cx="311898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2507" y="2834640"/>
            <a:ext cx="311898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وَشَبِعَ</a:t>
            </a:r>
            <a:endParaRPr lang="ar-SA" sz="4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680667" cy="18288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3241548"/>
            <a:ext cx="1435608" cy="1828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8735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5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8735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48429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5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48429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13189" y="2834640"/>
            <a:ext cx="29176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13189" y="2834640"/>
            <a:ext cx="29176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وَفَهِمَ</a:t>
            </a:r>
            <a:endParaRPr lang="ar-SA" sz="44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52221" cy="182880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347" y="1783080"/>
            <a:ext cx="882213" cy="1645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87217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87217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2687225" y="896112"/>
            <a:ext cx="17799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7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87225" y="896112"/>
            <a:ext cx="17799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وَعَلِمَ</a:t>
            </a:r>
            <a:endParaRPr lang="ar-SA" sz="41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14584" y="2834640"/>
            <a:ext cx="31148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14584" y="2834640"/>
            <a:ext cx="31148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وَعَلِمَ</a:t>
            </a:r>
            <a:endParaRPr lang="ar-SA" sz="42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410005" cy="1828800"/>
          </a:xfrm>
          <a:prstGeom prst="rect">
            <a:avLst/>
          </a:prstGeom>
        </p:spPr>
      </p:pic>
      <p:pic>
        <p:nvPicPr>
          <p:cNvPr id="20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4381" y="3241548"/>
            <a:ext cx="2348179" cy="1828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01-alif</dc:title>
  <dc:subject>PptxGenJS Presentation</dc:subject>
  <dc:creator>PptxGenJS</dc:creator>
  <cp:lastModifiedBy>PptxGenJS</cp:lastModifiedBy>
  <cp:revision>1</cp:revision>
  <dcterms:created xsi:type="dcterms:W3CDTF">2026-10-20T23:35:46Z</dcterms:created>
  <dcterms:modified xsi:type="dcterms:W3CDTF">2026-10-20T23:35:46Z</dcterms:modified>
</cp:coreProperties>
</file>