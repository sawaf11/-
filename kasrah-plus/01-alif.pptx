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111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1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051" y="1783080"/>
            <a:ext cx="96450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7354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462" y="3790188"/>
            <a:ext cx="142609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0228"/>
            <a:ext cx="726811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1460" y="3653028"/>
            <a:ext cx="1301100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بِإِتِ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تِإِثِ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حِإِخِ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757" y="3835908"/>
            <a:ext cx="709803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خِإِدِ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98748"/>
            <a:ext cx="1371600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2017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03884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147" y="3835908"/>
            <a:ext cx="1613413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044" y="4155948"/>
            <a:ext cx="699516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7354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1513" y="896112"/>
            <a:ext cx="161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1513" y="896112"/>
            <a:ext cx="161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57231" y="896112"/>
            <a:ext cx="18942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57231" y="896112"/>
            <a:ext cx="18942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99405" y="2834640"/>
            <a:ext cx="31451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99405" y="2834640"/>
            <a:ext cx="31451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 وَفَرِحَ</a:t>
            </a:r>
            <a:endParaRPr lang="ar-SA" sz="4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45820" cy="16916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1965960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20240"/>
            <a:ext cx="1322222" cy="1371600"/>
          </a:xfrm>
          <a:prstGeom prst="rect">
            <a:avLst/>
          </a:prstGeom>
        </p:spPr>
      </p:pic>
      <p:pic>
        <p:nvPicPr>
          <p:cNvPr id="18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5298" y="3332988"/>
            <a:ext cx="140726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8735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8735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48429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48429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13189" y="2834640"/>
            <a:ext cx="29176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13189" y="2834640"/>
            <a:ext cx="29176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وَفَهِمَ</a:t>
            </a:r>
            <a:endParaRPr lang="ar-SA" sz="44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969" y="1783080"/>
            <a:ext cx="931591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87217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87217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687225" y="896112"/>
            <a:ext cx="1779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225" y="896112"/>
            <a:ext cx="17799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4584" y="2834640"/>
            <a:ext cx="31148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4584" y="2834640"/>
            <a:ext cx="31148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وَعَلِمَ</a:t>
            </a:r>
            <a:endParaRPr lang="ar-SA" sz="42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09604" cy="1508760"/>
          </a:xfrm>
          <a:prstGeom prst="rect">
            <a:avLst/>
          </a:prstGeom>
        </p:spPr>
      </p:pic>
      <p:pic>
        <p:nvPicPr>
          <p:cNvPr id="20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1460" y="1988820"/>
            <a:ext cx="1301100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01-alif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