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1100" dirty="0"/>
          </a:p>
        </p:txBody>
      </p:sp>
      <p:pic>
        <p:nvPicPr>
          <p:cNvPr id="1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6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تِإِثِ</a:t>
            </a:r>
            <a:endParaRPr lang="ar-SA" sz="62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ثِإِجِ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724" y="4297680"/>
            <a:ext cx="558836" cy="77724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جِإِحِ</a:t>
            </a:r>
            <a:endParaRPr lang="ar-SA" sz="54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حِإِخِ</a:t>
            </a:r>
            <a:endParaRPr lang="ar-SA" sz="5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4343400"/>
            <a:ext cx="711037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خِإِدِ</a:t>
            </a:r>
            <a:endParaRPr lang="ar-SA" sz="62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دِإِبِ</a:t>
            </a:r>
            <a:endParaRPr lang="ar-SA" sz="6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1513" y="896112"/>
            <a:ext cx="161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1513" y="896112"/>
            <a:ext cx="161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57231" y="896112"/>
            <a:ext cx="18942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57231" y="896112"/>
            <a:ext cx="18942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99405" y="2834640"/>
            <a:ext cx="31451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99405" y="2834640"/>
            <a:ext cx="31451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 وَفَرِحَ</a:t>
            </a:r>
            <a:endParaRPr lang="ar-SA" sz="4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8735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8735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48429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48429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3189" y="2834640"/>
            <a:ext cx="29176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3189" y="2834640"/>
            <a:ext cx="29176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وَفَهِمَ</a:t>
            </a:r>
            <a:endParaRPr lang="ar-SA" sz="4400" dirty="0"/>
          </a:p>
        </p:txBody>
      </p:sp>
      <p:pic>
        <p:nvPicPr>
          <p:cNvPr id="1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20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87217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87217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687225" y="896112"/>
            <a:ext cx="1779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225" y="896112"/>
            <a:ext cx="1779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4584" y="2834640"/>
            <a:ext cx="31148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4584" y="2834640"/>
            <a:ext cx="31148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وَعَلِمَ</a:t>
            </a:r>
            <a:endParaRPr lang="ar-SA" sz="4200" dirty="0"/>
          </a:p>
        </p:txBody>
      </p:sp>
      <p:pic>
        <p:nvPicPr>
          <p:cNvPr id="1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178308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01-alif</dc:title>
  <dc:subject>PptxGenJS Presentation</dc:subject>
  <dc:creator>PptxGenJS</dc:creator>
  <cp:lastModifiedBy>PptxGenJS</cp:lastModifiedBy>
  <cp:revision>1</cp:revision>
  <dcterms:created xsi:type="dcterms:W3CDTF">2026-10-20T22:47:00Z</dcterms:created>
  <dcterms:modified xsi:type="dcterms:W3CDTF">2026-10-20T22:47:00Z</dcterms:modified>
</cp:coreProperties>
</file>