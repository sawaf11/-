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5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2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7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4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2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2.png"/><Relationship Id="rId2" Type="http://schemas.openxmlformats.org/officeDocument/2006/relationships/image" Target="../media/image-4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8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2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2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image" Target="../media/image-6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image" Target="../media/image-3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22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122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فِإِ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55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فِبِ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فِتِ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462" y="3790188"/>
            <a:ext cx="142609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515868"/>
            <a:ext cx="74770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فِذِ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فِرِ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فِسِ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فِشِ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4744" y="3515868"/>
            <a:ext cx="907816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فِصِ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فِضِ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فِطِ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فِظِ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515868"/>
            <a:ext cx="77724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بِفِتِ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07" y="3561588"/>
            <a:ext cx="1249253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تِفِثِ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ثِفِجِ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571" y="3332988"/>
            <a:ext cx="1375989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دِفِذِ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3927348"/>
            <a:ext cx="1673352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ذِفِرِ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3392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رِفِزِ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زِفِسِ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525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سِفِشِ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398" y="3424428"/>
            <a:ext cx="701162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شِفِصِ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4018788"/>
            <a:ext cx="725576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صِفِضِ</a:t>
            </a:r>
            <a:endParaRPr lang="ar-SA" sz="59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688" y="3653028"/>
            <a:ext cx="1167872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ضِفِطِ</a:t>
            </a:r>
            <a:endParaRPr lang="ar-SA" sz="7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B"/>
          </a:solidFill>
          <a:ln w="12700">
            <a:solidFill>
              <a:srgbClr val="ED5E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طِفِظِ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6"/>
          </a:solidFill>
          <a:ln w="12700">
            <a:solidFill>
              <a:srgbClr val="52E0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ظِفِعِ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47D1"/>
          </a:solidFill>
          <a:ln w="12700">
            <a:solidFill>
              <a:srgbClr val="7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عِفِغِ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656" y="3378708"/>
            <a:ext cx="828904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غِفِإِ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838" y="3653028"/>
            <a:ext cx="1384722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C5E"/>
          </a:solidFill>
          <a:ln w="12700">
            <a:solidFill>
              <a:srgbClr val="EDD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</a:t>
            </a:r>
            <a:endParaRPr lang="ar-SA" sz="9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567" y="3515868"/>
            <a:ext cx="81299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553" y="3561588"/>
            <a:ext cx="1293007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09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109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010595" cy="164592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2080260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15E"/>
          </a:solidFill>
          <a:ln w="12700">
            <a:solidFill>
              <a:srgbClr val="ED7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قِإِ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8"/>
          </a:solidFill>
          <a:ln w="12700">
            <a:solidFill>
              <a:srgbClr val="D147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8109" y="3515868"/>
            <a:ext cx="954451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248" y="3881628"/>
            <a:ext cx="1400312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قِخِ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قِذِ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458" y="3515868"/>
            <a:ext cx="81610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قِشِ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5480" y="3515868"/>
            <a:ext cx="68708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قِطِ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قِظِ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319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قِغِ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تِقِثِ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012" y="3653028"/>
            <a:ext cx="1550548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AED5E"/>
          </a:solidFill>
          <a:ln w="12700">
            <a:solidFill>
              <a:srgbClr val="D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جِقِحِ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خِقِدِ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577" y="3332988"/>
            <a:ext cx="82698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دِقِذِ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ذِقِرِ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1869" y="3561588"/>
            <a:ext cx="1410691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رِقِزِ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زِقِسِ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352"/>
          </a:solidFill>
          <a:ln w="12700">
            <a:solidFill>
              <a:srgbClr val="E05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سِقِشِ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شِقِصِ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182" y="3332988"/>
            <a:ext cx="738378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صِقِضِ</a:t>
            </a:r>
            <a:endParaRPr lang="ar-SA" sz="59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ضِقِطِ</a:t>
            </a:r>
            <a:endParaRPr lang="ar-SA" sz="7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2914" y="3927348"/>
            <a:ext cx="1739646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طِقِظِ</a:t>
            </a:r>
            <a:endParaRPr lang="ar-SA" sz="7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ظِقِعِ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عِقِغِ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غِقِفِ</a:t>
            </a:r>
            <a:endParaRPr lang="ar-SA" sz="7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546" y="3653028"/>
            <a:ext cx="93401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فِقِإِ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784" y="3653028"/>
            <a:ext cx="1683776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080" y="3515868"/>
            <a:ext cx="91248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4155948"/>
            <a:ext cx="701345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2"/>
          </a:solidFill>
          <a:ln w="12700">
            <a:solidFill>
              <a:srgbClr val="5EED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B"/>
          </a:solidFill>
          <a:ln w="12700">
            <a:solidFill>
              <a:srgbClr val="E052B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6788" y="3973068"/>
            <a:ext cx="1745772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0400" y="3515868"/>
            <a:ext cx="73216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781" y="3973068"/>
            <a:ext cx="1339779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2"/>
          </a:solidFill>
          <a:ln w="12700">
            <a:solidFill>
              <a:srgbClr val="ED5E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10211" y="896112"/>
            <a:ext cx="16661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4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10211" y="896112"/>
            <a:ext cx="16661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67622" y="896112"/>
            <a:ext cx="24225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7622" y="896112"/>
            <a:ext cx="24225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9412" y="2834640"/>
            <a:ext cx="3705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9412" y="2834640"/>
            <a:ext cx="3705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 وَضَحِكَ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94805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1965960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F"/>
          </a:solidFill>
          <a:ln w="12700">
            <a:solidFill>
              <a:srgbClr val="52E0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F"/>
          </a:solidFill>
          <a:ln w="12700">
            <a:solidFill>
              <a:srgbClr val="DB70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7511" y="896112"/>
            <a:ext cx="16409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7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7511" y="896112"/>
            <a:ext cx="16409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557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7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557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66121" y="2834640"/>
            <a:ext cx="36117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66121" y="2834640"/>
            <a:ext cx="36117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قَدِمَ وَجَلَسَ</a:t>
            </a:r>
            <a:endParaRPr lang="ar-SA" sz="4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932551" cy="17830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64D8"/>
          </a:solidFill>
          <a:ln w="12700">
            <a:solidFill>
              <a:srgbClr val="D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92148" y="896112"/>
            <a:ext cx="1596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92148" y="896112"/>
            <a:ext cx="1596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55492" y="896112"/>
            <a:ext cx="21166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C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5492" y="896112"/>
            <a:ext cx="21166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وَحَفِظَ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4505" y="2834640"/>
            <a:ext cx="3394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4505" y="2834640"/>
            <a:ext cx="3394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 وَحَفِظَ</a:t>
            </a:r>
            <a:endParaRPr lang="ar-SA" sz="45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723644" cy="132588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152" y="896112"/>
            <a:ext cx="16795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152" y="896112"/>
            <a:ext cx="16795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612276" y="896112"/>
            <a:ext cx="1919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2276" y="896112"/>
            <a:ext cx="1919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54382" y="2834640"/>
            <a:ext cx="32352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54382" y="2834640"/>
            <a:ext cx="32352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 وَفَرِحَ</a:t>
            </a:r>
            <a:endParaRPr lang="ar-SA" sz="45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1074191" cy="16916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1920240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11-fa-qaf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