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22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2200" dirty="0"/>
          </a:p>
        </p:txBody>
      </p:sp>
      <p:pic>
        <p:nvPicPr>
          <p:cNvPr id="18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فِإِ</a:t>
            </a:r>
            <a:endParaRPr lang="ar-SA" sz="7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75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5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6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61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5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5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7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7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7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7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6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إِفِبِ</a:t>
            </a:r>
            <a:endParaRPr lang="ar-SA" sz="62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68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8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54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8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8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63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63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6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59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5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54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5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غِفِإِ</a:t>
            </a:r>
            <a:endParaRPr lang="ar-SA" sz="6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70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7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2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77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2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2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7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7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2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2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2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09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0900" dirty="0"/>
          </a:p>
        </p:txBody>
      </p:sp>
      <p:pic>
        <p:nvPicPr>
          <p:cNvPr id="13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4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قِإِ</a:t>
            </a:r>
            <a:endParaRPr lang="ar-SA" sz="7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7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6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6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6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74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74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7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7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7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7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5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5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6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6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إِقِبِ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68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84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54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54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8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8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66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6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63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61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59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5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54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7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فِقِإِ</a:t>
            </a:r>
            <a:endParaRPr lang="ar-SA" sz="6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70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7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7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7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70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70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7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73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73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7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70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70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7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7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70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70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7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7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7511" y="896112"/>
            <a:ext cx="16409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7511" y="896112"/>
            <a:ext cx="16409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557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557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6121" y="2834640"/>
            <a:ext cx="36117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6121" y="2834640"/>
            <a:ext cx="36117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 وَجَلَسَ</a:t>
            </a:r>
            <a:endParaRPr lang="ar-SA" sz="4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1783080"/>
            <a:ext cx="1294882" cy="1554480"/>
          </a:xfrm>
          <a:prstGeom prst="rect">
            <a:avLst/>
          </a:prstGeom>
        </p:spPr>
      </p:pic>
      <p:pic>
        <p:nvPicPr>
          <p:cNvPr id="19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8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11-fa-qaf</dc:title>
  <dc:subject>PptxGenJS Presentation</dc:subject>
  <dc:creator>PptxGenJS</dc:creator>
  <cp:lastModifiedBy>PptxGenJS</cp:lastModifiedBy>
  <cp:revision>1</cp:revision>
  <dcterms:created xsi:type="dcterms:W3CDTF">2026-10-20T22:47:04Z</dcterms:created>
  <dcterms:modified xsi:type="dcterms:W3CDTF">2026-10-20T22:47:04Z</dcterms:modified>
</cp:coreProperties>
</file>