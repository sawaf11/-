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slideMasters/slideMaster122.xml" ContentType="application/vnd.openxmlformats-officedocument.presentationml.slideMaster+xml"/>
  <Override PartName="/ppt/slides/slide122.xml" ContentType="application/vnd.openxmlformats-officedocument.presentationml.slide+xml"/>
  <Override PartName="/ppt/slideMasters/slideMaster123.xml" ContentType="application/vnd.openxmlformats-officedocument.presentationml.slideMaster+xml"/>
  <Override PartName="/ppt/slides/slide1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notesMaster" Target="notesMasters/notesMaster1.xml"/><Relationship Id="rId126" Type="http://schemas.openxmlformats.org/officeDocument/2006/relationships/presProps" Target="presProps.xml"/><Relationship Id="rId127" Type="http://schemas.openxmlformats.org/officeDocument/2006/relationships/viewProps" Target="viewProps.xml"/><Relationship Id="rId128" Type="http://schemas.openxmlformats.org/officeDocument/2006/relationships/theme" Target="theme/theme1.xml"/><Relationship Id="rId1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_rels/notesSlide1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2.xml"/>
		</Relationships>
</file>

<file path=ppt/notesSlides/_rels/notesSlide1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2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image" Target="../media/image-4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image" Target="../media/image-4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image" Target="../media/image-4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image" Target="../media/image-4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image" Target="../media/image-5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image" Target="../media/image-5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image" Target="../media/image-5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image" Target="../media/image-2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image" Target="../media/image-5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image" Target="../media/image-5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image" Target="../media/image-5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png"/><Relationship Id="rId2" Type="http://schemas.openxmlformats.org/officeDocument/2006/relationships/image" Target="../media/image-6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png"/><Relationship Id="rId2" Type="http://schemas.openxmlformats.org/officeDocument/2006/relationships/image" Target="../media/image-6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8-1.png"/><Relationship Id="rId2" Type="http://schemas.openxmlformats.org/officeDocument/2006/relationships/image" Target="../media/image-6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0-1.png"/><Relationship Id="rId2" Type="http://schemas.openxmlformats.org/officeDocument/2006/relationships/image" Target="../media/image-7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0.xml"/><Relationship Id="rIdTrSnd" Type="http://schemas.openxmlformats.org/officeDocument/2006/relationships/audio" Target="../media/sparkle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1-1.png"/><Relationship Id="rId2" Type="http://schemas.openxmlformats.org/officeDocument/2006/relationships/image" Target="../media/image-7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1.xml"/><Relationship Id="rIdTrSnd" Type="http://schemas.openxmlformats.org/officeDocument/2006/relationships/audio" Target="../media/marimba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TrSnd" Type="http://schemas.openxmlformats.org/officeDocument/2006/relationships/audio" Target="../media/harp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3.xml"/><Relationship Id="rIdTrSnd" Type="http://schemas.openxmlformats.org/officeDocument/2006/relationships/audio" Target="../media/chime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4-1.png"/><Relationship Id="rId2" Type="http://schemas.openxmlformats.org/officeDocument/2006/relationships/image" Target="../media/image-3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4.xml"/><Relationship Id="rIdTrSnd" Type="http://schemas.openxmlformats.org/officeDocument/2006/relationships/audio" Target="../media/whoosh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5.xml"/><Relationship Id="rIdTrSnd" Type="http://schemas.openxmlformats.org/officeDocument/2006/relationships/audio" Target="../media/bubbles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2.png"/><Relationship Id="rId2" Type="http://schemas.openxmlformats.org/officeDocument/2006/relationships/image" Target="../media/image-7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6.xml"/><Relationship Id="rIdTrSnd" Type="http://schemas.openxmlformats.org/officeDocument/2006/relationships/audio" Target="../media/sparkle.wav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7-1.png"/><Relationship Id="rId2" Type="http://schemas.openxmlformats.org/officeDocument/2006/relationships/image" Target="../media/image-7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7.xml"/><Relationship Id="rIdTrSnd" Type="http://schemas.openxmlformats.org/officeDocument/2006/relationships/audio" Target="../media/marimba.wav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TrSnd" Type="http://schemas.openxmlformats.org/officeDocument/2006/relationships/audio" Target="../media/harp.wav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9.xml"/><Relationship Id="rIdTrSnd" Type="http://schemas.openxmlformats.org/officeDocument/2006/relationships/audio" Target="../media/chime.wav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0-1.png"/><Relationship Id="rId2" Type="http://schemas.openxmlformats.org/officeDocument/2006/relationships/image" Target="../media/image-7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0.xml"/><Relationship Id="rIdTrSnd" Type="http://schemas.openxmlformats.org/officeDocument/2006/relationships/audio" Target="../media/whoosh.wav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1.xml"/><Relationship Id="rIdTrSnd" Type="http://schemas.openxmlformats.org/officeDocument/2006/relationships/audio" Target="../media/bubbles.wav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2-1.png"/><Relationship Id="rId2" Type="http://schemas.openxmlformats.org/officeDocument/2006/relationships/image" Target="../media/image-4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2.xml"/><Relationship Id="rIdTrSnd" Type="http://schemas.openxmlformats.org/officeDocument/2006/relationships/audio" Target="../media/sparkle.wav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2.png"/><Relationship Id="rId2" Type="http://schemas.openxmlformats.org/officeDocument/2006/relationships/image" Target="../media/image-8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3.xml"/><Relationship Id="rIdTrSnd" Type="http://schemas.openxmlformats.org/officeDocument/2006/relationships/audio" Target="../media/marimba.wav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Relationship Id="rIdTrSnd" Type="http://schemas.openxmlformats.org/officeDocument/2006/relationships/audio" Target="../media/harp.wav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5.xml"/><Relationship Id="rIdTrSnd" Type="http://schemas.openxmlformats.org/officeDocument/2006/relationships/audio" Target="../media/chime.wav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6-1.png"/><Relationship Id="rId2" Type="http://schemas.openxmlformats.org/officeDocument/2006/relationships/image" Target="../media/image-1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6.xml"/><Relationship Id="rIdTrSnd" Type="http://schemas.openxmlformats.org/officeDocument/2006/relationships/audio" Target="../media/whoosh.wav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7.xml"/><Relationship Id="rIdTrSnd" Type="http://schemas.openxmlformats.org/officeDocument/2006/relationships/audio" Target="../media/bubbles.wav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8-1.png"/><Relationship Id="rId2" Type="http://schemas.openxmlformats.org/officeDocument/2006/relationships/image" Target="../media/image-8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8.xml"/><Relationship Id="rIdTrSnd" Type="http://schemas.openxmlformats.org/officeDocument/2006/relationships/audio" Target="../media/sparkle.wav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9-1.png"/><Relationship Id="rId2" Type="http://schemas.openxmlformats.org/officeDocument/2006/relationships/image" Target="../media/image-8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9.xml"/><Relationship Id="rIdTrSnd" Type="http://schemas.openxmlformats.org/officeDocument/2006/relationships/audio" Target="../media/marimba.wav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Relationship Id="rIdTrSnd" Type="http://schemas.openxmlformats.org/officeDocument/2006/relationships/audio" Target="../media/harp.wav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1.xml"/><Relationship Id="rIdTrSnd" Type="http://schemas.openxmlformats.org/officeDocument/2006/relationships/audio" Target="../media/chime.wav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2.png"/><Relationship Id="rId2" Type="http://schemas.openxmlformats.org/officeDocument/2006/relationships/image" Target="../media/image-4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2.xml"/><Relationship Id="rIdTrSnd" Type="http://schemas.openxmlformats.org/officeDocument/2006/relationships/audio" Target="../media/whoosh.wav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3.xml"/><Relationship Id="rIdTrSnd" Type="http://schemas.openxmlformats.org/officeDocument/2006/relationships/audio" Target="../media/bubbles.wav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4-1.png"/><Relationship Id="rId2" Type="http://schemas.openxmlformats.org/officeDocument/2006/relationships/image" Target="../media/image-9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4.xml"/><Relationship Id="rIdTrSnd" Type="http://schemas.openxmlformats.org/officeDocument/2006/relationships/audio" Target="../media/sparkle.wav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5-1.png"/><Relationship Id="rId2" Type="http://schemas.openxmlformats.org/officeDocument/2006/relationships/image" Target="../media/image-9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5.xml"/><Relationship Id="rIdTrSnd" Type="http://schemas.openxmlformats.org/officeDocument/2006/relationships/audio" Target="../media/marimba.wav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Relationship Id="rIdTrSnd" Type="http://schemas.openxmlformats.org/officeDocument/2006/relationships/audio" Target="../media/harp.wav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8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7.xml"/><Relationship Id="rIdTrSnd" Type="http://schemas.openxmlformats.org/officeDocument/2006/relationships/audio" Target="../media/chime.wav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8-1.png"/><Relationship Id="rId2" Type="http://schemas.openxmlformats.org/officeDocument/2006/relationships/image" Target="../media/image-8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8.xml"/><Relationship Id="rIdTrSnd" Type="http://schemas.openxmlformats.org/officeDocument/2006/relationships/audio" Target="../media/whoosh.wav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9.xml"/><Relationship Id="rIdTrSnd" Type="http://schemas.openxmlformats.org/officeDocument/2006/relationships/audio" Target="../media/bubbles.wav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4-2.png"/><Relationship Id="rId2" Type="http://schemas.openxmlformats.org/officeDocument/2006/relationships/image" Target="../media/image-10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0.xml"/><Relationship Id="rIdTrSnd" Type="http://schemas.openxmlformats.org/officeDocument/2006/relationships/audio" Target="../media/sparkle.wav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0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1.xml"/><Relationship Id="rIdTrSnd" Type="http://schemas.openxmlformats.org/officeDocument/2006/relationships/audio" Target="../media/marimba.wav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Relationship Id="rIdTrSnd" Type="http://schemas.openxmlformats.org/officeDocument/2006/relationships/audio" Target="../media/harp.wav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3.xml"/><Relationship Id="rIdTrSnd" Type="http://schemas.openxmlformats.org/officeDocument/2006/relationships/audio" Target="../media/chime.wav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4-1.png"/><Relationship Id="rId2" Type="http://schemas.openxmlformats.org/officeDocument/2006/relationships/image" Target="../media/image-2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4.xml"/><Relationship Id="rIdTrSnd" Type="http://schemas.openxmlformats.org/officeDocument/2006/relationships/audio" Target="../media/whoosh.wav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10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5.xml"/><Relationship Id="rIdTrSnd" Type="http://schemas.openxmlformats.org/officeDocument/2006/relationships/audio" Target="../media/bubbles.wav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6-1.png"/><Relationship Id="rId2" Type="http://schemas.openxmlformats.org/officeDocument/2006/relationships/image" Target="../media/image-10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6.xml"/><Relationship Id="rIdTrSnd" Type="http://schemas.openxmlformats.org/officeDocument/2006/relationships/audio" Target="../media/sparkle.wav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10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7.xml"/><Relationship Id="rIdTrSnd" Type="http://schemas.openxmlformats.org/officeDocument/2006/relationships/audio" Target="../media/marimba.wav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Relationship Id="rIdTrSnd" Type="http://schemas.openxmlformats.org/officeDocument/2006/relationships/audio" Target="../media/harp.wav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9.xml"/><Relationship Id="rIdTrSnd" Type="http://schemas.openxmlformats.org/officeDocument/2006/relationships/audio" Target="../media/chime.wav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0-1.png"/><Relationship Id="rId2" Type="http://schemas.openxmlformats.org/officeDocument/2006/relationships/image" Target="../media/image-6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0.xml"/><Relationship Id="rIdTrSnd" Type="http://schemas.openxmlformats.org/officeDocument/2006/relationships/audio" Target="../media/whoosh.wav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1.xml"/><Relationship Id="rIdTrSnd" Type="http://schemas.openxmlformats.org/officeDocument/2006/relationships/audio" Target="../media/bubbles.wav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1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2.xml"/><Relationship Id="rIdTrSnd" Type="http://schemas.openxmlformats.org/officeDocument/2006/relationships/audio" Target="../media/sparkle.wav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3.xml"/><Relationship Id="rIdTrSnd" Type="http://schemas.openxmlformats.org/officeDocument/2006/relationships/audio" Target="../media/marimba.wav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Relationship Id="rIdTrSnd" Type="http://schemas.openxmlformats.org/officeDocument/2006/relationships/audio" Target="../media/harp.wav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5.xml"/><Relationship Id="rIdTrSnd" Type="http://schemas.openxmlformats.org/officeDocument/2006/relationships/audio" Target="../media/chime.wav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6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6.xml"/><Relationship Id="rIdTrSnd" Type="http://schemas.openxmlformats.org/officeDocument/2006/relationships/audio" Target="../media/whoosh.wav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7.xml"/><Relationship Id="rIdTrSnd" Type="http://schemas.openxmlformats.org/officeDocument/2006/relationships/audio" Target="../media/bubbles.wav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1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8.xml"/><Relationship Id="rIdTrSnd" Type="http://schemas.openxmlformats.org/officeDocument/2006/relationships/audio" Target="../media/sparkle.wav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9.xml"/><Relationship Id="rIdTrSnd" Type="http://schemas.openxmlformats.org/officeDocument/2006/relationships/audio" Target="../media/marimba.wav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7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0.xml"/><Relationship Id="rIdTrSnd" Type="http://schemas.openxmlformats.org/officeDocument/2006/relationships/audio" Target="../media/harp.wav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1.xml"/><Relationship Id="rIdTrSnd" Type="http://schemas.openxmlformats.org/officeDocument/2006/relationships/audio" Target="../media/chime.wav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2-1.png"/><Relationship Id="rId2" Type="http://schemas.openxmlformats.org/officeDocument/2006/relationships/image" Target="../media/image-3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2.xml"/><Relationship Id="rIdTrSnd" Type="http://schemas.openxmlformats.org/officeDocument/2006/relationships/audio" Target="../media/whoosh.wav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1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3.xml"/><Relationship Id="rIdTrSnd" Type="http://schemas.openxmlformats.org/officeDocument/2006/relationships/audio" Target="../media/bubbles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37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75E0"/>
          </a:solidFill>
          <a:ln w="12700">
            <a:solidFill>
              <a:srgbClr val="5275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6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8B70"/>
          </a:solidFill>
          <a:ln w="12700">
            <a:solidFill>
              <a:srgbClr val="DB8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18547"/>
          </a:solidFill>
          <a:ln w="12700">
            <a:solidFill>
              <a:srgbClr val="61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12200" dirty="0"/>
          </a:p>
        </p:txBody>
      </p:sp>
      <p:sp>
        <p:nvSpPr>
          <p:cNvPr id="17" name="C2 K1 kasrah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12200" dirty="0"/>
          </a:p>
        </p:txBody>
      </p:sp>
      <p:pic>
        <p:nvPicPr>
          <p:cNvPr id="18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378708"/>
            <a:ext cx="796762" cy="1691640"/>
          </a:xfrm>
          <a:prstGeom prst="rect">
            <a:avLst/>
          </a:prstGeom>
        </p:spPr>
      </p:pic>
      <p:pic>
        <p:nvPicPr>
          <p:cNvPr id="19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80" y="1943100"/>
            <a:ext cx="1325880" cy="1325880"/>
          </a:xfrm>
          <a:prstGeom prst="rect">
            <a:avLst/>
          </a:prstGeom>
        </p:spPr>
      </p:pic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C5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69"/>
          </a:solidFill>
          <a:ln w="12700">
            <a:solidFill>
              <a:srgbClr val="D86469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64"/>
          </a:solidFill>
          <a:ln w="12700">
            <a:solidFill>
              <a:srgbClr val="D1476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8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8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8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9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فِإِ</a:t>
            </a:r>
            <a:endParaRPr lang="ar-SA" sz="70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708660" cy="1417320"/>
          </a:xfrm>
          <a:prstGeom prst="rect">
            <a:avLst/>
          </a:prstGeom>
        </p:spPr>
      </p:pic>
      <p:pic>
        <p:nvPicPr>
          <p:cNvPr id="21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3550" y="3744468"/>
            <a:ext cx="769010" cy="132588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CD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5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55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5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55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فِبِ</a:t>
            </a:r>
            <a:endParaRPr lang="ar-SA" sz="7500" dirty="0"/>
          </a:p>
        </p:txBody>
      </p:sp>
      <p:pic>
        <p:nvPicPr>
          <p:cNvPr id="21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81731" cy="141732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9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F2B64"/>
          </a:solidFill>
          <a:ln w="12700">
            <a:solidFill>
              <a:srgbClr val="4F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71"/>
          </a:solidFill>
          <a:ln w="12700">
            <a:solidFill>
              <a:srgbClr val="79347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4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64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4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64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فِتِ</a:t>
            </a:r>
            <a:endParaRPr lang="ar-SA" sz="9500" dirty="0"/>
          </a:p>
        </p:txBody>
      </p:sp>
      <p:pic>
        <p:nvPicPr>
          <p:cNvPr id="22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744468"/>
            <a:ext cx="1115065" cy="1325880"/>
          </a:xfrm>
          <a:prstGeom prst="rect">
            <a:avLst/>
          </a:prstGeom>
        </p:spPr>
      </p:pic>
      <p:pic>
        <p:nvPicPr>
          <p:cNvPr id="23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6462" y="3790188"/>
            <a:ext cx="1426098" cy="128016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DA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4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64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8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4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64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فِثِ</a:t>
            </a:r>
            <a:endParaRPr lang="ar-SA" sz="95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87400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6521" y="3881628"/>
            <a:ext cx="586039" cy="118872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C5F7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94"/>
          </a:solidFill>
          <a:ln w="12700">
            <a:solidFill>
              <a:srgbClr val="5EED94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9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49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9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49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6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فِجِ</a:t>
            </a:r>
            <a:endParaRPr lang="ar-SA" sz="6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3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99"/>
          </a:solidFill>
          <a:ln w="12700">
            <a:solidFill>
              <a:srgbClr val="E05299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70"/>
          </a:solidFill>
          <a:ln w="12700">
            <a:solidFill>
              <a:srgbClr val="70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7085"/>
          </a:solidFill>
          <a:ln w="12700">
            <a:solidFill>
              <a:srgbClr val="4770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9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49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9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49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فِحِ</a:t>
            </a:r>
            <a:endParaRPr lang="ar-SA" sz="6100" dirty="0"/>
          </a:p>
        </p:txBody>
      </p:sp>
      <p:pic>
        <p:nvPicPr>
          <p:cNvPr id="25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94487" cy="141732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86D864"/>
          </a:solidFill>
          <a:ln w="12700">
            <a:solidFill>
              <a:srgbClr val="86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86D147"/>
          </a:solidFill>
          <a:ln w="12700">
            <a:solidFill>
              <a:srgbClr val="86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فِخِ</a:t>
            </a:r>
            <a:endParaRPr lang="ar-SA" sz="61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881628"/>
            <a:ext cx="1645188" cy="1188720"/>
          </a:xfrm>
          <a:prstGeom prst="rect">
            <a:avLst/>
          </a:prstGeom>
        </p:spPr>
      </p:pic>
      <p:pic>
        <p:nvPicPr>
          <p:cNvPr id="21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4855" y="3515868"/>
            <a:ext cx="747705" cy="155448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C5D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4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64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8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4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64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فِدِ</a:t>
            </a:r>
            <a:endParaRPr lang="ar-SA" sz="9500" dirty="0"/>
          </a:p>
        </p:txBody>
      </p:sp>
      <p:pic>
        <p:nvPicPr>
          <p:cNvPr id="21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34959" cy="141732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43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402B"/>
          </a:solidFill>
          <a:ln w="12700">
            <a:solidFill>
              <a:srgbClr val="6440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7134"/>
          </a:solidFill>
          <a:ln w="12700">
            <a:solidFill>
              <a:srgbClr val="7971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4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64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C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4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64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6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فِذِ</a:t>
            </a:r>
            <a:endParaRPr lang="ar-SA" sz="9500" dirty="0"/>
          </a:p>
        </p:txBody>
      </p:sp>
      <p:pic>
        <p:nvPicPr>
          <p:cNvPr id="22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973068"/>
            <a:ext cx="948050" cy="1097280"/>
          </a:xfrm>
          <a:prstGeom prst="rect">
            <a:avLst/>
          </a:prstGeom>
        </p:spPr>
      </p:pic>
      <p:pic>
        <p:nvPicPr>
          <p:cNvPr id="23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5942" y="3561588"/>
            <a:ext cx="1656618" cy="150876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C5F7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5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B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5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فِرِ</a:t>
            </a:r>
            <a:endParaRPr lang="ar-SA" sz="74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74644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8110" y="4018788"/>
            <a:ext cx="1314450" cy="105156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DC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705EED"/>
          </a:solidFill>
          <a:ln w="12700">
            <a:solidFill>
              <a:srgbClr val="70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9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59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9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59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فِزِ</a:t>
            </a:r>
            <a:endParaRPr lang="ar-SA" sz="74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433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BCE052"/>
          </a:solidFill>
          <a:ln w="12700">
            <a:solidFill>
              <a:srgbClr val="BC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6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8BDB"/>
          </a:solidFill>
          <a:ln w="12700">
            <a:solidFill>
              <a:srgbClr val="708B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7F"/>
          </a:solidFill>
          <a:ln w="12700">
            <a:solidFill>
              <a:srgbClr val="85477F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0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50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5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0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50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فِسِ</a:t>
            </a:r>
            <a:endParaRPr lang="ar-SA" sz="7100" dirty="0"/>
          </a:p>
        </p:txBody>
      </p:sp>
      <p:pic>
        <p:nvPicPr>
          <p:cNvPr id="25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61888" cy="141732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C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A3D8"/>
          </a:solidFill>
          <a:ln w="12700">
            <a:solidFill>
              <a:srgbClr val="64A3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A9D1"/>
          </a:solidFill>
          <a:ln w="12700">
            <a:solidFill>
              <a:srgbClr val="47A9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0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50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0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50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9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فِشِ</a:t>
            </a:r>
            <a:endParaRPr lang="ar-SA" sz="71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108344" cy="1417320"/>
          </a:xfrm>
          <a:prstGeom prst="rect">
            <a:avLst/>
          </a:prstGeom>
        </p:spPr>
      </p:pic>
      <p:pic>
        <p:nvPicPr>
          <p:cNvPr id="21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4744" y="3515868"/>
            <a:ext cx="907816" cy="155448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C5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9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6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9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4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فِصِ</a:t>
            </a:r>
            <a:endParaRPr lang="ar-SA" sz="7100" dirty="0"/>
          </a:p>
        </p:txBody>
      </p:sp>
      <p:pic>
        <p:nvPicPr>
          <p:cNvPr id="21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81731" cy="141732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5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32"/>
          </a:solidFill>
          <a:ln w="12700">
            <a:solidFill>
              <a:srgbClr val="2B6432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60"/>
          </a:solidFill>
          <a:ln w="12700">
            <a:solidFill>
              <a:srgbClr val="34796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7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47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7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47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فِضِ</a:t>
            </a:r>
            <a:endParaRPr lang="ar-SA" sz="7100" dirty="0"/>
          </a:p>
        </p:txBody>
      </p:sp>
      <p:pic>
        <p:nvPicPr>
          <p:cNvPr id="22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835908"/>
            <a:ext cx="1301100" cy="1234440"/>
          </a:xfrm>
          <a:prstGeom prst="rect">
            <a:avLst/>
          </a:prstGeom>
        </p:spPr>
      </p:pic>
      <p:pic>
        <p:nvPicPr>
          <p:cNvPr id="23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9555" y="4018788"/>
            <a:ext cx="1183005" cy="105156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C5C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4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64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C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4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64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فِطِ</a:t>
            </a:r>
            <a:endParaRPr lang="ar-SA" sz="95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81731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0482" y="3881628"/>
            <a:ext cx="1172078" cy="118872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CF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70"/>
          </a:solidFill>
          <a:ln w="12700">
            <a:solidFill>
              <a:srgbClr val="ED5E70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4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64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B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4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64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3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فِظِ</a:t>
            </a:r>
            <a:endParaRPr lang="ar-SA" sz="95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44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E0"/>
          </a:solidFill>
          <a:ln w="12700">
            <a:solidFill>
              <a:srgbClr val="52E0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BF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A5"/>
          </a:solidFill>
          <a:ln w="12700">
            <a:solidFill>
              <a:srgbClr val="DB70A5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7B47"/>
          </a:solidFill>
          <a:ln w="12700">
            <a:solidFill>
              <a:srgbClr val="857B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9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49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7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9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49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4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فِعِ</a:t>
            </a:r>
            <a:endParaRPr lang="ar-SA" sz="6100" dirty="0"/>
          </a:p>
        </p:txBody>
      </p:sp>
      <p:pic>
        <p:nvPicPr>
          <p:cNvPr id="25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76062" cy="141732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C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C0"/>
          </a:solidFill>
          <a:ln w="12700">
            <a:solidFill>
              <a:srgbClr val="D864C0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CB"/>
          </a:solidFill>
          <a:ln w="12700">
            <a:solidFill>
              <a:srgbClr val="D147CB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6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فِغِ</a:t>
            </a:r>
            <a:endParaRPr lang="ar-SA" sz="61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109762" cy="1417320"/>
          </a:xfrm>
          <a:prstGeom prst="rect">
            <a:avLst/>
          </a:prstGeom>
        </p:spPr>
      </p:pic>
      <p:pic>
        <p:nvPicPr>
          <p:cNvPr id="21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3515868"/>
            <a:ext cx="777240" cy="155448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2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800" dirty="0"/>
          </a:p>
        </p:txBody>
      </p:sp>
      <p:sp>
        <p:nvSpPr>
          <p:cNvPr id="16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3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800" dirty="0"/>
          </a:p>
        </p:txBody>
      </p:sp>
      <p:sp>
        <p:nvSpPr>
          <p:cNvPr id="19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3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800" dirty="0"/>
          </a:p>
        </p:txBody>
      </p:sp>
      <p:sp>
        <p:nvSpPr>
          <p:cNvPr id="22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38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إِفِبِ</a:t>
            </a:r>
            <a:endParaRPr lang="ar-SA" sz="6200" dirty="0"/>
          </a:p>
        </p:txBody>
      </p:sp>
      <p:pic>
        <p:nvPicPr>
          <p:cNvPr id="25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789081" cy="150876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431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3264"/>
          </a:solidFill>
          <a:ln w="12700">
            <a:solidFill>
              <a:srgbClr val="2B32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E3479"/>
          </a:solidFill>
          <a:ln w="12700">
            <a:solidFill>
              <a:srgbClr val="4E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800" dirty="0"/>
          </a:p>
        </p:txBody>
      </p:sp>
      <p:sp>
        <p:nvSpPr>
          <p:cNvPr id="17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3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6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800" dirty="0"/>
          </a:p>
        </p:txBody>
      </p:sp>
      <p:sp>
        <p:nvSpPr>
          <p:cNvPr id="20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38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6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800" dirty="0"/>
          </a:p>
        </p:txBody>
      </p:sp>
      <p:sp>
        <p:nvSpPr>
          <p:cNvPr id="23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38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بِفِتِ</a:t>
            </a:r>
            <a:endParaRPr lang="ar-SA" sz="6800" dirty="0"/>
          </a:p>
        </p:txBody>
      </p:sp>
      <p:pic>
        <p:nvPicPr>
          <p:cNvPr id="26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927348"/>
            <a:ext cx="1225296" cy="1143000"/>
          </a:xfrm>
          <a:prstGeom prst="rect">
            <a:avLst/>
          </a:prstGeom>
        </p:spPr>
      </p:pic>
      <p:pic>
        <p:nvPicPr>
          <p:cNvPr id="27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3307" y="3561588"/>
            <a:ext cx="1249253" cy="150876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C5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4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4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4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4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4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4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تِفِثِ</a:t>
            </a:r>
            <a:endParaRPr lang="ar-SA" sz="8400" dirty="0"/>
          </a:p>
        </p:txBody>
      </p:sp>
      <p:pic>
        <p:nvPicPr>
          <p:cNvPr id="24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958063" cy="1508760"/>
          </a:xfrm>
          <a:prstGeom prst="rect">
            <a:avLst/>
          </a:prstGeom>
        </p:spPr>
      </p:pic>
      <p:pic>
        <p:nvPicPr>
          <p:cNvPr id="25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5948" y="3973068"/>
            <a:ext cx="1326612" cy="109728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C7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93ED5E"/>
          </a:solidFill>
          <a:ln w="12700">
            <a:solidFill>
              <a:srgbClr val="93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400" dirty="0"/>
          </a:p>
        </p:txBody>
      </p:sp>
      <p:sp>
        <p:nvSpPr>
          <p:cNvPr id="23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3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400" dirty="0"/>
          </a:p>
        </p:txBody>
      </p:sp>
      <p:sp>
        <p:nvSpPr>
          <p:cNvPr id="26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34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400" dirty="0"/>
          </a:p>
        </p:txBody>
      </p:sp>
      <p:sp>
        <p:nvSpPr>
          <p:cNvPr id="29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34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ثِفِجِ</a:t>
            </a:r>
            <a:endParaRPr lang="ar-SA" sz="54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20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BD52E0"/>
          </a:solidFill>
          <a:ln w="12700">
            <a:solidFill>
              <a:srgbClr val="BD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D8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0DB70"/>
          </a:solidFill>
          <a:ln w="12700">
            <a:solidFill>
              <a:srgbClr val="C0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6B"/>
          </a:solidFill>
          <a:ln w="12700">
            <a:solidFill>
              <a:srgbClr val="47856B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400" dirty="0"/>
          </a:p>
        </p:txBody>
      </p:sp>
      <p:sp>
        <p:nvSpPr>
          <p:cNvPr id="20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34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400" dirty="0"/>
          </a:p>
        </p:txBody>
      </p:sp>
      <p:sp>
        <p:nvSpPr>
          <p:cNvPr id="23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34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400" dirty="0"/>
          </a:p>
        </p:txBody>
      </p:sp>
      <p:sp>
        <p:nvSpPr>
          <p:cNvPr id="26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34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جِفِحِ</a:t>
            </a:r>
            <a:endParaRPr lang="ar-SA" sz="5400" dirty="0"/>
          </a:p>
        </p:txBody>
      </p:sp>
      <p:pic>
        <p:nvPicPr>
          <p:cNvPr id="29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885642" cy="150876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E0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D464"/>
          </a:solidFill>
          <a:ln w="12700">
            <a:solidFill>
              <a:srgbClr val="D8D4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B547"/>
          </a:solidFill>
          <a:ln w="12700">
            <a:solidFill>
              <a:srgbClr val="D1B5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4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7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4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7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4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3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حِفِخِ</a:t>
            </a:r>
            <a:endParaRPr lang="ar-SA" sz="5400" dirty="0"/>
          </a:p>
        </p:txBody>
      </p:sp>
      <p:pic>
        <p:nvPicPr>
          <p:cNvPr id="24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07308"/>
            <a:ext cx="997793" cy="1463040"/>
          </a:xfrm>
          <a:prstGeom prst="rect">
            <a:avLst/>
          </a:prstGeom>
        </p:spPr>
      </p:pic>
      <p:pic>
        <p:nvPicPr>
          <p:cNvPr id="25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6571" y="3332988"/>
            <a:ext cx="1375989" cy="173736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C5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400" dirty="0"/>
          </a:p>
        </p:txBody>
      </p:sp>
      <p:sp>
        <p:nvSpPr>
          <p:cNvPr id="16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400" dirty="0"/>
          </a:p>
        </p:txBody>
      </p:sp>
      <p:sp>
        <p:nvSpPr>
          <p:cNvPr id="19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400" dirty="0"/>
          </a:p>
        </p:txBody>
      </p:sp>
      <p:sp>
        <p:nvSpPr>
          <p:cNvPr id="22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34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خِفِدِ</a:t>
            </a:r>
            <a:endParaRPr lang="ar-SA" sz="8400" dirty="0"/>
          </a:p>
        </p:txBody>
      </p:sp>
      <p:pic>
        <p:nvPicPr>
          <p:cNvPr id="25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1068202" cy="150876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4314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40"/>
          </a:solidFill>
          <a:ln w="12700">
            <a:solidFill>
              <a:srgbClr val="642B40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D34"/>
          </a:solidFill>
          <a:ln w="12700">
            <a:solidFill>
              <a:srgbClr val="793D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400" dirty="0"/>
          </a:p>
        </p:txBody>
      </p:sp>
      <p:sp>
        <p:nvSpPr>
          <p:cNvPr id="17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4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400" dirty="0"/>
          </a:p>
        </p:txBody>
      </p:sp>
      <p:sp>
        <p:nvSpPr>
          <p:cNvPr id="20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44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400" dirty="0"/>
          </a:p>
        </p:txBody>
      </p:sp>
      <p:sp>
        <p:nvSpPr>
          <p:cNvPr id="23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44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دِفِذِ</a:t>
            </a:r>
            <a:endParaRPr lang="ar-SA" sz="8400" dirty="0"/>
          </a:p>
        </p:txBody>
      </p:sp>
      <p:pic>
        <p:nvPicPr>
          <p:cNvPr id="26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973068"/>
            <a:ext cx="1329903" cy="1097280"/>
          </a:xfrm>
          <a:prstGeom prst="rect">
            <a:avLst/>
          </a:prstGeom>
        </p:spPr>
      </p:pic>
      <p:pic>
        <p:nvPicPr>
          <p:cNvPr id="27" name="Image 1" descr="anima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9208" y="3927348"/>
            <a:ext cx="1673352" cy="114300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E2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1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4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1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4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1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41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ذِفِرِ</a:t>
            </a:r>
            <a:endParaRPr lang="ar-SA" sz="6600" dirty="0"/>
          </a:p>
        </p:txBody>
      </p:sp>
      <p:pic>
        <p:nvPicPr>
          <p:cNvPr id="24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933922" cy="1508760"/>
          </a:xfrm>
          <a:prstGeom prst="rect">
            <a:avLst/>
          </a:prstGeom>
        </p:spPr>
      </p:pic>
      <p:pic>
        <p:nvPicPr>
          <p:cNvPr id="25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1753" y="4018788"/>
            <a:ext cx="1790807" cy="105156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C5D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B7ED"/>
          </a:solidFill>
          <a:ln w="12700">
            <a:solidFill>
              <a:srgbClr val="5EB7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100" dirty="0"/>
          </a:p>
        </p:txBody>
      </p:sp>
      <p:sp>
        <p:nvSpPr>
          <p:cNvPr id="23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41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A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100" dirty="0"/>
          </a:p>
        </p:txBody>
      </p:sp>
      <p:sp>
        <p:nvSpPr>
          <p:cNvPr id="26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41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A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100" dirty="0"/>
          </a:p>
        </p:txBody>
      </p:sp>
      <p:sp>
        <p:nvSpPr>
          <p:cNvPr id="29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41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رِفِزِ</a:t>
            </a:r>
            <a:endParaRPr lang="ar-SA" sz="66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43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9A52"/>
          </a:solidFill>
          <a:ln w="12700">
            <a:solidFill>
              <a:srgbClr val="E09A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DB"/>
          </a:solidFill>
          <a:ln w="12700">
            <a:solidFill>
              <a:srgbClr val="70DB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C4785"/>
          </a:solidFill>
          <a:ln w="12700">
            <a:solidFill>
              <a:srgbClr val="5C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3500" dirty="0"/>
          </a:p>
        </p:txBody>
      </p:sp>
      <p:sp>
        <p:nvSpPr>
          <p:cNvPr id="20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35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500" dirty="0"/>
          </a:p>
        </p:txBody>
      </p:sp>
      <p:sp>
        <p:nvSpPr>
          <p:cNvPr id="23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35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500" dirty="0"/>
          </a:p>
        </p:txBody>
      </p:sp>
      <p:sp>
        <p:nvSpPr>
          <p:cNvPr id="26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35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زِفِسِ</a:t>
            </a:r>
            <a:endParaRPr lang="ar-SA" sz="6300" dirty="0"/>
          </a:p>
        </p:txBody>
      </p:sp>
      <p:pic>
        <p:nvPicPr>
          <p:cNvPr id="29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927348"/>
            <a:ext cx="905256" cy="114300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C5F7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B7"/>
          </a:solidFill>
          <a:ln w="12700">
            <a:solidFill>
              <a:srgbClr val="64D8B7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93"/>
          </a:solidFill>
          <a:ln w="12700">
            <a:solidFill>
              <a:srgbClr val="47D19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5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3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A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5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3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A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5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35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سِفِشِ</a:t>
            </a:r>
            <a:endParaRPr lang="ar-SA" sz="6300" dirty="0"/>
          </a:p>
        </p:txBody>
      </p:sp>
      <p:pic>
        <p:nvPicPr>
          <p:cNvPr id="24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301100" cy="1417320"/>
          </a:xfrm>
          <a:prstGeom prst="rect">
            <a:avLst/>
          </a:prstGeom>
        </p:spPr>
      </p:pic>
      <p:pic>
        <p:nvPicPr>
          <p:cNvPr id="25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1398" y="3424428"/>
            <a:ext cx="701162" cy="164592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E2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400" dirty="0"/>
          </a:p>
        </p:txBody>
      </p:sp>
      <p:sp>
        <p:nvSpPr>
          <p:cNvPr id="16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400" dirty="0"/>
          </a:p>
        </p:txBody>
      </p:sp>
      <p:sp>
        <p:nvSpPr>
          <p:cNvPr id="19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400" dirty="0"/>
          </a:p>
        </p:txBody>
      </p:sp>
      <p:sp>
        <p:nvSpPr>
          <p:cNvPr id="22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34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شِفِصِ</a:t>
            </a:r>
            <a:endParaRPr lang="ar-SA" sz="6100" dirty="0"/>
          </a:p>
        </p:txBody>
      </p:sp>
      <p:pic>
        <p:nvPicPr>
          <p:cNvPr id="25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740801" cy="1508760"/>
          </a:xfrm>
          <a:prstGeom prst="rect">
            <a:avLst/>
          </a:prstGeom>
        </p:spPr>
      </p:pic>
      <p:pic>
        <p:nvPicPr>
          <p:cNvPr id="26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984" y="4018788"/>
            <a:ext cx="725576" cy="105156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433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E642B"/>
          </a:solidFill>
          <a:ln w="12700">
            <a:solidFill>
              <a:srgbClr val="4E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C7934"/>
          </a:solidFill>
          <a:ln w="12700">
            <a:solidFill>
              <a:srgbClr val="3C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300" dirty="0"/>
          </a:p>
        </p:txBody>
      </p:sp>
      <p:sp>
        <p:nvSpPr>
          <p:cNvPr id="17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33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3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300" dirty="0"/>
          </a:p>
        </p:txBody>
      </p:sp>
      <p:sp>
        <p:nvSpPr>
          <p:cNvPr id="20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33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3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300" dirty="0"/>
          </a:p>
        </p:txBody>
      </p:sp>
      <p:sp>
        <p:nvSpPr>
          <p:cNvPr id="23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33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صِفِضِ</a:t>
            </a:r>
            <a:endParaRPr lang="ar-SA" sz="5900" dirty="0"/>
          </a:p>
        </p:txBody>
      </p:sp>
      <p:pic>
        <p:nvPicPr>
          <p:cNvPr id="26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123935" cy="1417320"/>
          </a:xfrm>
          <a:prstGeom prst="rect">
            <a:avLst/>
          </a:prstGeom>
        </p:spPr>
      </p:pic>
      <p:pic>
        <p:nvPicPr>
          <p:cNvPr id="27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4688" y="3653028"/>
            <a:ext cx="1167872" cy="141732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C5E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3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3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4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3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33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4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3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33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ضِفِطِ</a:t>
            </a:r>
            <a:endParaRPr lang="ar-SA" sz="7200" dirty="0"/>
          </a:p>
        </p:txBody>
      </p:sp>
      <p:pic>
        <p:nvPicPr>
          <p:cNvPr id="24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666872" cy="1508760"/>
          </a:xfrm>
          <a:prstGeom prst="rect">
            <a:avLst/>
          </a:prstGeom>
        </p:spPr>
      </p:pic>
      <p:pic>
        <p:nvPicPr>
          <p:cNvPr id="25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2395" y="3927348"/>
            <a:ext cx="1320165" cy="114300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7C5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DB"/>
          </a:solidFill>
          <a:ln w="12700">
            <a:solidFill>
              <a:srgbClr val="ED5EDB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400" dirty="0"/>
          </a:p>
        </p:txBody>
      </p:sp>
      <p:sp>
        <p:nvSpPr>
          <p:cNvPr id="23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4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7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400" dirty="0"/>
          </a:p>
        </p:txBody>
      </p:sp>
      <p:sp>
        <p:nvSpPr>
          <p:cNvPr id="26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44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7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400" dirty="0"/>
          </a:p>
        </p:txBody>
      </p:sp>
      <p:sp>
        <p:nvSpPr>
          <p:cNvPr id="29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44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طِفِظِ</a:t>
            </a:r>
            <a:endParaRPr lang="ar-SA" sz="75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F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76"/>
          </a:solidFill>
          <a:ln w="12700">
            <a:solidFill>
              <a:srgbClr val="52E076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D9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170DB"/>
          </a:solidFill>
          <a:ln w="12700">
            <a:solidFill>
              <a:srgbClr val="C1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D47"/>
          </a:solidFill>
          <a:ln w="12700">
            <a:solidFill>
              <a:srgbClr val="854D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400" dirty="0"/>
          </a:p>
        </p:txBody>
      </p:sp>
      <p:sp>
        <p:nvSpPr>
          <p:cNvPr id="20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34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400" dirty="0"/>
          </a:p>
        </p:txBody>
      </p:sp>
      <p:sp>
        <p:nvSpPr>
          <p:cNvPr id="23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34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400" dirty="0"/>
          </a:p>
        </p:txBody>
      </p:sp>
      <p:sp>
        <p:nvSpPr>
          <p:cNvPr id="26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34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ظِفِعِ</a:t>
            </a:r>
            <a:endParaRPr lang="ar-SA" sz="5400" dirty="0"/>
          </a:p>
        </p:txBody>
      </p:sp>
      <p:pic>
        <p:nvPicPr>
          <p:cNvPr id="29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710626" cy="150876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C7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A64D8"/>
          </a:solidFill>
          <a:ln w="12700">
            <a:solidFill>
              <a:srgbClr val="9A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7047D1"/>
          </a:solidFill>
          <a:ln w="12700">
            <a:solidFill>
              <a:srgbClr val="70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4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4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4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3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عِفِغِ</a:t>
            </a:r>
            <a:endParaRPr lang="ar-SA" sz="5400" dirty="0"/>
          </a:p>
        </p:txBody>
      </p:sp>
      <p:pic>
        <p:nvPicPr>
          <p:cNvPr id="24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110228"/>
            <a:ext cx="1671569" cy="960120"/>
          </a:xfrm>
          <a:prstGeom prst="rect">
            <a:avLst/>
          </a:prstGeom>
        </p:spPr>
      </p:pic>
      <p:pic>
        <p:nvPicPr>
          <p:cNvPr id="25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3656" y="3378708"/>
            <a:ext cx="828904" cy="169164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7D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400" dirty="0"/>
          </a:p>
        </p:txBody>
      </p:sp>
      <p:sp>
        <p:nvSpPr>
          <p:cNvPr id="16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9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400" dirty="0"/>
          </a:p>
        </p:txBody>
      </p:sp>
      <p:sp>
        <p:nvSpPr>
          <p:cNvPr id="19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9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400" dirty="0"/>
          </a:p>
        </p:txBody>
      </p:sp>
      <p:sp>
        <p:nvSpPr>
          <p:cNvPr id="22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34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غِفِإِ</a:t>
            </a:r>
            <a:endParaRPr lang="ar-SA" sz="6200" dirty="0"/>
          </a:p>
        </p:txBody>
      </p:sp>
      <p:pic>
        <p:nvPicPr>
          <p:cNvPr id="25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704591" cy="1508760"/>
          </a:xfrm>
          <a:prstGeom prst="rect">
            <a:avLst/>
          </a:prstGeom>
        </p:spPr>
      </p:pic>
      <p:pic>
        <p:nvPicPr>
          <p:cNvPr id="26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3991" y="4110228"/>
            <a:ext cx="708569" cy="96012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4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5D64"/>
          </a:solidFill>
          <a:ln w="12700">
            <a:solidFill>
              <a:srgbClr val="2B5D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4E79"/>
          </a:solidFill>
          <a:ln w="12700">
            <a:solidFill>
              <a:srgbClr val="344E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8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6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8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5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إِفِ</a:t>
            </a:r>
            <a:endParaRPr lang="ar-SA" sz="7000" dirty="0"/>
          </a:p>
        </p:txBody>
      </p:sp>
      <p:pic>
        <p:nvPicPr>
          <p:cNvPr id="22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148029" cy="1417320"/>
          </a:xfrm>
          <a:prstGeom prst="rect">
            <a:avLst/>
          </a:prstGeom>
        </p:spPr>
      </p:pic>
      <p:pic>
        <p:nvPicPr>
          <p:cNvPr id="23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7838" y="3653028"/>
            <a:ext cx="1384722" cy="141732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3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5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55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5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55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7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بِفِ</a:t>
            </a:r>
            <a:endParaRPr lang="ar-SA" sz="77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74644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0119" y="3927348"/>
            <a:ext cx="1242441" cy="114300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EC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DC5E"/>
          </a:solidFill>
          <a:ln w="12700">
            <a:solidFill>
              <a:srgbClr val="EDDC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4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64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4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64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تِفِ</a:t>
            </a:r>
            <a:endParaRPr lang="ar-SA" sz="92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42B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52E0"/>
          </a:solidFill>
          <a:ln w="12700">
            <a:solidFill>
              <a:srgbClr val="52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0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A670"/>
          </a:solidFill>
          <a:ln w="12700">
            <a:solidFill>
              <a:srgbClr val="DBA6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18547"/>
          </a:solidFill>
          <a:ln w="12700">
            <a:solidFill>
              <a:srgbClr val="51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4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64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8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4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64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ثِفِ</a:t>
            </a:r>
            <a:endParaRPr lang="ar-SA" sz="9200" dirty="0"/>
          </a:p>
        </p:txBody>
      </p:sp>
      <p:pic>
        <p:nvPicPr>
          <p:cNvPr id="25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88818" cy="141732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7C5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7D64"/>
          </a:solidFill>
          <a:ln w="12700">
            <a:solidFill>
              <a:srgbClr val="D87D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E47"/>
          </a:solidFill>
          <a:ln w="12700">
            <a:solidFill>
              <a:srgbClr val="D14E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7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جِفِ</a:t>
            </a:r>
            <a:endParaRPr lang="ar-SA" sz="77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550548" cy="1417320"/>
          </a:xfrm>
          <a:prstGeom prst="rect">
            <a:avLst/>
          </a:prstGeom>
        </p:spPr>
      </p:pic>
      <p:pic>
        <p:nvPicPr>
          <p:cNvPr id="21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9470" y="3515868"/>
            <a:ext cx="673090" cy="155448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C5F7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9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C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9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4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حِفِ</a:t>
            </a:r>
            <a:endParaRPr lang="ar-SA" sz="9200" dirty="0"/>
          </a:p>
        </p:txBody>
      </p:sp>
      <p:pic>
        <p:nvPicPr>
          <p:cNvPr id="21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13700" cy="141732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26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D2B64"/>
          </a:solidFill>
          <a:ln w="12700">
            <a:solidFill>
              <a:srgbClr val="5D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5F"/>
          </a:solidFill>
          <a:ln w="12700">
            <a:solidFill>
              <a:srgbClr val="79345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9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9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4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3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خِفِ</a:t>
            </a:r>
            <a:endParaRPr lang="ar-SA" sz="9200" dirty="0"/>
          </a:p>
        </p:txBody>
      </p:sp>
      <p:pic>
        <p:nvPicPr>
          <p:cNvPr id="22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833384" cy="1417320"/>
          </a:xfrm>
          <a:prstGeom prst="rect">
            <a:avLst/>
          </a:prstGeom>
        </p:spPr>
      </p:pic>
      <p:pic>
        <p:nvPicPr>
          <p:cNvPr id="23" name="Image 1" descr="anima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2598" y="3515868"/>
            <a:ext cx="1339962" cy="155448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7E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4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64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6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4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64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دِفِ</a:t>
            </a:r>
            <a:endParaRPr lang="ar-SA" sz="92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61888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8070" y="3881628"/>
            <a:ext cx="1634490" cy="118872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C5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B8"/>
          </a:solidFill>
          <a:ln w="12700">
            <a:solidFill>
              <a:srgbClr val="5EEDB8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4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64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4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64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8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ذِفِ</a:t>
            </a:r>
            <a:endParaRPr lang="ar-SA" sz="92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43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74"/>
          </a:solidFill>
          <a:ln w="12700">
            <a:solidFill>
              <a:srgbClr val="E05274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A6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8C"/>
          </a:solidFill>
          <a:ln w="12700">
            <a:solidFill>
              <a:srgbClr val="70DB8C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6185"/>
          </a:solidFill>
          <a:ln w="12700">
            <a:solidFill>
              <a:srgbClr val="4761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9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59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5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9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59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A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رِفِ</a:t>
            </a:r>
            <a:endParaRPr lang="ar-SA" sz="7500" dirty="0"/>
          </a:p>
        </p:txBody>
      </p:sp>
      <p:pic>
        <p:nvPicPr>
          <p:cNvPr id="25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02361" cy="141732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DB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8D864"/>
          </a:solidFill>
          <a:ln w="12700">
            <a:solidFill>
              <a:srgbClr val="68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63D147"/>
          </a:solidFill>
          <a:ln w="12700">
            <a:solidFill>
              <a:srgbClr val="63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5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5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زِفِ</a:t>
            </a:r>
            <a:endParaRPr lang="ar-SA" sz="75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210391" cy="1417320"/>
          </a:xfrm>
          <a:prstGeom prst="rect">
            <a:avLst/>
          </a:prstGeom>
        </p:spPr>
      </p:pic>
      <p:pic>
        <p:nvPicPr>
          <p:cNvPr id="21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9806" y="3653028"/>
            <a:ext cx="732754" cy="141732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C5C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0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50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B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0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50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سِفِ</a:t>
            </a:r>
            <a:endParaRPr lang="ar-SA" sz="9200" dirty="0"/>
          </a:p>
        </p:txBody>
      </p:sp>
      <p:pic>
        <p:nvPicPr>
          <p:cNvPr id="21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715747" cy="141732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431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4F2B"/>
          </a:solidFill>
          <a:ln w="12700">
            <a:solidFill>
              <a:srgbClr val="644F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07934"/>
          </a:solidFill>
          <a:ln w="12700">
            <a:solidFill>
              <a:srgbClr val="70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0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50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C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0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50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4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شِفِ</a:t>
            </a:r>
            <a:endParaRPr lang="ar-SA" sz="9200" dirty="0"/>
          </a:p>
        </p:txBody>
      </p:sp>
      <p:pic>
        <p:nvPicPr>
          <p:cNvPr id="22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183462" cy="1417320"/>
          </a:xfrm>
          <a:prstGeom prst="rect">
            <a:avLst/>
          </a:prstGeom>
        </p:spPr>
      </p:pic>
      <p:pic>
        <p:nvPicPr>
          <p:cNvPr id="23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2385" y="3927348"/>
            <a:ext cx="1400175" cy="114300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C5F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8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3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صِفِ</a:t>
            </a:r>
            <a:endParaRPr lang="ar-SA" sz="92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833384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5392" y="3835908"/>
            <a:ext cx="1117168" cy="123444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E9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955EED"/>
          </a:solidFill>
          <a:ln w="12700">
            <a:solidFill>
              <a:srgbClr val="95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7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47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7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47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ضِفِ</a:t>
            </a:r>
            <a:endParaRPr lang="ar-SA" sz="92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43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98E052"/>
          </a:solidFill>
          <a:ln w="12700">
            <a:solidFill>
              <a:srgbClr val="98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8D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170DB"/>
          </a:solidFill>
          <a:ln w="12700">
            <a:solidFill>
              <a:srgbClr val="71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70"/>
          </a:solidFill>
          <a:ln w="12700">
            <a:solidFill>
              <a:srgbClr val="854770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4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64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4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64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طِفِ</a:t>
            </a:r>
            <a:endParaRPr lang="ar-SA" sz="9200" dirty="0"/>
          </a:p>
        </p:txBody>
      </p:sp>
      <p:pic>
        <p:nvPicPr>
          <p:cNvPr id="25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827715" cy="141732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C5E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85D8"/>
          </a:solidFill>
          <a:ln w="12700">
            <a:solidFill>
              <a:srgbClr val="6485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86D1"/>
          </a:solidFill>
          <a:ln w="12700">
            <a:solidFill>
              <a:srgbClr val="4786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4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64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5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4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64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B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ظِفِ</a:t>
            </a:r>
            <a:endParaRPr lang="ar-SA" sz="92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790188"/>
            <a:ext cx="1426098" cy="1280160"/>
          </a:xfrm>
          <a:prstGeom prst="rect">
            <a:avLst/>
          </a:prstGeom>
        </p:spPr>
      </p:pic>
      <p:pic>
        <p:nvPicPr>
          <p:cNvPr id="21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9567" y="3515868"/>
            <a:ext cx="812993" cy="155448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7C5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9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9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4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9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عِفِ</a:t>
            </a:r>
            <a:endParaRPr lang="ar-SA" sz="9200" dirty="0"/>
          </a:p>
        </p:txBody>
      </p:sp>
      <p:pic>
        <p:nvPicPr>
          <p:cNvPr id="21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819211" cy="141732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19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41"/>
          </a:solidFill>
          <a:ln w="12700">
            <a:solidFill>
              <a:srgbClr val="2B6441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71"/>
          </a:solidFill>
          <a:ln w="12700">
            <a:solidFill>
              <a:srgbClr val="34797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9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9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4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6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غِفِ</a:t>
            </a:r>
            <a:endParaRPr lang="ar-SA" sz="9200" dirty="0"/>
          </a:p>
        </p:txBody>
      </p:sp>
      <p:pic>
        <p:nvPicPr>
          <p:cNvPr id="22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337950" cy="1417320"/>
          </a:xfrm>
          <a:prstGeom prst="rect">
            <a:avLst/>
          </a:prstGeom>
        </p:spPr>
      </p:pic>
      <p:pic>
        <p:nvPicPr>
          <p:cNvPr id="23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9553" y="3561588"/>
            <a:ext cx="1293007" cy="150876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CE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1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10900" dirty="0"/>
          </a:p>
        </p:txBody>
      </p:sp>
      <p:sp>
        <p:nvSpPr>
          <p:cNvPr id="12" name="C2 K1 kasrah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10900" dirty="0"/>
          </a:p>
        </p:txBody>
      </p:sp>
      <p:pic>
        <p:nvPicPr>
          <p:cNvPr id="13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1783080"/>
            <a:ext cx="1010595" cy="1645920"/>
          </a:xfrm>
          <a:prstGeom prst="rect">
            <a:avLst/>
          </a:prstGeom>
        </p:spPr>
      </p:pic>
      <p:pic>
        <p:nvPicPr>
          <p:cNvPr id="14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0417" y="2080260"/>
            <a:ext cx="1512143" cy="105156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7DC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715E"/>
          </a:solidFill>
          <a:ln w="12700">
            <a:solidFill>
              <a:srgbClr val="ED71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7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57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8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7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57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قِإِ</a:t>
            </a:r>
            <a:endParaRPr lang="ar-SA" sz="70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1443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BCE0"/>
          </a:solidFill>
          <a:ln w="12700">
            <a:solidFill>
              <a:srgbClr val="52BC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A5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8A"/>
          </a:solidFill>
          <a:ln w="12700">
            <a:solidFill>
              <a:srgbClr val="DB708A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F8547"/>
          </a:solidFill>
          <a:ln w="12700">
            <a:solidFill>
              <a:srgbClr val="7F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5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55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5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55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6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قِبِ</a:t>
            </a:r>
            <a:endParaRPr lang="ar-SA" sz="7500" dirty="0"/>
          </a:p>
        </p:txBody>
      </p:sp>
      <p:pic>
        <p:nvPicPr>
          <p:cNvPr id="25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888660" cy="141732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7C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A2"/>
          </a:solidFill>
          <a:ln w="12700">
            <a:solidFill>
              <a:srgbClr val="D864A2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A8"/>
          </a:solidFill>
          <a:ln w="12700">
            <a:solidFill>
              <a:srgbClr val="D147A8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7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5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7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5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قِتِ</a:t>
            </a:r>
            <a:endParaRPr lang="ar-SA" sz="95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014801" cy="1417320"/>
          </a:xfrm>
          <a:prstGeom prst="rect">
            <a:avLst/>
          </a:prstGeom>
        </p:spPr>
      </p:pic>
      <p:pic>
        <p:nvPicPr>
          <p:cNvPr id="21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8109" y="3515868"/>
            <a:ext cx="954451" cy="155448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E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7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57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7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57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قِثِ</a:t>
            </a:r>
            <a:endParaRPr lang="ar-SA" sz="9500" dirty="0"/>
          </a:p>
        </p:txBody>
      </p:sp>
      <p:pic>
        <p:nvPicPr>
          <p:cNvPr id="21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53385" cy="141732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1425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22B64"/>
          </a:solidFill>
          <a:ln w="12700">
            <a:solidFill>
              <a:srgbClr val="32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03479"/>
          </a:solidFill>
          <a:ln w="12700">
            <a:solidFill>
              <a:srgbClr val="60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9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9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9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4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قِجِ</a:t>
            </a:r>
            <a:endParaRPr lang="ar-SA" sz="6100" dirty="0"/>
          </a:p>
        </p:txBody>
      </p:sp>
      <p:pic>
        <p:nvPicPr>
          <p:cNvPr id="22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973068"/>
            <a:ext cx="1462674" cy="1097280"/>
          </a:xfrm>
          <a:prstGeom prst="rect">
            <a:avLst/>
          </a:prstGeom>
        </p:spPr>
      </p:pic>
      <p:pic>
        <p:nvPicPr>
          <p:cNvPr id="23" name="Image 1" descr="anima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2248" y="3881628"/>
            <a:ext cx="1400312" cy="118872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7C5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C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6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قِحِ</a:t>
            </a:r>
            <a:endParaRPr lang="ar-SA" sz="61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847557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0516" y="3835908"/>
            <a:ext cx="1722044" cy="123444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C5F7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6FED5E"/>
          </a:solidFill>
          <a:ln w="12700">
            <a:solidFill>
              <a:srgbClr val="6F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9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49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9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49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قِخِ</a:t>
            </a:r>
            <a:endParaRPr lang="ar-SA" sz="6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2C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DF"/>
          </a:solidFill>
          <a:ln w="12700">
            <a:solidFill>
              <a:srgbClr val="E052DF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BE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A5DB70"/>
          </a:solidFill>
          <a:ln w="12700">
            <a:solidFill>
              <a:srgbClr val="A5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7B"/>
          </a:solidFill>
          <a:ln w="12700">
            <a:solidFill>
              <a:srgbClr val="47857B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7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57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7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57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قِدِ</a:t>
            </a:r>
            <a:endParaRPr lang="ar-SA" sz="9500" dirty="0"/>
          </a:p>
        </p:txBody>
      </p:sp>
      <p:pic>
        <p:nvPicPr>
          <p:cNvPr id="25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53385" cy="141732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7ED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FD864"/>
          </a:solidFill>
          <a:ln w="12700">
            <a:solidFill>
              <a:srgbClr val="BF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CAD147"/>
          </a:solidFill>
          <a:ln w="12700">
            <a:solidFill>
              <a:srgbClr val="CA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7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5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4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7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5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قِذِ</a:t>
            </a:r>
            <a:endParaRPr lang="ar-SA" sz="95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133856" cy="1417320"/>
          </a:xfrm>
          <a:prstGeom prst="rect">
            <a:avLst/>
          </a:prstGeom>
        </p:spPr>
      </p:pic>
      <p:pic>
        <p:nvPicPr>
          <p:cNvPr id="21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6458" y="3515868"/>
            <a:ext cx="816102" cy="155448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C5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7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57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3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7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57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9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قِرِ</a:t>
            </a:r>
            <a:endParaRPr lang="ar-SA" sz="7400" dirty="0"/>
          </a:p>
        </p:txBody>
      </p:sp>
      <p:pic>
        <p:nvPicPr>
          <p:cNvPr id="21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03778" cy="141732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4314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31"/>
          </a:solidFill>
          <a:ln w="12700">
            <a:solidFill>
              <a:srgbClr val="642B31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4F34"/>
          </a:solidFill>
          <a:ln w="12700">
            <a:solidFill>
              <a:srgbClr val="794F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7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57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7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57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قِزِ</a:t>
            </a:r>
            <a:endParaRPr lang="ar-SA" sz="7400" dirty="0"/>
          </a:p>
        </p:txBody>
      </p:sp>
      <p:pic>
        <p:nvPicPr>
          <p:cNvPr id="22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98748"/>
            <a:ext cx="1468984" cy="1371600"/>
          </a:xfrm>
          <a:prstGeom prst="rect">
            <a:avLst/>
          </a:prstGeom>
        </p:spPr>
      </p:pic>
      <p:pic>
        <p:nvPicPr>
          <p:cNvPr id="23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3754" y="3790188"/>
            <a:ext cx="1328806" cy="128016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D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0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50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0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50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قِسِ</a:t>
            </a:r>
            <a:endParaRPr lang="ar-SA" sz="71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44881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4452" y="3881628"/>
            <a:ext cx="958108" cy="118872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C5C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93ED"/>
          </a:solidFill>
          <a:ln w="12700">
            <a:solidFill>
              <a:srgbClr val="5E93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0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50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D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0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50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قِشِ</a:t>
            </a:r>
            <a:endParaRPr lang="ar-SA" sz="71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432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BE52"/>
          </a:solidFill>
          <a:ln w="12700">
            <a:solidFill>
              <a:srgbClr val="E0BE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8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BFDB"/>
          </a:solidFill>
          <a:ln w="12700">
            <a:solidFill>
              <a:srgbClr val="70BF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C4785"/>
          </a:solidFill>
          <a:ln w="12700">
            <a:solidFill>
              <a:srgbClr val="6C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9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49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A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9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49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3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قِصِ</a:t>
            </a:r>
            <a:endParaRPr lang="ar-SA" sz="7100" dirty="0"/>
          </a:p>
        </p:txBody>
      </p:sp>
      <p:pic>
        <p:nvPicPr>
          <p:cNvPr id="25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744468"/>
            <a:ext cx="719953" cy="132588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C5F7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D5"/>
          </a:solidFill>
          <a:ln w="12700">
            <a:solidFill>
              <a:srgbClr val="64D8D5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B6"/>
          </a:solidFill>
          <a:ln w="12700">
            <a:solidFill>
              <a:srgbClr val="47D1B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7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4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7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7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4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4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قِضِ</a:t>
            </a:r>
            <a:endParaRPr lang="ar-SA" sz="71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064508"/>
            <a:ext cx="1217066" cy="1005840"/>
          </a:xfrm>
          <a:prstGeom prst="rect">
            <a:avLst/>
          </a:prstGeom>
        </p:spPr>
      </p:pic>
      <p:pic>
        <p:nvPicPr>
          <p:cNvPr id="21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5480" y="3515868"/>
            <a:ext cx="687080" cy="155448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EF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7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57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7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57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قِطِ</a:t>
            </a:r>
            <a:endParaRPr lang="ar-SA" sz="9500" dirty="0"/>
          </a:p>
        </p:txBody>
      </p:sp>
      <p:pic>
        <p:nvPicPr>
          <p:cNvPr id="21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744468"/>
            <a:ext cx="688132" cy="132588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3D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0642B"/>
          </a:solidFill>
          <a:ln w="12700">
            <a:solidFill>
              <a:srgbClr val="40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3D"/>
          </a:solidFill>
          <a:ln w="12700">
            <a:solidFill>
              <a:srgbClr val="34793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7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57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7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57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قِظِ</a:t>
            </a:r>
            <a:endParaRPr lang="ar-SA" sz="9500" dirty="0"/>
          </a:p>
        </p:txBody>
      </p:sp>
      <p:pic>
        <p:nvPicPr>
          <p:cNvPr id="22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221730" cy="1417320"/>
          </a:xfrm>
          <a:prstGeom prst="rect">
            <a:avLst/>
          </a:prstGeom>
        </p:spPr>
      </p:pic>
      <p:pic>
        <p:nvPicPr>
          <p:cNvPr id="23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0319" y="3698748"/>
            <a:ext cx="1012241" cy="137160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C5E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7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قِعِ</a:t>
            </a:r>
            <a:endParaRPr lang="ar-SA" sz="61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744468"/>
            <a:ext cx="694761" cy="132588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6234" y="4064508"/>
            <a:ext cx="1606326" cy="100584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7C5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B6"/>
          </a:solidFill>
          <a:ln w="12700">
            <a:solidFill>
              <a:srgbClr val="ED5EB6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9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49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9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49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8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قِغِ</a:t>
            </a:r>
            <a:endParaRPr lang="ar-SA" sz="6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14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9A"/>
          </a:solidFill>
          <a:ln w="12700">
            <a:solidFill>
              <a:srgbClr val="52E09A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1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DA"/>
          </a:solidFill>
          <a:ln w="12700">
            <a:solidFill>
              <a:srgbClr val="DB70DA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5C47"/>
          </a:solidFill>
          <a:ln w="12700">
            <a:solidFill>
              <a:srgbClr val="855C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7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57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D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7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57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قِفِ</a:t>
            </a:r>
            <a:endParaRPr lang="ar-SA" sz="9200" dirty="0"/>
          </a:p>
        </p:txBody>
      </p:sp>
      <p:pic>
        <p:nvPicPr>
          <p:cNvPr id="25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744468"/>
            <a:ext cx="769010" cy="132588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D4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864D8"/>
          </a:solidFill>
          <a:ln w="12700">
            <a:solidFill>
              <a:srgbClr val="B8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9347D1"/>
          </a:solidFill>
          <a:ln w="12700">
            <a:solidFill>
              <a:srgbClr val="93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8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38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8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38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إِقِبِ</a:t>
            </a:r>
            <a:endParaRPr lang="ar-SA" sz="6200" dirty="0"/>
          </a:p>
        </p:txBody>
      </p:sp>
      <p:pic>
        <p:nvPicPr>
          <p:cNvPr id="24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790188"/>
            <a:ext cx="1099657" cy="1280160"/>
          </a:xfrm>
          <a:prstGeom prst="rect">
            <a:avLst/>
          </a:prstGeom>
        </p:spPr>
      </p:pic>
      <p:pic>
        <p:nvPicPr>
          <p:cNvPr id="25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2607" y="3744468"/>
            <a:ext cx="719953" cy="132588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7E3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800" dirty="0"/>
          </a:p>
        </p:txBody>
      </p:sp>
      <p:sp>
        <p:nvSpPr>
          <p:cNvPr id="16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3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6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3800" dirty="0"/>
          </a:p>
        </p:txBody>
      </p:sp>
      <p:sp>
        <p:nvSpPr>
          <p:cNvPr id="19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3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6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800" dirty="0"/>
          </a:p>
        </p:txBody>
      </p:sp>
      <p:sp>
        <p:nvSpPr>
          <p:cNvPr id="22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38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بِقِتِ</a:t>
            </a:r>
            <a:endParaRPr lang="ar-SA" sz="6800" dirty="0"/>
          </a:p>
        </p:txBody>
      </p:sp>
      <p:pic>
        <p:nvPicPr>
          <p:cNvPr id="25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744468"/>
            <a:ext cx="654985" cy="132588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1443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E64"/>
          </a:solidFill>
          <a:ln w="12700">
            <a:solidFill>
              <a:srgbClr val="2B4E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3C79"/>
          </a:solidFill>
          <a:ln w="12700">
            <a:solidFill>
              <a:srgbClr val="343C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900" dirty="0"/>
          </a:p>
        </p:txBody>
      </p:sp>
      <p:sp>
        <p:nvSpPr>
          <p:cNvPr id="17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3900" dirty="0"/>
          </a:p>
        </p:txBody>
      </p:sp>
      <p:sp>
        <p:nvSpPr>
          <p:cNvPr id="20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900" dirty="0"/>
          </a:p>
        </p:txBody>
      </p:sp>
      <p:sp>
        <p:nvSpPr>
          <p:cNvPr id="23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39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تِقِثِ</a:t>
            </a:r>
            <a:endParaRPr lang="ar-SA" sz="8400" dirty="0"/>
          </a:p>
        </p:txBody>
      </p:sp>
      <p:pic>
        <p:nvPicPr>
          <p:cNvPr id="26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835908"/>
            <a:ext cx="1618351" cy="1234440"/>
          </a:xfrm>
          <a:prstGeom prst="rect">
            <a:avLst/>
          </a:prstGeom>
        </p:spPr>
      </p:pic>
      <p:pic>
        <p:nvPicPr>
          <p:cNvPr id="27" name="Image 1" descr="anima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2012" y="3653028"/>
            <a:ext cx="1550548" cy="141732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7C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4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34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4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3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ثِقِجِ</a:t>
            </a:r>
            <a:endParaRPr lang="ar-SA" sz="5400" dirty="0"/>
          </a:p>
        </p:txBody>
      </p:sp>
      <p:pic>
        <p:nvPicPr>
          <p:cNvPr id="24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732754" cy="1417320"/>
          </a:xfrm>
          <a:prstGeom prst="rect">
            <a:avLst/>
          </a:prstGeom>
        </p:spPr>
      </p:pic>
      <p:pic>
        <p:nvPicPr>
          <p:cNvPr id="25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7653" y="3835908"/>
            <a:ext cx="1494907" cy="123444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DF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DAED5E"/>
          </a:solidFill>
          <a:ln w="12700">
            <a:solidFill>
              <a:srgbClr val="DA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400" dirty="0"/>
          </a:p>
        </p:txBody>
      </p:sp>
      <p:sp>
        <p:nvSpPr>
          <p:cNvPr id="23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3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3400" dirty="0"/>
          </a:p>
        </p:txBody>
      </p:sp>
      <p:sp>
        <p:nvSpPr>
          <p:cNvPr id="26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34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400" dirty="0"/>
          </a:p>
        </p:txBody>
      </p:sp>
      <p:sp>
        <p:nvSpPr>
          <p:cNvPr id="29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34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جِقِحِ</a:t>
            </a:r>
            <a:endParaRPr lang="ar-SA" sz="54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141F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7752E0"/>
          </a:solidFill>
          <a:ln w="12700">
            <a:solidFill>
              <a:srgbClr val="77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A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C270"/>
          </a:solidFill>
          <a:ln w="12700">
            <a:solidFill>
              <a:srgbClr val="DBC2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4D"/>
          </a:solidFill>
          <a:ln w="12700">
            <a:solidFill>
              <a:srgbClr val="47854D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400" dirty="0"/>
          </a:p>
        </p:txBody>
      </p:sp>
      <p:sp>
        <p:nvSpPr>
          <p:cNvPr id="20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34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A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3400" dirty="0"/>
          </a:p>
        </p:txBody>
      </p:sp>
      <p:sp>
        <p:nvSpPr>
          <p:cNvPr id="23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34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A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400" dirty="0"/>
          </a:p>
        </p:txBody>
      </p:sp>
      <p:sp>
        <p:nvSpPr>
          <p:cNvPr id="26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34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حِقِخِ</a:t>
            </a:r>
            <a:endParaRPr lang="ar-SA" sz="5400" dirty="0"/>
          </a:p>
        </p:txBody>
      </p:sp>
      <p:pic>
        <p:nvPicPr>
          <p:cNvPr id="29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84566" cy="141732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7C8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9B64"/>
          </a:solidFill>
          <a:ln w="12700">
            <a:solidFill>
              <a:srgbClr val="D89B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7147"/>
          </a:solidFill>
          <a:ln w="12700">
            <a:solidFill>
              <a:srgbClr val="D17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4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C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34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C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4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3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خِقِدِ</a:t>
            </a:r>
            <a:endParaRPr lang="ar-SA" sz="8400" dirty="0"/>
          </a:p>
        </p:txBody>
      </p:sp>
      <p:pic>
        <p:nvPicPr>
          <p:cNvPr id="24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267084" cy="1417320"/>
          </a:xfrm>
          <a:prstGeom prst="rect">
            <a:avLst/>
          </a:prstGeom>
        </p:spPr>
      </p:pic>
      <p:pic>
        <p:nvPicPr>
          <p:cNvPr id="25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5577" y="3332988"/>
            <a:ext cx="826983" cy="173736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C5F7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900" dirty="0"/>
          </a:p>
        </p:txBody>
      </p:sp>
      <p:sp>
        <p:nvSpPr>
          <p:cNvPr id="16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9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3900" dirty="0"/>
          </a:p>
        </p:txBody>
      </p:sp>
      <p:sp>
        <p:nvSpPr>
          <p:cNvPr id="19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9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3900" dirty="0"/>
          </a:p>
        </p:txBody>
      </p:sp>
      <p:sp>
        <p:nvSpPr>
          <p:cNvPr id="22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39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دِقِذِ</a:t>
            </a:r>
            <a:endParaRPr lang="ar-SA" sz="8400" dirty="0"/>
          </a:p>
        </p:txBody>
      </p:sp>
      <p:pic>
        <p:nvPicPr>
          <p:cNvPr id="25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934014" cy="141732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32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5C"/>
          </a:solidFill>
          <a:ln w="12700">
            <a:solidFill>
              <a:srgbClr val="642B5C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4D"/>
          </a:solidFill>
          <a:ln w="12700">
            <a:solidFill>
              <a:srgbClr val="79344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3900" dirty="0"/>
          </a:p>
        </p:txBody>
      </p:sp>
      <p:sp>
        <p:nvSpPr>
          <p:cNvPr id="17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3900" dirty="0"/>
          </a:p>
        </p:txBody>
      </p:sp>
      <p:sp>
        <p:nvSpPr>
          <p:cNvPr id="20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3900" dirty="0"/>
          </a:p>
        </p:txBody>
      </p:sp>
      <p:sp>
        <p:nvSpPr>
          <p:cNvPr id="23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39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ذِقِرِ</a:t>
            </a:r>
            <a:endParaRPr lang="ar-SA" sz="6600" dirty="0"/>
          </a:p>
        </p:txBody>
      </p:sp>
      <p:pic>
        <p:nvPicPr>
          <p:cNvPr id="26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98748"/>
            <a:ext cx="1012241" cy="1371600"/>
          </a:xfrm>
          <a:prstGeom prst="rect">
            <a:avLst/>
          </a:prstGeom>
        </p:spPr>
      </p:pic>
      <p:pic>
        <p:nvPicPr>
          <p:cNvPr id="27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1869" y="3561588"/>
            <a:ext cx="1410691" cy="150876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7F3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39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3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39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3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39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39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رِقِزِ</a:t>
            </a:r>
            <a:endParaRPr lang="ar-SA" sz="6600" dirty="0"/>
          </a:p>
        </p:txBody>
      </p:sp>
      <p:pic>
        <p:nvPicPr>
          <p:cNvPr id="24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749762" cy="1417320"/>
          </a:xfrm>
          <a:prstGeom prst="rect">
            <a:avLst/>
          </a:prstGeom>
        </p:spPr>
      </p:pic>
      <p:pic>
        <p:nvPicPr>
          <p:cNvPr id="25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223" y="3744468"/>
            <a:ext cx="1600337" cy="132588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C5E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DD"/>
          </a:solidFill>
          <a:ln w="12700">
            <a:solidFill>
              <a:srgbClr val="5EEDD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3500" dirty="0"/>
          </a:p>
        </p:txBody>
      </p:sp>
      <p:sp>
        <p:nvSpPr>
          <p:cNvPr id="23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35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4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3500" dirty="0"/>
          </a:p>
        </p:txBody>
      </p:sp>
      <p:sp>
        <p:nvSpPr>
          <p:cNvPr id="26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35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4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500" dirty="0"/>
          </a:p>
        </p:txBody>
      </p:sp>
      <p:sp>
        <p:nvSpPr>
          <p:cNvPr id="29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35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زِقِسِ</a:t>
            </a:r>
            <a:endParaRPr lang="ar-SA" sz="63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431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352"/>
          </a:solidFill>
          <a:ln w="12700">
            <a:solidFill>
              <a:srgbClr val="E053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C0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A7"/>
          </a:solidFill>
          <a:ln w="12700">
            <a:solidFill>
              <a:srgbClr val="70DBA7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5185"/>
          </a:solidFill>
          <a:ln w="12700">
            <a:solidFill>
              <a:srgbClr val="4751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500" dirty="0"/>
          </a:p>
        </p:txBody>
      </p:sp>
      <p:sp>
        <p:nvSpPr>
          <p:cNvPr id="20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35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3500" dirty="0"/>
          </a:p>
        </p:txBody>
      </p:sp>
      <p:sp>
        <p:nvSpPr>
          <p:cNvPr id="23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35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500" dirty="0"/>
          </a:p>
        </p:txBody>
      </p:sp>
      <p:sp>
        <p:nvSpPr>
          <p:cNvPr id="26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35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سِقِشِ</a:t>
            </a:r>
            <a:endParaRPr lang="ar-SA" sz="6300" dirty="0"/>
          </a:p>
        </p:txBody>
      </p:sp>
      <p:pic>
        <p:nvPicPr>
          <p:cNvPr id="29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717164" cy="141732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CF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7E"/>
          </a:solidFill>
          <a:ln w="12700">
            <a:solidFill>
              <a:srgbClr val="64D87E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4F"/>
          </a:solidFill>
          <a:ln w="12700">
            <a:solidFill>
              <a:srgbClr val="47D14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4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34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4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3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شِقِصِ</a:t>
            </a:r>
            <a:endParaRPr lang="ar-SA" sz="6100" dirty="0"/>
          </a:p>
        </p:txBody>
      </p:sp>
      <p:pic>
        <p:nvPicPr>
          <p:cNvPr id="24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927348"/>
            <a:ext cx="1673352" cy="1143000"/>
          </a:xfrm>
          <a:prstGeom prst="rect">
            <a:avLst/>
          </a:prstGeom>
        </p:spPr>
      </p:pic>
      <p:pic>
        <p:nvPicPr>
          <p:cNvPr id="25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4182" y="3332988"/>
            <a:ext cx="738378" cy="173736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CA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300" dirty="0"/>
          </a:p>
        </p:txBody>
      </p:sp>
      <p:sp>
        <p:nvSpPr>
          <p:cNvPr id="16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3300" dirty="0"/>
          </a:p>
        </p:txBody>
      </p:sp>
      <p:sp>
        <p:nvSpPr>
          <p:cNvPr id="19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300" dirty="0"/>
          </a:p>
        </p:txBody>
      </p:sp>
      <p:sp>
        <p:nvSpPr>
          <p:cNvPr id="22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33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صِقِضِ</a:t>
            </a:r>
            <a:endParaRPr lang="ar-SA" sz="5900" dirty="0"/>
          </a:p>
        </p:txBody>
      </p:sp>
      <p:pic>
        <p:nvPicPr>
          <p:cNvPr id="25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754380" cy="150876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432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E2B"/>
          </a:solidFill>
          <a:ln w="12700">
            <a:solidFill>
              <a:srgbClr val="645E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F7934"/>
          </a:solidFill>
          <a:ln w="12700">
            <a:solidFill>
              <a:srgbClr val="5F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300" dirty="0"/>
          </a:p>
        </p:txBody>
      </p:sp>
      <p:sp>
        <p:nvSpPr>
          <p:cNvPr id="17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33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9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3300" dirty="0"/>
          </a:p>
        </p:txBody>
      </p:sp>
      <p:sp>
        <p:nvSpPr>
          <p:cNvPr id="20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33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9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300" dirty="0"/>
          </a:p>
        </p:txBody>
      </p:sp>
      <p:sp>
        <p:nvSpPr>
          <p:cNvPr id="23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33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ضِقِطِ</a:t>
            </a:r>
            <a:endParaRPr lang="ar-SA" sz="7200" dirty="0"/>
          </a:p>
        </p:txBody>
      </p:sp>
      <p:pic>
        <p:nvPicPr>
          <p:cNvPr id="26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1300551" cy="1508760"/>
          </a:xfrm>
          <a:prstGeom prst="rect">
            <a:avLst/>
          </a:prstGeom>
        </p:spPr>
      </p:pic>
      <p:pic>
        <p:nvPicPr>
          <p:cNvPr id="27" name="Image 1" descr="anima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2914" y="3927348"/>
            <a:ext cx="1739646" cy="114300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C5F7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9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39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9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39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طِقِظِ</a:t>
            </a:r>
            <a:endParaRPr lang="ar-SA" sz="7500" dirty="0"/>
          </a:p>
        </p:txBody>
      </p:sp>
      <p:pic>
        <p:nvPicPr>
          <p:cNvPr id="24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686486" cy="1508760"/>
          </a:xfrm>
          <a:prstGeom prst="rect">
            <a:avLst/>
          </a:prstGeom>
        </p:spPr>
      </p:pic>
      <p:pic>
        <p:nvPicPr>
          <p:cNvPr id="25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9881" y="4018788"/>
            <a:ext cx="1502679" cy="105156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F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B95EED"/>
          </a:solidFill>
          <a:ln w="12700">
            <a:solidFill>
              <a:srgbClr val="B9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400" dirty="0"/>
          </a:p>
        </p:txBody>
      </p:sp>
      <p:sp>
        <p:nvSpPr>
          <p:cNvPr id="23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3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3400" dirty="0"/>
          </a:p>
        </p:txBody>
      </p:sp>
      <p:sp>
        <p:nvSpPr>
          <p:cNvPr id="26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34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400" dirty="0"/>
          </a:p>
        </p:txBody>
      </p:sp>
      <p:sp>
        <p:nvSpPr>
          <p:cNvPr id="29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34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ظِقِعِ</a:t>
            </a:r>
            <a:endParaRPr lang="ar-SA" sz="5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37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73E052"/>
          </a:solidFill>
          <a:ln w="12700">
            <a:solidFill>
              <a:srgbClr val="73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A7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8C70DB"/>
          </a:solidFill>
          <a:ln w="12700">
            <a:solidFill>
              <a:srgbClr val="8C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60"/>
          </a:solidFill>
          <a:ln w="12700">
            <a:solidFill>
              <a:srgbClr val="854760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400" dirty="0"/>
          </a:p>
        </p:txBody>
      </p:sp>
      <p:sp>
        <p:nvSpPr>
          <p:cNvPr id="20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34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3400" dirty="0"/>
          </a:p>
        </p:txBody>
      </p:sp>
      <p:sp>
        <p:nvSpPr>
          <p:cNvPr id="23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34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400" dirty="0"/>
          </a:p>
        </p:txBody>
      </p:sp>
      <p:sp>
        <p:nvSpPr>
          <p:cNvPr id="26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34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عِقِغِ</a:t>
            </a:r>
            <a:endParaRPr lang="ar-SA" sz="5400" dirty="0"/>
          </a:p>
        </p:txBody>
      </p:sp>
      <p:pic>
        <p:nvPicPr>
          <p:cNvPr id="29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792099" cy="150876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C5D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67D8"/>
          </a:solidFill>
          <a:ln w="12700">
            <a:solidFill>
              <a:srgbClr val="6467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62D1"/>
          </a:solidFill>
          <a:ln w="12700">
            <a:solidFill>
              <a:srgbClr val="4762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4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8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34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8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4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3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غِقِفِ</a:t>
            </a:r>
            <a:endParaRPr lang="ar-SA" sz="7700" dirty="0"/>
          </a:p>
        </p:txBody>
      </p:sp>
      <p:pic>
        <p:nvPicPr>
          <p:cNvPr id="24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183462" cy="1417320"/>
          </a:xfrm>
          <a:prstGeom prst="rect">
            <a:avLst/>
          </a:prstGeom>
        </p:spPr>
      </p:pic>
      <p:pic>
        <p:nvPicPr>
          <p:cNvPr id="25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8546" y="3653028"/>
            <a:ext cx="934014" cy="141732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F7C5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900" dirty="0"/>
          </a:p>
        </p:txBody>
      </p:sp>
      <p:sp>
        <p:nvSpPr>
          <p:cNvPr id="16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B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3900" dirty="0"/>
          </a:p>
        </p:txBody>
      </p:sp>
      <p:sp>
        <p:nvSpPr>
          <p:cNvPr id="19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B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39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فِقِإِ</a:t>
            </a:r>
            <a:endParaRPr lang="ar-SA" sz="6200" dirty="0"/>
          </a:p>
        </p:txBody>
      </p:sp>
      <p:pic>
        <p:nvPicPr>
          <p:cNvPr id="25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777011" cy="150876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144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4F"/>
          </a:solidFill>
          <a:ln w="12700">
            <a:solidFill>
              <a:srgbClr val="2B644F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079"/>
          </a:solidFill>
          <a:ln w="12700">
            <a:solidFill>
              <a:srgbClr val="3470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7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57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7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57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4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إِقِ</a:t>
            </a:r>
            <a:endParaRPr lang="ar-SA" sz="7000" dirty="0"/>
          </a:p>
        </p:txBody>
      </p:sp>
      <p:pic>
        <p:nvPicPr>
          <p:cNvPr id="22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927348"/>
            <a:ext cx="1739646" cy="1143000"/>
          </a:xfrm>
          <a:prstGeom prst="rect">
            <a:avLst/>
          </a:prstGeom>
        </p:spPr>
      </p:pic>
      <p:pic>
        <p:nvPicPr>
          <p:cNvPr id="23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8784" y="3653028"/>
            <a:ext cx="1683776" cy="141732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DA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5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55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5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55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بِقِ</a:t>
            </a:r>
            <a:endParaRPr lang="ar-SA" sz="70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67558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1529" y="3927348"/>
            <a:ext cx="1391031" cy="114300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F7E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965E"/>
          </a:solidFill>
          <a:ln w="12700">
            <a:solidFill>
              <a:srgbClr val="ED96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7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57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5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7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57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تِقِ</a:t>
            </a:r>
            <a:endParaRPr lang="ar-SA" sz="70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1443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97E0"/>
          </a:solidFill>
          <a:ln w="12700">
            <a:solidFill>
              <a:srgbClr val="5297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E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270"/>
          </a:solidFill>
          <a:ln w="12700">
            <a:solidFill>
              <a:srgbClr val="DB72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F8547"/>
          </a:solidFill>
          <a:ln w="12700">
            <a:solidFill>
              <a:srgbClr val="6F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7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57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7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57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8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ثِقِ</a:t>
            </a:r>
            <a:endParaRPr lang="ar-SA" sz="7000" dirty="0"/>
          </a:p>
        </p:txBody>
      </p:sp>
      <p:pic>
        <p:nvPicPr>
          <p:cNvPr id="25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81731" cy="141732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F7C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84"/>
          </a:solidFill>
          <a:ln w="12700">
            <a:solidFill>
              <a:srgbClr val="D8648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85"/>
          </a:solidFill>
          <a:ln w="12700">
            <a:solidFill>
              <a:srgbClr val="D1478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جِقِ</a:t>
            </a:r>
            <a:endParaRPr lang="ar-SA" sz="70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98748"/>
            <a:ext cx="1322222" cy="1371600"/>
          </a:xfrm>
          <a:prstGeom prst="rect">
            <a:avLst/>
          </a:prstGeom>
        </p:spPr>
      </p:pic>
      <p:pic>
        <p:nvPicPr>
          <p:cNvPr id="21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0080" y="3515868"/>
            <a:ext cx="912480" cy="155448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D9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9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9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4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حِقِ</a:t>
            </a:r>
            <a:endParaRPr lang="ar-SA" sz="7000" dirty="0"/>
          </a:p>
        </p:txBody>
      </p:sp>
      <p:pic>
        <p:nvPicPr>
          <p:cNvPr id="21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87400" cy="1417320"/>
          </a:xfrm>
          <a:prstGeom prst="rect">
            <a:avLst/>
          </a:prstGeom>
        </p:spPr>
      </p:pic>
      <p:pic>
        <p:nvPicPr>
          <p:cNvPr id="22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1215" y="4155948"/>
            <a:ext cx="701345" cy="91440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1419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12B64"/>
          </a:solidFill>
          <a:ln w="12700">
            <a:solidFill>
              <a:srgbClr val="41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23479"/>
          </a:solidFill>
          <a:ln w="12700">
            <a:solidFill>
              <a:srgbClr val="72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9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C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9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4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خِقِ</a:t>
            </a:r>
            <a:endParaRPr lang="ar-SA" sz="7000" dirty="0"/>
          </a:p>
        </p:txBody>
      </p:sp>
      <p:pic>
        <p:nvPicPr>
          <p:cNvPr id="22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230234" cy="1417320"/>
          </a:xfrm>
          <a:prstGeom prst="rect">
            <a:avLst/>
          </a:prstGeom>
        </p:spPr>
      </p:pic>
      <p:pic>
        <p:nvPicPr>
          <p:cNvPr id="23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3754" y="3790188"/>
            <a:ext cx="1328806" cy="128016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F7CE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7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5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B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7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5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4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دِقِ</a:t>
            </a:r>
            <a:endParaRPr lang="ar-SA" sz="73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94487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0043" y="3653028"/>
            <a:ext cx="1482517" cy="141732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C5F7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72"/>
          </a:solidFill>
          <a:ln w="12700">
            <a:solidFill>
              <a:srgbClr val="5EED72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7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57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7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57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4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ذِقِ</a:t>
            </a:r>
            <a:endParaRPr lang="ar-SA" sz="73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38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BB"/>
          </a:solidFill>
          <a:ln w="12700">
            <a:solidFill>
              <a:srgbClr val="E052BB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A4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89DB70"/>
          </a:solidFill>
          <a:ln w="12700">
            <a:solidFill>
              <a:srgbClr val="89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7F85"/>
          </a:solidFill>
          <a:ln w="12700">
            <a:solidFill>
              <a:srgbClr val="477F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7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57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7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57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رِقِ</a:t>
            </a:r>
            <a:endParaRPr lang="ar-SA" sz="7300" dirty="0"/>
          </a:p>
        </p:txBody>
      </p:sp>
      <p:pic>
        <p:nvPicPr>
          <p:cNvPr id="25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34959" cy="141732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F4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A1D864"/>
          </a:solidFill>
          <a:ln w="12700">
            <a:solidFill>
              <a:srgbClr val="A1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A7D147"/>
          </a:solidFill>
          <a:ln w="12700">
            <a:solidFill>
              <a:srgbClr val="A7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7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5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7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5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زِقِ</a:t>
            </a:r>
            <a:endParaRPr lang="ar-SA" sz="73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018788"/>
            <a:ext cx="1185108" cy="1051560"/>
          </a:xfrm>
          <a:prstGeom prst="rect">
            <a:avLst/>
          </a:prstGeom>
        </p:spPr>
      </p:pic>
      <p:pic>
        <p:nvPicPr>
          <p:cNvPr id="21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5945" y="3515868"/>
            <a:ext cx="716615" cy="155448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C5E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0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50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6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0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50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سِقِ</a:t>
            </a:r>
            <a:endParaRPr lang="ar-SA" sz="7000" dirty="0"/>
          </a:p>
        </p:txBody>
      </p:sp>
      <p:pic>
        <p:nvPicPr>
          <p:cNvPr id="21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74644" cy="141732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4314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332B"/>
          </a:solidFill>
          <a:ln w="12700">
            <a:solidFill>
              <a:srgbClr val="6433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6034"/>
          </a:solidFill>
          <a:ln w="12700">
            <a:solidFill>
              <a:srgbClr val="7960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0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50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9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0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50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8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شِقِ</a:t>
            </a:r>
            <a:endParaRPr lang="ar-SA" sz="7000" dirty="0"/>
          </a:p>
        </p:txBody>
      </p:sp>
      <p:pic>
        <p:nvPicPr>
          <p:cNvPr id="22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708660" cy="1417320"/>
          </a:xfrm>
          <a:prstGeom prst="rect">
            <a:avLst/>
          </a:prstGeom>
        </p:spPr>
      </p:pic>
      <p:pic>
        <p:nvPicPr>
          <p:cNvPr id="23" name="Image 1" descr="anima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6788" y="3973068"/>
            <a:ext cx="1745772" cy="109728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C8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6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صِقِ</a:t>
            </a:r>
            <a:endParaRPr lang="ar-SA" sz="70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61888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6187" y="3790188"/>
            <a:ext cx="1066373" cy="128016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D0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6EED"/>
          </a:solidFill>
          <a:ln w="12700">
            <a:solidFill>
              <a:srgbClr val="5E6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7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47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7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47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ضِقِ</a:t>
            </a:r>
            <a:endParaRPr lang="ar-SA" sz="70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solidFill>
          <a:srgbClr val="432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DEE052"/>
          </a:solidFill>
          <a:ln w="12700">
            <a:solidFill>
              <a:srgbClr val="DE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E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A4DB"/>
          </a:solidFill>
          <a:ln w="12700">
            <a:solidFill>
              <a:srgbClr val="70A4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B4785"/>
          </a:solidFill>
          <a:ln w="12700">
            <a:solidFill>
              <a:srgbClr val="7B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7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57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7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7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57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طِقِ</a:t>
            </a:r>
            <a:endParaRPr lang="ar-SA" sz="7000" dirty="0"/>
          </a:p>
        </p:txBody>
      </p:sp>
      <p:pic>
        <p:nvPicPr>
          <p:cNvPr id="25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81731" cy="141732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solidFill>
          <a:srgbClr val="C5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BED8"/>
          </a:solidFill>
          <a:ln w="12700">
            <a:solidFill>
              <a:srgbClr val="64BE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C9D1"/>
          </a:solidFill>
          <a:ln w="12700">
            <a:solidFill>
              <a:srgbClr val="47C9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7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5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4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7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5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6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ظِقِ</a:t>
            </a:r>
            <a:endParaRPr lang="ar-SA" sz="70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98748"/>
            <a:ext cx="958748" cy="1371600"/>
          </a:xfrm>
          <a:prstGeom prst="rect">
            <a:avLst/>
          </a:prstGeom>
        </p:spPr>
      </p:pic>
      <p:pic>
        <p:nvPicPr>
          <p:cNvPr id="21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0400" y="3515868"/>
            <a:ext cx="732160" cy="155448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solidFill>
          <a:srgbClr val="F7C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9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9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4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9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عِقِ</a:t>
            </a:r>
            <a:endParaRPr lang="ar-SA" sz="7000" dirty="0"/>
          </a:p>
        </p:txBody>
      </p:sp>
      <p:pic>
        <p:nvPicPr>
          <p:cNvPr id="21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81731" cy="141732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solidFill>
          <a:srgbClr val="31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1642B"/>
          </a:solidFill>
          <a:ln w="12700">
            <a:solidFill>
              <a:srgbClr val="31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4F"/>
          </a:solidFill>
          <a:ln w="12700">
            <a:solidFill>
              <a:srgbClr val="34794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9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9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4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غِقِ</a:t>
            </a:r>
            <a:endParaRPr lang="ar-SA" sz="7000" dirty="0"/>
          </a:p>
        </p:txBody>
      </p:sp>
      <p:pic>
        <p:nvPicPr>
          <p:cNvPr id="22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881628"/>
            <a:ext cx="1645188" cy="1188720"/>
          </a:xfrm>
          <a:prstGeom prst="rect">
            <a:avLst/>
          </a:prstGeom>
        </p:spPr>
      </p:pic>
      <p:pic>
        <p:nvPicPr>
          <p:cNvPr id="23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2781" y="3973068"/>
            <a:ext cx="1339779" cy="109728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solidFill>
          <a:srgbClr val="C5D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7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5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A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7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5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فِقِ</a:t>
            </a:r>
            <a:endParaRPr lang="ar-SA" sz="70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76062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6521" y="3881628"/>
            <a:ext cx="586039" cy="118872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bg>
      <p:bgPr>
        <a:solidFill>
          <a:srgbClr val="F7C5C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92"/>
          </a:solidFill>
          <a:ln w="12700">
            <a:solidFill>
              <a:srgbClr val="ED5E92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1 W1 pill"/>
          <p:cNvSpPr/>
          <p:nvPr/>
        </p:nvSpPr>
        <p:spPr>
          <a:xfrm>
            <a:off x="5110211" y="896112"/>
            <a:ext cx="1666167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A436"/>
            </a:solidFill>
            <a:prstDash val="solid"/>
          </a:ln>
        </p:spPr>
      </p:sp>
      <p:sp>
        <p:nvSpPr>
          <p:cNvPr id="19" name="C1 W1 word"/>
          <p:cNvSpPr txBox="1"/>
          <p:nvPr/>
        </p:nvSpPr>
        <p:spPr>
          <a:xfrm>
            <a:off x="5110211" y="896112"/>
            <a:ext cx="1666167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فَرِحَ</a:t>
            </a:r>
            <a:endParaRPr lang="ar-SA" sz="4600" dirty="0"/>
          </a:p>
        </p:txBody>
      </p:sp>
      <p:sp>
        <p:nvSpPr>
          <p:cNvPr id="20" name="C2 W2 pill"/>
          <p:cNvSpPr/>
          <p:nvPr/>
        </p:nvSpPr>
        <p:spPr>
          <a:xfrm>
            <a:off x="2367622" y="896112"/>
            <a:ext cx="242254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A4"/>
            </a:solidFill>
            <a:prstDash val="solid"/>
          </a:ln>
        </p:spPr>
      </p:sp>
      <p:sp>
        <p:nvSpPr>
          <p:cNvPr id="21" name="C2 W2 word"/>
          <p:cNvSpPr txBox="1"/>
          <p:nvPr/>
        </p:nvSpPr>
        <p:spPr>
          <a:xfrm>
            <a:off x="2367622" y="896112"/>
            <a:ext cx="242254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وَضَحِكَ</a:t>
            </a:r>
            <a:endParaRPr lang="ar-SA" sz="4600" dirty="0"/>
          </a:p>
        </p:txBody>
      </p:sp>
      <p:sp>
        <p:nvSpPr>
          <p:cNvPr id="22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5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3 S panel"/>
          <p:cNvSpPr/>
          <p:nvPr/>
        </p:nvSpPr>
        <p:spPr>
          <a:xfrm>
            <a:off x="2719412" y="2834640"/>
            <a:ext cx="3705176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4" name="C3 S sentence"/>
          <p:cNvSpPr txBox="1"/>
          <p:nvPr/>
        </p:nvSpPr>
        <p:spPr>
          <a:xfrm>
            <a:off x="2719412" y="2834640"/>
            <a:ext cx="3705176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فَرِحَ وَضَحِكَ</a:t>
            </a:r>
            <a:endParaRPr lang="ar-SA" sz="4700" dirty="0"/>
          </a:p>
        </p:txBody>
      </p:sp>
      <p:pic>
        <p:nvPicPr>
          <p:cNvPr id="25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2057400"/>
            <a:ext cx="948050" cy="1097280"/>
          </a:xfrm>
          <a:prstGeom prst="rect">
            <a:avLst/>
          </a:prstGeom>
        </p:spPr>
      </p:pic>
      <p:pic>
        <p:nvPicPr>
          <p:cNvPr id="26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3754" y="1965960"/>
            <a:ext cx="1328806" cy="128016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bg>
      <p:bgPr>
        <a:solidFill>
          <a:srgbClr val="144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BF"/>
          </a:solidFill>
          <a:ln w="12700">
            <a:solidFill>
              <a:srgbClr val="52E0BF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D7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BF"/>
          </a:solidFill>
          <a:ln w="12700">
            <a:solidFill>
              <a:srgbClr val="DB70BF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6C47"/>
          </a:solidFill>
          <a:ln w="12700">
            <a:solidFill>
              <a:srgbClr val="856C47"/>
            </a:solidFill>
            <a:prstDash val="solid"/>
          </a:ln>
        </p:spPr>
      </p:sp>
      <p:sp>
        <p:nvSpPr>
          <p:cNvPr id="15" name="C1 W1 pill"/>
          <p:cNvSpPr/>
          <p:nvPr/>
        </p:nvSpPr>
        <p:spPr>
          <a:xfrm>
            <a:off x="5047511" y="896112"/>
            <a:ext cx="1640916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D7"/>
            </a:solidFill>
            <a:prstDash val="solid"/>
          </a:ln>
        </p:spPr>
      </p:sp>
      <p:sp>
        <p:nvSpPr>
          <p:cNvPr id="16" name="C1 W1 word"/>
          <p:cNvSpPr txBox="1"/>
          <p:nvPr/>
        </p:nvSpPr>
        <p:spPr>
          <a:xfrm>
            <a:off x="5047511" y="896112"/>
            <a:ext cx="1640916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قَدِمَ</a:t>
            </a:r>
            <a:endParaRPr lang="ar-SA" sz="4600" dirty="0"/>
          </a:p>
        </p:txBody>
      </p:sp>
      <p:sp>
        <p:nvSpPr>
          <p:cNvPr id="17" name="C2 W2 pill"/>
          <p:cNvSpPr/>
          <p:nvPr/>
        </p:nvSpPr>
        <p:spPr>
          <a:xfrm>
            <a:off x="2455573" y="896112"/>
            <a:ext cx="227189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D736E2"/>
            </a:solidFill>
            <a:prstDash val="solid"/>
          </a:ln>
        </p:spPr>
      </p:sp>
      <p:sp>
        <p:nvSpPr>
          <p:cNvPr id="18" name="C2 W2 word"/>
          <p:cNvSpPr txBox="1"/>
          <p:nvPr/>
        </p:nvSpPr>
        <p:spPr>
          <a:xfrm>
            <a:off x="2455573" y="896112"/>
            <a:ext cx="227189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وَجَلَسَ</a:t>
            </a:r>
            <a:endParaRPr lang="ar-SA" sz="4600" dirty="0"/>
          </a:p>
        </p:txBody>
      </p:sp>
      <p:sp>
        <p:nvSpPr>
          <p:cNvPr id="19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2E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3 S panel"/>
          <p:cNvSpPr/>
          <p:nvPr/>
        </p:nvSpPr>
        <p:spPr>
          <a:xfrm>
            <a:off x="2766121" y="2834640"/>
            <a:ext cx="3611758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3 S sentence"/>
          <p:cNvSpPr txBox="1"/>
          <p:nvPr/>
        </p:nvSpPr>
        <p:spPr>
          <a:xfrm>
            <a:off x="2766121" y="2834640"/>
            <a:ext cx="3611758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قَدِمَ وَجَلَسَ</a:t>
            </a:r>
            <a:endParaRPr lang="ar-SA" sz="4700" dirty="0"/>
          </a:p>
        </p:txBody>
      </p:sp>
      <p:pic>
        <p:nvPicPr>
          <p:cNvPr id="22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287268"/>
            <a:ext cx="932551" cy="1783080"/>
          </a:xfrm>
          <a:prstGeom prst="rect">
            <a:avLst/>
          </a:prstGeom>
        </p:spPr>
      </p:pic>
      <p:pic>
        <p:nvPicPr>
          <p:cNvPr id="23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80" y="1943100"/>
            <a:ext cx="1325880" cy="132588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bg>
      <p:bgPr>
        <a:solidFill>
          <a:srgbClr val="E1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564D8"/>
          </a:solidFill>
          <a:ln w="12700">
            <a:solidFill>
              <a:srgbClr val="D5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B747D1"/>
          </a:solidFill>
          <a:ln w="12700">
            <a:solidFill>
              <a:srgbClr val="B7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992148" y="896112"/>
            <a:ext cx="159635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BC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992148" y="896112"/>
            <a:ext cx="159635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فَهِمَ</a:t>
            </a:r>
            <a:endParaRPr lang="ar-SA" sz="4400" dirty="0"/>
          </a:p>
        </p:txBody>
      </p:sp>
      <p:sp>
        <p:nvSpPr>
          <p:cNvPr id="12" name="C2 W2 pill"/>
          <p:cNvSpPr/>
          <p:nvPr/>
        </p:nvSpPr>
        <p:spPr>
          <a:xfrm>
            <a:off x="2555492" y="896112"/>
            <a:ext cx="2116616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BCE236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555492" y="896112"/>
            <a:ext cx="2116616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وَحَفِظَ</a:t>
            </a:r>
            <a:endParaRPr lang="ar-SA" sz="44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B8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874505" y="2834640"/>
            <a:ext cx="3394989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874505" y="2834640"/>
            <a:ext cx="3394989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فَهِمَ وَحَفِظَ</a:t>
            </a:r>
            <a:endParaRPr lang="ar-SA" sz="4500" dirty="0"/>
          </a:p>
        </p:txBody>
      </p:sp>
      <p:pic>
        <p:nvPicPr>
          <p:cNvPr id="17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1943100"/>
            <a:ext cx="1723644" cy="1325880"/>
          </a:xfrm>
          <a:prstGeom prst="rect">
            <a:avLst/>
          </a:prstGeom>
        </p:spPr>
      </p:pic>
      <p:pic>
        <p:nvPicPr>
          <p:cNvPr id="18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1213" y="3332988"/>
            <a:ext cx="811347" cy="173736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bg>
      <p:bgPr>
        <a:solidFill>
          <a:srgbClr val="F7EF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1 W1 pill"/>
          <p:cNvSpPr/>
          <p:nvPr/>
        </p:nvSpPr>
        <p:spPr>
          <a:xfrm>
            <a:off x="4852152" y="896112"/>
            <a:ext cx="167957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89E236"/>
            </a:solidFill>
            <a:prstDash val="solid"/>
          </a:ln>
        </p:spPr>
      </p:sp>
      <p:sp>
        <p:nvSpPr>
          <p:cNvPr id="12" name="C1 W1 word"/>
          <p:cNvSpPr txBox="1"/>
          <p:nvPr/>
        </p:nvSpPr>
        <p:spPr>
          <a:xfrm>
            <a:off x="4852152" y="896112"/>
            <a:ext cx="167957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لَقِيَ</a:t>
            </a:r>
            <a:endParaRPr lang="ar-SA" sz="4500" dirty="0"/>
          </a:p>
        </p:txBody>
      </p:sp>
      <p:sp>
        <p:nvSpPr>
          <p:cNvPr id="13" name="C2 W2 pill"/>
          <p:cNvSpPr/>
          <p:nvPr/>
        </p:nvSpPr>
        <p:spPr>
          <a:xfrm>
            <a:off x="2612276" y="896112"/>
            <a:ext cx="1919836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89E2"/>
            </a:solidFill>
            <a:prstDash val="solid"/>
          </a:ln>
        </p:spPr>
      </p:sp>
      <p:sp>
        <p:nvSpPr>
          <p:cNvPr id="14" name="C2 W2 word"/>
          <p:cNvSpPr txBox="1"/>
          <p:nvPr/>
        </p:nvSpPr>
        <p:spPr>
          <a:xfrm>
            <a:off x="2612276" y="896112"/>
            <a:ext cx="1919836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وَفَرِحَ</a:t>
            </a:r>
            <a:endParaRPr lang="ar-SA" sz="4500" dirty="0"/>
          </a:p>
        </p:txBody>
      </p:sp>
      <p:sp>
        <p:nvSpPr>
          <p:cNvPr id="15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7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3 S panel"/>
          <p:cNvSpPr/>
          <p:nvPr/>
        </p:nvSpPr>
        <p:spPr>
          <a:xfrm>
            <a:off x="2954382" y="2834640"/>
            <a:ext cx="3235237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3 S sentence"/>
          <p:cNvSpPr txBox="1"/>
          <p:nvPr/>
        </p:nvSpPr>
        <p:spPr>
          <a:xfrm>
            <a:off x="2954382" y="2834640"/>
            <a:ext cx="3235237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لَقِيَ وَفَرِحَ</a:t>
            </a:r>
            <a:endParaRPr lang="ar-SA" sz="4500" dirty="0"/>
          </a:p>
        </p:txBody>
      </p:sp>
      <p:pic>
        <p:nvPicPr>
          <p:cNvPr id="18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378708"/>
            <a:ext cx="1074191" cy="1691640"/>
          </a:xfrm>
          <a:prstGeom prst="rect">
            <a:avLst/>
          </a:prstGeom>
        </p:spPr>
      </p:pic>
      <p:pic>
        <p:nvPicPr>
          <p:cNvPr id="19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9842" y="1920240"/>
            <a:ext cx="1172718" cy="137160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123</Slides>
  <Notes>123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123</vt:i4>
      </vt:variant>
    </vt:vector>
  </HeadingPairs>
  <TitlesOfParts>
    <vt:vector size="1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Kasrah reading 11-fa-qaf</dc:title>
  <dc:subject>PptxGenJS Presentation</dc:subject>
  <dc:creator>PptxGenJS</dc:creator>
  <cp:lastModifiedBy>PptxGenJS</cp:lastModifiedBy>
  <cp:revision>1</cp:revision>
  <dcterms:created xsi:type="dcterms:W3CDTF">2026-10-21T00:09:47Z</dcterms:created>
  <dcterms:modified xsi:type="dcterms:W3CDTF">2026-10-21T00:09:47Z</dcterms:modified>
</cp:coreProperties>
</file>