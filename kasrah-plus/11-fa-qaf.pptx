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</p:sldIdLst>
  <p:notesMasterIdLst>
    <p:notesMasterId r:id="rId1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notesMaster" Target="notesMasters/notesMaster1.xml"/><Relationship Id="rId126" Type="http://schemas.openxmlformats.org/officeDocument/2006/relationships/presProps" Target="presProps.xml"/><Relationship Id="rId127" Type="http://schemas.openxmlformats.org/officeDocument/2006/relationships/viewProps" Target="viewProps.xml"/><Relationship Id="rId128" Type="http://schemas.openxmlformats.org/officeDocument/2006/relationships/theme" Target="theme/theme1.xml"/><Relationship Id="rId1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2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2.png"/><Relationship Id="rId2" Type="http://schemas.openxmlformats.org/officeDocument/2006/relationships/image" Target="../media/image-4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image" Target="../media/image-5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image" Target="../media/image-5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image" Target="../media/image-2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image" Target="../media/image-5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image" Target="../media/image-5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image" Target="../media/image-6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image" Target="../media/image-6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image" Target="../media/image-7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png"/><Relationship Id="rId2" Type="http://schemas.openxmlformats.org/officeDocument/2006/relationships/image" Target="../media/image-3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png"/><Relationship Id="rId2" Type="http://schemas.openxmlformats.org/officeDocument/2006/relationships/image" Target="../media/image-7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0-1.png"/><Relationship Id="rId2" Type="http://schemas.openxmlformats.org/officeDocument/2006/relationships/image" Target="../media/image-7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2-1.png"/><Relationship Id="rId2" Type="http://schemas.openxmlformats.org/officeDocument/2006/relationships/image" Target="../media/image-8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2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5-1.png"/><Relationship Id="rId2" Type="http://schemas.openxmlformats.org/officeDocument/2006/relationships/image" Target="../media/image-8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6-1.png"/><Relationship Id="rId2" Type="http://schemas.openxmlformats.org/officeDocument/2006/relationships/image" Target="../media/image-1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8-1.png"/><Relationship Id="rId2" Type="http://schemas.openxmlformats.org/officeDocument/2006/relationships/image" Target="../media/image-4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9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2-1.png"/><Relationship Id="rId2" Type="http://schemas.openxmlformats.org/officeDocument/2006/relationships/image" Target="../media/image-4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2.png"/><Relationship Id="rId2" Type="http://schemas.openxmlformats.org/officeDocument/2006/relationships/image" Target="../media/image-9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8-1.png"/><Relationship Id="rId2" Type="http://schemas.openxmlformats.org/officeDocument/2006/relationships/image" Target="../media/image-8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2.png"/><Relationship Id="rId2" Type="http://schemas.openxmlformats.org/officeDocument/2006/relationships/image" Target="../media/image-10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4-1.png"/><Relationship Id="rId2" Type="http://schemas.openxmlformats.org/officeDocument/2006/relationships/image" Target="../media/image-2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2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0-1.png"/><Relationship Id="rId2" Type="http://schemas.openxmlformats.org/officeDocument/2006/relationships/image" Target="../media/image-6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1.xml"/><Relationship Id="rIdTrSnd" Type="http://schemas.openxmlformats.org/officeDocument/2006/relationships/audio" Target="../media/bubbles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2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2.xml"/><Relationship Id="rIdTrSnd" Type="http://schemas.openxmlformats.org/officeDocument/2006/relationships/audio" Target="../media/sparkle.wav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3.xml"/><Relationship Id="rIdTrSnd" Type="http://schemas.openxmlformats.org/officeDocument/2006/relationships/audio" Target="../media/marimba.wav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TrSnd" Type="http://schemas.openxmlformats.org/officeDocument/2006/relationships/audio" Target="../media/harp.wav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5.xml"/><Relationship Id="rIdTrSnd" Type="http://schemas.openxmlformats.org/officeDocument/2006/relationships/audio" Target="../media/chime.wav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6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6.xml"/><Relationship Id="rIdTrSnd" Type="http://schemas.openxmlformats.org/officeDocument/2006/relationships/audio" Target="../media/whoosh.wav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7.xml"/><Relationship Id="rIdTrSnd" Type="http://schemas.openxmlformats.org/officeDocument/2006/relationships/audio" Target="../media/bubbles.wav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8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8.xml"/><Relationship Id="rIdTrSnd" Type="http://schemas.openxmlformats.org/officeDocument/2006/relationships/audio" Target="../media/sparkle.wav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9.xml"/><Relationship Id="rIdTrSnd" Type="http://schemas.openxmlformats.org/officeDocument/2006/relationships/audio" Target="../media/marimba.wav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0-1.png"/><Relationship Id="rId2" Type="http://schemas.openxmlformats.org/officeDocument/2006/relationships/image" Target="../media/image-5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0.xml"/><Relationship Id="rIdTrSnd" Type="http://schemas.openxmlformats.org/officeDocument/2006/relationships/audio" Target="../media/harp.wav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8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1.xml"/><Relationship Id="rIdTrSnd" Type="http://schemas.openxmlformats.org/officeDocument/2006/relationships/audio" Target="../media/chime.wav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2-1.png"/><Relationship Id="rId2" Type="http://schemas.openxmlformats.org/officeDocument/2006/relationships/image" Target="../media/image-3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2.xml"/><Relationship Id="rIdTrSnd" Type="http://schemas.openxmlformats.org/officeDocument/2006/relationships/audio" Target="../media/whoosh.wav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1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3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3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5E0"/>
          </a:solidFill>
          <a:ln w="12700">
            <a:solidFill>
              <a:srgbClr val="5275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6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B70"/>
          </a:solidFill>
          <a:ln w="12700">
            <a:solidFill>
              <a:srgbClr val="DB8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18547"/>
          </a:solidFill>
          <a:ln w="12700">
            <a:solidFill>
              <a:srgbClr val="61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12200" dirty="0"/>
          </a:p>
        </p:txBody>
      </p:sp>
      <p:sp>
        <p:nvSpPr>
          <p:cNvPr id="17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12200" dirty="0"/>
          </a:p>
        </p:txBody>
      </p:sp>
      <p:pic>
        <p:nvPicPr>
          <p:cNvPr id="1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899770" cy="1828800"/>
          </a:xfrm>
          <a:prstGeom prst="rect">
            <a:avLst/>
          </a:prstGeom>
        </p:spPr>
      </p:pic>
      <p:pic>
        <p:nvPicPr>
          <p:cNvPr id="19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5921" y="1783080"/>
            <a:ext cx="1456639" cy="16459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9"/>
          </a:solidFill>
          <a:ln w="12700">
            <a:solidFill>
              <a:srgbClr val="D8646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4"/>
          </a:solidFill>
          <a:ln w="12700">
            <a:solidFill>
              <a:srgbClr val="D1476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فِإِ</a:t>
            </a:r>
            <a:endParaRPr lang="ar-SA" sz="7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788658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3606" y="3515868"/>
            <a:ext cx="868954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فِبِ</a:t>
            </a:r>
            <a:endParaRPr lang="ar-SA" sz="75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34959" cy="14173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F2B64"/>
          </a:solidFill>
          <a:ln w="12700">
            <a:solidFill>
              <a:srgbClr val="4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1"/>
          </a:solidFill>
          <a:ln w="12700">
            <a:solidFill>
              <a:srgbClr val="79347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4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4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فِتِ</a:t>
            </a:r>
            <a:endParaRPr lang="ar-SA" sz="95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2172752" cy="1417320"/>
          </a:xfrm>
          <a:prstGeom prst="rect">
            <a:avLst/>
          </a:prstGeom>
        </p:spPr>
      </p:pic>
      <p:pic>
        <p:nvPicPr>
          <p:cNvPr id="23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6608" y="3515868"/>
            <a:ext cx="1995952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4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4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4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4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فِثِ</a:t>
            </a:r>
            <a:endParaRPr lang="ar-SA" sz="9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0235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8835" y="3515868"/>
            <a:ext cx="2003725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4"/>
          </a:solidFill>
          <a:ln w="12700">
            <a:solidFill>
              <a:srgbClr val="5EED9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فِجِ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4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9"/>
          </a:solidFill>
          <a:ln w="12700">
            <a:solidFill>
              <a:srgbClr val="E0529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0"/>
          </a:solidFill>
          <a:ln w="12700">
            <a:solidFill>
              <a:srgbClr val="70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085"/>
          </a:solidFill>
          <a:ln w="12700">
            <a:solidFill>
              <a:srgbClr val="4770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فِحِ</a:t>
            </a:r>
            <a:endParaRPr lang="ar-SA" sz="6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1888" cy="14173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6D864"/>
          </a:solidFill>
          <a:ln w="12700">
            <a:solidFill>
              <a:srgbClr val="86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6D147"/>
          </a:solidFill>
          <a:ln w="12700">
            <a:solidFill>
              <a:srgbClr val="86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فِخِ</a:t>
            </a:r>
            <a:endParaRPr lang="ar-SA" sz="6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26454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6410" y="3515868"/>
            <a:ext cx="746150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D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4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4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فِدِ</a:t>
            </a:r>
            <a:endParaRPr lang="ar-SA" sz="95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4881" cy="14173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3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02B"/>
          </a:solidFill>
          <a:ln w="12700">
            <a:solidFill>
              <a:srgbClr val="6440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134"/>
          </a:solidFill>
          <a:ln w="12700">
            <a:solidFill>
              <a:srgbClr val="7971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4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4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فِذِ</a:t>
            </a:r>
            <a:endParaRPr lang="ar-SA" sz="95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23777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1286" y="3515868"/>
            <a:ext cx="1691274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F7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فِرِ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732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9096" y="3515868"/>
            <a:ext cx="3023464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05EED"/>
          </a:solidFill>
          <a:ln w="12700">
            <a:solidFill>
              <a:srgbClr val="70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فِزِ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433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CE052"/>
          </a:solidFill>
          <a:ln w="12700">
            <a:solidFill>
              <a:srgbClr val="BC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6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BDB"/>
          </a:solidFill>
          <a:ln w="12700">
            <a:solidFill>
              <a:srgbClr val="708B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F"/>
          </a:solidFill>
          <a:ln w="12700">
            <a:solidFill>
              <a:srgbClr val="85477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0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فِسِ</a:t>
            </a:r>
            <a:endParaRPr lang="ar-SA" sz="7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0629" cy="14173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3D8"/>
          </a:solidFill>
          <a:ln w="12700">
            <a:solidFill>
              <a:srgbClr val="64A3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9D1"/>
          </a:solidFill>
          <a:ln w="12700">
            <a:solidFill>
              <a:srgbClr val="47A9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فِشِ</a:t>
            </a:r>
            <a:endParaRPr lang="ar-SA" sz="7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31651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8061" y="3515868"/>
            <a:ext cx="884499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C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فِصِ</a:t>
            </a:r>
            <a:endParaRPr lang="ar-SA" sz="7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8975" cy="14173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2"/>
          </a:solidFill>
          <a:ln w="12700">
            <a:solidFill>
              <a:srgbClr val="2B643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0"/>
          </a:solidFill>
          <a:ln w="12700">
            <a:solidFill>
              <a:srgbClr val="34796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فِضِ</a:t>
            </a:r>
            <a:endParaRPr lang="ar-SA" sz="7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79840" cy="1417320"/>
          </a:xfrm>
          <a:prstGeom prst="rect">
            <a:avLst/>
          </a:prstGeom>
        </p:spPr>
      </p:pic>
      <p:pic>
        <p:nvPicPr>
          <p:cNvPr id="23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5901" y="3515868"/>
            <a:ext cx="1616659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4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4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4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4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فِطِ</a:t>
            </a:r>
            <a:endParaRPr lang="ar-SA" sz="9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031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6288" y="3515868"/>
            <a:ext cx="2176272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C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0"/>
          </a:solidFill>
          <a:ln w="12700">
            <a:solidFill>
              <a:srgbClr val="ED5E7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4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4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4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4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فِظِ</a:t>
            </a:r>
            <a:endParaRPr lang="ar-SA" sz="9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4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E0"/>
          </a:solidFill>
          <a:ln w="12700">
            <a:solidFill>
              <a:srgbClr val="52E0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F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5"/>
          </a:solidFill>
          <a:ln w="12700">
            <a:solidFill>
              <a:srgbClr val="DB70A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B47"/>
          </a:solidFill>
          <a:ln w="12700">
            <a:solidFill>
              <a:srgbClr val="857B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فِعِ</a:t>
            </a:r>
            <a:endParaRPr lang="ar-SA" sz="6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7321" cy="14173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0"/>
          </a:solidFill>
          <a:ln w="12700">
            <a:solidFill>
              <a:srgbClr val="D864C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B"/>
          </a:solidFill>
          <a:ln w="12700">
            <a:solidFill>
              <a:srgbClr val="D147C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فِغِ</a:t>
            </a:r>
            <a:endParaRPr lang="ar-SA" sz="6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79052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8894" y="3515868"/>
            <a:ext cx="803666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8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إِفِبِ</a:t>
            </a:r>
            <a:endParaRPr lang="ar-SA" sz="62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90590" cy="150876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909" y="4110228"/>
            <a:ext cx="730651" cy="9601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3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264"/>
          </a:solidFill>
          <a:ln w="12700">
            <a:solidFill>
              <a:srgbClr val="2B32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E3479"/>
          </a:solidFill>
          <a:ln w="12700">
            <a:solidFill>
              <a:srgbClr val="4E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8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8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بِفِتِ</a:t>
            </a:r>
            <a:endParaRPr lang="ar-SA" sz="68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532900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332988"/>
            <a:ext cx="1737360" cy="17373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C5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تِفِثِ</a:t>
            </a:r>
            <a:endParaRPr lang="ar-SA" sz="84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915817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3103" y="3332988"/>
            <a:ext cx="2239457" cy="17373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3ED5E"/>
          </a:solidFill>
          <a:ln w="12700">
            <a:solidFill>
              <a:srgbClr val="93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ثِفِجِ</a:t>
            </a:r>
            <a:endParaRPr lang="ar-SA" sz="5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2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D52E0"/>
          </a:solidFill>
          <a:ln w="12700">
            <a:solidFill>
              <a:srgbClr val="BD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0DB70"/>
          </a:solidFill>
          <a:ln w="12700">
            <a:solidFill>
              <a:srgbClr val="C0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B"/>
          </a:solidFill>
          <a:ln w="12700">
            <a:solidFill>
              <a:srgbClr val="47856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جِفِحِ</a:t>
            </a:r>
            <a:endParaRPr lang="ar-SA" sz="54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52449" cy="15087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E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D464"/>
          </a:solidFill>
          <a:ln w="12700">
            <a:solidFill>
              <a:srgbClr val="D8D4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547"/>
          </a:solidFill>
          <a:ln w="12700">
            <a:solidFill>
              <a:srgbClr val="D1B5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حِفِخِ</a:t>
            </a:r>
            <a:endParaRPr lang="ar-SA" sz="54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451427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2166" y="3332988"/>
            <a:ext cx="1320394" cy="17373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خِفِدِ</a:t>
            </a:r>
            <a:endParaRPr lang="ar-SA" sz="8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021431" cy="150876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155948"/>
            <a:ext cx="731520" cy="9144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4314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0"/>
          </a:solidFill>
          <a:ln w="12700">
            <a:solidFill>
              <a:srgbClr val="642B4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D34"/>
          </a:solidFill>
          <a:ln w="12700">
            <a:solidFill>
              <a:srgbClr val="793D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دِفِذِ</a:t>
            </a:r>
            <a:endParaRPr lang="ar-SA" sz="84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984019" cy="1508760"/>
          </a:xfrm>
          <a:prstGeom prst="rect">
            <a:avLst/>
          </a:prstGeom>
        </p:spPr>
      </p:pic>
      <p:pic>
        <p:nvPicPr>
          <p:cNvPr id="27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5665" y="3332988"/>
            <a:ext cx="1766895" cy="17373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1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1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ذِفِرِ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70555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3395" y="3332988"/>
            <a:ext cx="3379165" cy="17373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D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7ED"/>
          </a:solidFill>
          <a:ln w="12700">
            <a:solidFill>
              <a:srgbClr val="5EB7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1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1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رِفِزِ</a:t>
            </a:r>
            <a:endParaRPr lang="ar-SA" sz="66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43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A52"/>
          </a:solidFill>
          <a:ln w="12700">
            <a:solidFill>
              <a:srgbClr val="E09A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B"/>
          </a:solidFill>
          <a:ln w="12700">
            <a:solidFill>
              <a:srgbClr val="70DB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C4785"/>
          </a:solidFill>
          <a:ln w="12700">
            <a:solidFill>
              <a:srgbClr val="5C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5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5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زِفِسِ</a:t>
            </a:r>
            <a:endParaRPr lang="ar-SA" sz="63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903427" cy="11887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F7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7"/>
          </a:solidFill>
          <a:ln w="12700">
            <a:solidFill>
              <a:srgbClr val="64D8B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3"/>
          </a:solidFill>
          <a:ln w="12700">
            <a:solidFill>
              <a:srgbClr val="47D19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5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سِفِشِ</a:t>
            </a:r>
            <a:endParaRPr lang="ar-SA" sz="63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404656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0707" y="3332988"/>
            <a:ext cx="741853" cy="17373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شِفِصِ</a:t>
            </a:r>
            <a:endParaRPr lang="ar-SA" sz="6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42310" cy="15087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433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E642B"/>
          </a:solidFill>
          <a:ln w="12700">
            <a:solidFill>
              <a:srgbClr val="4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C7934"/>
          </a:solidFill>
          <a:ln w="12700">
            <a:solidFill>
              <a:srgbClr val="3C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3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3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صِفِضِ</a:t>
            </a:r>
            <a:endParaRPr lang="ar-SA" sz="59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640022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4392" y="3332988"/>
            <a:ext cx="1798168" cy="17373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5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3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3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ضِفِطِ</a:t>
            </a:r>
            <a:endParaRPr lang="ar-SA" sz="72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72907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0256" y="3332988"/>
            <a:ext cx="2432304" cy="17373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C5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B"/>
          </a:solidFill>
          <a:ln w="12700">
            <a:solidFill>
              <a:srgbClr val="ED5ED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طِفِظِ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6"/>
          </a:solidFill>
          <a:ln w="12700">
            <a:solidFill>
              <a:srgbClr val="52E07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170DB"/>
          </a:solidFill>
          <a:ln w="12700">
            <a:solidFill>
              <a:srgbClr val="C1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D47"/>
          </a:solidFill>
          <a:ln w="12700">
            <a:solidFill>
              <a:srgbClr val="854D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ظِفِعِ</a:t>
            </a:r>
            <a:endParaRPr lang="ar-SA" sz="54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86486" cy="15087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A64D8"/>
          </a:solidFill>
          <a:ln w="12700">
            <a:solidFill>
              <a:srgbClr val="9A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047D1"/>
          </a:solidFill>
          <a:ln w="12700">
            <a:solidFill>
              <a:srgbClr val="70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عِفِغِ</a:t>
            </a:r>
            <a:endParaRPr lang="ar-SA" sz="54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682267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1213" y="3332988"/>
            <a:ext cx="811347" cy="17373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D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غِفِإِ</a:t>
            </a:r>
            <a:endParaRPr lang="ar-SA" sz="62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12135" cy="150876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5912" y="4110228"/>
            <a:ext cx="706648" cy="9601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44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D64"/>
          </a:solidFill>
          <a:ln w="12700">
            <a:solidFill>
              <a:srgbClr val="2B5D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E79"/>
          </a:solidFill>
          <a:ln w="12700">
            <a:solidFill>
              <a:srgbClr val="344E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إِفِ</a:t>
            </a:r>
            <a:endParaRPr lang="ar-SA" sz="70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02517" cy="1417320"/>
          </a:xfrm>
          <a:prstGeom prst="rect">
            <a:avLst/>
          </a:prstGeom>
        </p:spPr>
      </p:pic>
      <p:pic>
        <p:nvPicPr>
          <p:cNvPr id="23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2792" y="3515868"/>
            <a:ext cx="1619768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بِفِ</a:t>
            </a:r>
            <a:endParaRPr lang="ar-SA" sz="77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25668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8835" y="3515868"/>
            <a:ext cx="2003725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C5E"/>
          </a:solidFill>
          <a:ln w="12700">
            <a:solidFill>
              <a:srgbClr val="EDDC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4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4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4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4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تِفِ</a:t>
            </a:r>
            <a:endParaRPr lang="ar-SA" sz="9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42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2E0"/>
          </a:solidFill>
          <a:ln w="12700">
            <a:solidFill>
              <a:srgbClr val="52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0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670"/>
          </a:solidFill>
          <a:ln w="12700">
            <a:solidFill>
              <a:srgbClr val="DBA6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18547"/>
          </a:solidFill>
          <a:ln w="12700">
            <a:solidFill>
              <a:srgbClr val="51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4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4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4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4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ثِفِ</a:t>
            </a:r>
            <a:endParaRPr lang="ar-SA" sz="92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8975" cy="14173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C5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D64"/>
          </a:solidFill>
          <a:ln w="12700">
            <a:solidFill>
              <a:srgbClr val="D87D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E47"/>
          </a:solidFill>
          <a:ln w="12700">
            <a:solidFill>
              <a:srgbClr val="D14E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جِفِ</a:t>
            </a:r>
            <a:endParaRPr lang="ar-SA" sz="77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88974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4182" y="3515868"/>
            <a:ext cx="738378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حِفِ</a:t>
            </a:r>
            <a:endParaRPr lang="ar-SA" sz="92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3227" cy="141732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7408" y="4064508"/>
            <a:ext cx="715152" cy="10058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2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D2B64"/>
          </a:solidFill>
          <a:ln w="12700">
            <a:solidFill>
              <a:srgbClr val="5D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F"/>
          </a:solidFill>
          <a:ln w="12700">
            <a:solidFill>
              <a:srgbClr val="79345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خِفِ</a:t>
            </a:r>
            <a:endParaRPr lang="ar-SA" sz="92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894957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4250" y="3515868"/>
            <a:ext cx="1478310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4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4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4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4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دِفِ</a:t>
            </a:r>
            <a:endParaRPr lang="ar-SA" sz="92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19999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9096" y="3515868"/>
            <a:ext cx="3023464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8"/>
          </a:solidFill>
          <a:ln w="12700">
            <a:solidFill>
              <a:srgbClr val="5EEDB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4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4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4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4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ذِفِ</a:t>
            </a:r>
            <a:endParaRPr lang="ar-SA" sz="9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431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4"/>
          </a:solidFill>
          <a:ln w="12700">
            <a:solidFill>
              <a:srgbClr val="E0527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6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C"/>
          </a:solidFill>
          <a:ln w="12700">
            <a:solidFill>
              <a:srgbClr val="70DB8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185"/>
          </a:solidFill>
          <a:ln w="12700">
            <a:solidFill>
              <a:srgbClr val="4761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رِفِ</a:t>
            </a:r>
            <a:endParaRPr lang="ar-SA" sz="7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29290" cy="14173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D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8D864"/>
          </a:solidFill>
          <a:ln w="12700">
            <a:solidFill>
              <a:srgbClr val="68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3D147"/>
          </a:solidFill>
          <a:ln w="12700">
            <a:solidFill>
              <a:srgbClr val="63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زِفِ</a:t>
            </a:r>
            <a:endParaRPr lang="ar-SA" sz="7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00470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2003" y="3515868"/>
            <a:ext cx="800557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سِفِ</a:t>
            </a:r>
            <a:endParaRPr lang="ar-SA" sz="92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54014" cy="141732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3031" y="4110228"/>
            <a:ext cx="709529" cy="9601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431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F2B"/>
          </a:solidFill>
          <a:ln w="12700">
            <a:solidFill>
              <a:srgbClr val="644F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07934"/>
          </a:solidFill>
          <a:ln w="12700">
            <a:solidFill>
              <a:srgbClr val="70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0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شِفِ</a:t>
            </a:r>
            <a:endParaRPr lang="ar-SA" sz="92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05194" cy="1417320"/>
          </a:xfrm>
          <a:prstGeom prst="rect">
            <a:avLst/>
          </a:prstGeom>
        </p:spPr>
      </p:pic>
      <p:pic>
        <p:nvPicPr>
          <p:cNvPr id="23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5581" y="3515868"/>
            <a:ext cx="1796979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5F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صِفِ</a:t>
            </a:r>
            <a:endParaRPr lang="ar-SA" sz="92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92282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6288" y="3515868"/>
            <a:ext cx="2176272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55EED"/>
          </a:solidFill>
          <a:ln w="12700">
            <a:solidFill>
              <a:srgbClr val="9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ضِفِ</a:t>
            </a:r>
            <a:endParaRPr lang="ar-SA" sz="92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4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8E052"/>
          </a:solidFill>
          <a:ln w="12700">
            <a:solidFill>
              <a:srgbClr val="98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8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170DB"/>
          </a:solidFill>
          <a:ln w="12700">
            <a:solidFill>
              <a:srgbClr val="71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0"/>
          </a:solidFill>
          <a:ln w="12700">
            <a:solidFill>
              <a:srgbClr val="85477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4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4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4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4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طِفِ</a:t>
            </a:r>
            <a:endParaRPr lang="ar-SA" sz="92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06455" cy="14173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5E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5D8"/>
          </a:solidFill>
          <a:ln w="12700">
            <a:solidFill>
              <a:srgbClr val="6485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6D1"/>
          </a:solidFill>
          <a:ln w="12700">
            <a:solidFill>
              <a:srgbClr val="4786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4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4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4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4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ظِفِ</a:t>
            </a:r>
            <a:endParaRPr lang="ar-SA" sz="92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16690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8012" y="3515868"/>
            <a:ext cx="814548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عِفِ</a:t>
            </a:r>
            <a:endParaRPr lang="ar-SA" sz="92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92282" cy="14173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1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1"/>
          </a:solidFill>
          <a:ln w="12700">
            <a:solidFill>
              <a:srgbClr val="2B644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1"/>
          </a:solidFill>
          <a:ln w="12700">
            <a:solidFill>
              <a:srgbClr val="34797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غِفِ</a:t>
            </a:r>
            <a:endParaRPr lang="ar-SA" sz="92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42990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5964" y="3515868"/>
            <a:ext cx="1386596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10900" dirty="0"/>
          </a:p>
        </p:txBody>
      </p:sp>
      <p:sp>
        <p:nvSpPr>
          <p:cNvPr id="12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10900" dirty="0"/>
          </a:p>
        </p:txBody>
      </p:sp>
      <p:pic>
        <p:nvPicPr>
          <p:cNvPr id="13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1069848" cy="1828800"/>
          </a:xfrm>
          <a:prstGeom prst="rect">
            <a:avLst/>
          </a:prstGeom>
        </p:spPr>
      </p:pic>
      <p:pic>
        <p:nvPicPr>
          <p:cNvPr id="14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5237" y="3241548"/>
            <a:ext cx="2357323" cy="18288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15E"/>
          </a:solidFill>
          <a:ln w="12700">
            <a:solidFill>
              <a:srgbClr val="ED71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قِإِ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144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CE0"/>
          </a:solidFill>
          <a:ln w="12700">
            <a:solidFill>
              <a:srgbClr val="52BC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5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A"/>
          </a:solidFill>
          <a:ln w="12700">
            <a:solidFill>
              <a:srgbClr val="DB708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F8547"/>
          </a:solidFill>
          <a:ln w="12700">
            <a:solidFill>
              <a:srgbClr val="7F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5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قِبِ</a:t>
            </a:r>
            <a:endParaRPr lang="ar-SA" sz="7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07085" cy="14173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7C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2"/>
          </a:solidFill>
          <a:ln w="12700">
            <a:solidFill>
              <a:srgbClr val="D864A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8"/>
          </a:solidFill>
          <a:ln w="12700">
            <a:solidFill>
              <a:srgbClr val="D147A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قِتِ</a:t>
            </a:r>
            <a:endParaRPr lang="ar-SA" sz="9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822674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43189" y="3515868"/>
            <a:ext cx="909371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قِثِ</a:t>
            </a:r>
            <a:endParaRPr lang="ar-SA" sz="95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3463" cy="14173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142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22B64"/>
          </a:solidFill>
          <a:ln w="12700">
            <a:solidFill>
              <a:srgbClr val="32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03479"/>
          </a:solidFill>
          <a:ln w="12700">
            <a:solidFill>
              <a:srgbClr val="60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قِجِ</a:t>
            </a:r>
            <a:endParaRPr lang="ar-SA" sz="6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05194" cy="1417320"/>
          </a:xfrm>
          <a:prstGeom prst="rect">
            <a:avLst/>
          </a:prstGeom>
        </p:spPr>
      </p:pic>
      <p:pic>
        <p:nvPicPr>
          <p:cNvPr id="23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8690" y="3515868"/>
            <a:ext cx="1793870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قِحِ</a:t>
            </a:r>
            <a:endParaRPr lang="ar-SA" sz="6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29132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9096" y="3515868"/>
            <a:ext cx="3023464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C5F7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FED5E"/>
          </a:solidFill>
          <a:ln w="12700">
            <a:solidFill>
              <a:srgbClr val="6F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قِخِ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2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F"/>
          </a:solidFill>
          <a:ln w="12700">
            <a:solidFill>
              <a:srgbClr val="E052D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5DB70"/>
          </a:solidFill>
          <a:ln w="12700">
            <a:solidFill>
              <a:srgbClr val="A5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B"/>
          </a:solidFill>
          <a:ln w="12700">
            <a:solidFill>
              <a:srgbClr val="47857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قِدِ</a:t>
            </a:r>
            <a:endParaRPr lang="ar-SA" sz="9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3463" cy="14173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7E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FD864"/>
          </a:solidFill>
          <a:ln w="12700">
            <a:solidFill>
              <a:srgbClr val="BF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AD147"/>
          </a:solidFill>
          <a:ln w="12700">
            <a:solidFill>
              <a:srgbClr val="CA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قِذِ</a:t>
            </a:r>
            <a:endParaRPr lang="ar-SA" sz="9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036061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4904" y="3515868"/>
            <a:ext cx="817656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قِرِ</a:t>
            </a:r>
            <a:endParaRPr lang="ar-SA" sz="74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05196" cy="14173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4314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1"/>
          </a:solidFill>
          <a:ln w="12700">
            <a:solidFill>
              <a:srgbClr val="642B3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F34"/>
          </a:solidFill>
          <a:ln w="12700">
            <a:solidFill>
              <a:srgbClr val="794F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قِزِ</a:t>
            </a:r>
            <a:endParaRPr lang="ar-SA" sz="74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2834640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2293" y="3515868"/>
            <a:ext cx="1220267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قِسِ</a:t>
            </a:r>
            <a:endParaRPr lang="ar-SA" sz="7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9133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6288" y="3515868"/>
            <a:ext cx="2176272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C5C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3ED"/>
          </a:solidFill>
          <a:ln w="12700">
            <a:solidFill>
              <a:srgbClr val="5E93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0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قِشِ</a:t>
            </a:r>
            <a:endParaRPr lang="ar-SA" sz="7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432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E52"/>
          </a:solidFill>
          <a:ln w="12700">
            <a:solidFill>
              <a:srgbClr val="E0BE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8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FDB"/>
          </a:solidFill>
          <a:ln w="12700">
            <a:solidFill>
              <a:srgbClr val="70BF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C4785"/>
          </a:solidFill>
          <a:ln w="12700">
            <a:solidFill>
              <a:srgbClr val="6C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قِصِ</a:t>
            </a:r>
            <a:endParaRPr lang="ar-SA" sz="7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76691" cy="14173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5"/>
          </a:solidFill>
          <a:ln w="12700">
            <a:solidFill>
              <a:srgbClr val="64D8D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6"/>
          </a:solidFill>
          <a:ln w="12700">
            <a:solidFill>
              <a:srgbClr val="47D1B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قِضِ</a:t>
            </a:r>
            <a:endParaRPr lang="ar-SA" sz="7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42832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9262" y="3515868"/>
            <a:ext cx="693298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E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قِطِ</a:t>
            </a:r>
            <a:endParaRPr lang="ar-SA" sz="95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76691" cy="14173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3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0642B"/>
          </a:solidFill>
          <a:ln w="12700">
            <a:solidFill>
              <a:srgbClr val="40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D"/>
          </a:solidFill>
          <a:ln w="12700">
            <a:solidFill>
              <a:srgbClr val="34793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قِظِ</a:t>
            </a:r>
            <a:endParaRPr lang="ar-SA" sz="95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94013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891" y="3515868"/>
            <a:ext cx="1602669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C5E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قِعِ</a:t>
            </a:r>
            <a:endParaRPr lang="ar-SA" sz="6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83778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8835" y="3515868"/>
            <a:ext cx="2003725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6"/>
          </a:solidFill>
          <a:ln w="12700">
            <a:solidFill>
              <a:srgbClr val="ED5EB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قِغِ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A"/>
          </a:solidFill>
          <a:ln w="12700">
            <a:solidFill>
              <a:srgbClr val="52E09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1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A"/>
          </a:solidFill>
          <a:ln w="12700">
            <a:solidFill>
              <a:srgbClr val="DB70D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C47"/>
          </a:solidFill>
          <a:ln w="12700">
            <a:solidFill>
              <a:srgbClr val="855C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قِفِ</a:t>
            </a:r>
            <a:endParaRPr lang="ar-SA" sz="92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92282" cy="14173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D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864D8"/>
          </a:solidFill>
          <a:ln w="12700">
            <a:solidFill>
              <a:srgbClr val="B8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347D1"/>
          </a:solidFill>
          <a:ln w="12700">
            <a:solidFill>
              <a:srgbClr val="93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إِقِبِ</a:t>
            </a:r>
            <a:endParaRPr lang="ar-SA" sz="62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469532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0487" y="3332988"/>
            <a:ext cx="952073" cy="17373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8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بِقِتِ</a:t>
            </a:r>
            <a:endParaRPr lang="ar-SA" sz="68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11713" cy="15087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1443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E64"/>
          </a:solidFill>
          <a:ln w="12700">
            <a:solidFill>
              <a:srgbClr val="2B4E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C79"/>
          </a:solidFill>
          <a:ln w="12700">
            <a:solidFill>
              <a:srgbClr val="343C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تِقِثِ</a:t>
            </a:r>
            <a:endParaRPr lang="ar-SA" sz="84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534409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6293" y="3332988"/>
            <a:ext cx="1956267" cy="17373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ثِقِجِ</a:t>
            </a:r>
            <a:endParaRPr lang="ar-SA" sz="54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77011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3395" y="3332988"/>
            <a:ext cx="3379165" cy="17373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AED5E"/>
          </a:solidFill>
          <a:ln w="12700">
            <a:solidFill>
              <a:srgbClr val="DA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جِقِحِ</a:t>
            </a:r>
            <a:endParaRPr lang="ar-SA" sz="5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141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752E0"/>
          </a:solidFill>
          <a:ln w="12700">
            <a:solidFill>
              <a:srgbClr val="77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A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270"/>
          </a:solidFill>
          <a:ln w="12700">
            <a:solidFill>
              <a:srgbClr val="DBC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D"/>
          </a:solidFill>
          <a:ln w="12700">
            <a:solidFill>
              <a:srgbClr val="47854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حِقِخِ</a:t>
            </a:r>
            <a:endParaRPr lang="ar-SA" sz="54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24205" cy="1508760"/>
          </a:xfrm>
          <a:prstGeom prst="rect">
            <a:avLst/>
          </a:prstGeom>
        </p:spPr>
      </p:pic>
      <p:pic>
        <p:nvPicPr>
          <p:cNvPr id="30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146" y="4155948"/>
            <a:ext cx="572414" cy="9144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7C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B64"/>
          </a:solidFill>
          <a:ln w="12700">
            <a:solidFill>
              <a:srgbClr val="D89B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147"/>
          </a:solidFill>
          <a:ln w="12700">
            <a:solidFill>
              <a:srgbClr val="D17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خِقِدِ</a:t>
            </a:r>
            <a:endParaRPr lang="ar-SA" sz="84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673215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7779" y="3332988"/>
            <a:ext cx="854781" cy="17373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دِقِذِ</a:t>
            </a:r>
            <a:endParaRPr lang="ar-SA" sz="8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959571" cy="15087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3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C"/>
          </a:solidFill>
          <a:ln w="12700">
            <a:solidFill>
              <a:srgbClr val="642B5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D"/>
          </a:solidFill>
          <a:ln w="12700">
            <a:solidFill>
              <a:srgbClr val="79344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ذِقِرِ</a:t>
            </a:r>
            <a:endParaRPr lang="ar-SA" sz="66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971641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7297" y="3332988"/>
            <a:ext cx="1235263" cy="17373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رِقِزِ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46836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0256" y="3332988"/>
            <a:ext cx="2432304" cy="17373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D"/>
          </a:solidFill>
          <a:ln w="12700">
            <a:solidFill>
              <a:srgbClr val="5EEDD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5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5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زِقِسِ</a:t>
            </a:r>
            <a:endParaRPr lang="ar-SA" sz="63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431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352"/>
          </a:solidFill>
          <a:ln w="12700">
            <a:solidFill>
              <a:srgbClr val="E053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0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7"/>
          </a:solidFill>
          <a:ln w="12700">
            <a:solidFill>
              <a:srgbClr val="70DBA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185"/>
          </a:solidFill>
          <a:ln w="12700">
            <a:solidFill>
              <a:srgbClr val="4751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5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5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5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سِقِشِ</a:t>
            </a:r>
            <a:endParaRPr lang="ar-SA" sz="63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77011" cy="15087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C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E"/>
          </a:solidFill>
          <a:ln w="12700">
            <a:solidFill>
              <a:srgbClr val="64D87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4F"/>
          </a:solidFill>
          <a:ln w="12700">
            <a:solidFill>
              <a:srgbClr val="47D14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شِقِصِ</a:t>
            </a:r>
            <a:endParaRPr lang="ar-SA" sz="61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019922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1172" y="3332988"/>
            <a:ext cx="771388" cy="17373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C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3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3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صِقِضِ</a:t>
            </a:r>
            <a:endParaRPr lang="ar-SA" sz="59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80029" cy="15087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432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E2B"/>
          </a:solidFill>
          <a:ln w="12700">
            <a:solidFill>
              <a:srgbClr val="645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F7934"/>
          </a:solidFill>
          <a:ln w="12700">
            <a:solidFill>
              <a:srgbClr val="5F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3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3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3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ضِقِطِ</a:t>
            </a:r>
            <a:endParaRPr lang="ar-SA" sz="72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937248" cy="1508760"/>
          </a:xfrm>
          <a:prstGeom prst="rect">
            <a:avLst/>
          </a:prstGeom>
        </p:spPr>
      </p:pic>
      <p:pic>
        <p:nvPicPr>
          <p:cNvPr id="27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8485" y="3332988"/>
            <a:ext cx="3254075" cy="17373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C5F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طِقِظِ</a:t>
            </a:r>
            <a:endParaRPr lang="ar-SA" sz="75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03082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3103" y="3332988"/>
            <a:ext cx="2239457" cy="17373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95EED"/>
          </a:solidFill>
          <a:ln w="12700">
            <a:solidFill>
              <a:srgbClr val="B9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ظِقِعِ</a:t>
            </a:r>
            <a:endParaRPr lang="ar-SA" sz="5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3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3E052"/>
          </a:solidFill>
          <a:ln w="12700">
            <a:solidFill>
              <a:srgbClr val="73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C70DB"/>
          </a:solidFill>
          <a:ln w="12700">
            <a:solidFill>
              <a:srgbClr val="8C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0"/>
          </a:solidFill>
          <a:ln w="12700">
            <a:solidFill>
              <a:srgbClr val="85476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عِقِغِ</a:t>
            </a:r>
            <a:endParaRPr lang="ar-SA" sz="54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93608" cy="15087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7D8"/>
          </a:solidFill>
          <a:ln w="12700">
            <a:solidFill>
              <a:srgbClr val="6467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2D1"/>
          </a:solidFill>
          <a:ln w="12700">
            <a:solidFill>
              <a:srgbClr val="4762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غِقِفِ</a:t>
            </a:r>
            <a:endParaRPr lang="ar-SA" sz="77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549497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7599" y="3332988"/>
            <a:ext cx="1104961" cy="17373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7C5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فِقِإِ</a:t>
            </a:r>
            <a:endParaRPr lang="ar-SA" sz="62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16661" cy="15087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144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F"/>
          </a:solidFill>
          <a:ln w="12700">
            <a:solidFill>
              <a:srgbClr val="2B644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079"/>
          </a:solidFill>
          <a:ln w="12700">
            <a:solidFill>
              <a:srgbClr val="3470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إِقِ</a:t>
            </a:r>
            <a:endParaRPr lang="ar-SA" sz="70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41414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9392" y="3515868"/>
            <a:ext cx="1203168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بِقِ</a:t>
            </a:r>
            <a:endParaRPr lang="ar-SA" sz="7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732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9096" y="3515868"/>
            <a:ext cx="3023464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7E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65E"/>
          </a:solidFill>
          <a:ln w="12700">
            <a:solidFill>
              <a:srgbClr val="ED96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تِقِ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144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7E0"/>
          </a:solidFill>
          <a:ln w="12700">
            <a:solidFill>
              <a:srgbClr val="5297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270"/>
          </a:solidFill>
          <a:ln w="12700">
            <a:solidFill>
              <a:srgbClr val="DB7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F8547"/>
          </a:solidFill>
          <a:ln w="12700">
            <a:solidFill>
              <a:srgbClr val="6F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ثِقِ</a:t>
            </a:r>
            <a:endParaRPr lang="ar-SA" sz="70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34959" cy="14173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4"/>
          </a:solidFill>
          <a:ln w="12700">
            <a:solidFill>
              <a:srgbClr val="D8648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5"/>
          </a:solidFill>
          <a:ln w="12700">
            <a:solidFill>
              <a:srgbClr val="D1478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جِقِ</a:t>
            </a:r>
            <a:endParaRPr lang="ar-SA" sz="7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2079208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4279" y="3515868"/>
            <a:ext cx="878281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D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حِقِ</a:t>
            </a:r>
            <a:endParaRPr lang="ar-SA" sz="70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0235" cy="14173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141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12B64"/>
          </a:solidFill>
          <a:ln w="12700">
            <a:solidFill>
              <a:srgbClr val="41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23479"/>
          </a:solidFill>
          <a:ln w="12700">
            <a:solidFill>
              <a:srgbClr val="72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خِقِ</a:t>
            </a:r>
            <a:endParaRPr lang="ar-SA" sz="70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638422" cy="1417320"/>
          </a:xfrm>
          <a:prstGeom prst="rect">
            <a:avLst/>
          </a:prstGeom>
        </p:spPr>
      </p:pic>
      <p:pic>
        <p:nvPicPr>
          <p:cNvPr id="23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6608" y="3515868"/>
            <a:ext cx="1995952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7C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دِقِ</a:t>
            </a:r>
            <a:endParaRPr lang="ar-SA" sz="73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1888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6288" y="3515868"/>
            <a:ext cx="2176272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2"/>
          </a:solidFill>
          <a:ln w="12700">
            <a:solidFill>
              <a:srgbClr val="5EED7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ذِقِ</a:t>
            </a:r>
            <a:endParaRPr lang="ar-SA" sz="7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3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B"/>
          </a:solidFill>
          <a:ln w="12700">
            <a:solidFill>
              <a:srgbClr val="E052B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9DB70"/>
          </a:solidFill>
          <a:ln w="12700">
            <a:solidFill>
              <a:srgbClr val="8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F85"/>
          </a:solidFill>
          <a:ln w="12700">
            <a:solidFill>
              <a:srgbClr val="477F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رِقِ</a:t>
            </a:r>
            <a:endParaRPr lang="ar-SA" sz="73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4881" cy="14173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1D864"/>
          </a:solidFill>
          <a:ln w="12700">
            <a:solidFill>
              <a:srgbClr val="A1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7D147"/>
          </a:solidFill>
          <a:ln w="12700">
            <a:solidFill>
              <a:srgbClr val="A7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زِقِ</a:t>
            </a:r>
            <a:endParaRPr lang="ar-SA" sz="73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2371176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6826" y="3515868"/>
            <a:ext cx="705734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C5E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سِقِ</a:t>
            </a:r>
            <a:endParaRPr lang="ar-SA" sz="70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7321" cy="14173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4314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32B"/>
          </a:solidFill>
          <a:ln w="12700">
            <a:solidFill>
              <a:srgbClr val="6433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034"/>
          </a:solidFill>
          <a:ln w="12700">
            <a:solidFill>
              <a:srgbClr val="7960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0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شِقِ</a:t>
            </a:r>
            <a:endParaRPr lang="ar-SA" sz="70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795744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1286" y="3515868"/>
            <a:ext cx="1691274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C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صِقِ</a:t>
            </a:r>
            <a:endParaRPr lang="ar-SA" sz="7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0629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8835" y="3515868"/>
            <a:ext cx="2003725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D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EED"/>
          </a:solidFill>
          <a:ln w="12700">
            <a:solidFill>
              <a:srgbClr val="5E6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ضِقِ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432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EE052"/>
          </a:solidFill>
          <a:ln w="12700">
            <a:solidFill>
              <a:srgbClr val="DE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4DB"/>
          </a:solidFill>
          <a:ln w="12700">
            <a:solidFill>
              <a:srgbClr val="70A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B4785"/>
          </a:solidFill>
          <a:ln w="12700">
            <a:solidFill>
              <a:srgbClr val="7B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طِقِ</a:t>
            </a:r>
            <a:endParaRPr lang="ar-SA" sz="70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8975" cy="14173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C5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ED8"/>
          </a:solidFill>
          <a:ln w="12700">
            <a:solidFill>
              <a:srgbClr val="64BE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9D1"/>
          </a:solidFill>
          <a:ln w="12700">
            <a:solidFill>
              <a:srgbClr val="47C9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ظِقِ</a:t>
            </a:r>
            <a:endParaRPr lang="ar-SA" sz="7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77951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7756" y="3515868"/>
            <a:ext cx="764804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7C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عِقِ</a:t>
            </a:r>
            <a:endParaRPr lang="ar-SA" sz="70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0314" cy="14173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3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1642B"/>
          </a:solidFill>
          <a:ln w="12700">
            <a:solidFill>
              <a:srgbClr val="31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F"/>
          </a:solidFill>
          <a:ln w="12700">
            <a:solidFill>
              <a:srgbClr val="34794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غِقِ</a:t>
            </a:r>
            <a:endParaRPr lang="ar-SA" sz="70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74800" cy="1417320"/>
          </a:xfrm>
          <a:prstGeom prst="rect">
            <a:avLst/>
          </a:prstGeom>
        </p:spPr>
      </p:pic>
      <p:pic>
        <p:nvPicPr>
          <p:cNvPr id="23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5901" y="3515868"/>
            <a:ext cx="1616659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C5D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فِقِ</a:t>
            </a:r>
            <a:endParaRPr lang="ar-SA" sz="7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732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9096" y="3515868"/>
            <a:ext cx="3023464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7C5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2"/>
          </a:solidFill>
          <a:ln w="12700">
            <a:solidFill>
              <a:srgbClr val="ED5E9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5110211" y="896112"/>
            <a:ext cx="166616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A4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5110211" y="896112"/>
            <a:ext cx="166616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فَرِحَ</a:t>
            </a:r>
            <a:endParaRPr lang="ar-SA" sz="4600" dirty="0"/>
          </a:p>
        </p:txBody>
      </p:sp>
      <p:sp>
        <p:nvSpPr>
          <p:cNvPr id="20" name="C2 W2 pill"/>
          <p:cNvSpPr/>
          <p:nvPr/>
        </p:nvSpPr>
        <p:spPr>
          <a:xfrm>
            <a:off x="2367622" y="896112"/>
            <a:ext cx="242254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A4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367622" y="896112"/>
            <a:ext cx="242254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وَضَحِكَ</a:t>
            </a:r>
            <a:endParaRPr lang="ar-SA" sz="4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5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719412" y="2834640"/>
            <a:ext cx="370517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719412" y="2834640"/>
            <a:ext cx="370517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فَرِحَ وَضَحِكَ</a:t>
            </a:r>
            <a:endParaRPr lang="ar-SA" sz="47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988820"/>
            <a:ext cx="2147926" cy="1234440"/>
          </a:xfrm>
          <a:prstGeom prst="rect">
            <a:avLst/>
          </a:prstGeom>
        </p:spPr>
      </p:pic>
      <p:pic>
        <p:nvPicPr>
          <p:cNvPr id="26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9876" y="1783080"/>
            <a:ext cx="1902684" cy="16459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1443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F"/>
          </a:solidFill>
          <a:ln w="12700">
            <a:solidFill>
              <a:srgbClr val="52E0B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7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F"/>
          </a:solidFill>
          <a:ln w="12700">
            <a:solidFill>
              <a:srgbClr val="DB70B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C47"/>
          </a:solidFill>
          <a:ln w="12700">
            <a:solidFill>
              <a:srgbClr val="856C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5047511" y="896112"/>
            <a:ext cx="164091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D7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5047511" y="896112"/>
            <a:ext cx="164091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قَدِمَ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455573" y="896112"/>
            <a:ext cx="227189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736E2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455573" y="896112"/>
            <a:ext cx="227189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وَجَلَسَ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766121" y="2834640"/>
            <a:ext cx="361175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766121" y="2834640"/>
            <a:ext cx="361175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قَدِمَ وَجَلَسَ</a:t>
            </a:r>
            <a:endParaRPr lang="ar-SA" sz="47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32988"/>
            <a:ext cx="910377" cy="173736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9254" y="1783080"/>
            <a:ext cx="1853306" cy="16459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E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564D8"/>
          </a:solidFill>
          <a:ln w="12700">
            <a:solidFill>
              <a:srgbClr val="D5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747D1"/>
          </a:solidFill>
          <a:ln w="12700">
            <a:solidFill>
              <a:srgbClr val="B7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992148" y="896112"/>
            <a:ext cx="159635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BC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992148" y="896112"/>
            <a:ext cx="159635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فَهِمَ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2555492" y="896112"/>
            <a:ext cx="211661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C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555492" y="896112"/>
            <a:ext cx="211661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وَحَفِظَ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874505" y="2834640"/>
            <a:ext cx="339498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874505" y="2834640"/>
            <a:ext cx="339498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فَهِمَ وَحَفِظَ</a:t>
            </a:r>
            <a:endParaRPr lang="ar-SA" sz="4500" dirty="0"/>
          </a:p>
        </p:txBody>
      </p:sp>
      <p:pic>
        <p:nvPicPr>
          <p:cNvPr id="17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1686154" cy="1828800"/>
          </a:xfrm>
          <a:prstGeom prst="rect">
            <a:avLst/>
          </a:prstGeom>
        </p:spPr>
      </p:pic>
      <p:pic>
        <p:nvPicPr>
          <p:cNvPr id="18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9366" y="3241548"/>
            <a:ext cx="863194" cy="18288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852152" y="896112"/>
            <a:ext cx="167957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9E2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852152" y="896112"/>
            <a:ext cx="167957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لَقِيَ</a:t>
            </a:r>
            <a:endParaRPr lang="ar-SA" sz="4500" dirty="0"/>
          </a:p>
        </p:txBody>
      </p:sp>
      <p:sp>
        <p:nvSpPr>
          <p:cNvPr id="13" name="C2 W2 pill"/>
          <p:cNvSpPr/>
          <p:nvPr/>
        </p:nvSpPr>
        <p:spPr>
          <a:xfrm>
            <a:off x="2612276" y="896112"/>
            <a:ext cx="191983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89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612276" y="896112"/>
            <a:ext cx="191983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وَفَرِحَ</a:t>
            </a:r>
            <a:endParaRPr lang="ar-SA" sz="45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7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954382" y="2834640"/>
            <a:ext cx="323523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954382" y="2834640"/>
            <a:ext cx="323523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لَقِيَ وَفَرِحَ</a:t>
            </a:r>
            <a:endParaRPr lang="ar-SA" sz="4500" dirty="0"/>
          </a:p>
        </p:txBody>
      </p:sp>
      <p:pic>
        <p:nvPicPr>
          <p:cNvPr id="1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1110082" cy="1828800"/>
          </a:xfrm>
          <a:prstGeom prst="rect">
            <a:avLst/>
          </a:prstGeom>
        </p:spPr>
      </p:pic>
      <p:pic>
        <p:nvPicPr>
          <p:cNvPr id="19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2657" y="1783080"/>
            <a:ext cx="1329903" cy="16459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123</Slides>
  <Notes>123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123</vt:i4>
      </vt:variant>
    </vt:vector>
  </HeadingPairs>
  <TitlesOfParts>
    <vt:vector size="1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Kasrah reading 11-fa-qaf</dc:title>
  <dc:subject>PptxGenJS Presentation</dc:subject>
  <dc:creator>PptxGenJS</dc:creator>
  <cp:lastModifiedBy>PptxGenJS</cp:lastModifiedBy>
  <cp:revision>1</cp:revision>
  <dcterms:created xsi:type="dcterms:W3CDTF">2026-10-20T23:35:47Z</dcterms:created>
  <dcterms:modified xsi:type="dcterms:W3CDTF">2026-10-20T23:35:47Z</dcterms:modified>
</cp:coreProperties>
</file>