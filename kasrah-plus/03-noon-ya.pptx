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</p:sldIdLst>
  <p:notesMasterIdLst>
    <p:notesMasterId r:id="rId16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notesMaster" Target="notesMasters/notesMaster1.xml"/><Relationship Id="rId162" Type="http://schemas.openxmlformats.org/officeDocument/2006/relationships/presProps" Target="presProps.xml"/><Relationship Id="rId163" Type="http://schemas.openxmlformats.org/officeDocument/2006/relationships/viewProps" Target="viewProps.xml"/><Relationship Id="rId164" Type="http://schemas.openxmlformats.org/officeDocument/2006/relationships/theme" Target="theme/theme1.xml"/><Relationship Id="rId16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4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1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13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1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4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11-2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13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4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11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1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13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11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4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11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13-2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1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4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11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13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2.xml"/><Relationship Id="rIdTrSnd" Type="http://schemas.openxmlformats.org/officeDocument/2006/relationships/audio" Target="../media/sparkle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3.xml"/><Relationship Id="rIdTrSnd" Type="http://schemas.openxmlformats.org/officeDocument/2006/relationships/audio" Target="../media/marimba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4.xml"/><Relationship Id="rIdTrSnd" Type="http://schemas.openxmlformats.org/officeDocument/2006/relationships/audio" Target="../media/harp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11-2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5.xml"/><Relationship Id="rIdTrSnd" Type="http://schemas.openxmlformats.org/officeDocument/2006/relationships/audio" Target="../media/chime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6.xml"/><Relationship Id="rIdTrSnd" Type="http://schemas.openxmlformats.org/officeDocument/2006/relationships/audio" Target="../media/whoosh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7.xml"/><Relationship Id="rIdTrSnd" Type="http://schemas.openxmlformats.org/officeDocument/2006/relationships/audio" Target="../media/bubbles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8.xml"/><Relationship Id="rIdTrSnd" Type="http://schemas.openxmlformats.org/officeDocument/2006/relationships/audio" Target="../media/sparkle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4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9.xml"/><Relationship Id="rIdTrSnd" Type="http://schemas.openxmlformats.org/officeDocument/2006/relationships/audio" Target="../media/marimba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0.xml"/><Relationship Id="rIdTrSnd" Type="http://schemas.openxmlformats.org/officeDocument/2006/relationships/audio" Target="../media/harp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1.xml"/><Relationship Id="rIdTrSnd" Type="http://schemas.openxmlformats.org/officeDocument/2006/relationships/audio" Target="../media/chime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2.xml"/><Relationship Id="rIdTrSnd" Type="http://schemas.openxmlformats.org/officeDocument/2006/relationships/audio" Target="../media/whoosh.wav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3.xml"/><Relationship Id="rIdTrSnd" Type="http://schemas.openxmlformats.org/officeDocument/2006/relationships/audio" Target="../media/bubbles.wav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4.xml"/><Relationship Id="rIdTrSnd" Type="http://schemas.openxmlformats.org/officeDocument/2006/relationships/audio" Target="../media/sparkle.wav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5.xml"/><Relationship Id="rIdTrSnd" Type="http://schemas.openxmlformats.org/officeDocument/2006/relationships/audio" Target="../media/marimba.wav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6.xml"/><Relationship Id="rIdTrSnd" Type="http://schemas.openxmlformats.org/officeDocument/2006/relationships/audio" Target="../media/harp.wav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7.xml"/><Relationship Id="rIdTrSnd" Type="http://schemas.openxmlformats.org/officeDocument/2006/relationships/audio" Target="../media/chime.wav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8.xml"/><Relationship Id="rIdTrSnd" Type="http://schemas.openxmlformats.org/officeDocument/2006/relationships/audio" Target="../media/whoosh.wav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4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9.xml"/><Relationship Id="rIdTrSnd" Type="http://schemas.openxmlformats.org/officeDocument/2006/relationships/audio" Target="../media/bubbles.wav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0.xml"/><Relationship Id="rIdTrSnd" Type="http://schemas.openxmlformats.org/officeDocument/2006/relationships/audio" Target="../media/sparkle.wav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1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1.xml"/><Relationship Id="rIdTrSnd" Type="http://schemas.openxmlformats.org/officeDocument/2006/relationships/audio" Target="../media/marimba.wav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2.xml"/><Relationship Id="rIdTrSnd" Type="http://schemas.openxmlformats.org/officeDocument/2006/relationships/audio" Target="../media/harp.wav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13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3.xml"/><Relationship Id="rIdTrSnd" Type="http://schemas.openxmlformats.org/officeDocument/2006/relationships/audio" Target="../media/chime.wav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4.xml"/><Relationship Id="rIdTrSnd" Type="http://schemas.openxmlformats.org/officeDocument/2006/relationships/audio" Target="../media/whoosh.wav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5.xml"/><Relationship Id="rIdTrSnd" Type="http://schemas.openxmlformats.org/officeDocument/2006/relationships/audio" Target="../media/bubbles.wav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6.xml"/><Relationship Id="rIdTrSnd" Type="http://schemas.openxmlformats.org/officeDocument/2006/relationships/audio" Target="../media/sparkle.wav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7.xml"/><Relationship Id="rIdTrSnd" Type="http://schemas.openxmlformats.org/officeDocument/2006/relationships/audio" Target="../media/marimba.wav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8.xml"/><Relationship Id="rIdTrSnd" Type="http://schemas.openxmlformats.org/officeDocument/2006/relationships/audio" Target="../media/harp.wav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1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9.xml"/><Relationship Id="rIdTrSnd" Type="http://schemas.openxmlformats.org/officeDocument/2006/relationships/audio" Target="../media/chime.wav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0.xml"/><Relationship Id="rIdTrSnd" Type="http://schemas.openxmlformats.org/officeDocument/2006/relationships/audio" Target="../media/whoosh.wav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1.xml"/><Relationship Id="rIdTrSnd" Type="http://schemas.openxmlformats.org/officeDocument/2006/relationships/audio" Target="../media/bubbles.wav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2.xml"/><Relationship Id="rIdTrSnd" Type="http://schemas.openxmlformats.org/officeDocument/2006/relationships/audio" Target="../media/sparkle.wav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3.xml"/><Relationship Id="rIdTrSnd" Type="http://schemas.openxmlformats.org/officeDocument/2006/relationships/audio" Target="../media/marimba.wav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4.xml"/><Relationship Id="rIdTrSnd" Type="http://schemas.openxmlformats.org/officeDocument/2006/relationships/audio" Target="../media/harp.wav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5.xml"/><Relationship Id="rIdTrSnd" Type="http://schemas.openxmlformats.org/officeDocument/2006/relationships/audio" Target="../media/chime.wav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6.xml"/><Relationship Id="rIdTrSnd" Type="http://schemas.openxmlformats.org/officeDocument/2006/relationships/audio" Target="../media/whoosh.wav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7.xml"/><Relationship Id="rIdTrSnd" Type="http://schemas.openxmlformats.org/officeDocument/2006/relationships/audio" Target="../media/bubbles.wav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8.xml"/><Relationship Id="rIdTrSnd" Type="http://schemas.openxmlformats.org/officeDocument/2006/relationships/audio" Target="../media/sparkle.wav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4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9.xml"/><Relationship Id="rIdTrSnd" Type="http://schemas.openxmlformats.org/officeDocument/2006/relationships/audio" Target="../media/marimba.wav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0.xml"/><Relationship Id="rIdTrSnd" Type="http://schemas.openxmlformats.org/officeDocument/2006/relationships/audio" Target="../media/harp.wav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1.xml"/><Relationship Id="rIdTrSnd" Type="http://schemas.openxmlformats.org/officeDocument/2006/relationships/audio" Target="../media/chime.wav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2.xml"/><Relationship Id="rIdTrSnd" Type="http://schemas.openxmlformats.org/officeDocument/2006/relationships/audio" Target="../media/whoosh.wav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3.xml"/><Relationship Id="rIdTrSnd" Type="http://schemas.openxmlformats.org/officeDocument/2006/relationships/audio" Target="../media/bubbles.wav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4.xml"/><Relationship Id="rIdTrSnd" Type="http://schemas.openxmlformats.org/officeDocument/2006/relationships/audio" Target="../media/sparkle.wav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11-2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5.xml"/><Relationship Id="rIdTrSnd" Type="http://schemas.openxmlformats.org/officeDocument/2006/relationships/audio" Target="../media/marimba.wav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6.xml"/><Relationship Id="rIdTrSnd" Type="http://schemas.openxmlformats.org/officeDocument/2006/relationships/audio" Target="../media/harp.wav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13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7.xml"/><Relationship Id="rIdTrSnd" Type="http://schemas.openxmlformats.org/officeDocument/2006/relationships/audio" Target="../media/chime.wav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8.xml"/><Relationship Id="rIdTrSnd" Type="http://schemas.openxmlformats.org/officeDocument/2006/relationships/audio" Target="../media/whoosh.wav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9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11000" dirty="0"/>
          </a:p>
        </p:txBody>
      </p:sp>
      <p:sp>
        <p:nvSpPr>
          <p:cNvPr id="12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11000" dirty="0"/>
          </a:p>
        </p:txBody>
      </p:sp>
      <p:pic>
        <p:nvPicPr>
          <p:cNvPr id="13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162751" cy="1554480"/>
          </a:xfrm>
          <a:prstGeom prst="rect">
            <a:avLst/>
          </a:prstGeom>
        </p:spPr>
      </p:pic>
      <p:pic>
        <p:nvPicPr>
          <p:cNvPr id="14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4361" y="1783080"/>
            <a:ext cx="1318199" cy="1554480"/>
          </a:xfrm>
          <a:prstGeom prst="rect">
            <a:avLst/>
          </a:prstGeom>
        </p:spPr>
      </p:pic>
      <p:pic>
        <p:nvPicPr>
          <p:cNvPr id="15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4754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35EED"/>
          </a:solidFill>
          <a:ln w="12700">
            <a:solidFill>
              <a:srgbClr val="73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نِإِ</a:t>
            </a:r>
            <a:endParaRPr lang="ar-SA" sz="7000" dirty="0"/>
          </a:p>
        </p:txBody>
      </p:sp>
      <p:pic>
        <p:nvPicPr>
          <p:cNvPr id="28" name="Image 0" descr="butterfly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33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AE052"/>
          </a:solidFill>
          <a:ln w="12700">
            <a:solidFill>
              <a:srgbClr val="BA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4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9DB"/>
          </a:solidFill>
          <a:ln w="12700">
            <a:solidFill>
              <a:srgbClr val="7089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E"/>
          </a:solidFill>
          <a:ln w="12700">
            <a:solidFill>
              <a:srgbClr val="85477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5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نِبِ</a:t>
            </a:r>
            <a:endParaRPr lang="ar-SA" sz="7500" dirty="0"/>
          </a:p>
        </p:txBody>
      </p:sp>
      <p:pic>
        <p:nvPicPr>
          <p:cNvPr id="25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51960"/>
            <a:ext cx="906902" cy="822960"/>
          </a:xfrm>
          <a:prstGeom prst="rect">
            <a:avLst/>
          </a:prstGeom>
        </p:spPr>
      </p:pic>
      <p:pic>
        <p:nvPicPr>
          <p:cNvPr id="26" name="Image 1" descr="bird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479816" y="45720"/>
            <a:ext cx="829544" cy="6400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1D8"/>
          </a:solidFill>
          <a:ln w="12700">
            <a:solidFill>
              <a:srgbClr val="64A1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7D1"/>
          </a:solidFill>
          <a:ln w="12700">
            <a:solidFill>
              <a:srgbClr val="47A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نِتِ</a:t>
            </a:r>
            <a:endParaRPr lang="ar-SA" sz="9500" dirty="0"/>
          </a:p>
        </p:txBody>
      </p:sp>
      <p:pic>
        <p:nvPicPr>
          <p:cNvPr id="20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197635" cy="1417320"/>
          </a:xfrm>
          <a:prstGeom prst="rect">
            <a:avLst/>
          </a:prstGeom>
        </p:spPr>
      </p:pic>
      <p:pic>
        <p:nvPicPr>
          <p:cNvPr id="21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4313" y="3520440"/>
            <a:ext cx="1248247" cy="1554480"/>
          </a:xfrm>
          <a:prstGeom prst="rect">
            <a:avLst/>
          </a:prstGeom>
        </p:spPr>
      </p:pic>
      <p:pic>
        <p:nvPicPr>
          <p:cNvPr id="22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88797" cy="68580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نِثِ</a:t>
            </a:r>
            <a:endParaRPr lang="ar-SA" sz="9500" dirty="0"/>
          </a:p>
        </p:txBody>
      </p:sp>
      <p:pic>
        <p:nvPicPr>
          <p:cNvPr id="21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31920"/>
            <a:ext cx="1080135" cy="1143000"/>
          </a:xfrm>
          <a:prstGeom prst="rect">
            <a:avLst/>
          </a:prstGeom>
        </p:spPr>
      </p:pic>
      <p:pic>
        <p:nvPicPr>
          <p:cNvPr id="22" name="Image 1" descr="b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724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3"/>
          </a:solidFill>
          <a:ln w="12700">
            <a:solidFill>
              <a:srgbClr val="2B643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1"/>
          </a:solidFill>
          <a:ln w="12700">
            <a:solidFill>
              <a:srgbClr val="34796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نِجِ</a:t>
            </a:r>
            <a:endParaRPr lang="ar-SA" sz="6100" dirty="0"/>
          </a:p>
        </p:txBody>
      </p:sp>
      <p:pic>
        <p:nvPicPr>
          <p:cNvPr id="22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06139" cy="1417320"/>
          </a:xfrm>
          <a:prstGeom prst="rect">
            <a:avLst/>
          </a:prstGeom>
        </p:spPr>
      </p:pic>
      <p:pic>
        <p:nvPicPr>
          <p:cNvPr id="23" name="Image 1" descr="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385" y="3520440"/>
            <a:ext cx="1674175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نِحِ</a:t>
            </a:r>
            <a:endParaRPr lang="ar-SA" sz="6100" dirty="0"/>
          </a:p>
        </p:txBody>
      </p:sp>
      <p:pic>
        <p:nvPicPr>
          <p:cNvPr id="20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57163" cy="1417320"/>
          </a:xfrm>
          <a:prstGeom prst="rect">
            <a:avLst/>
          </a:prstGeom>
        </p:spPr>
      </p:pic>
      <p:pic>
        <p:nvPicPr>
          <p:cNvPr id="21" name="Image 1" descr="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0085" y="3520440"/>
            <a:ext cx="1882475" cy="1554480"/>
          </a:xfrm>
          <a:prstGeom prst="rect">
            <a:avLst/>
          </a:prstGeom>
        </p:spPr>
      </p:pic>
      <p:pic>
        <p:nvPicPr>
          <p:cNvPr id="22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49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D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E"/>
          </a:solidFill>
          <a:ln w="12700">
            <a:solidFill>
              <a:srgbClr val="ED5E6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نِخِ</a:t>
            </a:r>
            <a:endParaRPr lang="ar-SA" sz="6100" dirty="0"/>
          </a:p>
        </p:txBody>
      </p:sp>
      <p:pic>
        <p:nvPicPr>
          <p:cNvPr id="28" name="Image 0" descr="bird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43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EE0"/>
          </a:solidFill>
          <a:ln w="12700">
            <a:solidFill>
              <a:srgbClr val="52DE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4"/>
          </a:solidFill>
          <a:ln w="12700">
            <a:solidFill>
              <a:srgbClr val="DB70A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B47"/>
          </a:solidFill>
          <a:ln w="12700">
            <a:solidFill>
              <a:srgbClr val="857B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نِدِ</a:t>
            </a:r>
            <a:endParaRPr lang="ar-SA" sz="9500" dirty="0"/>
          </a:p>
        </p:txBody>
      </p:sp>
      <p:pic>
        <p:nvPicPr>
          <p:cNvPr id="25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923361" cy="1234440"/>
          </a:xfrm>
          <a:prstGeom prst="rect">
            <a:avLst/>
          </a:prstGeom>
        </p:spPr>
      </p:pic>
      <p:pic>
        <p:nvPicPr>
          <p:cNvPr id="26" name="Image 1" descr="bird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479816" y="45720"/>
            <a:ext cx="829544" cy="6400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E"/>
          </a:solidFill>
          <a:ln w="12700">
            <a:solidFill>
              <a:srgbClr val="D864B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9"/>
          </a:solidFill>
          <a:ln w="12700">
            <a:solidFill>
              <a:srgbClr val="D147C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نِذِ</a:t>
            </a:r>
            <a:endParaRPr lang="ar-SA" sz="9500" dirty="0"/>
          </a:p>
        </p:txBody>
      </p:sp>
      <p:pic>
        <p:nvPicPr>
          <p:cNvPr id="20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761729" cy="1417320"/>
          </a:xfrm>
          <a:prstGeom prst="rect">
            <a:avLst/>
          </a:prstGeom>
        </p:spPr>
      </p:pic>
      <p:pic>
        <p:nvPicPr>
          <p:cNvPr id="21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7678" y="3520440"/>
            <a:ext cx="1294882" cy="1554480"/>
          </a:xfrm>
          <a:prstGeom prst="rect">
            <a:avLst/>
          </a:prstGeom>
        </p:spPr>
      </p:pic>
      <p:pic>
        <p:nvPicPr>
          <p:cNvPr id="22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نِرِ</a:t>
            </a:r>
            <a:endParaRPr lang="ar-SA" sz="7400" dirty="0"/>
          </a:p>
        </p:txBody>
      </p:sp>
      <p:pic>
        <p:nvPicPr>
          <p:cNvPr id="21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1108436" cy="1005840"/>
          </a:xfrm>
          <a:prstGeom prst="rect">
            <a:avLst/>
          </a:prstGeom>
        </p:spPr>
      </p:pic>
      <p:pic>
        <p:nvPicPr>
          <p:cNvPr id="22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4814" y="4251960"/>
            <a:ext cx="707746" cy="822960"/>
          </a:xfrm>
          <a:prstGeom prst="rect">
            <a:avLst/>
          </a:prstGeom>
        </p:spPr>
      </p:pic>
      <p:pic>
        <p:nvPicPr>
          <p:cNvPr id="23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33314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3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164"/>
          </a:solidFill>
          <a:ln w="12700">
            <a:solidFill>
              <a:srgbClr val="2B3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F3479"/>
          </a:solidFill>
          <a:ln w="12700">
            <a:solidFill>
              <a:srgbClr val="4F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نِزِ</a:t>
            </a:r>
            <a:endParaRPr lang="ar-SA" sz="7400" dirty="0"/>
          </a:p>
        </p:txBody>
      </p:sp>
      <p:pic>
        <p:nvPicPr>
          <p:cNvPr id="22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197635" cy="1417320"/>
          </a:xfrm>
          <a:prstGeom prst="rect">
            <a:avLst/>
          </a:prstGeom>
        </p:spPr>
      </p:pic>
      <p:pic>
        <p:nvPicPr>
          <p:cNvPr id="23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4313" y="3520440"/>
            <a:ext cx="1248247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نِسِ</a:t>
            </a:r>
            <a:endParaRPr lang="ar-SA" sz="7100" dirty="0"/>
          </a:p>
        </p:txBody>
      </p:sp>
      <p:pic>
        <p:nvPicPr>
          <p:cNvPr id="20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339367" cy="1417320"/>
          </a:xfrm>
          <a:prstGeom prst="rect">
            <a:avLst/>
          </a:prstGeom>
        </p:spPr>
      </p:pic>
      <p:pic>
        <p:nvPicPr>
          <p:cNvPr id="21" name="Image 1" descr="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7247" y="3520440"/>
            <a:ext cx="1635313" cy="1554480"/>
          </a:xfrm>
          <a:prstGeom prst="rect">
            <a:avLst/>
          </a:prstGeom>
        </p:spPr>
      </p:pic>
      <p:pic>
        <p:nvPicPr>
          <p:cNvPr id="22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1645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1ED5E"/>
          </a:solidFill>
          <a:ln w="12700">
            <a:solidFill>
              <a:srgbClr val="91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0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نِشِ</a:t>
            </a:r>
            <a:endParaRPr lang="ar-SA" sz="7100" dirty="0"/>
          </a:p>
        </p:txBody>
      </p:sp>
      <p:pic>
        <p:nvPicPr>
          <p:cNvPr id="28" name="Image 0" descr="bird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F52E0"/>
          </a:solidFill>
          <a:ln w="12700">
            <a:solidFill>
              <a:srgbClr val="BF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FDB70"/>
          </a:solidFill>
          <a:ln w="12700">
            <a:solidFill>
              <a:srgbClr val="BF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C"/>
          </a:solidFill>
          <a:ln w="12700">
            <a:solidFill>
              <a:srgbClr val="47856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نِصِ</a:t>
            </a:r>
            <a:endParaRPr lang="ar-SA" sz="7100" dirty="0"/>
          </a:p>
        </p:txBody>
      </p:sp>
      <p:pic>
        <p:nvPicPr>
          <p:cNvPr id="25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892180" cy="1005840"/>
          </a:xfrm>
          <a:prstGeom prst="rect">
            <a:avLst/>
          </a:prstGeom>
        </p:spPr>
      </p:pic>
      <p:pic>
        <p:nvPicPr>
          <p:cNvPr id="26" name="Image 1" descr="b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724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664"/>
          </a:solidFill>
          <a:ln w="12700">
            <a:solidFill>
              <a:srgbClr val="D8D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747"/>
          </a:solidFill>
          <a:ln w="12700">
            <a:solidFill>
              <a:srgbClr val="D1B7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نِضِ</a:t>
            </a:r>
            <a:endParaRPr lang="ar-SA" sz="7100" dirty="0"/>
          </a:p>
        </p:txBody>
      </p:sp>
      <p:pic>
        <p:nvPicPr>
          <p:cNvPr id="20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452753" cy="1417320"/>
          </a:xfrm>
          <a:prstGeom prst="rect">
            <a:avLst/>
          </a:prstGeom>
        </p:spPr>
      </p:pic>
      <p:pic>
        <p:nvPicPr>
          <p:cNvPr id="21" name="Image 1" descr="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385" y="3520440"/>
            <a:ext cx="1674175" cy="1554480"/>
          </a:xfrm>
          <a:prstGeom prst="rect">
            <a:avLst/>
          </a:prstGeom>
        </p:spPr>
      </p:pic>
      <p:pic>
        <p:nvPicPr>
          <p:cNvPr id="22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18789" cy="7315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نِطِ</a:t>
            </a:r>
            <a:endParaRPr lang="ar-SA" sz="9500" dirty="0"/>
          </a:p>
        </p:txBody>
      </p:sp>
      <p:pic>
        <p:nvPicPr>
          <p:cNvPr id="21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060155" cy="1417320"/>
          </a:xfrm>
          <a:prstGeom prst="rect">
            <a:avLst/>
          </a:prstGeom>
        </p:spPr>
      </p:pic>
      <p:pic>
        <p:nvPicPr>
          <p:cNvPr id="22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4690" y="4251960"/>
            <a:ext cx="697870" cy="822960"/>
          </a:xfrm>
          <a:prstGeom prst="rect">
            <a:avLst/>
          </a:prstGeom>
        </p:spPr>
      </p:pic>
      <p:pic>
        <p:nvPicPr>
          <p:cNvPr id="23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09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4314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F"/>
          </a:solidFill>
          <a:ln w="12700">
            <a:solidFill>
              <a:srgbClr val="642B3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E34"/>
          </a:solidFill>
          <a:ln w="12700">
            <a:solidFill>
              <a:srgbClr val="793E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نِظِ</a:t>
            </a:r>
            <a:endParaRPr lang="ar-SA" sz="9500" dirty="0"/>
          </a:p>
        </p:txBody>
      </p:sp>
      <p:pic>
        <p:nvPicPr>
          <p:cNvPr id="22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761729" cy="1417320"/>
          </a:xfrm>
          <a:prstGeom prst="rect">
            <a:avLst/>
          </a:prstGeom>
        </p:spPr>
      </p:pic>
      <p:pic>
        <p:nvPicPr>
          <p:cNvPr id="23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7678" y="3520440"/>
            <a:ext cx="1294882" cy="15544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نِعِ</a:t>
            </a:r>
            <a:endParaRPr lang="ar-SA" sz="6100" dirty="0"/>
          </a:p>
        </p:txBody>
      </p:sp>
      <p:pic>
        <p:nvPicPr>
          <p:cNvPr id="20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561887" cy="1417320"/>
          </a:xfrm>
          <a:prstGeom prst="rect">
            <a:avLst/>
          </a:prstGeom>
        </p:spPr>
      </p:pic>
      <p:pic>
        <p:nvPicPr>
          <p:cNvPr id="21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707" y="3520440"/>
            <a:ext cx="1336853" cy="1554480"/>
          </a:xfrm>
          <a:prstGeom prst="rect">
            <a:avLst/>
          </a:prstGeom>
        </p:spPr>
      </p:pic>
      <p:pic>
        <p:nvPicPr>
          <p:cNvPr id="22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1645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5ED"/>
          </a:solidFill>
          <a:ln w="12700">
            <a:solidFill>
              <a:srgbClr val="5EB5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نِغِ</a:t>
            </a:r>
            <a:endParaRPr lang="ar-SA" sz="6100" dirty="0"/>
          </a:p>
        </p:txBody>
      </p:sp>
      <p:pic>
        <p:nvPicPr>
          <p:cNvPr id="28" name="Image 0" descr="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C52"/>
          </a:solidFill>
          <a:ln w="12700">
            <a:solidFill>
              <a:srgbClr val="E09C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0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9DB"/>
          </a:solidFill>
          <a:ln w="12700">
            <a:solidFill>
              <a:srgbClr val="70D9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D4785"/>
          </a:solidFill>
          <a:ln w="12700">
            <a:solidFill>
              <a:srgbClr val="5D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نِفِ</a:t>
            </a:r>
            <a:endParaRPr lang="ar-SA" sz="9200" dirty="0"/>
          </a:p>
        </p:txBody>
      </p:sp>
      <p:pic>
        <p:nvPicPr>
          <p:cNvPr id="25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4800"/>
            <a:ext cx="907313" cy="960120"/>
          </a:xfrm>
          <a:prstGeom prst="rect">
            <a:avLst/>
          </a:prstGeom>
        </p:spPr>
      </p:pic>
      <p:pic>
        <p:nvPicPr>
          <p:cNvPr id="26" name="Image 1" descr="bird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505420" y="45720"/>
            <a:ext cx="803940" cy="6400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9"/>
          </a:solidFill>
          <a:ln w="12700">
            <a:solidFill>
              <a:srgbClr val="64D8B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5"/>
          </a:solidFill>
          <a:ln w="12700">
            <a:solidFill>
              <a:srgbClr val="47D19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نِقِ</a:t>
            </a:r>
            <a:endParaRPr lang="ar-SA" sz="7000" dirty="0"/>
          </a:p>
        </p:txBody>
      </p:sp>
      <p:pic>
        <p:nvPicPr>
          <p:cNvPr id="20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06139" cy="1417320"/>
          </a:xfrm>
          <a:prstGeom prst="rect">
            <a:avLst/>
          </a:prstGeom>
        </p:spPr>
      </p:pic>
      <p:pic>
        <p:nvPicPr>
          <p:cNvPr id="21" name="Image 1" descr="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385" y="3520440"/>
            <a:ext cx="1674175" cy="1554480"/>
          </a:xfrm>
          <a:prstGeom prst="rect">
            <a:avLst/>
          </a:prstGeom>
        </p:spPr>
      </p:pic>
      <p:pic>
        <p:nvPicPr>
          <p:cNvPr id="22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نِكِ</a:t>
            </a:r>
            <a:endParaRPr lang="ar-SA" sz="9200" dirty="0"/>
          </a:p>
        </p:txBody>
      </p:sp>
      <p:pic>
        <p:nvPicPr>
          <p:cNvPr id="21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1094948" cy="1234440"/>
          </a:xfrm>
          <a:prstGeom prst="rect">
            <a:avLst/>
          </a:prstGeom>
        </p:spPr>
      </p:pic>
      <p:pic>
        <p:nvPicPr>
          <p:cNvPr id="22" name="Image 1" descr="bird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30205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33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D642B"/>
          </a:solidFill>
          <a:ln w="12700">
            <a:solidFill>
              <a:srgbClr val="4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B7934"/>
          </a:solidFill>
          <a:ln w="12700">
            <a:solidFill>
              <a:srgbClr val="3B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نِلِ</a:t>
            </a:r>
            <a:endParaRPr lang="ar-SA" sz="7300" dirty="0"/>
          </a:p>
        </p:txBody>
      </p:sp>
      <p:pic>
        <p:nvPicPr>
          <p:cNvPr id="22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452753" cy="1417320"/>
          </a:xfrm>
          <a:prstGeom prst="rect">
            <a:avLst/>
          </a:prstGeom>
        </p:spPr>
      </p:pic>
      <p:pic>
        <p:nvPicPr>
          <p:cNvPr id="23" name="Image 1" descr="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385" y="3520440"/>
            <a:ext cx="1674175" cy="15544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نِمِ</a:t>
            </a:r>
            <a:endParaRPr lang="ar-SA" sz="7100" dirty="0"/>
          </a:p>
        </p:txBody>
      </p:sp>
      <p:pic>
        <p:nvPicPr>
          <p:cNvPr id="20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060155" cy="1417320"/>
          </a:xfrm>
          <a:prstGeom prst="rect">
            <a:avLst/>
          </a:prstGeom>
        </p:spPr>
      </p:pic>
      <p:pic>
        <p:nvPicPr>
          <p:cNvPr id="21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4361" y="3520440"/>
            <a:ext cx="1318199" cy="1554480"/>
          </a:xfrm>
          <a:prstGeom prst="rect">
            <a:avLst/>
          </a:prstGeom>
        </p:spPr>
      </p:pic>
      <p:pic>
        <p:nvPicPr>
          <p:cNvPr id="22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64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8"/>
          </a:solidFill>
          <a:ln w="12700">
            <a:solidFill>
              <a:srgbClr val="ED5ED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8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إِنِبِ</a:t>
            </a:r>
            <a:endParaRPr lang="ar-SA" sz="6200" dirty="0"/>
          </a:p>
        </p:txBody>
      </p:sp>
      <p:pic>
        <p:nvPicPr>
          <p:cNvPr id="32" name="Image 0" descr="bird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8"/>
          </a:solidFill>
          <a:ln w="12700">
            <a:solidFill>
              <a:srgbClr val="52E07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370DB"/>
          </a:solidFill>
          <a:ln w="12700">
            <a:solidFill>
              <a:srgbClr val="C3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E47"/>
          </a:solidFill>
          <a:ln w="12700">
            <a:solidFill>
              <a:srgbClr val="854E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8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8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بِنِتِ</a:t>
            </a:r>
            <a:endParaRPr lang="ar-SA" sz="6800" dirty="0"/>
          </a:p>
        </p:txBody>
      </p:sp>
      <p:pic>
        <p:nvPicPr>
          <p:cNvPr id="29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51960"/>
            <a:ext cx="906902" cy="822960"/>
          </a:xfrm>
          <a:prstGeom prst="rect">
            <a:avLst/>
          </a:prstGeom>
        </p:spPr>
      </p:pic>
      <p:pic>
        <p:nvPicPr>
          <p:cNvPr id="30" name="Image 1" descr="butterfly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6408" y="45720"/>
            <a:ext cx="852952" cy="7315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C64D8"/>
          </a:solidFill>
          <a:ln w="12700">
            <a:solidFill>
              <a:srgbClr val="9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247D1"/>
          </a:solidFill>
          <a:ln w="12700">
            <a:solidFill>
              <a:srgbClr val="72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تِنِثِ</a:t>
            </a:r>
            <a:endParaRPr lang="ar-SA" sz="8400" dirty="0"/>
          </a:p>
        </p:txBody>
      </p:sp>
      <p:pic>
        <p:nvPicPr>
          <p:cNvPr id="24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274902" cy="1508760"/>
          </a:xfrm>
          <a:prstGeom prst="rect">
            <a:avLst/>
          </a:prstGeom>
        </p:spPr>
      </p:pic>
      <p:pic>
        <p:nvPicPr>
          <p:cNvPr id="25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7460" y="3337560"/>
            <a:ext cx="1395100" cy="1737360"/>
          </a:xfrm>
          <a:prstGeom prst="rect">
            <a:avLst/>
          </a:prstGeom>
        </p:spPr>
      </p:pic>
      <p:pic>
        <p:nvPicPr>
          <p:cNvPr id="26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88797" cy="6858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ثِنِجِ</a:t>
            </a:r>
            <a:endParaRPr lang="ar-SA" sz="5400" dirty="0"/>
          </a:p>
        </p:txBody>
      </p:sp>
      <p:pic>
        <p:nvPicPr>
          <p:cNvPr id="25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31920"/>
            <a:ext cx="1080135" cy="1143000"/>
          </a:xfrm>
          <a:prstGeom prst="rect">
            <a:avLst/>
          </a:prstGeom>
        </p:spPr>
      </p:pic>
      <p:pic>
        <p:nvPicPr>
          <p:cNvPr id="26" name="Image 1" descr="bird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30205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C64"/>
          </a:solidFill>
          <a:ln w="12700">
            <a:solidFill>
              <a:srgbClr val="2B5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D79"/>
          </a:solidFill>
          <a:ln w="12700">
            <a:solidFill>
              <a:srgbClr val="344D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جِنِحِ</a:t>
            </a:r>
            <a:endParaRPr lang="ar-SA" sz="5400" dirty="0"/>
          </a:p>
        </p:txBody>
      </p:sp>
      <p:pic>
        <p:nvPicPr>
          <p:cNvPr id="26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283955" cy="1508760"/>
          </a:xfrm>
          <a:prstGeom prst="rect">
            <a:avLst/>
          </a:prstGeom>
        </p:spPr>
      </p:pic>
      <p:pic>
        <p:nvPicPr>
          <p:cNvPr id="27" name="Image 1" descr="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423" y="3337560"/>
            <a:ext cx="1871137" cy="17373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حِنِخِ</a:t>
            </a:r>
            <a:endParaRPr lang="ar-SA" sz="5400" dirty="0"/>
          </a:p>
        </p:txBody>
      </p:sp>
      <p:pic>
        <p:nvPicPr>
          <p:cNvPr id="24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338270" cy="1508760"/>
          </a:xfrm>
          <a:prstGeom prst="rect">
            <a:avLst/>
          </a:prstGeom>
        </p:spPr>
      </p:pic>
      <p:pic>
        <p:nvPicPr>
          <p:cNvPr id="25" name="Image 1" descr="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617" y="3337560"/>
            <a:ext cx="2103943" cy="1737360"/>
          </a:xfrm>
          <a:prstGeom prst="rect">
            <a:avLst/>
          </a:prstGeom>
        </p:spPr>
      </p:pic>
      <p:pic>
        <p:nvPicPr>
          <p:cNvPr id="26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4754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E5E"/>
          </a:solidFill>
          <a:ln w="12700">
            <a:solidFill>
              <a:srgbClr val="EDDE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خِنِدِ</a:t>
            </a:r>
            <a:endParaRPr lang="ar-SA" sz="8400" dirty="0"/>
          </a:p>
        </p:txBody>
      </p:sp>
      <p:pic>
        <p:nvPicPr>
          <p:cNvPr id="32" name="Image 0" descr="butterfly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552E0"/>
          </a:solidFill>
          <a:ln w="12700">
            <a:solidFill>
              <a:srgbClr val="5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870"/>
          </a:solidFill>
          <a:ln w="12700">
            <a:solidFill>
              <a:srgbClr val="DBA8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08547"/>
          </a:solidFill>
          <a:ln w="12700">
            <a:solidFill>
              <a:srgbClr val="50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دِنِذِ</a:t>
            </a:r>
            <a:endParaRPr lang="ar-SA" sz="8400" dirty="0"/>
          </a:p>
        </p:txBody>
      </p:sp>
      <p:pic>
        <p:nvPicPr>
          <p:cNvPr id="29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923361" cy="1234440"/>
          </a:xfrm>
          <a:prstGeom prst="rect">
            <a:avLst/>
          </a:prstGeom>
        </p:spPr>
      </p:pic>
      <p:pic>
        <p:nvPicPr>
          <p:cNvPr id="30" name="Image 1" descr="bird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479816" y="45720"/>
            <a:ext cx="829544" cy="6400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F64"/>
          </a:solidFill>
          <a:ln w="12700">
            <a:solidFill>
              <a:srgbClr val="D87F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047"/>
          </a:solidFill>
          <a:ln w="12700">
            <a:solidFill>
              <a:srgbClr val="D150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ذِنِرِ</a:t>
            </a:r>
            <a:endParaRPr lang="ar-SA" sz="6600" dirty="0"/>
          </a:p>
        </p:txBody>
      </p:sp>
      <p:pic>
        <p:nvPicPr>
          <p:cNvPr id="24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875389" cy="1508760"/>
          </a:xfrm>
          <a:prstGeom prst="rect">
            <a:avLst/>
          </a:prstGeom>
        </p:spPr>
      </p:pic>
      <p:pic>
        <p:nvPicPr>
          <p:cNvPr id="25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5339" y="3337560"/>
            <a:ext cx="1447221" cy="1737360"/>
          </a:xfrm>
          <a:prstGeom prst="rect">
            <a:avLst/>
          </a:prstGeom>
        </p:spPr>
      </p:pic>
      <p:pic>
        <p:nvPicPr>
          <p:cNvPr id="26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88797" cy="68580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رِنِزِ</a:t>
            </a:r>
            <a:endParaRPr lang="ar-SA" sz="6600" dirty="0"/>
          </a:p>
        </p:txBody>
      </p:sp>
      <p:pic>
        <p:nvPicPr>
          <p:cNvPr id="25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1108436" cy="1005840"/>
          </a:xfrm>
          <a:prstGeom prst="rect">
            <a:avLst/>
          </a:prstGeom>
        </p:spPr>
      </p:pic>
      <p:pic>
        <p:nvPicPr>
          <p:cNvPr id="26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4814" y="4251960"/>
            <a:ext cx="707746" cy="822960"/>
          </a:xfrm>
          <a:prstGeom prst="rect">
            <a:avLst/>
          </a:prstGeom>
        </p:spPr>
      </p:pic>
      <p:pic>
        <p:nvPicPr>
          <p:cNvPr id="27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724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E2B64"/>
          </a:solidFill>
          <a:ln w="12700">
            <a:solidFill>
              <a:srgbClr val="5E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E"/>
          </a:solidFill>
          <a:ln w="12700">
            <a:solidFill>
              <a:srgbClr val="79345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5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5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زِنِسِ</a:t>
            </a:r>
            <a:endParaRPr lang="ar-SA" sz="6300" dirty="0"/>
          </a:p>
        </p:txBody>
      </p:sp>
      <p:pic>
        <p:nvPicPr>
          <p:cNvPr id="26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274902" cy="1508760"/>
          </a:xfrm>
          <a:prstGeom prst="rect">
            <a:avLst/>
          </a:prstGeom>
        </p:spPr>
      </p:pic>
      <p:pic>
        <p:nvPicPr>
          <p:cNvPr id="27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7460" y="3337560"/>
            <a:ext cx="1395100" cy="17373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5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سِنِشِ</a:t>
            </a:r>
            <a:endParaRPr lang="ar-SA" sz="6300" dirty="0"/>
          </a:p>
        </p:txBody>
      </p:sp>
      <p:pic>
        <p:nvPicPr>
          <p:cNvPr id="24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425778" cy="1508760"/>
          </a:xfrm>
          <a:prstGeom prst="rect">
            <a:avLst/>
          </a:prstGeom>
        </p:spPr>
      </p:pic>
      <p:pic>
        <p:nvPicPr>
          <p:cNvPr id="25" name="Image 1" descr="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4857" y="3337560"/>
            <a:ext cx="1827703" cy="1737360"/>
          </a:xfrm>
          <a:prstGeom prst="rect">
            <a:avLst/>
          </a:prstGeom>
        </p:spPr>
      </p:pic>
      <p:pic>
        <p:nvPicPr>
          <p:cNvPr id="26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49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B"/>
          </a:solidFill>
          <a:ln w="12700">
            <a:solidFill>
              <a:srgbClr val="5EEDB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شِنِصِ</a:t>
            </a:r>
            <a:endParaRPr lang="ar-SA" sz="6300" dirty="0"/>
          </a:p>
        </p:txBody>
      </p:sp>
      <p:pic>
        <p:nvPicPr>
          <p:cNvPr id="32" name="Image 0" descr="bird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431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2"/>
          </a:solidFill>
          <a:ln w="12700">
            <a:solidFill>
              <a:srgbClr val="E0527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8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D"/>
          </a:solidFill>
          <a:ln w="12700">
            <a:solidFill>
              <a:srgbClr val="70DB8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085"/>
          </a:solidFill>
          <a:ln w="12700">
            <a:solidFill>
              <a:srgbClr val="4760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3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3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صِنِضِ</a:t>
            </a:r>
            <a:endParaRPr lang="ar-SA" sz="6200" dirty="0"/>
          </a:p>
        </p:txBody>
      </p:sp>
      <p:pic>
        <p:nvPicPr>
          <p:cNvPr id="29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892180" cy="1005840"/>
          </a:xfrm>
          <a:prstGeom prst="rect">
            <a:avLst/>
          </a:prstGeom>
        </p:spPr>
      </p:pic>
      <p:pic>
        <p:nvPicPr>
          <p:cNvPr id="30" name="Image 1" descr="bird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479816" y="45720"/>
            <a:ext cx="829544" cy="6400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6D864"/>
          </a:solidFill>
          <a:ln w="12700">
            <a:solidFill>
              <a:srgbClr val="66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1D147"/>
          </a:solidFill>
          <a:ln w="12700">
            <a:solidFill>
              <a:srgbClr val="61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ضِنِطِ</a:t>
            </a:r>
            <a:endParaRPr lang="ar-SA" sz="7800" dirty="0"/>
          </a:p>
        </p:txBody>
      </p:sp>
      <p:pic>
        <p:nvPicPr>
          <p:cNvPr id="24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546479" cy="1508760"/>
          </a:xfrm>
          <a:prstGeom prst="rect">
            <a:avLst/>
          </a:prstGeom>
        </p:spPr>
      </p:pic>
      <p:pic>
        <p:nvPicPr>
          <p:cNvPr id="25" name="Image 1" descr="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423" y="3337560"/>
            <a:ext cx="1871137" cy="1737360"/>
          </a:xfrm>
          <a:prstGeom prst="rect">
            <a:avLst/>
          </a:prstGeom>
        </p:spPr>
      </p:pic>
      <p:pic>
        <p:nvPicPr>
          <p:cNvPr id="26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0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طِنِظِ</a:t>
            </a:r>
            <a:endParaRPr lang="ar-SA" sz="8300" dirty="0"/>
          </a:p>
        </p:txBody>
      </p:sp>
      <p:pic>
        <p:nvPicPr>
          <p:cNvPr id="25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11880"/>
            <a:ext cx="1094354" cy="1463040"/>
          </a:xfrm>
          <a:prstGeom prst="rect">
            <a:avLst/>
          </a:prstGeom>
        </p:spPr>
      </p:pic>
      <p:pic>
        <p:nvPicPr>
          <p:cNvPr id="26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4690" y="4251960"/>
            <a:ext cx="697870" cy="822960"/>
          </a:xfrm>
          <a:prstGeom prst="rect">
            <a:avLst/>
          </a:prstGeom>
        </p:spPr>
      </p:pic>
      <p:pic>
        <p:nvPicPr>
          <p:cNvPr id="27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33314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43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02B"/>
          </a:solidFill>
          <a:ln w="12700">
            <a:solidFill>
              <a:srgbClr val="6450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F7934"/>
          </a:solidFill>
          <a:ln w="12700">
            <a:solidFill>
              <a:srgbClr val="6F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ظِنِعِ</a:t>
            </a:r>
            <a:endParaRPr lang="ar-SA" sz="5400" dirty="0"/>
          </a:p>
        </p:txBody>
      </p:sp>
      <p:pic>
        <p:nvPicPr>
          <p:cNvPr id="26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875389" cy="1508760"/>
          </a:xfrm>
          <a:prstGeom prst="rect">
            <a:avLst/>
          </a:prstGeom>
        </p:spPr>
      </p:pic>
      <p:pic>
        <p:nvPicPr>
          <p:cNvPr id="27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5339" y="3337560"/>
            <a:ext cx="1447221" cy="17373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عِنِغِ</a:t>
            </a:r>
            <a:endParaRPr lang="ar-SA" sz="5400" dirty="0"/>
          </a:p>
        </p:txBody>
      </p:sp>
      <p:pic>
        <p:nvPicPr>
          <p:cNvPr id="24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662654" cy="1508760"/>
          </a:xfrm>
          <a:prstGeom prst="rect">
            <a:avLst/>
          </a:prstGeom>
        </p:spPr>
      </p:pic>
      <p:pic>
        <p:nvPicPr>
          <p:cNvPr id="25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8430" y="3337560"/>
            <a:ext cx="1494130" cy="1737360"/>
          </a:xfrm>
          <a:prstGeom prst="rect">
            <a:avLst/>
          </a:prstGeom>
        </p:spPr>
      </p:pic>
      <p:pic>
        <p:nvPicPr>
          <p:cNvPr id="26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1645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75EED"/>
          </a:solidFill>
          <a:ln w="12700">
            <a:solidFill>
              <a:srgbClr val="97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غِنِفِ</a:t>
            </a:r>
            <a:endParaRPr lang="ar-SA" sz="8100" dirty="0"/>
          </a:p>
        </p:txBody>
      </p:sp>
      <p:pic>
        <p:nvPicPr>
          <p:cNvPr id="32" name="Image 0" descr="bird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4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6E052"/>
          </a:solidFill>
          <a:ln w="12700">
            <a:solidFill>
              <a:srgbClr val="96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8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370DB"/>
          </a:solidFill>
          <a:ln w="12700">
            <a:solidFill>
              <a:srgbClr val="73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F"/>
          </a:solidFill>
          <a:ln w="12700">
            <a:solidFill>
              <a:srgbClr val="85476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فِنِقِ</a:t>
            </a:r>
            <a:endParaRPr lang="ar-SA" sz="6200" dirty="0"/>
          </a:p>
        </p:txBody>
      </p:sp>
      <p:pic>
        <p:nvPicPr>
          <p:cNvPr id="29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4800"/>
            <a:ext cx="907313" cy="960120"/>
          </a:xfrm>
          <a:prstGeom prst="rect">
            <a:avLst/>
          </a:prstGeom>
        </p:spPr>
      </p:pic>
      <p:pic>
        <p:nvPicPr>
          <p:cNvPr id="30" name="Image 1" descr="b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724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3D8"/>
          </a:solidFill>
          <a:ln w="12700">
            <a:solidFill>
              <a:srgbClr val="6483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3D1"/>
          </a:solidFill>
          <a:ln w="12700">
            <a:solidFill>
              <a:srgbClr val="4783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قِنِكِ</a:t>
            </a:r>
            <a:endParaRPr lang="ar-SA" sz="8100" dirty="0"/>
          </a:p>
        </p:txBody>
      </p:sp>
      <p:pic>
        <p:nvPicPr>
          <p:cNvPr id="24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283955" cy="1508760"/>
          </a:xfrm>
          <a:prstGeom prst="rect">
            <a:avLst/>
          </a:prstGeom>
        </p:spPr>
      </p:pic>
      <p:pic>
        <p:nvPicPr>
          <p:cNvPr id="25" name="Image 1" descr="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423" y="3337560"/>
            <a:ext cx="1871137" cy="1737360"/>
          </a:xfrm>
          <a:prstGeom prst="rect">
            <a:avLst/>
          </a:prstGeom>
        </p:spPr>
      </p:pic>
      <p:pic>
        <p:nvPicPr>
          <p:cNvPr id="26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18789" cy="7315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كِنِلِ</a:t>
            </a:r>
            <a:endParaRPr lang="ar-SA" sz="6500" dirty="0"/>
          </a:p>
        </p:txBody>
      </p:sp>
      <p:pic>
        <p:nvPicPr>
          <p:cNvPr id="25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1094948" cy="1234440"/>
          </a:xfrm>
          <a:prstGeom prst="rect">
            <a:avLst/>
          </a:prstGeom>
        </p:spPr>
      </p:pic>
      <p:pic>
        <p:nvPicPr>
          <p:cNvPr id="26" name="Image 1" descr="butterfly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309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2"/>
          </a:solidFill>
          <a:ln w="12700">
            <a:solidFill>
              <a:srgbClr val="2B644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2"/>
          </a:solidFill>
          <a:ln w="12700">
            <a:solidFill>
              <a:srgbClr val="34797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لِنِمِ</a:t>
            </a:r>
            <a:endParaRPr lang="ar-SA" sz="6300" dirty="0"/>
          </a:p>
        </p:txBody>
      </p:sp>
      <p:pic>
        <p:nvPicPr>
          <p:cNvPr id="26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546479" cy="1508760"/>
          </a:xfrm>
          <a:prstGeom prst="rect">
            <a:avLst/>
          </a:prstGeom>
        </p:spPr>
      </p:pic>
      <p:pic>
        <p:nvPicPr>
          <p:cNvPr id="27" name="Image 1" descr="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423" y="3337560"/>
            <a:ext cx="1871137" cy="17373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مِنِإِ</a:t>
            </a:r>
            <a:endParaRPr lang="ar-SA" sz="6200" dirty="0"/>
          </a:p>
        </p:txBody>
      </p:sp>
      <p:pic>
        <p:nvPicPr>
          <p:cNvPr id="24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128552" cy="1508760"/>
          </a:xfrm>
          <a:prstGeom prst="rect">
            <a:avLst/>
          </a:prstGeom>
        </p:spPr>
      </p:pic>
      <p:pic>
        <p:nvPicPr>
          <p:cNvPr id="25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9279" y="3337560"/>
            <a:ext cx="1473281" cy="1737360"/>
          </a:xfrm>
          <a:prstGeom prst="rect">
            <a:avLst/>
          </a:prstGeom>
        </p:spPr>
      </p:pic>
      <p:pic>
        <p:nvPicPr>
          <p:cNvPr id="26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1645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45E"/>
          </a:solidFill>
          <a:ln w="12700">
            <a:solidFill>
              <a:srgbClr val="ED74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إِنِ</a:t>
            </a:r>
            <a:endParaRPr lang="ar-SA" sz="7000" dirty="0"/>
          </a:p>
        </p:txBody>
      </p:sp>
      <p:pic>
        <p:nvPicPr>
          <p:cNvPr id="28" name="Image 0" descr="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44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9E0"/>
          </a:solidFill>
          <a:ln w="12700">
            <a:solidFill>
              <a:srgbClr val="52B9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3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8"/>
          </a:solidFill>
          <a:ln w="12700">
            <a:solidFill>
              <a:srgbClr val="DB708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E8547"/>
          </a:solidFill>
          <a:ln w="12700">
            <a:solidFill>
              <a:srgbClr val="7E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5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بِنِ</a:t>
            </a:r>
            <a:endParaRPr lang="ar-SA" sz="7100" dirty="0"/>
          </a:p>
        </p:txBody>
      </p:sp>
      <p:pic>
        <p:nvPicPr>
          <p:cNvPr id="25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51960"/>
            <a:ext cx="906902" cy="822960"/>
          </a:xfrm>
          <a:prstGeom prst="rect">
            <a:avLst/>
          </a:prstGeom>
        </p:spPr>
      </p:pic>
      <p:pic>
        <p:nvPicPr>
          <p:cNvPr id="26" name="Image 1" descr="bird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505420" y="45720"/>
            <a:ext cx="803940" cy="6400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0"/>
          </a:solidFill>
          <a:ln w="12700">
            <a:solidFill>
              <a:srgbClr val="D864A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6"/>
          </a:solidFill>
          <a:ln w="12700">
            <a:solidFill>
              <a:srgbClr val="D147A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تِنِ</a:t>
            </a:r>
            <a:endParaRPr lang="ar-SA" sz="7100" dirty="0"/>
          </a:p>
        </p:txBody>
      </p:sp>
      <p:pic>
        <p:nvPicPr>
          <p:cNvPr id="20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197635" cy="1417320"/>
          </a:xfrm>
          <a:prstGeom prst="rect">
            <a:avLst/>
          </a:prstGeom>
        </p:spPr>
      </p:pic>
      <p:pic>
        <p:nvPicPr>
          <p:cNvPr id="21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4313" y="3520440"/>
            <a:ext cx="1248247" cy="1554480"/>
          </a:xfrm>
          <a:prstGeom prst="rect">
            <a:avLst/>
          </a:prstGeom>
        </p:spPr>
      </p:pic>
      <p:pic>
        <p:nvPicPr>
          <p:cNvPr id="22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ثِنِ</a:t>
            </a:r>
            <a:endParaRPr lang="ar-SA" sz="7100" dirty="0"/>
          </a:p>
        </p:txBody>
      </p:sp>
      <p:pic>
        <p:nvPicPr>
          <p:cNvPr id="21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31920"/>
            <a:ext cx="1080135" cy="1143000"/>
          </a:xfrm>
          <a:prstGeom prst="rect">
            <a:avLst/>
          </a:prstGeom>
        </p:spPr>
      </p:pic>
      <p:pic>
        <p:nvPicPr>
          <p:cNvPr id="22" name="Image 1" descr="bird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30205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4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32B64"/>
          </a:solidFill>
          <a:ln w="12700">
            <a:solidFill>
              <a:srgbClr val="33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13479"/>
          </a:solidFill>
          <a:ln w="12700">
            <a:solidFill>
              <a:srgbClr val="61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جِنِ</a:t>
            </a:r>
            <a:endParaRPr lang="ar-SA" sz="7100" dirty="0"/>
          </a:p>
        </p:txBody>
      </p:sp>
      <p:pic>
        <p:nvPicPr>
          <p:cNvPr id="22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06139" cy="1417320"/>
          </a:xfrm>
          <a:prstGeom prst="rect">
            <a:avLst/>
          </a:prstGeom>
        </p:spPr>
      </p:pic>
      <p:pic>
        <p:nvPicPr>
          <p:cNvPr id="23" name="Image 1" descr="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385" y="3520440"/>
            <a:ext cx="1674175" cy="15544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حِنِ</a:t>
            </a:r>
            <a:endParaRPr lang="ar-SA" sz="7100" dirty="0"/>
          </a:p>
        </p:txBody>
      </p:sp>
      <p:pic>
        <p:nvPicPr>
          <p:cNvPr id="20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57163" cy="1417320"/>
          </a:xfrm>
          <a:prstGeom prst="rect">
            <a:avLst/>
          </a:prstGeom>
        </p:spPr>
      </p:pic>
      <p:pic>
        <p:nvPicPr>
          <p:cNvPr id="21" name="Image 1" descr="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0085" y="3520440"/>
            <a:ext cx="1882475" cy="1554480"/>
          </a:xfrm>
          <a:prstGeom prst="rect">
            <a:avLst/>
          </a:prstGeom>
        </p:spPr>
      </p:pic>
      <p:pic>
        <p:nvPicPr>
          <p:cNvPr id="22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64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DED5E"/>
          </a:solidFill>
          <a:ln w="12700">
            <a:solidFill>
              <a:srgbClr val="6D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خِنِ</a:t>
            </a:r>
            <a:endParaRPr lang="ar-SA" sz="7100" dirty="0"/>
          </a:p>
        </p:txBody>
      </p:sp>
      <p:pic>
        <p:nvPicPr>
          <p:cNvPr id="28" name="Image 0" descr="bird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2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D"/>
          </a:solidFill>
          <a:ln w="12700">
            <a:solidFill>
              <a:srgbClr val="E052D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3DB70"/>
          </a:solidFill>
          <a:ln w="12700">
            <a:solidFill>
              <a:srgbClr val="A3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C"/>
          </a:solidFill>
          <a:ln w="12700">
            <a:solidFill>
              <a:srgbClr val="47857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دِنِ</a:t>
            </a:r>
            <a:endParaRPr lang="ar-SA" sz="7300" dirty="0"/>
          </a:p>
        </p:txBody>
      </p:sp>
      <p:pic>
        <p:nvPicPr>
          <p:cNvPr id="25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923361" cy="1234440"/>
          </a:xfrm>
          <a:prstGeom prst="rect">
            <a:avLst/>
          </a:prstGeom>
        </p:spPr>
      </p:pic>
      <p:pic>
        <p:nvPicPr>
          <p:cNvPr id="26" name="Image 1" descr="butterfly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6408" y="45720"/>
            <a:ext cx="852952" cy="7315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DD864"/>
          </a:solidFill>
          <a:ln w="12700">
            <a:solidFill>
              <a:srgbClr val="BD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8D147"/>
          </a:solidFill>
          <a:ln w="12700">
            <a:solidFill>
              <a:srgbClr val="C8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ذِنِ</a:t>
            </a:r>
            <a:endParaRPr lang="ar-SA" sz="7300" dirty="0"/>
          </a:p>
        </p:txBody>
      </p:sp>
      <p:pic>
        <p:nvPicPr>
          <p:cNvPr id="20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761729" cy="1417320"/>
          </a:xfrm>
          <a:prstGeom prst="rect">
            <a:avLst/>
          </a:prstGeom>
        </p:spPr>
      </p:pic>
      <p:pic>
        <p:nvPicPr>
          <p:cNvPr id="21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7678" y="3520440"/>
            <a:ext cx="1294882" cy="1554480"/>
          </a:xfrm>
          <a:prstGeom prst="rect">
            <a:avLst/>
          </a:prstGeom>
        </p:spPr>
      </p:pic>
      <p:pic>
        <p:nvPicPr>
          <p:cNvPr id="22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88797" cy="6858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رِنِ</a:t>
            </a:r>
            <a:endParaRPr lang="ar-SA" sz="7300" dirty="0"/>
          </a:p>
        </p:txBody>
      </p:sp>
      <p:pic>
        <p:nvPicPr>
          <p:cNvPr id="21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1108436" cy="1005840"/>
          </a:xfrm>
          <a:prstGeom prst="rect">
            <a:avLst/>
          </a:prstGeom>
        </p:spPr>
      </p:pic>
      <p:pic>
        <p:nvPicPr>
          <p:cNvPr id="22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4814" y="4251960"/>
            <a:ext cx="707746" cy="822960"/>
          </a:xfrm>
          <a:prstGeom prst="rect">
            <a:avLst/>
          </a:prstGeom>
        </p:spPr>
      </p:pic>
      <p:pic>
        <p:nvPicPr>
          <p:cNvPr id="23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30205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43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1"/>
          </a:solidFill>
          <a:ln w="12700">
            <a:solidFill>
              <a:srgbClr val="642B3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034"/>
          </a:solidFill>
          <a:ln w="12700">
            <a:solidFill>
              <a:srgbClr val="7950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زِنِ</a:t>
            </a:r>
            <a:endParaRPr lang="ar-SA" sz="7300" dirty="0"/>
          </a:p>
        </p:txBody>
      </p:sp>
      <p:pic>
        <p:nvPicPr>
          <p:cNvPr id="22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197635" cy="1417320"/>
          </a:xfrm>
          <a:prstGeom prst="rect">
            <a:avLst/>
          </a:prstGeom>
        </p:spPr>
      </p:pic>
      <p:pic>
        <p:nvPicPr>
          <p:cNvPr id="23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4313" y="3520440"/>
            <a:ext cx="1248247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سِنِ</a:t>
            </a:r>
            <a:endParaRPr lang="ar-SA" sz="7100" dirty="0"/>
          </a:p>
        </p:txBody>
      </p:sp>
      <p:pic>
        <p:nvPicPr>
          <p:cNvPr id="20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339367" cy="1417320"/>
          </a:xfrm>
          <a:prstGeom prst="rect">
            <a:avLst/>
          </a:prstGeom>
        </p:spPr>
      </p:pic>
      <p:pic>
        <p:nvPicPr>
          <p:cNvPr id="21" name="Image 1" descr="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7247" y="3520440"/>
            <a:ext cx="1635313" cy="1554480"/>
          </a:xfrm>
          <a:prstGeom prst="rect">
            <a:avLst/>
          </a:prstGeom>
        </p:spPr>
      </p:pic>
      <p:pic>
        <p:nvPicPr>
          <p:cNvPr id="22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4754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0ED"/>
          </a:solidFill>
          <a:ln w="12700">
            <a:solidFill>
              <a:srgbClr val="5E90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0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شِنِ</a:t>
            </a:r>
            <a:endParaRPr lang="ar-SA" sz="7100" dirty="0"/>
          </a:p>
        </p:txBody>
      </p:sp>
      <p:pic>
        <p:nvPicPr>
          <p:cNvPr id="28" name="Image 0" descr="butterfly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432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052"/>
          </a:solidFill>
          <a:ln w="12700">
            <a:solidFill>
              <a:srgbClr val="E0C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6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EDB"/>
          </a:solidFill>
          <a:ln w="12700">
            <a:solidFill>
              <a:srgbClr val="70BE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D4785"/>
          </a:solidFill>
          <a:ln w="12700">
            <a:solidFill>
              <a:srgbClr val="6D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صِنِ</a:t>
            </a:r>
            <a:endParaRPr lang="ar-SA" sz="7100" dirty="0"/>
          </a:p>
        </p:txBody>
      </p:sp>
      <p:pic>
        <p:nvPicPr>
          <p:cNvPr id="25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892180" cy="1005840"/>
          </a:xfrm>
          <a:prstGeom prst="rect">
            <a:avLst/>
          </a:prstGeom>
        </p:spPr>
      </p:pic>
      <p:pic>
        <p:nvPicPr>
          <p:cNvPr id="26" name="Image 1" descr="bird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479816" y="45720"/>
            <a:ext cx="829544" cy="6400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6"/>
          </a:solidFill>
          <a:ln w="12700">
            <a:solidFill>
              <a:srgbClr val="64D8D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8"/>
          </a:solidFill>
          <a:ln w="12700">
            <a:solidFill>
              <a:srgbClr val="47D1B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ضِنِ</a:t>
            </a:r>
            <a:endParaRPr lang="ar-SA" sz="7100" dirty="0"/>
          </a:p>
        </p:txBody>
      </p:sp>
      <p:pic>
        <p:nvPicPr>
          <p:cNvPr id="20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452753" cy="1417320"/>
          </a:xfrm>
          <a:prstGeom prst="rect">
            <a:avLst/>
          </a:prstGeom>
        </p:spPr>
      </p:pic>
      <p:pic>
        <p:nvPicPr>
          <p:cNvPr id="21" name="Image 1" descr="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385" y="3520440"/>
            <a:ext cx="1674175" cy="1554480"/>
          </a:xfrm>
          <a:prstGeom prst="rect">
            <a:avLst/>
          </a:prstGeom>
        </p:spPr>
      </p:pic>
      <p:pic>
        <p:nvPicPr>
          <p:cNvPr id="22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88797" cy="68580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طِنِ</a:t>
            </a:r>
            <a:endParaRPr lang="ar-SA" sz="7100" dirty="0"/>
          </a:p>
        </p:txBody>
      </p:sp>
      <p:pic>
        <p:nvPicPr>
          <p:cNvPr id="21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060155" cy="1417320"/>
          </a:xfrm>
          <a:prstGeom prst="rect">
            <a:avLst/>
          </a:prstGeom>
        </p:spPr>
      </p:pic>
      <p:pic>
        <p:nvPicPr>
          <p:cNvPr id="22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4690" y="4251960"/>
            <a:ext cx="697870" cy="822960"/>
          </a:xfrm>
          <a:prstGeom prst="rect">
            <a:avLst/>
          </a:prstGeom>
        </p:spPr>
      </p:pic>
      <p:pic>
        <p:nvPicPr>
          <p:cNvPr id="23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724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3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F642B"/>
          </a:solidFill>
          <a:ln w="12700">
            <a:solidFill>
              <a:srgbClr val="3F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E"/>
          </a:solidFill>
          <a:ln w="12700">
            <a:solidFill>
              <a:srgbClr val="34793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ظِنِ</a:t>
            </a:r>
            <a:endParaRPr lang="ar-SA" sz="7100" dirty="0"/>
          </a:p>
        </p:txBody>
      </p:sp>
      <p:pic>
        <p:nvPicPr>
          <p:cNvPr id="22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761729" cy="1417320"/>
          </a:xfrm>
          <a:prstGeom prst="rect">
            <a:avLst/>
          </a:prstGeom>
        </p:spPr>
      </p:pic>
      <p:pic>
        <p:nvPicPr>
          <p:cNvPr id="23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7678" y="3520440"/>
            <a:ext cx="1294882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عِنِ</a:t>
            </a:r>
            <a:endParaRPr lang="ar-SA" sz="7100" dirty="0"/>
          </a:p>
        </p:txBody>
      </p:sp>
      <p:pic>
        <p:nvPicPr>
          <p:cNvPr id="20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561887" cy="1417320"/>
          </a:xfrm>
          <a:prstGeom prst="rect">
            <a:avLst/>
          </a:prstGeom>
        </p:spPr>
      </p:pic>
      <p:pic>
        <p:nvPicPr>
          <p:cNvPr id="21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707" y="3520440"/>
            <a:ext cx="1336853" cy="1554480"/>
          </a:xfrm>
          <a:prstGeom prst="rect">
            <a:avLst/>
          </a:prstGeom>
        </p:spPr>
      </p:pic>
      <p:pic>
        <p:nvPicPr>
          <p:cNvPr id="22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49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4"/>
          </a:solidFill>
          <a:ln w="12700">
            <a:solidFill>
              <a:srgbClr val="ED5EB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غِنِ</a:t>
            </a:r>
            <a:endParaRPr lang="ar-SA" sz="7100" dirty="0"/>
          </a:p>
        </p:txBody>
      </p:sp>
      <p:pic>
        <p:nvPicPr>
          <p:cNvPr id="28" name="Image 0" descr="bird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443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D"/>
          </a:solidFill>
          <a:ln w="12700">
            <a:solidFill>
              <a:srgbClr val="52E09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0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9"/>
          </a:solidFill>
          <a:ln w="12700">
            <a:solidFill>
              <a:srgbClr val="DB70D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D47"/>
          </a:solidFill>
          <a:ln w="12700">
            <a:solidFill>
              <a:srgbClr val="855D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فِنِ</a:t>
            </a:r>
            <a:endParaRPr lang="ar-SA" sz="7100" dirty="0"/>
          </a:p>
        </p:txBody>
      </p:sp>
      <p:pic>
        <p:nvPicPr>
          <p:cNvPr id="25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4800"/>
            <a:ext cx="907313" cy="960120"/>
          </a:xfrm>
          <a:prstGeom prst="rect">
            <a:avLst/>
          </a:prstGeom>
        </p:spPr>
      </p:pic>
      <p:pic>
        <p:nvPicPr>
          <p:cNvPr id="26" name="Image 1" descr="bird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479816" y="45720"/>
            <a:ext cx="829544" cy="6400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964D8"/>
          </a:solidFill>
          <a:ln w="12700">
            <a:solidFill>
              <a:srgbClr val="B9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647D1"/>
          </a:solidFill>
          <a:ln w="12700">
            <a:solidFill>
              <a:srgbClr val="9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قِنِ</a:t>
            </a:r>
            <a:endParaRPr lang="ar-SA" sz="7100" dirty="0"/>
          </a:p>
        </p:txBody>
      </p:sp>
      <p:pic>
        <p:nvPicPr>
          <p:cNvPr id="20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06139" cy="1417320"/>
          </a:xfrm>
          <a:prstGeom prst="rect">
            <a:avLst/>
          </a:prstGeom>
        </p:spPr>
      </p:pic>
      <p:pic>
        <p:nvPicPr>
          <p:cNvPr id="21" name="Image 1" descr="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385" y="3520440"/>
            <a:ext cx="1674175" cy="1554480"/>
          </a:xfrm>
          <a:prstGeom prst="rect">
            <a:avLst/>
          </a:prstGeom>
        </p:spPr>
      </p:pic>
      <p:pic>
        <p:nvPicPr>
          <p:cNvPr id="22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كِنِ</a:t>
            </a:r>
            <a:endParaRPr lang="ar-SA" sz="7100" dirty="0"/>
          </a:p>
        </p:txBody>
      </p:sp>
      <p:pic>
        <p:nvPicPr>
          <p:cNvPr id="21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1094948" cy="1234440"/>
          </a:xfrm>
          <a:prstGeom prst="rect">
            <a:avLst/>
          </a:prstGeom>
        </p:spPr>
      </p:pic>
      <p:pic>
        <p:nvPicPr>
          <p:cNvPr id="22" name="Image 1" descr="bird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33314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443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D64"/>
          </a:solidFill>
          <a:ln w="12700">
            <a:solidFill>
              <a:srgbClr val="2B4D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B79"/>
          </a:solidFill>
          <a:ln w="12700">
            <a:solidFill>
              <a:srgbClr val="343B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لِنِ</a:t>
            </a:r>
            <a:endParaRPr lang="ar-SA" sz="7100" dirty="0"/>
          </a:p>
        </p:txBody>
      </p:sp>
      <p:pic>
        <p:nvPicPr>
          <p:cNvPr id="22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452753" cy="1417320"/>
          </a:xfrm>
          <a:prstGeom prst="rect">
            <a:avLst/>
          </a:prstGeom>
        </p:spPr>
      </p:pic>
      <p:pic>
        <p:nvPicPr>
          <p:cNvPr id="23" name="Image 1" descr="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385" y="3520440"/>
            <a:ext cx="1674175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مِنِ</a:t>
            </a:r>
            <a:endParaRPr lang="ar-SA" sz="7100" dirty="0"/>
          </a:p>
        </p:txBody>
      </p:sp>
      <p:pic>
        <p:nvPicPr>
          <p:cNvPr id="20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060155" cy="1417320"/>
          </a:xfrm>
          <a:prstGeom prst="rect">
            <a:avLst/>
          </a:prstGeom>
        </p:spPr>
      </p:pic>
      <p:pic>
        <p:nvPicPr>
          <p:cNvPr id="21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4361" y="3520440"/>
            <a:ext cx="1318199" cy="1554480"/>
          </a:xfrm>
          <a:prstGeom prst="rect">
            <a:avLst/>
          </a:prstGeom>
        </p:spPr>
      </p:pic>
      <p:pic>
        <p:nvPicPr>
          <p:cNvPr id="22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1645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8ED5E"/>
          </a:solidFill>
          <a:ln w="12700">
            <a:solidFill>
              <a:srgbClr val="D8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100" dirty="0"/>
          </a:p>
        </p:txBody>
      </p:sp>
      <p:sp>
        <p:nvSpPr>
          <p:cNvPr id="20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9100" dirty="0"/>
          </a:p>
        </p:txBody>
      </p:sp>
      <p:pic>
        <p:nvPicPr>
          <p:cNvPr id="21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932219" cy="1554480"/>
          </a:xfrm>
          <a:prstGeom prst="rect">
            <a:avLst/>
          </a:prstGeom>
        </p:spPr>
      </p:pic>
      <p:pic>
        <p:nvPicPr>
          <p:cNvPr id="22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7678" y="1783080"/>
            <a:ext cx="1294882" cy="1554480"/>
          </a:xfrm>
          <a:prstGeom prst="rect">
            <a:avLst/>
          </a:prstGeom>
        </p:spPr>
      </p:pic>
      <p:pic>
        <p:nvPicPr>
          <p:cNvPr id="23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41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952E0"/>
          </a:solidFill>
          <a:ln w="12700">
            <a:solidFill>
              <a:srgbClr val="79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B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370"/>
          </a:solidFill>
          <a:ln w="12700">
            <a:solidFill>
              <a:srgbClr val="DBC3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E"/>
          </a:solidFill>
          <a:ln w="12700">
            <a:solidFill>
              <a:srgbClr val="47854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يِإِ</a:t>
            </a:r>
            <a:endParaRPr lang="ar-SA" sz="7000" dirty="0"/>
          </a:p>
        </p:txBody>
      </p:sp>
      <p:pic>
        <p:nvPicPr>
          <p:cNvPr id="25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51960"/>
            <a:ext cx="906902" cy="822960"/>
          </a:xfrm>
          <a:prstGeom prst="rect">
            <a:avLst/>
          </a:prstGeom>
        </p:spPr>
      </p:pic>
      <p:pic>
        <p:nvPicPr>
          <p:cNvPr id="26" name="Image 1" descr="b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724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C64"/>
          </a:solidFill>
          <a:ln w="12700">
            <a:solidFill>
              <a:srgbClr val="D89C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347"/>
          </a:solidFill>
          <a:ln w="12700">
            <a:solidFill>
              <a:srgbClr val="D173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يِبِ</a:t>
            </a:r>
            <a:endParaRPr lang="ar-SA" sz="7500" dirty="0"/>
          </a:p>
        </p:txBody>
      </p:sp>
      <p:pic>
        <p:nvPicPr>
          <p:cNvPr id="20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197635" cy="1417320"/>
          </a:xfrm>
          <a:prstGeom prst="rect">
            <a:avLst/>
          </a:prstGeom>
        </p:spPr>
      </p:pic>
      <p:pic>
        <p:nvPicPr>
          <p:cNvPr id="21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4313" y="3520440"/>
            <a:ext cx="1248247" cy="1554480"/>
          </a:xfrm>
          <a:prstGeom prst="rect">
            <a:avLst/>
          </a:prstGeom>
        </p:spPr>
      </p:pic>
      <p:pic>
        <p:nvPicPr>
          <p:cNvPr id="22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18789" cy="7315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يِتِ</a:t>
            </a:r>
            <a:endParaRPr lang="ar-SA" sz="7700" dirty="0"/>
          </a:p>
        </p:txBody>
      </p:sp>
      <p:pic>
        <p:nvPicPr>
          <p:cNvPr id="21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31920"/>
            <a:ext cx="1080135" cy="1143000"/>
          </a:xfrm>
          <a:prstGeom prst="rect">
            <a:avLst/>
          </a:prstGeom>
        </p:spPr>
      </p:pic>
      <p:pic>
        <p:nvPicPr>
          <p:cNvPr id="22" name="Image 1" descr="butterfly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309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3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B"/>
          </a:solidFill>
          <a:ln w="12700">
            <a:solidFill>
              <a:srgbClr val="642B5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C"/>
          </a:solidFill>
          <a:ln w="12700">
            <a:solidFill>
              <a:srgbClr val="79344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يِثِ</a:t>
            </a:r>
            <a:endParaRPr lang="ar-SA" sz="7700" dirty="0"/>
          </a:p>
        </p:txBody>
      </p:sp>
      <p:pic>
        <p:nvPicPr>
          <p:cNvPr id="22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06139" cy="1417320"/>
          </a:xfrm>
          <a:prstGeom prst="rect">
            <a:avLst/>
          </a:prstGeom>
        </p:spPr>
      </p:pic>
      <p:pic>
        <p:nvPicPr>
          <p:cNvPr id="23" name="Image 1" descr="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385" y="3520440"/>
            <a:ext cx="1674175" cy="15544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يِجِ</a:t>
            </a:r>
            <a:endParaRPr lang="ar-SA" sz="6100" dirty="0"/>
          </a:p>
        </p:txBody>
      </p:sp>
      <p:pic>
        <p:nvPicPr>
          <p:cNvPr id="20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57163" cy="1417320"/>
          </a:xfrm>
          <a:prstGeom prst="rect">
            <a:avLst/>
          </a:prstGeom>
        </p:spPr>
      </p:pic>
      <p:pic>
        <p:nvPicPr>
          <p:cNvPr id="21" name="Image 1" descr="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0085" y="3520440"/>
            <a:ext cx="1882475" cy="1554480"/>
          </a:xfrm>
          <a:prstGeom prst="rect">
            <a:avLst/>
          </a:prstGeom>
        </p:spPr>
      </p:pic>
      <p:pic>
        <p:nvPicPr>
          <p:cNvPr id="22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1645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F"/>
          </a:solidFill>
          <a:ln w="12700">
            <a:solidFill>
              <a:srgbClr val="5EEDD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يِحِ</a:t>
            </a:r>
            <a:endParaRPr lang="ar-SA" sz="6100" dirty="0"/>
          </a:p>
        </p:txBody>
      </p:sp>
      <p:pic>
        <p:nvPicPr>
          <p:cNvPr id="28" name="Image 0" descr="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43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652"/>
          </a:solidFill>
          <a:ln w="12700">
            <a:solidFill>
              <a:srgbClr val="E05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9"/>
          </a:solidFill>
          <a:ln w="12700">
            <a:solidFill>
              <a:srgbClr val="70DBA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085"/>
          </a:solidFill>
          <a:ln w="12700">
            <a:solidFill>
              <a:srgbClr val="4750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يِخِ</a:t>
            </a:r>
            <a:endParaRPr lang="ar-SA" sz="6100" dirty="0"/>
          </a:p>
        </p:txBody>
      </p:sp>
      <p:pic>
        <p:nvPicPr>
          <p:cNvPr id="25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923361" cy="1234440"/>
          </a:xfrm>
          <a:prstGeom prst="rect">
            <a:avLst/>
          </a:prstGeom>
        </p:spPr>
      </p:pic>
      <p:pic>
        <p:nvPicPr>
          <p:cNvPr id="26" name="Image 1" descr="bird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505420" y="45720"/>
            <a:ext cx="803940" cy="6400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F"/>
          </a:solidFill>
          <a:ln w="12700">
            <a:solidFill>
              <a:srgbClr val="64D87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1"/>
          </a:solidFill>
          <a:ln w="12700">
            <a:solidFill>
              <a:srgbClr val="47D15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يِدِ</a:t>
            </a:r>
            <a:endParaRPr lang="ar-SA" sz="7700" dirty="0"/>
          </a:p>
        </p:txBody>
      </p:sp>
      <p:pic>
        <p:nvPicPr>
          <p:cNvPr id="20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761729" cy="1417320"/>
          </a:xfrm>
          <a:prstGeom prst="rect">
            <a:avLst/>
          </a:prstGeom>
        </p:spPr>
      </p:pic>
      <p:pic>
        <p:nvPicPr>
          <p:cNvPr id="21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7678" y="3520440"/>
            <a:ext cx="1294882" cy="1554480"/>
          </a:xfrm>
          <a:prstGeom prst="rect">
            <a:avLst/>
          </a:prstGeom>
        </p:spPr>
      </p:pic>
      <p:pic>
        <p:nvPicPr>
          <p:cNvPr id="22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يِذِ</a:t>
            </a:r>
            <a:endParaRPr lang="ar-SA" sz="7700" dirty="0"/>
          </a:p>
        </p:txBody>
      </p:sp>
      <p:pic>
        <p:nvPicPr>
          <p:cNvPr id="21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1108436" cy="1005840"/>
          </a:xfrm>
          <a:prstGeom prst="rect">
            <a:avLst/>
          </a:prstGeom>
        </p:spPr>
      </p:pic>
      <p:pic>
        <p:nvPicPr>
          <p:cNvPr id="22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4814" y="4251960"/>
            <a:ext cx="707746" cy="822960"/>
          </a:xfrm>
          <a:prstGeom prst="rect">
            <a:avLst/>
          </a:prstGeom>
        </p:spPr>
      </p:pic>
      <p:pic>
        <p:nvPicPr>
          <p:cNvPr id="23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30205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432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E2B"/>
          </a:solidFill>
          <a:ln w="12700">
            <a:solidFill>
              <a:srgbClr val="645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D7934"/>
          </a:solidFill>
          <a:ln w="12700">
            <a:solidFill>
              <a:srgbClr val="5D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يِرِ</a:t>
            </a:r>
            <a:endParaRPr lang="ar-SA" sz="7400" dirty="0"/>
          </a:p>
        </p:txBody>
      </p:sp>
      <p:pic>
        <p:nvPicPr>
          <p:cNvPr id="22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197635" cy="1417320"/>
          </a:xfrm>
          <a:prstGeom prst="rect">
            <a:avLst/>
          </a:prstGeom>
        </p:spPr>
      </p:pic>
      <p:pic>
        <p:nvPicPr>
          <p:cNvPr id="23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4313" y="3520440"/>
            <a:ext cx="1248247" cy="15544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يِزِ</a:t>
            </a:r>
            <a:endParaRPr lang="ar-SA" sz="7400" dirty="0"/>
          </a:p>
        </p:txBody>
      </p:sp>
      <p:pic>
        <p:nvPicPr>
          <p:cNvPr id="20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339367" cy="1417320"/>
          </a:xfrm>
          <a:prstGeom prst="rect">
            <a:avLst/>
          </a:prstGeom>
        </p:spPr>
      </p:pic>
      <p:pic>
        <p:nvPicPr>
          <p:cNvPr id="21" name="Image 1" descr="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7247" y="3520440"/>
            <a:ext cx="1635313" cy="1554480"/>
          </a:xfrm>
          <a:prstGeom prst="rect">
            <a:avLst/>
          </a:prstGeom>
        </p:spPr>
      </p:pic>
      <p:pic>
        <p:nvPicPr>
          <p:cNvPr id="22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64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C5EED"/>
          </a:solidFill>
          <a:ln w="12700">
            <a:solidFill>
              <a:srgbClr val="BC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يِسِ</a:t>
            </a:r>
            <a:endParaRPr lang="ar-SA" sz="7100" dirty="0"/>
          </a:p>
        </p:txBody>
      </p:sp>
      <p:pic>
        <p:nvPicPr>
          <p:cNvPr id="28" name="Image 0" descr="bird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3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1E052"/>
          </a:solidFill>
          <a:ln w="12700">
            <a:solidFill>
              <a:srgbClr val="71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E70DB"/>
          </a:solidFill>
          <a:ln w="12700">
            <a:solidFill>
              <a:srgbClr val="8E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F"/>
          </a:solidFill>
          <a:ln w="12700">
            <a:solidFill>
              <a:srgbClr val="85475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يِشِ</a:t>
            </a:r>
            <a:endParaRPr lang="ar-SA" sz="7100" dirty="0"/>
          </a:p>
        </p:txBody>
      </p:sp>
      <p:pic>
        <p:nvPicPr>
          <p:cNvPr id="25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892180" cy="1005840"/>
          </a:xfrm>
          <a:prstGeom prst="rect">
            <a:avLst/>
          </a:prstGeom>
        </p:spPr>
      </p:pic>
      <p:pic>
        <p:nvPicPr>
          <p:cNvPr id="26" name="Image 1" descr="butterfly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6408" y="45720"/>
            <a:ext cx="852952" cy="7315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6D8"/>
          </a:solidFill>
          <a:ln w="12700">
            <a:solidFill>
              <a:srgbClr val="6466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0D1"/>
          </a:solidFill>
          <a:ln w="12700">
            <a:solidFill>
              <a:srgbClr val="4760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يِصِ</a:t>
            </a:r>
            <a:endParaRPr lang="ar-SA" sz="7100" dirty="0"/>
          </a:p>
        </p:txBody>
      </p:sp>
      <p:pic>
        <p:nvPicPr>
          <p:cNvPr id="20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452753" cy="1417320"/>
          </a:xfrm>
          <a:prstGeom prst="rect">
            <a:avLst/>
          </a:prstGeom>
        </p:spPr>
      </p:pic>
      <p:pic>
        <p:nvPicPr>
          <p:cNvPr id="21" name="Image 1" descr="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385" y="3520440"/>
            <a:ext cx="1674175" cy="1554480"/>
          </a:xfrm>
          <a:prstGeom prst="rect">
            <a:avLst/>
          </a:prstGeom>
        </p:spPr>
      </p:pic>
      <p:pic>
        <p:nvPicPr>
          <p:cNvPr id="22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88797" cy="6858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يِضِ</a:t>
            </a:r>
            <a:endParaRPr lang="ar-SA" sz="7100" dirty="0"/>
          </a:p>
        </p:txBody>
      </p:sp>
      <p:pic>
        <p:nvPicPr>
          <p:cNvPr id="21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060155" cy="1417320"/>
          </a:xfrm>
          <a:prstGeom prst="rect">
            <a:avLst/>
          </a:prstGeom>
        </p:spPr>
      </p:pic>
      <p:pic>
        <p:nvPicPr>
          <p:cNvPr id="22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4690" y="4251960"/>
            <a:ext cx="697870" cy="822960"/>
          </a:xfrm>
          <a:prstGeom prst="rect">
            <a:avLst/>
          </a:prstGeom>
        </p:spPr>
      </p:pic>
      <p:pic>
        <p:nvPicPr>
          <p:cNvPr id="23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30205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144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0"/>
          </a:solidFill>
          <a:ln w="12700">
            <a:solidFill>
              <a:srgbClr val="2B645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F79"/>
          </a:solidFill>
          <a:ln w="12700">
            <a:solidFill>
              <a:srgbClr val="346F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يِطِ</a:t>
            </a:r>
            <a:endParaRPr lang="ar-SA" sz="7700" dirty="0"/>
          </a:p>
        </p:txBody>
      </p:sp>
      <p:pic>
        <p:nvPicPr>
          <p:cNvPr id="22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761729" cy="1417320"/>
          </a:xfrm>
          <a:prstGeom prst="rect">
            <a:avLst/>
          </a:prstGeom>
        </p:spPr>
      </p:pic>
      <p:pic>
        <p:nvPicPr>
          <p:cNvPr id="23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7678" y="3520440"/>
            <a:ext cx="1294882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يِظِ</a:t>
            </a:r>
            <a:endParaRPr lang="ar-SA" sz="7700" dirty="0"/>
          </a:p>
        </p:txBody>
      </p:sp>
      <p:pic>
        <p:nvPicPr>
          <p:cNvPr id="20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561887" cy="1417320"/>
          </a:xfrm>
          <a:prstGeom prst="rect">
            <a:avLst/>
          </a:prstGeom>
        </p:spPr>
      </p:pic>
      <p:pic>
        <p:nvPicPr>
          <p:cNvPr id="21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707" y="3520440"/>
            <a:ext cx="1336853" cy="1554480"/>
          </a:xfrm>
          <a:prstGeom prst="rect">
            <a:avLst/>
          </a:prstGeom>
        </p:spPr>
      </p:pic>
      <p:pic>
        <p:nvPicPr>
          <p:cNvPr id="22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4754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85E"/>
          </a:solidFill>
          <a:ln w="12700">
            <a:solidFill>
              <a:srgbClr val="ED98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يِعِ</a:t>
            </a:r>
            <a:endParaRPr lang="ar-SA" sz="6100" dirty="0"/>
          </a:p>
        </p:txBody>
      </p:sp>
      <p:pic>
        <p:nvPicPr>
          <p:cNvPr id="28" name="Image 0" descr="butterfly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44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5E0"/>
          </a:solidFill>
          <a:ln w="12700">
            <a:solidFill>
              <a:srgbClr val="5295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F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370"/>
          </a:solidFill>
          <a:ln w="12700">
            <a:solidFill>
              <a:srgbClr val="DB73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E8547"/>
          </a:solidFill>
          <a:ln w="12700">
            <a:solidFill>
              <a:srgbClr val="6E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يِغِ</a:t>
            </a:r>
            <a:endParaRPr lang="ar-SA" sz="6100" dirty="0"/>
          </a:p>
        </p:txBody>
      </p:sp>
      <p:pic>
        <p:nvPicPr>
          <p:cNvPr id="25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4800"/>
            <a:ext cx="907313" cy="960120"/>
          </a:xfrm>
          <a:prstGeom prst="rect">
            <a:avLst/>
          </a:prstGeom>
        </p:spPr>
      </p:pic>
      <p:pic>
        <p:nvPicPr>
          <p:cNvPr id="26" name="Image 1" descr="bird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479816" y="45720"/>
            <a:ext cx="829544" cy="6400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7C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2"/>
          </a:solidFill>
          <a:ln w="12700">
            <a:solidFill>
              <a:srgbClr val="D8648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3"/>
          </a:solidFill>
          <a:ln w="12700">
            <a:solidFill>
              <a:srgbClr val="D1478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يِفِ</a:t>
            </a:r>
            <a:endParaRPr lang="ar-SA" sz="7700" dirty="0"/>
          </a:p>
        </p:txBody>
      </p:sp>
      <p:pic>
        <p:nvPicPr>
          <p:cNvPr id="20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06139" cy="1417320"/>
          </a:xfrm>
          <a:prstGeom prst="rect">
            <a:avLst/>
          </a:prstGeom>
        </p:spPr>
      </p:pic>
      <p:pic>
        <p:nvPicPr>
          <p:cNvPr id="21" name="Image 1" descr="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385" y="3520440"/>
            <a:ext cx="1674175" cy="1554480"/>
          </a:xfrm>
          <a:prstGeom prst="rect">
            <a:avLst/>
          </a:prstGeom>
        </p:spPr>
      </p:pic>
      <p:pic>
        <p:nvPicPr>
          <p:cNvPr id="22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88797" cy="68580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يِقِ</a:t>
            </a:r>
            <a:endParaRPr lang="ar-SA" sz="7000" dirty="0"/>
          </a:p>
        </p:txBody>
      </p:sp>
      <p:pic>
        <p:nvPicPr>
          <p:cNvPr id="21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1094948" cy="1234440"/>
          </a:xfrm>
          <a:prstGeom prst="rect">
            <a:avLst/>
          </a:prstGeom>
        </p:spPr>
      </p:pic>
      <p:pic>
        <p:nvPicPr>
          <p:cNvPr id="22" name="Image 1" descr="b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724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41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22B64"/>
          </a:solidFill>
          <a:ln w="12700">
            <a:solidFill>
              <a:srgbClr val="42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33479"/>
          </a:solidFill>
          <a:ln w="12700">
            <a:solidFill>
              <a:srgbClr val="73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يِكِ</a:t>
            </a:r>
            <a:endParaRPr lang="ar-SA" sz="7700" dirty="0"/>
          </a:p>
        </p:txBody>
      </p:sp>
      <p:pic>
        <p:nvPicPr>
          <p:cNvPr id="22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452753" cy="1417320"/>
          </a:xfrm>
          <a:prstGeom prst="rect">
            <a:avLst/>
          </a:prstGeom>
        </p:spPr>
      </p:pic>
      <p:pic>
        <p:nvPicPr>
          <p:cNvPr id="23" name="Image 1" descr="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385" y="3520440"/>
            <a:ext cx="1674175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يِلِ</a:t>
            </a:r>
            <a:endParaRPr lang="ar-SA" sz="7300" dirty="0"/>
          </a:p>
        </p:txBody>
      </p:sp>
      <p:pic>
        <p:nvPicPr>
          <p:cNvPr id="20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060155" cy="1417320"/>
          </a:xfrm>
          <a:prstGeom prst="rect">
            <a:avLst/>
          </a:prstGeom>
        </p:spPr>
      </p:pic>
      <p:pic>
        <p:nvPicPr>
          <p:cNvPr id="21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4361" y="3520440"/>
            <a:ext cx="1318199" cy="1554480"/>
          </a:xfrm>
          <a:prstGeom prst="rect">
            <a:avLst/>
          </a:prstGeom>
        </p:spPr>
      </p:pic>
      <p:pic>
        <p:nvPicPr>
          <p:cNvPr id="22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49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4"/>
          </a:solidFill>
          <a:ln w="12700">
            <a:solidFill>
              <a:srgbClr val="5EED7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يِمِ</a:t>
            </a:r>
            <a:endParaRPr lang="ar-SA" sz="7100" dirty="0"/>
          </a:p>
        </p:txBody>
      </p:sp>
      <p:pic>
        <p:nvPicPr>
          <p:cNvPr id="28" name="Image 0" descr="bird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3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8"/>
          </a:solidFill>
          <a:ln w="12700">
            <a:solidFill>
              <a:srgbClr val="E052B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8DB70"/>
          </a:solidFill>
          <a:ln w="12700">
            <a:solidFill>
              <a:srgbClr val="88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E85"/>
          </a:solidFill>
          <a:ln w="12700">
            <a:solidFill>
              <a:srgbClr val="477E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يِنِ</a:t>
            </a:r>
            <a:endParaRPr lang="ar-SA" sz="7100" dirty="0"/>
          </a:p>
        </p:txBody>
      </p:sp>
      <p:pic>
        <p:nvPicPr>
          <p:cNvPr id="25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51960"/>
            <a:ext cx="906902" cy="822960"/>
          </a:xfrm>
          <a:prstGeom prst="rect">
            <a:avLst/>
          </a:prstGeom>
        </p:spPr>
      </p:pic>
      <p:pic>
        <p:nvPicPr>
          <p:cNvPr id="26" name="Image 1" descr="bird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479816" y="45720"/>
            <a:ext cx="829544" cy="6400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FD864"/>
          </a:solidFill>
          <a:ln w="12700">
            <a:solidFill>
              <a:srgbClr val="9F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5D147"/>
          </a:solidFill>
          <a:ln w="12700">
            <a:solidFill>
              <a:srgbClr val="A5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يِهِ</a:t>
            </a:r>
            <a:endParaRPr lang="ar-SA" sz="7700" dirty="0"/>
          </a:p>
        </p:txBody>
      </p:sp>
      <p:pic>
        <p:nvPicPr>
          <p:cNvPr id="20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197635" cy="1417320"/>
          </a:xfrm>
          <a:prstGeom prst="rect">
            <a:avLst/>
          </a:prstGeom>
        </p:spPr>
      </p:pic>
      <p:pic>
        <p:nvPicPr>
          <p:cNvPr id="21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4313" y="3520440"/>
            <a:ext cx="1248247" cy="1554480"/>
          </a:xfrm>
          <a:prstGeom prst="rect">
            <a:avLst/>
          </a:prstGeom>
        </p:spPr>
      </p:pic>
      <p:pic>
        <p:nvPicPr>
          <p:cNvPr id="22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C5E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يِوِ</a:t>
            </a:r>
            <a:endParaRPr lang="ar-SA" sz="7200" dirty="0"/>
          </a:p>
        </p:txBody>
      </p:sp>
      <p:pic>
        <p:nvPicPr>
          <p:cNvPr id="21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31920"/>
            <a:ext cx="1080135" cy="1143000"/>
          </a:xfrm>
          <a:prstGeom prst="rect">
            <a:avLst/>
          </a:prstGeom>
        </p:spPr>
      </p:pic>
      <p:pic>
        <p:nvPicPr>
          <p:cNvPr id="22" name="Image 1" descr="bird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33314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43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42B"/>
          </a:solidFill>
          <a:ln w="12700">
            <a:solidFill>
              <a:srgbClr val="643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134"/>
          </a:solidFill>
          <a:ln w="12700">
            <a:solidFill>
              <a:srgbClr val="7961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3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3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إِيِبِ</a:t>
            </a:r>
            <a:endParaRPr lang="ar-SA" sz="6200" dirty="0"/>
          </a:p>
        </p:txBody>
      </p:sp>
      <p:pic>
        <p:nvPicPr>
          <p:cNvPr id="26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283955" cy="1508760"/>
          </a:xfrm>
          <a:prstGeom prst="rect">
            <a:avLst/>
          </a:prstGeom>
        </p:spPr>
      </p:pic>
      <p:pic>
        <p:nvPicPr>
          <p:cNvPr id="27" name="Image 1" descr="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423" y="3337560"/>
            <a:ext cx="1871137" cy="17373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بِيِتِ</a:t>
            </a:r>
            <a:endParaRPr lang="ar-SA" sz="6800" dirty="0"/>
          </a:p>
        </p:txBody>
      </p:sp>
      <p:pic>
        <p:nvPicPr>
          <p:cNvPr id="24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338270" cy="1508760"/>
          </a:xfrm>
          <a:prstGeom prst="rect">
            <a:avLst/>
          </a:prstGeom>
        </p:spPr>
      </p:pic>
      <p:pic>
        <p:nvPicPr>
          <p:cNvPr id="25" name="Image 1" descr="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617" y="3337560"/>
            <a:ext cx="2103943" cy="1737360"/>
          </a:xfrm>
          <a:prstGeom prst="rect">
            <a:avLst/>
          </a:prstGeom>
        </p:spPr>
      </p:pic>
      <p:pic>
        <p:nvPicPr>
          <p:cNvPr id="26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1645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CED"/>
          </a:solidFill>
          <a:ln w="12700">
            <a:solidFill>
              <a:srgbClr val="5E6C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3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3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3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تِيِثِ</a:t>
            </a:r>
            <a:endParaRPr lang="ar-SA" sz="6800" dirty="0"/>
          </a:p>
        </p:txBody>
      </p:sp>
      <p:pic>
        <p:nvPicPr>
          <p:cNvPr id="32" name="Image 0" descr="bird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432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CE052"/>
          </a:solidFill>
          <a:ln w="12700">
            <a:solidFill>
              <a:srgbClr val="DC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C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2DB"/>
          </a:solidFill>
          <a:ln w="12700">
            <a:solidFill>
              <a:srgbClr val="70A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C4785"/>
          </a:solidFill>
          <a:ln w="12700">
            <a:solidFill>
              <a:srgbClr val="7C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3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3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3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ثِيِجِ</a:t>
            </a:r>
            <a:endParaRPr lang="ar-SA" sz="5400" dirty="0"/>
          </a:p>
        </p:txBody>
      </p:sp>
      <p:pic>
        <p:nvPicPr>
          <p:cNvPr id="29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923361" cy="1234440"/>
          </a:xfrm>
          <a:prstGeom prst="rect">
            <a:avLst/>
          </a:prstGeom>
        </p:spPr>
      </p:pic>
      <p:pic>
        <p:nvPicPr>
          <p:cNvPr id="30" name="Image 1" descr="b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724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CD8"/>
          </a:solidFill>
          <a:ln w="12700">
            <a:solidFill>
              <a:srgbClr val="64BC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7D1"/>
          </a:solidFill>
          <a:ln w="12700">
            <a:solidFill>
              <a:srgbClr val="47C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جِيِحِ</a:t>
            </a:r>
            <a:endParaRPr lang="ar-SA" sz="5400" dirty="0"/>
          </a:p>
        </p:txBody>
      </p:sp>
      <p:pic>
        <p:nvPicPr>
          <p:cNvPr id="24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875389" cy="1508760"/>
          </a:xfrm>
          <a:prstGeom prst="rect">
            <a:avLst/>
          </a:prstGeom>
        </p:spPr>
      </p:pic>
      <p:pic>
        <p:nvPicPr>
          <p:cNvPr id="25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5339" y="3337560"/>
            <a:ext cx="1447221" cy="1737360"/>
          </a:xfrm>
          <a:prstGeom prst="rect">
            <a:avLst/>
          </a:prstGeom>
        </p:spPr>
      </p:pic>
      <p:pic>
        <p:nvPicPr>
          <p:cNvPr id="26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18789" cy="7315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3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3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3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حِيِخِ</a:t>
            </a:r>
            <a:endParaRPr lang="ar-SA" sz="5400" dirty="0"/>
          </a:p>
        </p:txBody>
      </p:sp>
      <p:pic>
        <p:nvPicPr>
          <p:cNvPr id="25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1108436" cy="1005840"/>
          </a:xfrm>
          <a:prstGeom prst="rect">
            <a:avLst/>
          </a:prstGeom>
        </p:spPr>
      </p:pic>
      <p:pic>
        <p:nvPicPr>
          <p:cNvPr id="26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4814" y="4251960"/>
            <a:ext cx="707746" cy="822960"/>
          </a:xfrm>
          <a:prstGeom prst="rect">
            <a:avLst/>
          </a:prstGeom>
        </p:spPr>
      </p:pic>
      <p:pic>
        <p:nvPicPr>
          <p:cNvPr id="27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09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3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0642B"/>
          </a:solidFill>
          <a:ln w="12700">
            <a:solidFill>
              <a:srgbClr val="30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0"/>
          </a:solidFill>
          <a:ln w="12700">
            <a:solidFill>
              <a:srgbClr val="34795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3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3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3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خِيِدِ</a:t>
            </a:r>
            <a:endParaRPr lang="ar-SA" sz="6800" dirty="0"/>
          </a:p>
        </p:txBody>
      </p:sp>
      <p:pic>
        <p:nvPicPr>
          <p:cNvPr id="26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274902" cy="1508760"/>
          </a:xfrm>
          <a:prstGeom prst="rect">
            <a:avLst/>
          </a:prstGeom>
        </p:spPr>
      </p:pic>
      <p:pic>
        <p:nvPicPr>
          <p:cNvPr id="27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7460" y="3337560"/>
            <a:ext cx="1395100" cy="17373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دِيِذِ</a:t>
            </a:r>
            <a:endParaRPr lang="ar-SA" sz="6800" dirty="0"/>
          </a:p>
        </p:txBody>
      </p:sp>
      <p:pic>
        <p:nvPicPr>
          <p:cNvPr id="24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425778" cy="1508760"/>
          </a:xfrm>
          <a:prstGeom prst="rect">
            <a:avLst/>
          </a:prstGeom>
        </p:spPr>
      </p:pic>
      <p:pic>
        <p:nvPicPr>
          <p:cNvPr id="25" name="Image 1" descr="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4857" y="3337560"/>
            <a:ext cx="1827703" cy="1737360"/>
          </a:xfrm>
          <a:prstGeom prst="rect">
            <a:avLst/>
          </a:prstGeom>
        </p:spPr>
      </p:pic>
      <p:pic>
        <p:nvPicPr>
          <p:cNvPr id="26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1645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F"/>
          </a:solidFill>
          <a:ln w="12700">
            <a:solidFill>
              <a:srgbClr val="ED5E8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3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3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3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ذِيِرِ</a:t>
            </a:r>
            <a:endParaRPr lang="ar-SA" sz="6600" dirty="0"/>
          </a:p>
        </p:txBody>
      </p:sp>
      <p:pic>
        <p:nvPicPr>
          <p:cNvPr id="32" name="Image 0" descr="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144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1"/>
          </a:solidFill>
          <a:ln w="12700">
            <a:solidFill>
              <a:srgbClr val="52E0C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6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D"/>
          </a:solidFill>
          <a:ln w="12700">
            <a:solidFill>
              <a:srgbClr val="DB70B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D47"/>
          </a:solidFill>
          <a:ln w="12700">
            <a:solidFill>
              <a:srgbClr val="856D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3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3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3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رِيِزِ</a:t>
            </a:r>
            <a:endParaRPr lang="ar-SA" sz="6600" dirty="0"/>
          </a:p>
        </p:txBody>
      </p:sp>
      <p:pic>
        <p:nvPicPr>
          <p:cNvPr id="29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892180" cy="1005840"/>
          </a:xfrm>
          <a:prstGeom prst="rect">
            <a:avLst/>
          </a:prstGeom>
        </p:spPr>
      </p:pic>
      <p:pic>
        <p:nvPicPr>
          <p:cNvPr id="30" name="Image 1" descr="bird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505420" y="45720"/>
            <a:ext cx="803940" cy="6400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764D8"/>
          </a:solidFill>
          <a:ln w="12700">
            <a:solidFill>
              <a:srgbClr val="D7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947D1"/>
          </a:solidFill>
          <a:ln w="12700">
            <a:solidFill>
              <a:srgbClr val="B9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زِيِسِ</a:t>
            </a:r>
            <a:endParaRPr lang="ar-SA" sz="6300" dirty="0"/>
          </a:p>
        </p:txBody>
      </p:sp>
      <p:pic>
        <p:nvPicPr>
          <p:cNvPr id="24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546479" cy="1508760"/>
          </a:xfrm>
          <a:prstGeom prst="rect">
            <a:avLst/>
          </a:prstGeom>
        </p:spPr>
      </p:pic>
      <p:pic>
        <p:nvPicPr>
          <p:cNvPr id="25" name="Image 1" descr="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423" y="3337560"/>
            <a:ext cx="1871137" cy="1737360"/>
          </a:xfrm>
          <a:prstGeom prst="rect">
            <a:avLst/>
          </a:prstGeom>
        </p:spPr>
      </p:pic>
      <p:pic>
        <p:nvPicPr>
          <p:cNvPr id="26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3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3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3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سِيِشِ</a:t>
            </a:r>
            <a:endParaRPr lang="ar-SA" sz="6300" dirty="0"/>
          </a:p>
        </p:txBody>
      </p:sp>
      <p:pic>
        <p:nvPicPr>
          <p:cNvPr id="25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11880"/>
            <a:ext cx="1094354" cy="1463040"/>
          </a:xfrm>
          <a:prstGeom prst="rect">
            <a:avLst/>
          </a:prstGeom>
        </p:spPr>
      </p:pic>
      <p:pic>
        <p:nvPicPr>
          <p:cNvPr id="26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4690" y="4251960"/>
            <a:ext cx="697870" cy="822960"/>
          </a:xfrm>
          <a:prstGeom prst="rect">
            <a:avLst/>
          </a:prstGeom>
        </p:spPr>
      </p:pic>
      <p:pic>
        <p:nvPicPr>
          <p:cNvPr id="27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30205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143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E64"/>
          </a:solidFill>
          <a:ln w="12700">
            <a:solidFill>
              <a:srgbClr val="2B3E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F3479"/>
          </a:solidFill>
          <a:ln w="12700">
            <a:solidFill>
              <a:srgbClr val="3F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3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3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3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شِيِصِ</a:t>
            </a:r>
            <a:endParaRPr lang="ar-SA" sz="6300" dirty="0"/>
          </a:p>
        </p:txBody>
      </p:sp>
      <p:pic>
        <p:nvPicPr>
          <p:cNvPr id="26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875389" cy="1508760"/>
          </a:xfrm>
          <a:prstGeom prst="rect">
            <a:avLst/>
          </a:prstGeom>
        </p:spPr>
      </p:pic>
      <p:pic>
        <p:nvPicPr>
          <p:cNvPr id="27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5339" y="3337560"/>
            <a:ext cx="1447221" cy="17373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صِيِضِ</a:t>
            </a:r>
            <a:endParaRPr lang="ar-SA" sz="6100" dirty="0"/>
          </a:p>
        </p:txBody>
      </p:sp>
      <p:pic>
        <p:nvPicPr>
          <p:cNvPr id="24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662654" cy="1508760"/>
          </a:xfrm>
          <a:prstGeom prst="rect">
            <a:avLst/>
          </a:prstGeom>
        </p:spPr>
      </p:pic>
      <p:pic>
        <p:nvPicPr>
          <p:cNvPr id="25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8430" y="3337560"/>
            <a:ext cx="1494130" cy="1737360"/>
          </a:xfrm>
          <a:prstGeom prst="rect">
            <a:avLst/>
          </a:prstGeom>
        </p:spPr>
      </p:pic>
      <p:pic>
        <p:nvPicPr>
          <p:cNvPr id="26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64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3ED5E"/>
          </a:solidFill>
          <a:ln w="12700">
            <a:solidFill>
              <a:srgbClr val="B3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3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3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ضِيِطِ</a:t>
            </a:r>
            <a:endParaRPr lang="ar-SA" sz="6800" dirty="0"/>
          </a:p>
        </p:txBody>
      </p:sp>
      <p:pic>
        <p:nvPicPr>
          <p:cNvPr id="32" name="Image 0" descr="bird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1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E52E0"/>
          </a:solidFill>
          <a:ln w="12700">
            <a:solidFill>
              <a:srgbClr val="9E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8DB70"/>
          </a:solidFill>
          <a:ln w="12700">
            <a:solidFill>
              <a:srgbClr val="D8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E"/>
          </a:solidFill>
          <a:ln w="12700">
            <a:solidFill>
              <a:srgbClr val="47855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3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3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3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طِيِظِ</a:t>
            </a:r>
            <a:endParaRPr lang="ar-SA" sz="6800" dirty="0"/>
          </a:p>
        </p:txBody>
      </p:sp>
      <p:pic>
        <p:nvPicPr>
          <p:cNvPr id="29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4800"/>
            <a:ext cx="907313" cy="960120"/>
          </a:xfrm>
          <a:prstGeom prst="rect">
            <a:avLst/>
          </a:prstGeom>
        </p:spPr>
      </p:pic>
      <p:pic>
        <p:nvPicPr>
          <p:cNvPr id="30" name="Image 1" descr="butterfly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6408" y="45720"/>
            <a:ext cx="852952" cy="7315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A64"/>
          </a:solidFill>
          <a:ln w="12700">
            <a:solidFill>
              <a:srgbClr val="D8BA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647"/>
          </a:solidFill>
          <a:ln w="12700">
            <a:solidFill>
              <a:srgbClr val="D196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2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ظِيِعِ</a:t>
            </a:r>
            <a:endParaRPr lang="ar-SA" sz="5400" dirty="0"/>
          </a:p>
        </p:txBody>
      </p:sp>
      <p:pic>
        <p:nvPicPr>
          <p:cNvPr id="24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283955" cy="1508760"/>
          </a:xfrm>
          <a:prstGeom prst="rect">
            <a:avLst/>
          </a:prstGeom>
        </p:spPr>
      </p:pic>
      <p:pic>
        <p:nvPicPr>
          <p:cNvPr id="25" name="Image 1" descr="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423" y="3337560"/>
            <a:ext cx="1871137" cy="1737360"/>
          </a:xfrm>
          <a:prstGeom prst="rect">
            <a:avLst/>
          </a:prstGeom>
        </p:spPr>
      </p:pic>
      <p:pic>
        <p:nvPicPr>
          <p:cNvPr id="26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88797" cy="6858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3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3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3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عِيِغِ</a:t>
            </a:r>
            <a:endParaRPr lang="ar-SA" sz="5400" dirty="0"/>
          </a:p>
        </p:txBody>
      </p:sp>
      <p:pic>
        <p:nvPicPr>
          <p:cNvPr id="25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1094948" cy="1234440"/>
          </a:xfrm>
          <a:prstGeom prst="rect">
            <a:avLst/>
          </a:prstGeom>
        </p:spPr>
      </p:pic>
      <p:pic>
        <p:nvPicPr>
          <p:cNvPr id="26" name="Image 1" descr="bird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30205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3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D"/>
          </a:solidFill>
          <a:ln w="12700">
            <a:solidFill>
              <a:srgbClr val="642B4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A"/>
          </a:solidFill>
          <a:ln w="12700">
            <a:solidFill>
              <a:srgbClr val="79343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3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3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غِيِفِ</a:t>
            </a:r>
            <a:endParaRPr lang="ar-SA" sz="6800" dirty="0"/>
          </a:p>
        </p:txBody>
      </p:sp>
      <p:pic>
        <p:nvPicPr>
          <p:cNvPr id="26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546479" cy="1508760"/>
          </a:xfrm>
          <a:prstGeom prst="rect">
            <a:avLst/>
          </a:prstGeom>
        </p:spPr>
      </p:pic>
      <p:pic>
        <p:nvPicPr>
          <p:cNvPr id="27" name="Image 1" descr="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423" y="3337560"/>
            <a:ext cx="1871137" cy="17373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فِيِقِ</a:t>
            </a:r>
            <a:endParaRPr lang="ar-SA" sz="6200" dirty="0"/>
          </a:p>
        </p:txBody>
      </p:sp>
      <p:pic>
        <p:nvPicPr>
          <p:cNvPr id="24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128552" cy="1508760"/>
          </a:xfrm>
          <a:prstGeom prst="rect">
            <a:avLst/>
          </a:prstGeom>
        </p:spPr>
      </p:pic>
      <p:pic>
        <p:nvPicPr>
          <p:cNvPr id="25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9279" y="3337560"/>
            <a:ext cx="1473281" cy="1737360"/>
          </a:xfrm>
          <a:prstGeom prst="rect">
            <a:avLst/>
          </a:prstGeom>
        </p:spPr>
      </p:pic>
      <p:pic>
        <p:nvPicPr>
          <p:cNvPr id="26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4754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7ED"/>
          </a:solidFill>
          <a:ln w="12700">
            <a:solidFill>
              <a:srgbClr val="5ED7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3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3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3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قِيِكِ</a:t>
            </a:r>
            <a:endParaRPr lang="ar-SA" sz="6800" dirty="0"/>
          </a:p>
        </p:txBody>
      </p:sp>
      <p:pic>
        <p:nvPicPr>
          <p:cNvPr id="32" name="Image 0" descr="butterfly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43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A52"/>
          </a:solidFill>
          <a:ln w="12700">
            <a:solidFill>
              <a:srgbClr val="E07A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4"/>
          </a:solidFill>
          <a:ln w="12700">
            <a:solidFill>
              <a:srgbClr val="70DBC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F4785"/>
          </a:solidFill>
          <a:ln w="12700">
            <a:solidFill>
              <a:srgbClr val="4F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3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3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3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كِيِلِ</a:t>
            </a:r>
            <a:endParaRPr lang="ar-SA" sz="6500" dirty="0"/>
          </a:p>
        </p:txBody>
      </p:sp>
      <p:pic>
        <p:nvPicPr>
          <p:cNvPr id="29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51960"/>
            <a:ext cx="906902" cy="822960"/>
          </a:xfrm>
          <a:prstGeom prst="rect">
            <a:avLst/>
          </a:prstGeom>
        </p:spPr>
      </p:pic>
      <p:pic>
        <p:nvPicPr>
          <p:cNvPr id="30" name="Image 1" descr="bird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479816" y="45720"/>
            <a:ext cx="829544" cy="6400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D"/>
          </a:solidFill>
          <a:ln w="12700">
            <a:solidFill>
              <a:srgbClr val="64D89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4"/>
          </a:solidFill>
          <a:ln w="12700">
            <a:solidFill>
              <a:srgbClr val="47D17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لِيِمِ</a:t>
            </a:r>
            <a:endParaRPr lang="ar-SA" sz="6300" dirty="0"/>
          </a:p>
        </p:txBody>
      </p:sp>
      <p:pic>
        <p:nvPicPr>
          <p:cNvPr id="24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274902" cy="1508760"/>
          </a:xfrm>
          <a:prstGeom prst="rect">
            <a:avLst/>
          </a:prstGeom>
        </p:spPr>
      </p:pic>
      <p:pic>
        <p:nvPicPr>
          <p:cNvPr id="25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7460" y="3337560"/>
            <a:ext cx="1395100" cy="1737360"/>
          </a:xfrm>
          <a:prstGeom prst="rect">
            <a:avLst/>
          </a:prstGeom>
        </p:spPr>
      </p:pic>
      <p:pic>
        <p:nvPicPr>
          <p:cNvPr id="26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88797" cy="68580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3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3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3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مِيِنِ</a:t>
            </a:r>
            <a:endParaRPr lang="ar-SA" sz="6300" dirty="0"/>
          </a:p>
        </p:txBody>
      </p:sp>
      <p:pic>
        <p:nvPicPr>
          <p:cNvPr id="25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31920"/>
            <a:ext cx="1080135" cy="1143000"/>
          </a:xfrm>
          <a:prstGeom prst="rect">
            <a:avLst/>
          </a:prstGeom>
        </p:spPr>
      </p:pic>
      <p:pic>
        <p:nvPicPr>
          <p:cNvPr id="26" name="Image 1" descr="b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724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433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B642B"/>
          </a:solidFill>
          <a:ln w="12700">
            <a:solidFill>
              <a:srgbClr val="5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C7934"/>
          </a:solidFill>
          <a:ln w="12700">
            <a:solidFill>
              <a:srgbClr val="4C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3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3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3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نِيِهِ</a:t>
            </a:r>
            <a:endParaRPr lang="ar-SA" sz="6800" dirty="0"/>
          </a:p>
        </p:txBody>
      </p:sp>
      <p:pic>
        <p:nvPicPr>
          <p:cNvPr id="26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283955" cy="1508760"/>
          </a:xfrm>
          <a:prstGeom prst="rect">
            <a:avLst/>
          </a:prstGeom>
        </p:spPr>
      </p:pic>
      <p:pic>
        <p:nvPicPr>
          <p:cNvPr id="27" name="Image 1" descr="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423" y="3337560"/>
            <a:ext cx="1871137" cy="17373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هِيِوِ</a:t>
            </a:r>
            <a:endParaRPr lang="ar-SA" sz="6400" dirty="0"/>
          </a:p>
        </p:txBody>
      </p:sp>
      <p:pic>
        <p:nvPicPr>
          <p:cNvPr id="24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338270" cy="1508760"/>
          </a:xfrm>
          <a:prstGeom prst="rect">
            <a:avLst/>
          </a:prstGeom>
        </p:spPr>
      </p:pic>
      <p:pic>
        <p:nvPicPr>
          <p:cNvPr id="25" name="Image 1" descr="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617" y="3337560"/>
            <a:ext cx="2103943" cy="1737360"/>
          </a:xfrm>
          <a:prstGeom prst="rect">
            <a:avLst/>
          </a:prstGeom>
        </p:spPr>
      </p:pic>
      <p:pic>
        <p:nvPicPr>
          <p:cNvPr id="26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49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05EED"/>
          </a:solidFill>
          <a:ln w="12700">
            <a:solidFill>
              <a:srgbClr val="E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3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3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3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وِيِإِ</a:t>
            </a:r>
            <a:endParaRPr lang="ar-SA" sz="6200" dirty="0"/>
          </a:p>
        </p:txBody>
      </p:sp>
      <p:pic>
        <p:nvPicPr>
          <p:cNvPr id="32" name="Image 0" descr="bird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2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6"/>
          </a:solidFill>
          <a:ln w="12700">
            <a:solidFill>
              <a:srgbClr val="52E05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970DB"/>
          </a:solidFill>
          <a:ln w="12700">
            <a:solidFill>
              <a:srgbClr val="A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0"/>
          </a:solidFill>
          <a:ln w="12700">
            <a:solidFill>
              <a:srgbClr val="85475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إِيِ</a:t>
            </a:r>
            <a:endParaRPr lang="ar-SA" sz="6000" dirty="0"/>
          </a:p>
        </p:txBody>
      </p:sp>
      <p:pic>
        <p:nvPicPr>
          <p:cNvPr id="25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923361" cy="1234440"/>
          </a:xfrm>
          <a:prstGeom prst="rect">
            <a:avLst/>
          </a:prstGeom>
        </p:spPr>
      </p:pic>
      <p:pic>
        <p:nvPicPr>
          <p:cNvPr id="26" name="Image 1" descr="bird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479816" y="45720"/>
            <a:ext cx="829544" cy="6400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064D8"/>
          </a:solidFill>
          <a:ln w="12700">
            <a:solidFill>
              <a:srgbClr val="80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247D1"/>
          </a:solidFill>
          <a:ln w="12700">
            <a:solidFill>
              <a:srgbClr val="52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بِيِ</a:t>
            </a:r>
            <a:endParaRPr lang="ar-SA" sz="6000" dirty="0"/>
          </a:p>
        </p:txBody>
      </p:sp>
      <p:pic>
        <p:nvPicPr>
          <p:cNvPr id="20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761729" cy="1417320"/>
          </a:xfrm>
          <a:prstGeom prst="rect">
            <a:avLst/>
          </a:prstGeom>
        </p:spPr>
      </p:pic>
      <p:pic>
        <p:nvPicPr>
          <p:cNvPr id="21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7678" y="3520440"/>
            <a:ext cx="1294882" cy="1554480"/>
          </a:xfrm>
          <a:prstGeom prst="rect">
            <a:avLst/>
          </a:prstGeom>
        </p:spPr>
      </p:pic>
      <p:pic>
        <p:nvPicPr>
          <p:cNvPr id="22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تِيِ</a:t>
            </a:r>
            <a:endParaRPr lang="ar-SA" sz="6000" dirty="0"/>
          </a:p>
        </p:txBody>
      </p:sp>
      <p:pic>
        <p:nvPicPr>
          <p:cNvPr id="21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1108436" cy="1005840"/>
          </a:xfrm>
          <a:prstGeom prst="rect">
            <a:avLst/>
          </a:prstGeom>
        </p:spPr>
      </p:pic>
      <p:pic>
        <p:nvPicPr>
          <p:cNvPr id="22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4814" y="4251960"/>
            <a:ext cx="707746" cy="822960"/>
          </a:xfrm>
          <a:prstGeom prst="rect">
            <a:avLst/>
          </a:prstGeom>
        </p:spPr>
      </p:pic>
      <p:pic>
        <p:nvPicPr>
          <p:cNvPr id="23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33314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144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F"/>
          </a:solidFill>
          <a:ln w="12700">
            <a:solidFill>
              <a:srgbClr val="2B645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D79"/>
          </a:solidFill>
          <a:ln w="12700">
            <a:solidFill>
              <a:srgbClr val="345D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ثِيِ</a:t>
            </a:r>
            <a:endParaRPr lang="ar-SA" sz="6000" dirty="0"/>
          </a:p>
        </p:txBody>
      </p:sp>
      <p:pic>
        <p:nvPicPr>
          <p:cNvPr id="22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197635" cy="1417320"/>
          </a:xfrm>
          <a:prstGeom prst="rect">
            <a:avLst/>
          </a:prstGeom>
        </p:spPr>
      </p:pic>
      <p:pic>
        <p:nvPicPr>
          <p:cNvPr id="23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4313" y="3520440"/>
            <a:ext cx="1248247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جِيِ</a:t>
            </a:r>
            <a:endParaRPr lang="ar-SA" sz="6000" dirty="0"/>
          </a:p>
        </p:txBody>
      </p:sp>
      <p:pic>
        <p:nvPicPr>
          <p:cNvPr id="20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339367" cy="1417320"/>
          </a:xfrm>
          <a:prstGeom prst="rect">
            <a:avLst/>
          </a:prstGeom>
        </p:spPr>
      </p:pic>
      <p:pic>
        <p:nvPicPr>
          <p:cNvPr id="21" name="Image 1" descr="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7247" y="3520440"/>
            <a:ext cx="1635313" cy="1554480"/>
          </a:xfrm>
          <a:prstGeom prst="rect">
            <a:avLst/>
          </a:prstGeom>
        </p:spPr>
      </p:pic>
      <p:pic>
        <p:nvPicPr>
          <p:cNvPr id="22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1645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D5E"/>
          </a:solidFill>
          <a:ln w="12700">
            <a:solidFill>
              <a:srgbClr val="EDB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حِيِ</a:t>
            </a:r>
            <a:endParaRPr lang="ar-SA" sz="6000" dirty="0"/>
          </a:p>
        </p:txBody>
      </p:sp>
      <p:pic>
        <p:nvPicPr>
          <p:cNvPr id="28" name="Image 0" descr="bird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143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0E0"/>
          </a:solidFill>
          <a:ln w="12700">
            <a:solidFill>
              <a:srgbClr val="5270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F70"/>
          </a:solidFill>
          <a:ln w="12700">
            <a:solidFill>
              <a:srgbClr val="DB8F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F8547"/>
          </a:solidFill>
          <a:ln w="12700">
            <a:solidFill>
              <a:srgbClr val="5F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خِيِ</a:t>
            </a:r>
            <a:endParaRPr lang="ar-SA" sz="6000" dirty="0"/>
          </a:p>
        </p:txBody>
      </p:sp>
      <p:pic>
        <p:nvPicPr>
          <p:cNvPr id="25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892180" cy="1005840"/>
          </a:xfrm>
          <a:prstGeom prst="rect">
            <a:avLst/>
          </a:prstGeom>
        </p:spPr>
      </p:pic>
      <p:pic>
        <p:nvPicPr>
          <p:cNvPr id="26" name="Image 1" descr="b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724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5"/>
          </a:solidFill>
          <a:ln w="12700">
            <a:solidFill>
              <a:srgbClr val="D8646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F"/>
          </a:solidFill>
          <a:ln w="12700">
            <a:solidFill>
              <a:srgbClr val="D1475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دِيِ</a:t>
            </a:r>
            <a:endParaRPr lang="ar-SA" sz="6000" dirty="0"/>
          </a:p>
        </p:txBody>
      </p:sp>
      <p:pic>
        <p:nvPicPr>
          <p:cNvPr id="20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452753" cy="1417320"/>
          </a:xfrm>
          <a:prstGeom prst="rect">
            <a:avLst/>
          </a:prstGeom>
        </p:spPr>
      </p:pic>
      <p:pic>
        <p:nvPicPr>
          <p:cNvPr id="21" name="Image 1" descr="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385" y="3520440"/>
            <a:ext cx="1674175" cy="1554480"/>
          </a:xfrm>
          <a:prstGeom prst="rect">
            <a:avLst/>
          </a:prstGeom>
        </p:spPr>
      </p:pic>
      <p:pic>
        <p:nvPicPr>
          <p:cNvPr id="22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18789" cy="7315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ذِيِ</a:t>
            </a:r>
            <a:endParaRPr lang="ar-SA" sz="6000" dirty="0"/>
          </a:p>
        </p:txBody>
      </p:sp>
      <p:pic>
        <p:nvPicPr>
          <p:cNvPr id="21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060155" cy="1417320"/>
          </a:xfrm>
          <a:prstGeom prst="rect">
            <a:avLst/>
          </a:prstGeom>
        </p:spPr>
      </p:pic>
      <p:pic>
        <p:nvPicPr>
          <p:cNvPr id="22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4690" y="4251960"/>
            <a:ext cx="697870" cy="822960"/>
          </a:xfrm>
          <a:prstGeom prst="rect">
            <a:avLst/>
          </a:prstGeom>
        </p:spPr>
      </p:pic>
      <p:pic>
        <p:nvPicPr>
          <p:cNvPr id="23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09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1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12B64"/>
          </a:solidFill>
          <a:ln w="12700">
            <a:solidFill>
              <a:srgbClr val="5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E"/>
          </a:solidFill>
          <a:ln w="12700">
            <a:solidFill>
              <a:srgbClr val="79346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رِيِ</a:t>
            </a:r>
            <a:endParaRPr lang="ar-SA" sz="6000" dirty="0"/>
          </a:p>
        </p:txBody>
      </p:sp>
      <p:pic>
        <p:nvPicPr>
          <p:cNvPr id="22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761729" cy="1417320"/>
          </a:xfrm>
          <a:prstGeom prst="rect">
            <a:avLst/>
          </a:prstGeom>
        </p:spPr>
      </p:pic>
      <p:pic>
        <p:nvPicPr>
          <p:cNvPr id="23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7678" y="3520440"/>
            <a:ext cx="1294882" cy="15544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زِيِ</a:t>
            </a:r>
            <a:endParaRPr lang="ar-SA" sz="6000" dirty="0"/>
          </a:p>
        </p:txBody>
      </p:sp>
      <p:pic>
        <p:nvPicPr>
          <p:cNvPr id="20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561887" cy="1417320"/>
          </a:xfrm>
          <a:prstGeom prst="rect">
            <a:avLst/>
          </a:prstGeom>
        </p:spPr>
      </p:pic>
      <p:pic>
        <p:nvPicPr>
          <p:cNvPr id="21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707" y="3520440"/>
            <a:ext cx="1336853" cy="1554480"/>
          </a:xfrm>
          <a:prstGeom prst="rect">
            <a:avLst/>
          </a:prstGeom>
        </p:spPr>
      </p:pic>
      <p:pic>
        <p:nvPicPr>
          <p:cNvPr id="22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1645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9"/>
          </a:solidFill>
          <a:ln w="12700">
            <a:solidFill>
              <a:srgbClr val="5EED9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سِيِ</a:t>
            </a:r>
            <a:endParaRPr lang="ar-SA" sz="6000" dirty="0"/>
          </a:p>
        </p:txBody>
      </p:sp>
      <p:pic>
        <p:nvPicPr>
          <p:cNvPr id="28" name="Image 0" descr="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43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4"/>
          </a:solidFill>
          <a:ln w="12700">
            <a:solidFill>
              <a:srgbClr val="E0529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4"/>
          </a:solidFill>
          <a:ln w="12700">
            <a:solidFill>
              <a:srgbClr val="70DB7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E85"/>
          </a:solidFill>
          <a:ln w="12700">
            <a:solidFill>
              <a:srgbClr val="476E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شِيِ</a:t>
            </a:r>
            <a:endParaRPr lang="ar-SA" sz="6000" dirty="0"/>
          </a:p>
        </p:txBody>
      </p:sp>
      <p:pic>
        <p:nvPicPr>
          <p:cNvPr id="25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4800"/>
            <a:ext cx="907313" cy="960120"/>
          </a:xfrm>
          <a:prstGeom prst="rect">
            <a:avLst/>
          </a:prstGeom>
        </p:spPr>
      </p:pic>
      <p:pic>
        <p:nvPicPr>
          <p:cNvPr id="26" name="Image 1" descr="bird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505420" y="45720"/>
            <a:ext cx="803940" cy="6400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2D864"/>
          </a:solidFill>
          <a:ln w="12700">
            <a:solidFill>
              <a:srgbClr val="82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2D147"/>
          </a:solidFill>
          <a:ln w="12700">
            <a:solidFill>
              <a:srgbClr val="82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صِيِ</a:t>
            </a:r>
            <a:endParaRPr lang="ar-SA" sz="6000" dirty="0"/>
          </a:p>
        </p:txBody>
      </p:sp>
      <p:pic>
        <p:nvPicPr>
          <p:cNvPr id="20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06139" cy="1417320"/>
          </a:xfrm>
          <a:prstGeom prst="rect">
            <a:avLst/>
          </a:prstGeom>
        </p:spPr>
      </p:pic>
      <p:pic>
        <p:nvPicPr>
          <p:cNvPr id="21" name="Image 1" descr="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385" y="3520440"/>
            <a:ext cx="1674175" cy="1554480"/>
          </a:xfrm>
          <a:prstGeom prst="rect">
            <a:avLst/>
          </a:prstGeom>
        </p:spPr>
      </p:pic>
      <p:pic>
        <p:nvPicPr>
          <p:cNvPr id="22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C5D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ضِيِ</a:t>
            </a:r>
            <a:endParaRPr lang="ar-SA" sz="6000" dirty="0"/>
          </a:p>
        </p:txBody>
      </p:sp>
      <p:pic>
        <p:nvPicPr>
          <p:cNvPr id="21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1094948" cy="1234440"/>
          </a:xfrm>
          <a:prstGeom prst="rect">
            <a:avLst/>
          </a:prstGeom>
        </p:spPr>
      </p:pic>
      <p:pic>
        <p:nvPicPr>
          <p:cNvPr id="22" name="Image 1" descr="bird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30205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43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22B"/>
          </a:solidFill>
          <a:ln w="12700">
            <a:solidFill>
              <a:srgbClr val="644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334"/>
          </a:solidFill>
          <a:ln w="12700">
            <a:solidFill>
              <a:srgbClr val="7973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طِيِ</a:t>
            </a:r>
            <a:endParaRPr lang="ar-SA" sz="6000" dirty="0"/>
          </a:p>
        </p:txBody>
      </p:sp>
      <p:pic>
        <p:nvPicPr>
          <p:cNvPr id="22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452753" cy="1417320"/>
          </a:xfrm>
          <a:prstGeom prst="rect">
            <a:avLst/>
          </a:prstGeom>
        </p:spPr>
      </p:pic>
      <p:pic>
        <p:nvPicPr>
          <p:cNvPr id="23" name="Image 1" descr="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385" y="3520440"/>
            <a:ext cx="1674175" cy="15544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ظِيِ</a:t>
            </a:r>
            <a:endParaRPr lang="ar-SA" sz="6000" dirty="0"/>
          </a:p>
        </p:txBody>
      </p:sp>
      <p:pic>
        <p:nvPicPr>
          <p:cNvPr id="20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060155" cy="1417320"/>
          </a:xfrm>
          <a:prstGeom prst="rect">
            <a:avLst/>
          </a:prstGeom>
        </p:spPr>
      </p:pic>
      <p:pic>
        <p:nvPicPr>
          <p:cNvPr id="21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4361" y="3520440"/>
            <a:ext cx="1318199" cy="1554480"/>
          </a:xfrm>
          <a:prstGeom prst="rect">
            <a:avLst/>
          </a:prstGeom>
        </p:spPr>
      </p:pic>
      <p:pic>
        <p:nvPicPr>
          <p:cNvPr id="22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64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55EED"/>
          </a:solidFill>
          <a:ln w="12700">
            <a:solidFill>
              <a:srgbClr val="7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عِيِ</a:t>
            </a:r>
            <a:endParaRPr lang="ar-SA" sz="6000" dirty="0"/>
          </a:p>
        </p:txBody>
      </p:sp>
      <p:pic>
        <p:nvPicPr>
          <p:cNvPr id="28" name="Image 0" descr="bird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433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8E052"/>
          </a:solidFill>
          <a:ln w="12700">
            <a:solidFill>
              <a:srgbClr val="B8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2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7DB"/>
          </a:solidFill>
          <a:ln w="12700">
            <a:solidFill>
              <a:srgbClr val="7087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D"/>
          </a:solidFill>
          <a:ln w="12700">
            <a:solidFill>
              <a:srgbClr val="85477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غِيِ</a:t>
            </a:r>
            <a:endParaRPr lang="ar-SA" sz="6000" dirty="0"/>
          </a:p>
        </p:txBody>
      </p:sp>
      <p:pic>
        <p:nvPicPr>
          <p:cNvPr id="25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51960"/>
            <a:ext cx="906902" cy="822960"/>
          </a:xfrm>
          <a:prstGeom prst="rect">
            <a:avLst/>
          </a:prstGeom>
        </p:spPr>
      </p:pic>
      <p:pic>
        <p:nvPicPr>
          <p:cNvPr id="26" name="Image 1" descr="butterfly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6408" y="45720"/>
            <a:ext cx="852952" cy="7315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FD8"/>
          </a:solidFill>
          <a:ln w="12700">
            <a:solidFill>
              <a:srgbClr val="649F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4D1"/>
          </a:solidFill>
          <a:ln w="12700">
            <a:solidFill>
              <a:srgbClr val="47A4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فِيِ</a:t>
            </a:r>
            <a:endParaRPr lang="ar-SA" sz="6000" dirty="0"/>
          </a:p>
        </p:txBody>
      </p:sp>
      <p:pic>
        <p:nvPicPr>
          <p:cNvPr id="20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197635" cy="1417320"/>
          </a:xfrm>
          <a:prstGeom prst="rect">
            <a:avLst/>
          </a:prstGeom>
        </p:spPr>
      </p:pic>
      <p:pic>
        <p:nvPicPr>
          <p:cNvPr id="21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4313" y="3520440"/>
            <a:ext cx="1248247" cy="1554480"/>
          </a:xfrm>
          <a:prstGeom prst="rect">
            <a:avLst/>
          </a:prstGeom>
        </p:spPr>
      </p:pic>
      <p:pic>
        <p:nvPicPr>
          <p:cNvPr id="22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88797" cy="6858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قِيِ</a:t>
            </a:r>
            <a:endParaRPr lang="ar-SA" sz="6000" dirty="0"/>
          </a:p>
        </p:txBody>
      </p:sp>
      <p:pic>
        <p:nvPicPr>
          <p:cNvPr id="21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31920"/>
            <a:ext cx="1080135" cy="1143000"/>
          </a:xfrm>
          <a:prstGeom prst="rect">
            <a:avLst/>
          </a:prstGeom>
        </p:spPr>
      </p:pic>
      <p:pic>
        <p:nvPicPr>
          <p:cNvPr id="22" name="Image 1" descr="bird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30205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2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4"/>
          </a:solidFill>
          <a:ln w="12700">
            <a:solidFill>
              <a:srgbClr val="2B643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2"/>
          </a:solidFill>
          <a:ln w="12700">
            <a:solidFill>
              <a:srgbClr val="34796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كِيِ</a:t>
            </a:r>
            <a:endParaRPr lang="ar-SA" sz="6000" dirty="0"/>
          </a:p>
        </p:txBody>
      </p:sp>
      <p:pic>
        <p:nvPicPr>
          <p:cNvPr id="22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06139" cy="1417320"/>
          </a:xfrm>
          <a:prstGeom prst="rect">
            <a:avLst/>
          </a:prstGeom>
        </p:spPr>
      </p:pic>
      <p:pic>
        <p:nvPicPr>
          <p:cNvPr id="23" name="Image 1" descr="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385" y="3520440"/>
            <a:ext cx="1674175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لِيِ</a:t>
            </a:r>
            <a:endParaRPr lang="ar-SA" sz="6000" dirty="0"/>
          </a:p>
        </p:txBody>
      </p:sp>
      <p:pic>
        <p:nvPicPr>
          <p:cNvPr id="20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57163" cy="1417320"/>
          </a:xfrm>
          <a:prstGeom prst="rect">
            <a:avLst/>
          </a:prstGeom>
        </p:spPr>
      </p:pic>
      <p:pic>
        <p:nvPicPr>
          <p:cNvPr id="21" name="Image 1" descr="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0085" y="3520440"/>
            <a:ext cx="1882475" cy="1554480"/>
          </a:xfrm>
          <a:prstGeom prst="rect">
            <a:avLst/>
          </a:prstGeom>
        </p:spPr>
      </p:pic>
      <p:pic>
        <p:nvPicPr>
          <p:cNvPr id="22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4754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B"/>
          </a:solidFill>
          <a:ln w="12700">
            <a:solidFill>
              <a:srgbClr val="ED5E6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مِيِ</a:t>
            </a:r>
            <a:endParaRPr lang="ar-SA" sz="6000" dirty="0"/>
          </a:p>
        </p:txBody>
      </p:sp>
      <p:pic>
        <p:nvPicPr>
          <p:cNvPr id="28" name="Image 0" descr="butterfly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144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BE0"/>
          </a:solidFill>
          <a:ln w="12700">
            <a:solidFill>
              <a:srgbClr val="52DB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B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2"/>
          </a:solidFill>
          <a:ln w="12700">
            <a:solidFill>
              <a:srgbClr val="DB70A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D47"/>
          </a:solidFill>
          <a:ln w="12700">
            <a:solidFill>
              <a:srgbClr val="857D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نِيِ</a:t>
            </a:r>
            <a:endParaRPr lang="ar-SA" sz="6000" dirty="0"/>
          </a:p>
        </p:txBody>
      </p:sp>
      <p:pic>
        <p:nvPicPr>
          <p:cNvPr id="25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923361" cy="1234440"/>
          </a:xfrm>
          <a:prstGeom prst="rect">
            <a:avLst/>
          </a:prstGeom>
        </p:spPr>
      </p:pic>
      <p:pic>
        <p:nvPicPr>
          <p:cNvPr id="26" name="Image 1" descr="bird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479816" y="45720"/>
            <a:ext cx="829544" cy="6400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C"/>
          </a:solidFill>
          <a:ln w="12700">
            <a:solidFill>
              <a:srgbClr val="D864B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6"/>
          </a:solidFill>
          <a:ln w="12700">
            <a:solidFill>
              <a:srgbClr val="D147C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هِيِ</a:t>
            </a:r>
            <a:endParaRPr lang="ar-SA" sz="6000" dirty="0"/>
          </a:p>
        </p:txBody>
      </p:sp>
      <p:pic>
        <p:nvPicPr>
          <p:cNvPr id="20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761729" cy="1417320"/>
          </a:xfrm>
          <a:prstGeom prst="rect">
            <a:avLst/>
          </a:prstGeom>
        </p:spPr>
      </p:pic>
      <p:pic>
        <p:nvPicPr>
          <p:cNvPr id="21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7678" y="3520440"/>
            <a:ext cx="1294882" cy="1554480"/>
          </a:xfrm>
          <a:prstGeom prst="rect">
            <a:avLst/>
          </a:prstGeom>
        </p:spPr>
      </p:pic>
      <p:pic>
        <p:nvPicPr>
          <p:cNvPr id="22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88797" cy="68580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4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وِيِ</a:t>
            </a:r>
            <a:endParaRPr lang="ar-SA" sz="6000" dirty="0"/>
          </a:p>
        </p:txBody>
      </p:sp>
      <p:pic>
        <p:nvPicPr>
          <p:cNvPr id="21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1108436" cy="1005840"/>
          </a:xfrm>
          <a:prstGeom prst="rect">
            <a:avLst/>
          </a:prstGeom>
        </p:spPr>
      </p:pic>
      <p:pic>
        <p:nvPicPr>
          <p:cNvPr id="22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4814" y="4251960"/>
            <a:ext cx="707746" cy="822960"/>
          </a:xfrm>
          <a:prstGeom prst="rect">
            <a:avLst/>
          </a:prstGeom>
        </p:spPr>
      </p:pic>
      <p:pic>
        <p:nvPicPr>
          <p:cNvPr id="23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724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143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064"/>
          </a:solidFill>
          <a:ln w="12700">
            <a:solidFill>
              <a:srgbClr val="2B3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13479"/>
          </a:solidFill>
          <a:ln w="12700">
            <a:solidFill>
              <a:srgbClr val="5134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812806" y="896112"/>
            <a:ext cx="188914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436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812806" y="896112"/>
            <a:ext cx="188914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نَسِيَ</a:t>
            </a:r>
            <a:endParaRPr lang="ar-SA" sz="4500" dirty="0"/>
          </a:p>
        </p:txBody>
      </p:sp>
      <p:sp>
        <p:nvSpPr>
          <p:cNvPr id="14" name="C2 W2 pill"/>
          <p:cNvSpPr/>
          <p:nvPr/>
        </p:nvSpPr>
        <p:spPr>
          <a:xfrm>
            <a:off x="2442054" y="896112"/>
            <a:ext cx="205071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44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442054" y="896112"/>
            <a:ext cx="205071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وَحَزِنَ</a:t>
            </a:r>
            <a:endParaRPr lang="ar-SA" sz="45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A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784159" y="2834640"/>
            <a:ext cx="357568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784159" y="2834640"/>
            <a:ext cx="357568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نَسِيَ وَحَزِنَ</a:t>
            </a:r>
            <a:endParaRPr lang="ar-SA" sz="4500" dirty="0"/>
          </a:p>
        </p:txBody>
      </p:sp>
      <p:pic>
        <p:nvPicPr>
          <p:cNvPr id="19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313536" cy="1554480"/>
          </a:xfrm>
          <a:prstGeom prst="rect">
            <a:avLst/>
          </a:prstGeom>
        </p:spPr>
      </p:pic>
      <p:pic>
        <p:nvPicPr>
          <p:cNvPr id="20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4313" y="1783080"/>
            <a:ext cx="1248247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52152" y="896112"/>
            <a:ext cx="167957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76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52152" y="896112"/>
            <a:ext cx="167957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لَقِيَ</a:t>
            </a:r>
            <a:endParaRPr lang="ar-SA" sz="4500" dirty="0"/>
          </a:p>
        </p:txBody>
      </p:sp>
      <p:sp>
        <p:nvSpPr>
          <p:cNvPr id="12" name="C2 W2 pill"/>
          <p:cNvSpPr/>
          <p:nvPr/>
        </p:nvSpPr>
        <p:spPr>
          <a:xfrm>
            <a:off x="2612276" y="896112"/>
            <a:ext cx="191983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7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612276" y="896112"/>
            <a:ext cx="191983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وَفَرِحَ</a:t>
            </a:r>
            <a:endParaRPr lang="ar-SA" sz="45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8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954382" y="2834640"/>
            <a:ext cx="323523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954382" y="2834640"/>
            <a:ext cx="323523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لَقِيَ وَفَرِحَ</a:t>
            </a:r>
            <a:endParaRPr lang="ar-SA" sz="4500" dirty="0"/>
          </a:p>
        </p:txBody>
      </p:sp>
      <p:pic>
        <p:nvPicPr>
          <p:cNvPr id="17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468984" cy="1554480"/>
          </a:xfrm>
          <a:prstGeom prst="rect">
            <a:avLst/>
          </a:prstGeom>
        </p:spPr>
      </p:pic>
      <p:pic>
        <p:nvPicPr>
          <p:cNvPr id="18" name="Image 1" descr="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7247" y="1783080"/>
            <a:ext cx="1635313" cy="1554480"/>
          </a:xfrm>
          <a:prstGeom prst="rect">
            <a:avLst/>
          </a:prstGeom>
        </p:spPr>
      </p:pic>
      <p:pic>
        <p:nvPicPr>
          <p:cNvPr id="19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49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FED5E"/>
          </a:solidFill>
          <a:ln w="12700">
            <a:solidFill>
              <a:srgbClr val="8F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964370" y="896112"/>
            <a:ext cx="190845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A8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964370" y="896112"/>
            <a:ext cx="190845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يَبِسَ</a:t>
            </a:r>
            <a:endParaRPr lang="ar-SA" sz="4800" dirty="0"/>
          </a:p>
        </p:txBody>
      </p:sp>
      <p:sp>
        <p:nvSpPr>
          <p:cNvPr id="20" name="C2 W2 pill"/>
          <p:cNvSpPr/>
          <p:nvPr/>
        </p:nvSpPr>
        <p:spPr>
          <a:xfrm>
            <a:off x="2271176" y="896112"/>
            <a:ext cx="237315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A836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271176" y="896112"/>
            <a:ext cx="237315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وَسَقَطَ</a:t>
            </a:r>
            <a:endParaRPr lang="ar-SA" sz="48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622375" y="2834640"/>
            <a:ext cx="389924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622375" y="2834640"/>
            <a:ext cx="389924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يَبِسَ وَسَقَطَ</a:t>
            </a:r>
            <a:endParaRPr lang="ar-SA" sz="4800" dirty="0"/>
          </a:p>
        </p:txBody>
      </p:sp>
      <p:pic>
        <p:nvPicPr>
          <p:cNvPr id="25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322862" cy="1554480"/>
          </a:xfrm>
          <a:prstGeom prst="rect">
            <a:avLst/>
          </a:prstGeom>
        </p:spPr>
      </p:pic>
      <p:pic>
        <p:nvPicPr>
          <p:cNvPr id="26" name="Image 1" descr="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385" y="1783080"/>
            <a:ext cx="1674175" cy="1554480"/>
          </a:xfrm>
          <a:prstGeom prst="rect">
            <a:avLst/>
          </a:prstGeom>
        </p:spPr>
      </p:pic>
      <p:pic>
        <p:nvPicPr>
          <p:cNvPr id="27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2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252E0"/>
          </a:solidFill>
          <a:ln w="12700">
            <a:solidFill>
              <a:srgbClr val="C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CDB70"/>
          </a:solidFill>
          <a:ln w="12700">
            <a:solidFill>
              <a:srgbClr val="BC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D"/>
          </a:solidFill>
          <a:ln w="12700">
            <a:solidFill>
              <a:srgbClr val="47856D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789611" y="896112"/>
            <a:ext cx="177744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A3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789611" y="896112"/>
            <a:ext cx="177744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حَزِنَ</a:t>
            </a:r>
            <a:endParaRPr lang="ar-SA" sz="4500" dirty="0"/>
          </a:p>
        </p:txBody>
      </p:sp>
      <p:sp>
        <p:nvSpPr>
          <p:cNvPr id="17" name="C2 W2 pill"/>
          <p:cNvSpPr/>
          <p:nvPr/>
        </p:nvSpPr>
        <p:spPr>
          <a:xfrm>
            <a:off x="2576948" y="896112"/>
            <a:ext cx="189262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DA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576948" y="896112"/>
            <a:ext cx="189262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وَبَقِيَ</a:t>
            </a:r>
            <a:endParaRPr lang="ar-SA" sz="45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3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916196" y="2834640"/>
            <a:ext cx="331160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916196" y="2834640"/>
            <a:ext cx="331160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حَزِنَ وَبَقِيَ</a:t>
            </a:r>
            <a:endParaRPr lang="ar-SA" sz="4500" dirty="0"/>
          </a:p>
        </p:txBody>
      </p:sp>
      <p:pic>
        <p:nvPicPr>
          <p:cNvPr id="22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378824" cy="1554480"/>
          </a:xfrm>
          <a:prstGeom prst="rect">
            <a:avLst/>
          </a:prstGeom>
        </p:spPr>
      </p:pic>
      <p:pic>
        <p:nvPicPr>
          <p:cNvPr id="23" name="Image 1" descr="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0085" y="1783080"/>
            <a:ext cx="1882475" cy="1554480"/>
          </a:xfrm>
          <a:prstGeom prst="rect">
            <a:avLst/>
          </a:prstGeom>
        </p:spPr>
      </p:pic>
      <p:pic>
        <p:nvPicPr>
          <p:cNvPr id="24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479816" y="45720"/>
            <a:ext cx="829544" cy="6400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159</Slides>
  <Notes>159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159</vt:i4>
      </vt:variant>
    </vt:vector>
  </HeadingPairs>
  <TitlesOfParts>
    <vt:vector size="16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Kasrah reading 03-noon-ya</dc:title>
  <dc:subject>PptxGenJS Presentation</dc:subject>
  <dc:creator>PptxGenJS</dc:creator>
  <cp:lastModifiedBy>PptxGenJS</cp:lastModifiedBy>
  <cp:revision>1</cp:revision>
  <dcterms:created xsi:type="dcterms:W3CDTF">2026-10-20T22:47:01Z</dcterms:created>
  <dcterms:modified xsi:type="dcterms:W3CDTF">2026-10-20T22:47:01Z</dcterms:modified>
</cp:coreProperties>
</file>