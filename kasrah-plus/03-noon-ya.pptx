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notesMasterIdLst>
    <p:notesMasterId r:id="rId16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2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2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4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5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2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3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7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8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1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0-1.png"/><Relationship Id="rId2" Type="http://schemas.openxmlformats.org/officeDocument/2006/relationships/image" Target="../media/image-7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6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1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9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1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2.png"/><Relationship Id="rId2" Type="http://schemas.openxmlformats.org/officeDocument/2006/relationships/image" Target="../media/image-5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7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1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1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10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96762" cy="169164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2034540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7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014" y="3835908"/>
            <a:ext cx="571546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9" y="3790188"/>
            <a:ext cx="1047171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73352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2003" y="3515868"/>
            <a:ext cx="80055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نِدِ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89" y="4110228"/>
            <a:ext cx="566471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نِذِ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نِرِ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نِزِ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087" y="4155948"/>
            <a:ext cx="582473" cy="9144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نِطِ</a:t>
            </a:r>
            <a:endParaRPr lang="ar-SA" sz="95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نِظِ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نِعِ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نِفِ</a:t>
            </a:r>
            <a:endParaRPr lang="ar-SA" sz="92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225" y="4064508"/>
            <a:ext cx="574335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نِقِ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831" y="3653028"/>
            <a:ext cx="1401729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نِكِ</a:t>
            </a:r>
            <a:endParaRPr lang="ar-SA" sz="9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023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نِلِ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618" y="3515868"/>
            <a:ext cx="7259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نِمِ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إِنِبِ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تِنِثِ</a:t>
            </a:r>
            <a:endParaRPr lang="ar-SA" sz="8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776" y="3561588"/>
            <a:ext cx="737784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خِنِدِ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4776" y="4155948"/>
            <a:ext cx="557784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5945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98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سِنِشِ</a:t>
            </a:r>
            <a:endParaRPr lang="ar-SA" sz="63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شِنِصِ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صِنِضِ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7847" y="3744468"/>
            <a:ext cx="584713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ضِنِطِ</a:t>
            </a:r>
            <a:endParaRPr lang="ar-SA" sz="7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3148" y="3470148"/>
            <a:ext cx="1699412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طِنِظِ</a:t>
            </a:r>
            <a:endParaRPr lang="ar-SA" sz="8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ظِنِعِ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2509" y="3332988"/>
            <a:ext cx="1230051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عِنِغِ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غِنِفِ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فِنِقِ</a:t>
            </a:r>
            <a:endParaRPr lang="ar-SA" sz="6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089" y="4110228"/>
            <a:ext cx="566471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قِنِكِ</a:t>
            </a:r>
            <a:endParaRPr lang="ar-SA" sz="8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5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817" y="4110228"/>
            <a:ext cx="178774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كِنِلِ</a:t>
            </a:r>
            <a:endParaRPr lang="ar-SA" sz="6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لِنِمِ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7598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0959" y="3378708"/>
            <a:ext cx="1011601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مِنِإِ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03884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</a:t>
            </a:r>
            <a:endParaRPr lang="ar-SA" sz="7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</a:t>
            </a:r>
            <a:endParaRPr lang="ar-SA" sz="7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3927348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</a:t>
            </a:r>
            <a:endParaRPr lang="ar-SA" sz="73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</a:t>
            </a:r>
            <a:endParaRPr lang="ar-SA" sz="73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4110228"/>
            <a:ext cx="576072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0991" y="4110228"/>
            <a:ext cx="1671569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550" y="3744468"/>
            <a:ext cx="769010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5700" y="3973068"/>
            <a:ext cx="1306860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4855" y="3515868"/>
            <a:ext cx="74770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1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74520"/>
            <a:ext cx="1249436" cy="14630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1897380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يِإِ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7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5656" y="3561588"/>
            <a:ext cx="1016904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4744" y="3515868"/>
            <a:ext cx="907816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75" y="3927348"/>
            <a:ext cx="565785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يِدِ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3927348"/>
            <a:ext cx="122529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يِذِ</a:t>
            </a:r>
            <a:endParaRPr lang="ar-SA" sz="7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60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يِرِ</a:t>
            </a:r>
            <a:endParaRPr lang="ar-SA" sz="7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515868"/>
            <a:ext cx="77724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يِزِ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يِسِ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يِشِ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4718" y="4018788"/>
            <a:ext cx="567842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1967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يِطِ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412" y="3515868"/>
            <a:ext cx="123114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يِظِ</a:t>
            </a:r>
            <a:endParaRPr lang="ar-SA" sz="7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يِعِ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يِغِ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2648" y="4110228"/>
            <a:ext cx="579912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يِفِ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914" y="3881628"/>
            <a:ext cx="1238646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يِقِ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6307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يِكِ</a:t>
            </a:r>
            <a:endParaRPr lang="ar-SA" sz="7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0352" y="3515868"/>
            <a:ext cx="66220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يِلِ</a:t>
            </a:r>
            <a:endParaRPr lang="ar-SA" sz="7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يِمِ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يِنِ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328" y="4110228"/>
            <a:ext cx="572232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يِهِ</a:t>
            </a:r>
            <a:endParaRPr lang="ar-SA" sz="7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3812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يِوِ</a:t>
            </a:r>
            <a:endParaRPr lang="ar-SA" sz="72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إِيِبِ</a:t>
            </a:r>
            <a:endParaRPr lang="ar-SA" sz="62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3656" y="3378708"/>
            <a:ext cx="828904" cy="16916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تِيِثِ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ثِيِجِ</a:t>
            </a:r>
            <a:endParaRPr lang="ar-SA" sz="5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جِيِحِ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حِيِخِ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3257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590" y="4110228"/>
            <a:ext cx="722970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خِيِدِ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080" y="3378708"/>
            <a:ext cx="732480" cy="16916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دِيِذِ</a:t>
            </a:r>
            <a:endParaRPr lang="ar-SA" sz="6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5329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ذِيِرِ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رِيِزِ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04591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زِيِسِ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7680" y="3653028"/>
            <a:ext cx="1004880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سِيِشِ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1223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شِيِصِ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9806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صِيِضِ</a:t>
            </a:r>
            <a:endParaRPr lang="ar-SA" sz="6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61924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ضِيِطِ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طِيِظِ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311" y="3835908"/>
            <a:ext cx="575249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ظِيِعِ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708" y="4110228"/>
            <a:ext cx="1375852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عِيِغِ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1116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غِيِفِ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921" y="3332988"/>
            <a:ext cx="908639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فِيِقِ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قِيِكِ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كِيِلِ</a:t>
            </a:r>
            <a:endParaRPr lang="ar-SA" sz="65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لِيِمِ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7051" y="3653028"/>
            <a:ext cx="128550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مِيِنِ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نِيِهِ</a:t>
            </a:r>
            <a:endParaRPr lang="ar-SA" sz="68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965" y="3424428"/>
            <a:ext cx="1010595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هِيِوِ</a:t>
            </a:r>
            <a:endParaRPr lang="ar-SA" sz="6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وِيِإِ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7557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5802" y="3744468"/>
            <a:ext cx="576758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526" y="3515868"/>
            <a:ext cx="91403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458" y="3515868"/>
            <a:ext cx="81610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9930" y="4110228"/>
            <a:ext cx="562630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648" y="3744468"/>
            <a:ext cx="126091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5480" y="3515868"/>
            <a:ext cx="687080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350" y="4110228"/>
            <a:ext cx="717210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607" y="3744468"/>
            <a:ext cx="719953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4202" y="4064508"/>
            <a:ext cx="578358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1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702" y="3515868"/>
            <a:ext cx="100885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</a:t>
            </a:r>
            <a:endParaRPr lang="ar-SA" sz="60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2628" y="3515868"/>
            <a:ext cx="73993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</a:t>
            </a:r>
            <a:endParaRPr lang="ar-SA" sz="6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</a:t>
            </a:r>
            <a:endParaRPr lang="ar-SA" sz="6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</a:t>
            </a:r>
            <a:endParaRPr lang="ar-SA" sz="6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5389" y="3790188"/>
            <a:ext cx="1047171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</a:t>
            </a:r>
            <a:endParaRPr lang="ar-SA" sz="6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3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2806" y="896112"/>
            <a:ext cx="1889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2806" y="896112"/>
            <a:ext cx="1889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42054" y="896112"/>
            <a:ext cx="20507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4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42054" y="896112"/>
            <a:ext cx="20507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وَحَزِنَ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4159" y="2834640"/>
            <a:ext cx="35756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4159" y="2834640"/>
            <a:ext cx="35756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 وَحَزِنَ</a:t>
            </a:r>
            <a:endParaRPr lang="ar-SA" sz="45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225296" cy="114300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4182" y="3332988"/>
            <a:ext cx="73837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45820" cy="169164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2080260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64370" y="896112"/>
            <a:ext cx="19084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64370" y="896112"/>
            <a:ext cx="19084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271176" y="896112"/>
            <a:ext cx="23731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8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71176" y="896112"/>
            <a:ext cx="23731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وَسَقَطَ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22375" y="2834640"/>
            <a:ext cx="38992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22375" y="2834640"/>
            <a:ext cx="38992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 وَسَقَطَ</a:t>
            </a:r>
            <a:endParaRPr lang="ar-SA" sz="48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51660"/>
            <a:ext cx="1375989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397" y="2034540"/>
            <a:ext cx="1304163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89611" y="896112"/>
            <a:ext cx="1777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89611" y="896112"/>
            <a:ext cx="1777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2576948" y="896112"/>
            <a:ext cx="18926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6948" y="896112"/>
            <a:ext cx="18926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وَبَقِيَ</a:t>
            </a:r>
            <a:endParaRPr lang="ar-SA" sz="45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16196" y="2834640"/>
            <a:ext cx="33116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16196" y="2834640"/>
            <a:ext cx="33116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وَبَقِيَ</a:t>
            </a:r>
            <a:endParaRPr lang="ar-SA" sz="4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8894" cy="16459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0969" y="1783080"/>
            <a:ext cx="931591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03-noon-ya</dc:title>
  <dc:subject>PptxGenJS Presentation</dc:subject>
  <dc:creator>PptxGenJS</dc:creator>
  <cp:lastModifiedBy>PptxGenJS</cp:lastModifiedBy>
  <cp:revision>1</cp:revision>
  <dcterms:created xsi:type="dcterms:W3CDTF">2026-10-21T00:09:46Z</dcterms:created>
  <dcterms:modified xsi:type="dcterms:W3CDTF">2026-10-21T00:09:46Z</dcterms:modified>
</cp:coreProperties>
</file>