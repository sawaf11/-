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2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2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5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2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2.png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7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2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4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image" Target="../media/image-8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4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6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9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8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0-1.png"/><Relationship Id="rId2" Type="http://schemas.openxmlformats.org/officeDocument/2006/relationships/image" Target="../media/image-7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4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6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8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1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1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10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32104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413" y="3241548"/>
            <a:ext cx="949147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673" y="3515868"/>
            <a:ext cx="160888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566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515868"/>
            <a:ext cx="73837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214" y="4064508"/>
            <a:ext cx="57634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1808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2792" y="3515868"/>
            <a:ext cx="16197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929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540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4250" y="3515868"/>
            <a:ext cx="147831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1983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705" y="3515868"/>
            <a:ext cx="85185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214" y="4064508"/>
            <a:ext cx="576346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55588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581" y="3515868"/>
            <a:ext cx="1796979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14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935" y="3515868"/>
            <a:ext cx="70262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إِنِبِ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2133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835" y="3332988"/>
            <a:ext cx="1549725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412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284" y="3332988"/>
            <a:ext cx="924276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خِنِدِ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424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179" y="4064508"/>
            <a:ext cx="582381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524155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647" y="3332988"/>
            <a:ext cx="200491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1159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سِنِشِ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شِنِصِ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صِنِضِ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ضِنِطِ</a:t>
            </a:r>
            <a:endParaRPr lang="ar-SA" sz="7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4104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732" y="3332988"/>
            <a:ext cx="1363828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طِنِظِ</a:t>
            </a:r>
            <a:endParaRPr lang="ar-SA" sz="8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367" y="4064508"/>
            <a:ext cx="722193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ظِنِعِ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349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367" y="3332988"/>
            <a:ext cx="1176193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عِنِغِ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غِنِفِ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فِنِقِ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11713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009" y="4110228"/>
            <a:ext cx="564551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قِنِكِ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9107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342" y="3332988"/>
            <a:ext cx="179121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كِنِلِ</a:t>
            </a:r>
            <a:endParaRPr lang="ar-SA" sz="6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لِنِمِ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0791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204" y="3332988"/>
            <a:ext cx="101635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420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9669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0802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3905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66" y="3515868"/>
            <a:ext cx="79589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322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208" y="4064508"/>
            <a:ext cx="577352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9228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019" y="3515868"/>
            <a:ext cx="2911541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042" y="3927348"/>
            <a:ext cx="715518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059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606" y="3515868"/>
            <a:ext cx="86895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0235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8125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9392" y="3515868"/>
            <a:ext cx="120316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1809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410" y="3515868"/>
            <a:ext cx="74615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00235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513" y="1783080"/>
            <a:ext cx="1292047" cy="16459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6608" y="3515868"/>
            <a:ext cx="199595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0629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337747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8061" y="3515868"/>
            <a:ext cx="88449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465" y="3881628"/>
            <a:ext cx="580095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يِدِ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6881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1286" y="3515868"/>
            <a:ext cx="169127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يِذِ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886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8894" y="3515868"/>
            <a:ext cx="803666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267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يِسِ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63" y="4018788"/>
            <a:ext cx="57099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8896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901" y="3515868"/>
            <a:ext cx="161665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يِطِ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1155" y="3515868"/>
            <a:ext cx="118140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يِظِ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952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يِعِ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779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289" y="4110228"/>
            <a:ext cx="571271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يِفِ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65464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يِكِ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165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8797" y="3515868"/>
            <a:ext cx="663763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يِمِ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214" y="4064508"/>
            <a:ext cx="576346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يِهِ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74013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654" y="3515868"/>
            <a:ext cx="158090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68023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تِيِثِ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2485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7212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392" y="3332988"/>
            <a:ext cx="179816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441" y="4155948"/>
            <a:ext cx="725119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خِيِدِ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142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7314" y="3332988"/>
            <a:ext cx="82524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دِيِذِ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666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ذِيِرِ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رِيِزِ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6450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زِيِسِ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741109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231" y="3332988"/>
            <a:ext cx="1810329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سِيِشِ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شِيِصِ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465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7820" y="3332988"/>
            <a:ext cx="894740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صِيِضِ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0266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3894" y="3332988"/>
            <a:ext cx="2588666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ضِيِطِ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طِيِظِ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186" y="3835908"/>
            <a:ext cx="56537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ظِيِعِ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4883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0331" y="3332988"/>
            <a:ext cx="1652229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عِيِغِ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غِيِفِ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82267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2183" y="3332988"/>
            <a:ext cx="91037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فِيِقِ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4677" y="3332988"/>
            <a:ext cx="2077883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قِيِكِ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كِيِلِ</a:t>
            </a:r>
            <a:endParaRPr lang="ar-SA" sz="65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2625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لِيِمِ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63254" cy="150876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4172" y="3332988"/>
            <a:ext cx="2008388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مِيِنِ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65606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نِيِهِ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78585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6204" y="3332988"/>
            <a:ext cx="1016356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هِيِوِ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0870" y="3332988"/>
            <a:ext cx="901690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وِيِإِ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3757" y="3744468"/>
            <a:ext cx="56880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4645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964" y="3515868"/>
            <a:ext cx="1386596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0047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4904" y="3515868"/>
            <a:ext cx="81765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51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9133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129" y="4110228"/>
            <a:ext cx="567431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014012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8690" y="3515868"/>
            <a:ext cx="1793870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1669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262" y="3515868"/>
            <a:ext cx="69329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7669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402" y="3515868"/>
            <a:ext cx="1859158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8377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5117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293" y="3515868"/>
            <a:ext cx="1220267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82267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705" y="3515868"/>
            <a:ext cx="85185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625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5785" y="3515868"/>
            <a:ext cx="806775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7049" y="4110228"/>
            <a:ext cx="565511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891" y="3515868"/>
            <a:ext cx="160266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367" y="4064508"/>
            <a:ext cx="722193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7756" y="3515868"/>
            <a:ext cx="7648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141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385" y="3515868"/>
            <a:ext cx="231617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691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2216" y="3515868"/>
            <a:ext cx="175034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3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2806" y="896112"/>
            <a:ext cx="1889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2806" y="896112"/>
            <a:ext cx="1889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42054" y="896112"/>
            <a:ext cx="20507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4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42054" y="896112"/>
            <a:ext cx="20507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وَحَزِنَ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4159" y="2834640"/>
            <a:ext cx="35756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4159" y="2834640"/>
            <a:ext cx="35756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 وَحَزِنَ</a:t>
            </a:r>
            <a:endParaRPr lang="ar-SA" sz="45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861718" cy="18288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0573" y="3241548"/>
            <a:ext cx="811987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45490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5315" y="3241548"/>
            <a:ext cx="2187245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64370" y="896112"/>
            <a:ext cx="19084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64370" y="896112"/>
            <a:ext cx="19084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271176" y="896112"/>
            <a:ext cx="23731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8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71176" y="896112"/>
            <a:ext cx="23731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وَسَقَطَ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22375" y="2834640"/>
            <a:ext cx="38992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22375" y="2834640"/>
            <a:ext cx="38992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 وَسَقَطَ</a:t>
            </a:r>
            <a:endParaRPr lang="ar-SA" sz="4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502725" cy="1645920"/>
          </a:xfrm>
          <a:prstGeom prst="rect">
            <a:avLst/>
          </a:prstGeom>
        </p:spPr>
      </p:pic>
      <p:pic>
        <p:nvPicPr>
          <p:cNvPr id="26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9876" y="1783080"/>
            <a:ext cx="1902684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89611" y="896112"/>
            <a:ext cx="1777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89611" y="896112"/>
            <a:ext cx="1777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2576948" y="896112"/>
            <a:ext cx="18926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6948" y="896112"/>
            <a:ext cx="18926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وَبَقِيَ</a:t>
            </a:r>
            <a:endParaRPr lang="ar-SA" sz="45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16196" y="2834640"/>
            <a:ext cx="33116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16196" y="2834640"/>
            <a:ext cx="33116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وَبَقِيَ</a:t>
            </a:r>
            <a:endParaRPr lang="ar-SA" sz="4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52221" cy="18288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347" y="1783080"/>
            <a:ext cx="882213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03-noon-ya</dc:title>
  <dc:subject>PptxGenJS Presentation</dc:subject>
  <dc:creator>PptxGenJS</dc:creator>
  <cp:lastModifiedBy>PptxGenJS</cp:lastModifiedBy>
  <cp:revision>1</cp:revision>
  <dcterms:created xsi:type="dcterms:W3CDTF">2026-10-20T23:35:46Z</dcterms:created>
  <dcterms:modified xsi:type="dcterms:W3CDTF">2026-10-20T23:35:46Z</dcterms:modified>
</cp:coreProperties>
</file>