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7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1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5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2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1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1000" dirty="0"/>
          </a:p>
        </p:txBody>
      </p:sp>
      <p:pic>
        <p:nvPicPr>
          <p:cNvPr id="13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09857" cy="1463040"/>
          </a:xfrm>
          <a:prstGeom prst="rect">
            <a:avLst/>
          </a:prstGeom>
        </p:spPr>
      </p:pic>
      <p:pic>
        <p:nvPicPr>
          <p:cNvPr id="14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15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نِإِ</a:t>
            </a:r>
            <a:endParaRPr lang="ar-SA" sz="7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7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500" dirty="0"/>
          </a:p>
        </p:txBody>
      </p:sp>
      <p:pic>
        <p:nvPicPr>
          <p:cNvPr id="20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500" dirty="0"/>
          </a:p>
        </p:txBody>
      </p:sp>
      <p:pic>
        <p:nvPicPr>
          <p:cNvPr id="21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2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6100" dirty="0"/>
          </a:p>
        </p:txBody>
      </p:sp>
      <p:pic>
        <p:nvPicPr>
          <p:cNvPr id="22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6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6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نِدِ</a:t>
            </a:r>
            <a:endParaRPr lang="ar-SA" sz="95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نِذِ</a:t>
            </a:r>
            <a:endParaRPr lang="ar-SA" sz="95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نِرِ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نِزِ</a:t>
            </a:r>
            <a:endParaRPr lang="ar-SA" sz="74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نِسِ</a:t>
            </a:r>
            <a:endParaRPr lang="ar-SA" sz="7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نِشِ</a:t>
            </a:r>
            <a:endParaRPr lang="ar-SA" sz="7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نِصِ</a:t>
            </a:r>
            <a:endParaRPr lang="ar-SA" sz="71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نِضِ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نِطِ</a:t>
            </a:r>
            <a:endParaRPr lang="ar-SA" sz="95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نِظِ</a:t>
            </a:r>
            <a:endParaRPr lang="ar-SA" sz="95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نِعِ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نِغِ</a:t>
            </a:r>
            <a:endParaRPr lang="ar-SA" sz="6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نِفِ</a:t>
            </a:r>
            <a:endParaRPr lang="ar-SA" sz="92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نِقِ</a:t>
            </a:r>
            <a:endParaRPr lang="ar-SA" sz="70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نِكِ</a:t>
            </a:r>
            <a:endParaRPr lang="ar-SA" sz="92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نِلِ</a:t>
            </a:r>
            <a:endParaRPr lang="ar-SA" sz="73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نِمِ</a:t>
            </a:r>
            <a:endParaRPr lang="ar-SA" sz="7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إِنِبِ</a:t>
            </a:r>
            <a:endParaRPr lang="ar-SA" sz="62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68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تِنِثِ</a:t>
            </a:r>
            <a:endParaRPr lang="ar-SA" sz="8400" dirty="0"/>
          </a:p>
        </p:txBody>
      </p:sp>
      <p:pic>
        <p:nvPicPr>
          <p:cNvPr id="24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ثِنِجِ</a:t>
            </a:r>
            <a:endParaRPr lang="ar-SA" sz="5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6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جِنِحِ</a:t>
            </a:r>
            <a:endParaRPr lang="ar-SA" sz="5400" dirty="0"/>
          </a:p>
        </p:txBody>
      </p:sp>
      <p:pic>
        <p:nvPicPr>
          <p:cNvPr id="26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7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حِنِخِ</a:t>
            </a:r>
            <a:endParaRPr lang="ar-SA" sz="54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خِنِدِ</a:t>
            </a:r>
            <a:endParaRPr lang="ar-SA" sz="84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دِنِذِ</a:t>
            </a:r>
            <a:endParaRPr lang="ar-SA" sz="84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ذِنِرِ</a:t>
            </a:r>
            <a:endParaRPr lang="ar-SA" sz="6600" dirty="0"/>
          </a:p>
        </p:txBody>
      </p:sp>
      <p:pic>
        <p:nvPicPr>
          <p:cNvPr id="24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رِنِزِ</a:t>
            </a:r>
            <a:endParaRPr lang="ar-SA" sz="66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6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زِنِسِ</a:t>
            </a:r>
            <a:endParaRPr lang="ar-SA" sz="6300" dirty="0"/>
          </a:p>
        </p:txBody>
      </p:sp>
      <p:pic>
        <p:nvPicPr>
          <p:cNvPr id="26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سِنِشِ</a:t>
            </a:r>
            <a:endParaRPr lang="ar-SA" sz="63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شِنِصِ</a:t>
            </a:r>
            <a:endParaRPr lang="ar-SA" sz="63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صِنِضِ</a:t>
            </a:r>
            <a:endParaRPr lang="ar-SA" sz="6200" dirty="0"/>
          </a:p>
        </p:txBody>
      </p:sp>
      <p:pic>
        <p:nvPicPr>
          <p:cNvPr id="29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ضِنِطِ</a:t>
            </a:r>
            <a:endParaRPr lang="ar-SA" sz="7800" dirty="0"/>
          </a:p>
        </p:txBody>
      </p:sp>
      <p:pic>
        <p:nvPicPr>
          <p:cNvPr id="24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5444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طِنِظِ</a:t>
            </a:r>
            <a:endParaRPr lang="ar-SA" sz="83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ظِنِعِ</a:t>
            </a:r>
            <a:endParaRPr lang="ar-SA" sz="5400" dirty="0"/>
          </a:p>
        </p:txBody>
      </p:sp>
      <p:pic>
        <p:nvPicPr>
          <p:cNvPr id="26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عِنِغِ</a:t>
            </a:r>
            <a:endParaRPr lang="ar-SA" sz="54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غِنِفِ</a:t>
            </a:r>
            <a:endParaRPr lang="ar-SA" sz="81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فِنِقِ</a:t>
            </a:r>
            <a:endParaRPr lang="ar-SA" sz="6200" dirty="0"/>
          </a:p>
        </p:txBody>
      </p:sp>
      <p:pic>
        <p:nvPicPr>
          <p:cNvPr id="29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قِنِكِ</a:t>
            </a:r>
            <a:endParaRPr lang="ar-SA" sz="81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797" y="3332988"/>
            <a:ext cx="1853763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كِنِلِ</a:t>
            </a:r>
            <a:endParaRPr lang="ar-SA" sz="65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6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لِنِمِ</a:t>
            </a:r>
            <a:endParaRPr lang="ar-SA" sz="6300" dirty="0"/>
          </a:p>
        </p:txBody>
      </p:sp>
      <p:pic>
        <p:nvPicPr>
          <p:cNvPr id="26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7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مِنِإِ</a:t>
            </a:r>
            <a:endParaRPr lang="ar-SA" sz="62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</a:t>
            </a:r>
            <a:endParaRPr lang="ar-SA" sz="7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71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71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71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71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7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7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</a:t>
            </a:r>
            <a:endParaRPr lang="ar-SA" sz="73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</a:t>
            </a:r>
            <a:endParaRPr lang="ar-SA" sz="7300" dirty="0"/>
          </a:p>
        </p:txBody>
      </p:sp>
      <p:pic>
        <p:nvPicPr>
          <p:cNvPr id="20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</a:t>
            </a:r>
            <a:endParaRPr lang="ar-SA" sz="73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</a:t>
            </a:r>
            <a:endParaRPr lang="ar-SA" sz="73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</a:t>
            </a:r>
            <a:endParaRPr lang="ar-SA" sz="7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</a:t>
            </a:r>
            <a:endParaRPr lang="ar-SA" sz="7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</a:t>
            </a:r>
            <a:endParaRPr lang="ar-SA" sz="7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</a:t>
            </a:r>
            <a:endParaRPr lang="ar-SA" sz="7100" dirty="0"/>
          </a:p>
        </p:txBody>
      </p:sp>
      <p:pic>
        <p:nvPicPr>
          <p:cNvPr id="20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</a:t>
            </a:r>
            <a:endParaRPr lang="ar-SA" sz="7100" dirty="0"/>
          </a:p>
        </p:txBody>
      </p:sp>
      <p:pic>
        <p:nvPicPr>
          <p:cNvPr id="21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2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</a:t>
            </a:r>
            <a:endParaRPr lang="ar-SA" sz="7100" dirty="0"/>
          </a:p>
        </p:txBody>
      </p:sp>
      <p:pic>
        <p:nvPicPr>
          <p:cNvPr id="22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</a:t>
            </a:r>
            <a:endParaRPr lang="ar-SA" sz="7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</a:t>
            </a:r>
            <a:endParaRPr lang="ar-SA" sz="7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</a:t>
            </a:r>
            <a:endParaRPr lang="ar-SA" sz="71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</a:t>
            </a:r>
            <a:endParaRPr lang="ar-SA" sz="71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</a:t>
            </a:r>
            <a:endParaRPr lang="ar-SA" sz="71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</a:t>
            </a:r>
            <a:endParaRPr lang="ar-SA" sz="71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</a:t>
            </a:r>
            <a:endParaRPr lang="ar-SA" sz="7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1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22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682" y="1828800"/>
            <a:ext cx="1904878" cy="146304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يِإِ</a:t>
            </a:r>
            <a:endParaRPr lang="ar-SA" sz="70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7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77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77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6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6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61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يِدِ</a:t>
            </a:r>
            <a:endParaRPr lang="ar-SA" sz="77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يِذِ</a:t>
            </a:r>
            <a:endParaRPr lang="ar-SA" sz="77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يِرِ</a:t>
            </a:r>
            <a:endParaRPr lang="ar-SA" sz="74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يِزِ</a:t>
            </a:r>
            <a:endParaRPr lang="ar-SA" sz="74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يِسِ</a:t>
            </a:r>
            <a:endParaRPr lang="ar-SA" sz="7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يِشِ</a:t>
            </a:r>
            <a:endParaRPr lang="ar-SA" sz="71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يِصِ</a:t>
            </a:r>
            <a:endParaRPr lang="ar-SA" sz="7100" dirty="0"/>
          </a:p>
        </p:txBody>
      </p:sp>
      <p:pic>
        <p:nvPicPr>
          <p:cNvPr id="20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يِضِ</a:t>
            </a:r>
            <a:endParaRPr lang="ar-SA" sz="71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يِطِ</a:t>
            </a:r>
            <a:endParaRPr lang="ar-SA" sz="77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يِظِ</a:t>
            </a:r>
            <a:endParaRPr lang="ar-SA" sz="77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يِعِ</a:t>
            </a:r>
            <a:endParaRPr lang="ar-SA" sz="6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يِغِ</a:t>
            </a:r>
            <a:endParaRPr lang="ar-SA" sz="61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3"/>
          </a:solidFill>
          <a:ln w="12700">
            <a:solidFill>
              <a:srgbClr val="D147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يِفِ</a:t>
            </a:r>
            <a:endParaRPr lang="ar-SA" sz="7700" dirty="0"/>
          </a:p>
        </p:txBody>
      </p:sp>
      <p:pic>
        <p:nvPicPr>
          <p:cNvPr id="20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يِقِ</a:t>
            </a:r>
            <a:endParaRPr lang="ar-SA" sz="7000" dirty="0"/>
          </a:p>
        </p:txBody>
      </p:sp>
      <p:pic>
        <p:nvPicPr>
          <p:cNvPr id="21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2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يِكِ</a:t>
            </a:r>
            <a:endParaRPr lang="ar-SA" sz="7700" dirty="0"/>
          </a:p>
        </p:txBody>
      </p:sp>
      <p:pic>
        <p:nvPicPr>
          <p:cNvPr id="22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يِلِ</a:t>
            </a:r>
            <a:endParaRPr lang="ar-SA" sz="73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4"/>
          </a:solidFill>
          <a:ln w="12700">
            <a:solidFill>
              <a:srgbClr val="5EED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يِمِ</a:t>
            </a:r>
            <a:endParaRPr lang="ar-SA" sz="7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DB70"/>
          </a:solidFill>
          <a:ln w="12700">
            <a:solidFill>
              <a:srgbClr val="8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يِنِ</a:t>
            </a:r>
            <a:endParaRPr lang="ar-SA" sz="71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D147"/>
          </a:solidFill>
          <a:ln w="12700">
            <a:solidFill>
              <a:srgbClr val="A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يِهِ</a:t>
            </a:r>
            <a:endParaRPr lang="ar-SA" sz="77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يِوِ</a:t>
            </a:r>
            <a:endParaRPr lang="ar-SA" sz="72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إِيِبِ</a:t>
            </a:r>
            <a:endParaRPr lang="ar-SA" sz="6200" dirty="0"/>
          </a:p>
        </p:txBody>
      </p:sp>
      <p:pic>
        <p:nvPicPr>
          <p:cNvPr id="26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68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CED"/>
          </a:solidFill>
          <a:ln w="12700">
            <a:solidFill>
              <a:srgbClr val="5E6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تِيِثِ</a:t>
            </a:r>
            <a:endParaRPr lang="ar-SA" sz="68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ثِيِجِ</a:t>
            </a:r>
            <a:endParaRPr lang="ar-SA" sz="5400" dirty="0"/>
          </a:p>
        </p:txBody>
      </p:sp>
      <p:pic>
        <p:nvPicPr>
          <p:cNvPr id="29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جِيِحِ</a:t>
            </a:r>
            <a:endParaRPr lang="ar-SA" sz="54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797" y="3332988"/>
            <a:ext cx="1853763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حِيِخِ</a:t>
            </a:r>
            <a:endParaRPr lang="ar-SA" sz="54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6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خِيِدِ</a:t>
            </a:r>
            <a:endParaRPr lang="ar-SA" sz="6800" dirty="0"/>
          </a:p>
        </p:txBody>
      </p:sp>
      <p:pic>
        <p:nvPicPr>
          <p:cNvPr id="26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7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دِيِذِ</a:t>
            </a:r>
            <a:endParaRPr lang="ar-SA" sz="68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ذِيِرِ</a:t>
            </a:r>
            <a:endParaRPr lang="ar-SA" sz="66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1"/>
          </a:solidFill>
          <a:ln w="12700">
            <a:solidFill>
              <a:srgbClr val="52E0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رِيِزِ</a:t>
            </a:r>
            <a:endParaRPr lang="ar-SA" sz="6600" dirty="0"/>
          </a:p>
        </p:txBody>
      </p:sp>
      <p:pic>
        <p:nvPicPr>
          <p:cNvPr id="29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زِيِسِ</a:t>
            </a:r>
            <a:endParaRPr lang="ar-SA" sz="6300" dirty="0"/>
          </a:p>
        </p:txBody>
      </p:sp>
      <p:pic>
        <p:nvPicPr>
          <p:cNvPr id="24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16969" cy="1508760"/>
          </a:xfrm>
          <a:prstGeom prst="rect">
            <a:avLst/>
          </a:prstGeom>
        </p:spPr>
      </p:pic>
      <p:pic>
        <p:nvPicPr>
          <p:cNvPr id="25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سِيِشِ</a:t>
            </a:r>
            <a:endParaRPr lang="ar-SA" sz="63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6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شِيِصِ</a:t>
            </a:r>
            <a:endParaRPr lang="ar-SA" sz="6300" dirty="0"/>
          </a:p>
        </p:txBody>
      </p:sp>
      <p:pic>
        <p:nvPicPr>
          <p:cNvPr id="26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251" y="3332988"/>
            <a:ext cx="1744309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صِيِضِ</a:t>
            </a:r>
            <a:endParaRPr lang="ar-SA" sz="61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ضِيِطِ</a:t>
            </a:r>
            <a:endParaRPr lang="ar-SA" sz="68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طِيِظِ</a:t>
            </a:r>
            <a:endParaRPr lang="ar-SA" sz="68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ظِيِعِ</a:t>
            </a:r>
            <a:endParaRPr lang="ar-SA" sz="5400" dirty="0"/>
          </a:p>
        </p:txBody>
      </p:sp>
      <p:pic>
        <p:nvPicPr>
          <p:cNvPr id="24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عِيِغِ</a:t>
            </a:r>
            <a:endParaRPr lang="ar-SA" sz="54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6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غِيِفِ</a:t>
            </a:r>
            <a:endParaRPr lang="ar-SA" sz="6800" dirty="0"/>
          </a:p>
        </p:txBody>
      </p:sp>
      <p:pic>
        <p:nvPicPr>
          <p:cNvPr id="26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7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فِيِقِ</a:t>
            </a:r>
            <a:endParaRPr lang="ar-SA" sz="62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قِيِكِ</a:t>
            </a:r>
            <a:endParaRPr lang="ar-SA" sz="68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كِيِلِ</a:t>
            </a:r>
            <a:endParaRPr lang="ar-SA" sz="65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لِيِمِ</a:t>
            </a:r>
            <a:endParaRPr lang="ar-SA" sz="6300" dirty="0"/>
          </a:p>
        </p:txBody>
      </p:sp>
      <p:pic>
        <p:nvPicPr>
          <p:cNvPr id="24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6170" y="3332988"/>
            <a:ext cx="183639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مِيِنِ</a:t>
            </a:r>
            <a:endParaRPr lang="ar-SA" sz="63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6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نِيِهِ</a:t>
            </a:r>
            <a:endParaRPr lang="ar-SA" sz="6800" dirty="0"/>
          </a:p>
        </p:txBody>
      </p:sp>
      <p:pic>
        <p:nvPicPr>
          <p:cNvPr id="26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هِيِوِ</a:t>
            </a:r>
            <a:endParaRPr lang="ar-SA" sz="64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وِيِإِ</a:t>
            </a:r>
            <a:endParaRPr lang="ar-SA" sz="62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</a:t>
            </a:r>
            <a:endParaRPr lang="ar-SA" sz="6000" dirty="0"/>
          </a:p>
        </p:txBody>
      </p:sp>
      <p:pic>
        <p:nvPicPr>
          <p:cNvPr id="25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895792" cy="9601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6000" dirty="0"/>
          </a:p>
        </p:txBody>
      </p:sp>
      <p:pic>
        <p:nvPicPr>
          <p:cNvPr id="20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6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60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6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6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60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</a:t>
            </a:r>
            <a:endParaRPr lang="ar-SA" sz="6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</a:t>
            </a:r>
            <a:endParaRPr lang="ar-SA" sz="6000" dirty="0"/>
          </a:p>
        </p:txBody>
      </p:sp>
      <p:pic>
        <p:nvPicPr>
          <p:cNvPr id="21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1071494" cy="822960"/>
          </a:xfrm>
          <a:prstGeom prst="rect">
            <a:avLst/>
          </a:prstGeom>
        </p:spPr>
      </p:pic>
      <p:pic>
        <p:nvPicPr>
          <p:cNvPr id="22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509" y="4293108"/>
            <a:ext cx="729051" cy="7772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</a:t>
            </a:r>
            <a:endParaRPr lang="ar-SA" sz="6000" dirty="0"/>
          </a:p>
        </p:txBody>
      </p:sp>
      <p:pic>
        <p:nvPicPr>
          <p:cNvPr id="22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</a:t>
            </a:r>
            <a:endParaRPr lang="ar-SA" sz="6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</a:t>
            </a:r>
            <a:endParaRPr lang="ar-SA" sz="6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</a:t>
            </a:r>
            <a:endParaRPr lang="ar-SA" sz="60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0356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</a:t>
            </a:r>
            <a:endParaRPr lang="ar-SA" sz="6000" dirty="0"/>
          </a:p>
        </p:txBody>
      </p:sp>
      <p:pic>
        <p:nvPicPr>
          <p:cNvPr id="20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12910" cy="1417320"/>
          </a:xfrm>
          <a:prstGeom prst="rect">
            <a:avLst/>
          </a:prstGeom>
        </p:spPr>
      </p:pic>
      <p:pic>
        <p:nvPicPr>
          <p:cNvPr id="21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</a:t>
            </a:r>
            <a:endParaRPr lang="ar-SA" sz="60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</a:t>
            </a:r>
            <a:endParaRPr lang="ar-SA" sz="60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</a:t>
            </a:r>
            <a:endParaRPr lang="ar-SA" sz="60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</a:t>
            </a:r>
            <a:endParaRPr lang="ar-SA" sz="6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E052"/>
          </a:solidFill>
          <a:ln w="12700">
            <a:solidFill>
              <a:srgbClr val="B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</a:t>
            </a:r>
            <a:endParaRPr lang="ar-SA" sz="60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8058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</a:t>
            </a:r>
            <a:endParaRPr lang="ar-SA" sz="6000" dirty="0"/>
          </a:p>
        </p:txBody>
      </p:sp>
      <p:pic>
        <p:nvPicPr>
          <p:cNvPr id="20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</a:t>
            </a:r>
            <a:endParaRPr lang="ar-SA" sz="60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1107338" cy="914400"/>
          </a:xfrm>
          <a:prstGeom prst="rect">
            <a:avLst/>
          </a:prstGeom>
        </p:spPr>
      </p:pic>
      <p:pic>
        <p:nvPicPr>
          <p:cNvPr id="22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</a:t>
            </a:r>
            <a:endParaRPr lang="ar-SA" sz="6000" dirty="0"/>
          </a:p>
        </p:txBody>
      </p:sp>
      <p:pic>
        <p:nvPicPr>
          <p:cNvPr id="22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3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</a:t>
            </a:r>
            <a:endParaRPr lang="ar-SA" sz="60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</a:t>
            </a:r>
            <a:endParaRPr lang="ar-SA" sz="6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</a:t>
            </a:r>
            <a:endParaRPr lang="ar-SA" sz="60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921715" cy="8229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</a:t>
            </a:r>
            <a:endParaRPr lang="ar-SA" sz="6000" dirty="0"/>
          </a:p>
        </p:txBody>
      </p:sp>
      <p:pic>
        <p:nvPicPr>
          <p:cNvPr id="20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</a:t>
            </a:r>
            <a:endParaRPr lang="ar-SA" sz="6000" dirty="0"/>
          </a:p>
        </p:txBody>
      </p:sp>
      <p:pic>
        <p:nvPicPr>
          <p:cNvPr id="21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2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16" y="4384548"/>
            <a:ext cx="693344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3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2806" y="896112"/>
            <a:ext cx="1889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2806" y="896112"/>
            <a:ext cx="1889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442054" y="896112"/>
            <a:ext cx="20507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4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42054" y="896112"/>
            <a:ext cx="20507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وَحَزِنَ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4159" y="2834640"/>
            <a:ext cx="35756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4159" y="2834640"/>
            <a:ext cx="35756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 وَحَزِنَ</a:t>
            </a:r>
            <a:endParaRPr lang="ar-SA" sz="4500" dirty="0"/>
          </a:p>
        </p:txBody>
      </p:sp>
      <p:pic>
        <p:nvPicPr>
          <p:cNvPr id="19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20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85644" y="1828800"/>
            <a:ext cx="1566916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  <p:pic>
        <p:nvPicPr>
          <p:cNvPr id="17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85499" cy="1463040"/>
          </a:xfrm>
          <a:prstGeom prst="rect">
            <a:avLst/>
          </a:prstGeom>
        </p:spPr>
      </p:pic>
      <p:pic>
        <p:nvPicPr>
          <p:cNvPr id="18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ED5E"/>
          </a:solidFill>
          <a:ln w="12700">
            <a:solidFill>
              <a:srgbClr val="8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64370" y="896112"/>
            <a:ext cx="19084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8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64370" y="896112"/>
            <a:ext cx="19084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271176" y="896112"/>
            <a:ext cx="23731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8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71176" y="896112"/>
            <a:ext cx="23731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وَسَقَطَ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22375" y="2834640"/>
            <a:ext cx="38992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22375" y="2834640"/>
            <a:ext cx="38992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 وَسَقَطَ</a:t>
            </a:r>
            <a:endParaRPr lang="ar-SA" sz="48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89611" y="896112"/>
            <a:ext cx="1777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A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89611" y="896112"/>
            <a:ext cx="1777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2576948" y="896112"/>
            <a:ext cx="18926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A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6948" y="896112"/>
            <a:ext cx="18926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وَبَقِيَ</a:t>
            </a:r>
            <a:endParaRPr lang="ar-SA" sz="45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16196" y="2834640"/>
            <a:ext cx="33116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16196" y="2834640"/>
            <a:ext cx="33116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وَبَقِيَ</a:t>
            </a:r>
            <a:endParaRPr lang="ar-SA" sz="45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65016" cy="146304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03-noon-ya</dc:title>
  <dc:subject>PptxGenJS Presentation</dc:subject>
  <dc:creator>PptxGenJS</dc:creator>
  <cp:lastModifiedBy>PptxGenJS</cp:lastModifiedBy>
  <cp:revision>1</cp:revision>
  <dcterms:created xsi:type="dcterms:W3CDTF">2026-10-20T23:11:20Z</dcterms:created>
  <dcterms:modified xsi:type="dcterms:W3CDTF">2026-10-20T23:11:20Z</dcterms:modified>
</cp:coreProperties>
</file>