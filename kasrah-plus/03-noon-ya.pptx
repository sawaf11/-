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4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2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2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2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4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5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2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7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8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0-1.png"/><Relationship Id="rId2" Type="http://schemas.openxmlformats.org/officeDocument/2006/relationships/image" Target="../media/image-7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6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6-1.png"/><Relationship Id="rId2" Type="http://schemas.openxmlformats.org/officeDocument/2006/relationships/image" Target="../media/image-1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9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1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5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7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1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1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10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014" y="3835908"/>
            <a:ext cx="571546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9" y="3790188"/>
            <a:ext cx="1047171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003" y="3515868"/>
            <a:ext cx="80055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89" y="4110228"/>
            <a:ext cx="566471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400" y="3515868"/>
            <a:ext cx="73216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4155948"/>
            <a:ext cx="582473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نِظِ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225" y="4064508"/>
            <a:ext cx="574335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831" y="3653028"/>
            <a:ext cx="1401729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إِنِبِ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776" y="3561588"/>
            <a:ext cx="737784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خِنِدِ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4155948"/>
            <a:ext cx="557784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945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98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سِنِشِ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شِنِصِ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صِنِضِ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47" y="3744468"/>
            <a:ext cx="584713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ضِنِطِ</a:t>
            </a:r>
            <a:endParaRPr lang="ar-SA" sz="7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148" y="3470148"/>
            <a:ext cx="1699412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طِنِظِ</a:t>
            </a:r>
            <a:endParaRPr lang="ar-SA" sz="8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ظِنِعِ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2509" y="3332988"/>
            <a:ext cx="123005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عِنِغِ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غِنِفِ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فِنِقِ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89" y="4110228"/>
            <a:ext cx="566471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قِنِكِ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17" y="4110228"/>
            <a:ext cx="178774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كِنِلِ</a:t>
            </a:r>
            <a:endParaRPr lang="ar-SA" sz="6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لِنِمِ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959" y="3378708"/>
            <a:ext cx="1011601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03884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3927348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4110228"/>
            <a:ext cx="576072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991" y="4110228"/>
            <a:ext cx="1671569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55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700" y="3973068"/>
            <a:ext cx="130686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249436" cy="14630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1897380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3561588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4744" y="3515868"/>
            <a:ext cx="90781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927348"/>
            <a:ext cx="565785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يِدِ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3927348"/>
            <a:ext cx="122529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يِذِ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يِسِ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718" y="4018788"/>
            <a:ext cx="567842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يِطِ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412" y="3515868"/>
            <a:ext cx="123114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يِظِ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يِعِ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648" y="4110228"/>
            <a:ext cx="579912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يِفِ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914" y="3881628"/>
            <a:ext cx="1238646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6307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يِكِ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يِمِ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328" y="4110228"/>
            <a:ext cx="572232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يِهِ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12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656" y="3378708"/>
            <a:ext cx="828904" cy="1691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تِيِثِ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حِيِخِ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خِيِدِ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080" y="3378708"/>
            <a:ext cx="732480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دِيِذِ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ذِيِرِ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رِيِزِ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زِيِسِ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7680" y="3653028"/>
            <a:ext cx="100488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سِيِشِ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شِيِصِ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صِيِضِ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ضِيِطِ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طِيِظِ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ظِيِعِ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708" y="4110228"/>
            <a:ext cx="1375852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عِيِغِ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غِيِفِ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921" y="3332988"/>
            <a:ext cx="908639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فِيِقِ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قِيِكِ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كِيِلِ</a:t>
            </a:r>
            <a:endParaRPr lang="ar-SA" sz="65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لِيِمِ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3653028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مِيِنِ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نِيِهِ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965" y="3424428"/>
            <a:ext cx="1010595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هِيِوِ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وِيِإِ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802" y="3744468"/>
            <a:ext cx="576758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458" y="3515868"/>
            <a:ext cx="81610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930" y="4110228"/>
            <a:ext cx="56263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3744468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4064508"/>
            <a:ext cx="578358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702" y="3515868"/>
            <a:ext cx="100885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9" y="3790188"/>
            <a:ext cx="1047171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3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2806" y="896112"/>
            <a:ext cx="1889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2806" y="896112"/>
            <a:ext cx="1889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442054" y="896112"/>
            <a:ext cx="20507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4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42054" y="896112"/>
            <a:ext cx="20507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وَحَزِنَ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4159" y="2834640"/>
            <a:ext cx="35756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4159" y="2834640"/>
            <a:ext cx="35756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 وَحَزِنَ</a:t>
            </a:r>
            <a:endParaRPr lang="ar-SA" sz="45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225296" cy="11430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332988"/>
            <a:ext cx="73837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45820" cy="16916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2080260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64370" y="896112"/>
            <a:ext cx="19084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8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64370" y="896112"/>
            <a:ext cx="19084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271176" y="896112"/>
            <a:ext cx="23731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8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71176" y="896112"/>
            <a:ext cx="23731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وَسَقَطَ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22375" y="2834640"/>
            <a:ext cx="38992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22375" y="2834640"/>
            <a:ext cx="38992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 وَسَقَطَ</a:t>
            </a:r>
            <a:endParaRPr lang="ar-SA" sz="4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75989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2034540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89611" y="896112"/>
            <a:ext cx="1777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A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89611" y="896112"/>
            <a:ext cx="1777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2576948" y="896112"/>
            <a:ext cx="18926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A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6948" y="896112"/>
            <a:ext cx="18926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وَبَقِيَ</a:t>
            </a:r>
            <a:endParaRPr lang="ar-SA" sz="45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16196" y="2834640"/>
            <a:ext cx="33116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16196" y="2834640"/>
            <a:ext cx="33116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وَبَقِيَ</a:t>
            </a:r>
            <a:endParaRPr lang="ar-SA" sz="4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969" y="1783080"/>
            <a:ext cx="931591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03-noon-ya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