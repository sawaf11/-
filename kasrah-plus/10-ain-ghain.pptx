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28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5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09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4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1828800"/>
            <a:ext cx="1638605" cy="14630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عِإِ</a:t>
            </a:r>
            <a:endParaRPr lang="ar-SA" sz="70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D147"/>
          </a:solidFill>
          <a:ln w="12700">
            <a:solidFill>
              <a:srgbClr val="B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عِبِ</a:t>
            </a:r>
            <a:endParaRPr lang="ar-SA" sz="75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عِتِ</a:t>
            </a:r>
            <a:endParaRPr lang="ar-SA" sz="9500" dirty="0"/>
          </a:p>
        </p:txBody>
      </p:sp>
      <p:pic>
        <p:nvPicPr>
          <p:cNvPr id="21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عِثِ</a:t>
            </a:r>
            <a:endParaRPr lang="ar-SA" sz="95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عِجِ</a:t>
            </a:r>
            <a:endParaRPr lang="ar-SA" sz="61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عِحِ</a:t>
            </a:r>
            <a:endParaRPr lang="ar-SA" sz="6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عِخِ</a:t>
            </a:r>
            <a:endParaRPr lang="ar-SA" sz="6100" dirty="0"/>
          </a:p>
        </p:txBody>
      </p:sp>
      <p:pic>
        <p:nvPicPr>
          <p:cNvPr id="25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عِدِ</a:t>
            </a:r>
            <a:endParaRPr lang="ar-SA" sz="9500" dirty="0"/>
          </a:p>
        </p:txBody>
      </p:sp>
      <p:pic>
        <p:nvPicPr>
          <p:cNvPr id="20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عِذِ</a:t>
            </a:r>
            <a:endParaRPr lang="ar-SA" sz="9500" dirty="0"/>
          </a:p>
        </p:txBody>
      </p:sp>
      <p:pic>
        <p:nvPicPr>
          <p:cNvPr id="21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عِرِ</a:t>
            </a:r>
            <a:endParaRPr lang="ar-SA" sz="7400" dirty="0"/>
          </a:p>
        </p:txBody>
      </p:sp>
      <p:pic>
        <p:nvPicPr>
          <p:cNvPr id="22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3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عِزِ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عِسِ</a:t>
            </a:r>
            <a:endParaRPr lang="ar-SA" sz="7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عِشِ</a:t>
            </a:r>
            <a:endParaRPr lang="ar-SA" sz="71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عِصِ</a:t>
            </a:r>
            <a:endParaRPr lang="ar-SA" sz="7100" dirty="0"/>
          </a:p>
        </p:txBody>
      </p:sp>
      <p:pic>
        <p:nvPicPr>
          <p:cNvPr id="20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عِضِ</a:t>
            </a:r>
            <a:endParaRPr lang="ar-SA" sz="7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2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عِطِ</a:t>
            </a:r>
            <a:endParaRPr lang="ar-SA" sz="9500" dirty="0"/>
          </a:p>
        </p:txBody>
      </p:sp>
      <p:pic>
        <p:nvPicPr>
          <p:cNvPr id="22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عِظِ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إِعِبِ</a:t>
            </a:r>
            <a:endParaRPr lang="ar-SA" sz="6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بِعِتِ</a:t>
            </a:r>
            <a:endParaRPr lang="ar-SA" sz="6800" dirty="0"/>
          </a:p>
        </p:txBody>
      </p:sp>
      <p:pic>
        <p:nvPicPr>
          <p:cNvPr id="29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تِعِثِ</a:t>
            </a:r>
            <a:endParaRPr lang="ar-SA" sz="8400" dirty="0"/>
          </a:p>
        </p:txBody>
      </p:sp>
      <p:pic>
        <p:nvPicPr>
          <p:cNvPr id="24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283928" y="3332988"/>
            <a:ext cx="176863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ثِعِجِ</a:t>
            </a:r>
            <a:endParaRPr lang="ar-SA" sz="54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جِعِحِ</a:t>
            </a:r>
            <a:endParaRPr lang="ar-SA" sz="5400" dirty="0"/>
          </a:p>
        </p:txBody>
      </p:sp>
      <p:pic>
        <p:nvPicPr>
          <p:cNvPr id="26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170" y="3332988"/>
            <a:ext cx="1836390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حِعِخِ</a:t>
            </a:r>
            <a:endParaRPr lang="ar-SA" sz="54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خِعِدِ</a:t>
            </a:r>
            <a:endParaRPr lang="ar-SA" sz="84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دِعِذِ</a:t>
            </a:r>
            <a:endParaRPr lang="ar-SA" sz="8400" dirty="0"/>
          </a:p>
        </p:txBody>
      </p:sp>
      <p:pic>
        <p:nvPicPr>
          <p:cNvPr id="29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ذِعِرِ</a:t>
            </a:r>
            <a:endParaRPr lang="ar-SA" sz="6600" dirty="0"/>
          </a:p>
        </p:txBody>
      </p:sp>
      <p:pic>
        <p:nvPicPr>
          <p:cNvPr id="24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15217" cy="1508760"/>
          </a:xfrm>
          <a:prstGeom prst="rect">
            <a:avLst/>
          </a:prstGeom>
        </p:spPr>
      </p:pic>
      <p:pic>
        <p:nvPicPr>
          <p:cNvPr id="25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رِعِزِ</a:t>
            </a:r>
            <a:endParaRPr lang="ar-SA" sz="66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6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زِعِسِ</a:t>
            </a:r>
            <a:endParaRPr lang="ar-SA" sz="6300" dirty="0"/>
          </a:p>
        </p:txBody>
      </p:sp>
      <p:pic>
        <p:nvPicPr>
          <p:cNvPr id="26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54445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سِعِشِ</a:t>
            </a:r>
            <a:endParaRPr lang="ar-SA" sz="63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شِعِصِ</a:t>
            </a:r>
            <a:endParaRPr lang="ar-SA" sz="61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صِعِضِ</a:t>
            </a:r>
            <a:endParaRPr lang="ar-SA" sz="5800" dirty="0"/>
          </a:p>
        </p:txBody>
      </p:sp>
      <p:pic>
        <p:nvPicPr>
          <p:cNvPr id="29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ضِعِطِ</a:t>
            </a:r>
            <a:endParaRPr lang="ar-SA" sz="71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517" y="3332988"/>
            <a:ext cx="2262043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طِعِظِ</a:t>
            </a:r>
            <a:endParaRPr lang="ar-SA" sz="75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ظِعِإِ</a:t>
            </a:r>
            <a:endParaRPr lang="ar-SA" sz="62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797" y="3332988"/>
            <a:ext cx="1853763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</a:t>
            </a:r>
            <a:endParaRPr lang="ar-SA" sz="61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6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6100" dirty="0"/>
          </a:p>
        </p:txBody>
      </p:sp>
      <p:pic>
        <p:nvPicPr>
          <p:cNvPr id="25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6100" dirty="0"/>
          </a:p>
        </p:txBody>
      </p:sp>
      <p:pic>
        <p:nvPicPr>
          <p:cNvPr id="20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6100" dirty="0"/>
          </a:p>
        </p:txBody>
      </p:sp>
      <p:pic>
        <p:nvPicPr>
          <p:cNvPr id="21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6100" dirty="0"/>
          </a:p>
        </p:txBody>
      </p:sp>
      <p:pic>
        <p:nvPicPr>
          <p:cNvPr id="22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3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6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</a:t>
            </a:r>
            <a:endParaRPr lang="ar-SA" sz="6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</a:t>
            </a:r>
            <a:endParaRPr lang="ar-SA" sz="61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</a:t>
            </a:r>
            <a:endParaRPr lang="ar-SA" sz="6100" dirty="0"/>
          </a:p>
        </p:txBody>
      </p:sp>
      <p:pic>
        <p:nvPicPr>
          <p:cNvPr id="20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</a:t>
            </a:r>
            <a:endParaRPr lang="ar-SA" sz="6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2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</a:t>
            </a:r>
            <a:endParaRPr lang="ar-SA" sz="6100" dirty="0"/>
          </a:p>
        </p:txBody>
      </p:sp>
      <p:pic>
        <p:nvPicPr>
          <p:cNvPr id="22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</a:t>
            </a:r>
            <a:endParaRPr lang="ar-SA" sz="6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</a:t>
            </a:r>
            <a:endParaRPr lang="ar-SA" sz="61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</a:t>
            </a:r>
            <a:endParaRPr lang="ar-SA" sz="6100" dirty="0"/>
          </a:p>
        </p:txBody>
      </p:sp>
      <p:pic>
        <p:nvPicPr>
          <p:cNvPr id="20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</a:t>
            </a:r>
            <a:endParaRPr lang="ar-SA" sz="6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400" dirty="0"/>
          </a:p>
        </p:txBody>
      </p:sp>
      <p:pic>
        <p:nvPicPr>
          <p:cNvPr id="1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6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127" y="1828800"/>
            <a:ext cx="1546433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غِإِ</a:t>
            </a:r>
            <a:endParaRPr lang="ar-SA" sz="70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غِبِ</a:t>
            </a:r>
            <a:endParaRPr lang="ar-SA" sz="75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غِتِ</a:t>
            </a:r>
            <a:endParaRPr lang="ar-SA" sz="9500" dirty="0"/>
          </a:p>
        </p:txBody>
      </p:sp>
      <p:pic>
        <p:nvPicPr>
          <p:cNvPr id="2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غِثِ</a:t>
            </a:r>
            <a:endParaRPr lang="ar-SA" sz="9500" dirty="0"/>
          </a:p>
        </p:txBody>
      </p:sp>
      <p:pic>
        <p:nvPicPr>
          <p:cNvPr id="20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غِجِ</a:t>
            </a:r>
            <a:endParaRPr lang="ar-SA" sz="6100" dirty="0"/>
          </a:p>
        </p:txBody>
      </p:sp>
      <p:pic>
        <p:nvPicPr>
          <p:cNvPr id="21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2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غِحِ</a:t>
            </a:r>
            <a:endParaRPr lang="ar-SA" sz="61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غِخِ</a:t>
            </a:r>
            <a:endParaRPr lang="ar-SA" sz="6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غِدِ</a:t>
            </a:r>
            <a:endParaRPr lang="ar-SA" sz="9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غِذِ</a:t>
            </a:r>
            <a:endParaRPr lang="ar-SA" sz="95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غِرِ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غِزِ</a:t>
            </a:r>
            <a:endParaRPr lang="ar-SA" sz="7400" dirty="0"/>
          </a:p>
        </p:txBody>
      </p:sp>
      <p:pic>
        <p:nvPicPr>
          <p:cNvPr id="21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غِسِ</a:t>
            </a:r>
            <a:endParaRPr lang="ar-SA" sz="71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غِشِ</a:t>
            </a:r>
            <a:endParaRPr lang="ar-SA" sz="71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غِصِ</a:t>
            </a:r>
            <a:endParaRPr lang="ar-SA" sz="7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2"/>
          </a:solidFill>
          <a:ln w="12700">
            <a:solidFill>
              <a:srgbClr val="70DB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غِضِ</a:t>
            </a:r>
            <a:endParaRPr lang="ar-SA" sz="7100" dirty="0"/>
          </a:p>
        </p:txBody>
      </p:sp>
      <p:pic>
        <p:nvPicPr>
          <p:cNvPr id="25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غِطِ</a:t>
            </a:r>
            <a:endParaRPr lang="ar-SA" sz="9500" dirty="0"/>
          </a:p>
        </p:txBody>
      </p:sp>
      <p:pic>
        <p:nvPicPr>
          <p:cNvPr id="20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غِظِ</a:t>
            </a:r>
            <a:endParaRPr lang="ar-SA" sz="9500" dirty="0"/>
          </a:p>
        </p:txBody>
      </p:sp>
      <p:pic>
        <p:nvPicPr>
          <p:cNvPr id="21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غِعِ</a:t>
            </a:r>
            <a:endParaRPr lang="ar-SA" sz="6100" dirty="0"/>
          </a:p>
        </p:txBody>
      </p:sp>
      <p:pic>
        <p:nvPicPr>
          <p:cNvPr id="22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3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إِغِبِ</a:t>
            </a:r>
            <a:endParaRPr lang="ar-SA" sz="6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بِغِتِ</a:t>
            </a:r>
            <a:endParaRPr lang="ar-SA" sz="68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7"/>
          </a:solidFill>
          <a:ln w="12700">
            <a:solidFill>
              <a:srgbClr val="854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تِغِثِ</a:t>
            </a:r>
            <a:endParaRPr lang="ar-SA" sz="8400" dirty="0"/>
          </a:p>
        </p:txBody>
      </p:sp>
      <p:pic>
        <p:nvPicPr>
          <p:cNvPr id="29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47D1"/>
          </a:solidFill>
          <a:ln w="12700">
            <a:solidFill>
              <a:srgbClr val="6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ثِغِجِ</a:t>
            </a:r>
            <a:endParaRPr lang="ar-SA" sz="5400" dirty="0"/>
          </a:p>
        </p:txBody>
      </p:sp>
      <p:pic>
        <p:nvPicPr>
          <p:cNvPr id="24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7391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جِغِحِ</a:t>
            </a:r>
            <a:endParaRPr lang="ar-SA" sz="54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6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حِغِخِ</a:t>
            </a:r>
            <a:endParaRPr lang="ar-SA" sz="5400" dirty="0"/>
          </a:p>
        </p:txBody>
      </p:sp>
      <p:pic>
        <p:nvPicPr>
          <p:cNvPr id="26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خِغِدِ</a:t>
            </a:r>
            <a:endParaRPr lang="ar-SA" sz="8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دِغِذِ</a:t>
            </a:r>
            <a:endParaRPr lang="ar-SA" sz="84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ذِغِرِ</a:t>
            </a:r>
            <a:endParaRPr lang="ar-SA" sz="6600" dirty="0"/>
          </a:p>
        </p:txBody>
      </p:sp>
      <p:pic>
        <p:nvPicPr>
          <p:cNvPr id="29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D"/>
          </a:solidFill>
          <a:ln w="12700">
            <a:solidFill>
              <a:srgbClr val="D147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رِغِزِ</a:t>
            </a:r>
            <a:endParaRPr lang="ar-SA" sz="6600" dirty="0"/>
          </a:p>
        </p:txBody>
      </p:sp>
      <p:pic>
        <p:nvPicPr>
          <p:cNvPr id="24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283928" y="3332988"/>
            <a:ext cx="176863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زِغِسِ</a:t>
            </a:r>
            <a:endParaRPr lang="ar-SA" sz="63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سِغِشِ</a:t>
            </a:r>
            <a:endParaRPr lang="ar-SA" sz="6300" dirty="0"/>
          </a:p>
        </p:txBody>
      </p:sp>
      <p:pic>
        <p:nvPicPr>
          <p:cNvPr id="26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170" y="3332988"/>
            <a:ext cx="1836390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شِغِصِ</a:t>
            </a:r>
            <a:endParaRPr lang="ar-SA" sz="61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صِغِضِ</a:t>
            </a:r>
            <a:endParaRPr lang="ar-SA" sz="58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1"/>
          </a:solidFill>
          <a:ln w="12700">
            <a:solidFill>
              <a:srgbClr val="E052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2"/>
          </a:solidFill>
          <a:ln w="12700">
            <a:solidFill>
              <a:srgbClr val="70DB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ضِغِطِ</a:t>
            </a:r>
            <a:endParaRPr lang="ar-SA" sz="7100" dirty="0"/>
          </a:p>
        </p:txBody>
      </p:sp>
      <p:pic>
        <p:nvPicPr>
          <p:cNvPr id="29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طِغِظِ</a:t>
            </a:r>
            <a:endParaRPr lang="ar-SA" sz="7500" dirty="0"/>
          </a:p>
        </p:txBody>
      </p:sp>
      <p:pic>
        <p:nvPicPr>
          <p:cNvPr id="24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15217" cy="1508760"/>
          </a:xfrm>
          <a:prstGeom prst="rect">
            <a:avLst/>
          </a:prstGeom>
        </p:spPr>
      </p:pic>
      <p:pic>
        <p:nvPicPr>
          <p:cNvPr id="25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ظِغِعِ</a:t>
            </a:r>
            <a:endParaRPr lang="ar-SA" sz="54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6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عِغِإِ</a:t>
            </a:r>
            <a:endParaRPr lang="ar-SA" sz="6200" dirty="0"/>
          </a:p>
        </p:txBody>
      </p:sp>
      <p:pic>
        <p:nvPicPr>
          <p:cNvPr id="26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54445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</a:t>
            </a:r>
            <a:endParaRPr lang="ar-SA" sz="6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6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9DB"/>
          </a:solidFill>
          <a:ln w="12700">
            <a:solidFill>
              <a:srgbClr val="707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61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61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6100" dirty="0"/>
          </a:p>
        </p:txBody>
      </p:sp>
      <p:pic>
        <p:nvPicPr>
          <p:cNvPr id="21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61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61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</a:t>
            </a:r>
            <a:endParaRPr lang="ar-SA" sz="6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</a:t>
            </a:r>
            <a:endParaRPr lang="ar-SA" sz="6100" dirty="0"/>
          </a:p>
        </p:txBody>
      </p:sp>
      <p:pic>
        <p:nvPicPr>
          <p:cNvPr id="25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4"/>
          </a:solidFill>
          <a:ln w="12700">
            <a:solidFill>
              <a:srgbClr val="D147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</a:t>
            </a:r>
            <a:endParaRPr lang="ar-SA" sz="6100" dirty="0"/>
          </a:p>
        </p:txBody>
      </p:sp>
      <p:pic>
        <p:nvPicPr>
          <p:cNvPr id="20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</a:t>
            </a:r>
            <a:endParaRPr lang="ar-SA" sz="6100" dirty="0"/>
          </a:p>
        </p:txBody>
      </p:sp>
      <p:pic>
        <p:nvPicPr>
          <p:cNvPr id="21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</a:t>
            </a:r>
            <a:endParaRPr lang="ar-SA" sz="6100" dirty="0"/>
          </a:p>
        </p:txBody>
      </p:sp>
      <p:pic>
        <p:nvPicPr>
          <p:cNvPr id="22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3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</a:t>
            </a:r>
            <a:endParaRPr lang="ar-SA" sz="6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</a:t>
            </a:r>
            <a:endParaRPr lang="ar-SA" sz="6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52E0"/>
          </a:solidFill>
          <a:ln w="12700">
            <a:solidFill>
              <a:srgbClr val="D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</a:t>
            </a:r>
            <a:endParaRPr lang="ar-SA" sz="61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</a:t>
            </a:r>
            <a:endParaRPr lang="ar-SA" sz="6100" dirty="0"/>
          </a:p>
        </p:txBody>
      </p:sp>
      <p:pic>
        <p:nvPicPr>
          <p:cNvPr id="20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</a:t>
            </a:r>
            <a:endParaRPr lang="ar-SA" sz="6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2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</a:t>
            </a:r>
            <a:endParaRPr lang="ar-SA" sz="6100" dirty="0"/>
          </a:p>
        </p:txBody>
      </p:sp>
      <p:pic>
        <p:nvPicPr>
          <p:cNvPr id="22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2475" y="896112"/>
            <a:ext cx="1842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2475" y="896112"/>
            <a:ext cx="1842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39086" y="896112"/>
            <a:ext cx="1903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39086" y="896112"/>
            <a:ext cx="1903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998" y="2834640"/>
            <a:ext cx="34240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998" y="2834640"/>
            <a:ext cx="34240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وَعَلِمَ</a:t>
            </a:r>
            <a:endParaRPr lang="ar-SA" sz="47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8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4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4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25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97380"/>
            <a:ext cx="2063069" cy="1325880"/>
          </a:xfrm>
          <a:prstGeom prst="rect">
            <a:avLst/>
          </a:prstGeom>
        </p:spPr>
      </p:pic>
      <p:pic>
        <p:nvPicPr>
          <p:cNvPr id="26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544" y="1828800"/>
            <a:ext cx="1365016" cy="14630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8528" y="896112"/>
            <a:ext cx="20418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C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8528" y="896112"/>
            <a:ext cx="20418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323670" y="896112"/>
            <a:ext cx="21348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23670" y="896112"/>
            <a:ext cx="21348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وَلَبِسَ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0434" y="2834640"/>
            <a:ext cx="38231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0434" y="2834640"/>
            <a:ext cx="38231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وَلَبِسَ</a:t>
            </a:r>
            <a:endParaRPr lang="ar-SA" sz="4800" dirty="0"/>
          </a:p>
        </p:txBody>
      </p:sp>
      <p:pic>
        <p:nvPicPr>
          <p:cNvPr id="17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8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63185" y="1828800"/>
            <a:ext cx="1489375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72777" y="896112"/>
            <a:ext cx="1705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72777" y="896112"/>
            <a:ext cx="1705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66071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66071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99916" y="2834640"/>
            <a:ext cx="33441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99916" y="2834640"/>
            <a:ext cx="33441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 وَحَمِدَ</a:t>
            </a:r>
            <a:endParaRPr lang="ar-SA" sz="4700" dirty="0"/>
          </a:p>
        </p:txBody>
      </p:sp>
      <p:pic>
        <p:nvPicPr>
          <p:cNvPr id="18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19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070" y="1828800"/>
            <a:ext cx="2276490" cy="1463040"/>
          </a:xfrm>
          <a:prstGeom prst="rect">
            <a:avLst/>
          </a:prstGeom>
        </p:spPr>
      </p:pic>
      <p:pic>
        <p:nvPicPr>
          <p:cNvPr id="20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10-ain-ghain</dc:title>
  <dc:subject>PptxGenJS Presentation</dc:subject>
  <dc:creator>PptxGenJS</dc:creator>
  <cp:lastModifiedBy>PptxGenJS</cp:lastModifiedBy>
  <cp:revision>1</cp:revision>
  <dcterms:created xsi:type="dcterms:W3CDTF">2026-10-20T23:11:22Z</dcterms:created>
  <dcterms:modified xsi:type="dcterms:W3CDTF">2026-10-20T23:11:22Z</dcterms:modified>
</cp:coreProperties>
</file>