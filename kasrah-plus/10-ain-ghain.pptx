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notesMasterIdLst>
    <p:notesMasterId r:id="rId1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6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3"/>
          </a:solidFill>
          <a:ln w="12700">
            <a:solidFill>
              <a:srgbClr val="5EED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4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13536" cy="155448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1783080"/>
            <a:ext cx="1210940" cy="155448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A"/>
          </a:solidFill>
          <a:ln w="12700">
            <a:solidFill>
              <a:srgbClr val="E052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DB70"/>
          </a:solidFill>
          <a:ln w="12700">
            <a:solidFill>
              <a:srgbClr val="9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عِإِ</a:t>
            </a:r>
            <a:endParaRPr lang="ar-SA" sz="70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D864"/>
          </a:solidFill>
          <a:ln w="12700">
            <a:solidFill>
              <a:srgbClr val="A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D147"/>
          </a:solidFill>
          <a:ln w="12700">
            <a:solidFill>
              <a:srgbClr val="B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عِبِ</a:t>
            </a:r>
            <a:endParaRPr lang="ar-SA" sz="75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عِتِ</a:t>
            </a:r>
            <a:endParaRPr lang="ar-SA" sz="95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عِثِ</a:t>
            </a:r>
            <a:endParaRPr lang="ar-SA" sz="95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عِجِ</a:t>
            </a:r>
            <a:endParaRPr lang="ar-SA" sz="61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21" y="3520440"/>
            <a:ext cx="1453439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DED"/>
          </a:solidFill>
          <a:ln w="12700">
            <a:solidFill>
              <a:srgbClr val="5E7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عِحِ</a:t>
            </a:r>
            <a:endParaRPr lang="ar-SA" sz="6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352"/>
          </a:solidFill>
          <a:ln w="12700">
            <a:solidFill>
              <a:srgbClr val="E0D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عِخِ</a:t>
            </a:r>
            <a:endParaRPr lang="ar-SA" sz="6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BD8"/>
          </a:solidFill>
          <a:ln w="12700">
            <a:solidFill>
              <a:srgbClr val="64C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A"/>
          </a:solidFill>
          <a:ln w="12700">
            <a:solidFill>
              <a:srgbClr val="47D1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عِدِ</a:t>
            </a:r>
            <a:endParaRPr lang="ar-SA" sz="9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عِذِ</a:t>
            </a:r>
            <a:endParaRPr lang="ar-SA" sz="95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عِرِ</a:t>
            </a:r>
            <a:endParaRPr lang="ar-SA" sz="74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عِزِ</a:t>
            </a:r>
            <a:endParaRPr lang="ar-SA" sz="74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305" y="3520440"/>
            <a:ext cx="1077255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1"/>
          </a:solidFill>
          <a:ln w="12700">
            <a:solidFill>
              <a:srgbClr val="ED5E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عِسِ</a:t>
            </a:r>
            <a:endParaRPr lang="ar-SA" sz="71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0"/>
          </a:solidFill>
          <a:ln w="12700">
            <a:solidFill>
              <a:srgbClr val="52E0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عِشِ</a:t>
            </a:r>
            <a:endParaRPr lang="ar-SA" sz="71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64D8"/>
          </a:solidFill>
          <a:ln w="12700">
            <a:solidFill>
              <a:srgbClr val="C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47D1"/>
          </a:solidFill>
          <a:ln w="12700">
            <a:solidFill>
              <a:srgbClr val="A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عِصِ</a:t>
            </a:r>
            <a:endParaRPr lang="ar-SA" sz="71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عِضِ</a:t>
            </a:r>
            <a:endParaRPr lang="ar-SA" sz="71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4" y="4343400"/>
            <a:ext cx="691286" cy="73152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عِطِ</a:t>
            </a:r>
            <a:endParaRPr lang="ar-SA" sz="95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عِظِ</a:t>
            </a:r>
            <a:endParaRPr lang="ar-SA" sz="95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إِعِبِ</a:t>
            </a:r>
            <a:endParaRPr lang="ar-SA" sz="6200" dirty="0"/>
          </a:p>
        </p:txBody>
      </p:sp>
      <p:pic>
        <p:nvPicPr>
          <p:cNvPr id="32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52E0"/>
          </a:solidFill>
          <a:ln w="12700">
            <a:solidFill>
              <a:srgbClr val="8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بِعِتِ</a:t>
            </a:r>
            <a:endParaRPr lang="ar-SA" sz="6800" dirty="0"/>
          </a:p>
        </p:txBody>
      </p:sp>
      <p:pic>
        <p:nvPicPr>
          <p:cNvPr id="29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30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49" y="4251960"/>
            <a:ext cx="570311" cy="822960"/>
          </a:xfrm>
          <a:prstGeom prst="rect">
            <a:avLst/>
          </a:prstGeom>
        </p:spPr>
      </p:pic>
      <p:pic>
        <p:nvPicPr>
          <p:cNvPr id="31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C64"/>
          </a:solidFill>
          <a:ln w="12700">
            <a:solidFill>
              <a:srgbClr val="D8A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تِعِثِ</a:t>
            </a:r>
            <a:endParaRPr lang="ar-SA" sz="84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84" y="3337560"/>
            <a:ext cx="1542776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ثِعِجِ</a:t>
            </a:r>
            <a:endParaRPr lang="ar-SA" sz="54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11880"/>
            <a:ext cx="1094354" cy="1463040"/>
          </a:xfrm>
          <a:prstGeom prst="rect">
            <a:avLst/>
          </a:prstGeom>
        </p:spPr>
      </p:pic>
      <p:pic>
        <p:nvPicPr>
          <p:cNvPr id="26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41" y="4297680"/>
            <a:ext cx="726719" cy="77724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جِعِحِ</a:t>
            </a:r>
            <a:endParaRPr lang="ar-SA" sz="5400" dirty="0"/>
          </a:p>
        </p:txBody>
      </p:sp>
      <p:pic>
        <p:nvPicPr>
          <p:cNvPr id="26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7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73" y="3337560"/>
            <a:ext cx="1561887" cy="1737360"/>
          </a:xfrm>
          <a:prstGeom prst="rect">
            <a:avLst/>
          </a:prstGeom>
        </p:spPr>
      </p:pic>
      <p:pic>
        <p:nvPicPr>
          <p:cNvPr id="28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حِعِخِ</a:t>
            </a:r>
            <a:endParaRPr lang="ar-SA" sz="54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755" y="3337560"/>
            <a:ext cx="1641805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8ED"/>
          </a:solidFill>
          <a:ln w="12700">
            <a:solidFill>
              <a:srgbClr val="5EE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خِعِدِ</a:t>
            </a:r>
            <a:endParaRPr lang="ar-SA" sz="84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دِعِذِ</a:t>
            </a:r>
            <a:endParaRPr lang="ar-SA" sz="84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31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3"/>
          </a:solidFill>
          <a:ln w="12700">
            <a:solidFill>
              <a:srgbClr val="47D1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ذِعِرِ</a:t>
            </a:r>
            <a:endParaRPr lang="ar-SA" sz="66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78" y="3337560"/>
            <a:ext cx="1315182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رِعِزِ</a:t>
            </a:r>
            <a:endParaRPr lang="ar-SA" sz="66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زِعِسِ</a:t>
            </a:r>
            <a:endParaRPr lang="ar-SA" sz="63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84" y="3337560"/>
            <a:ext cx="1542776" cy="1737360"/>
          </a:xfrm>
          <a:prstGeom prst="rect">
            <a:avLst/>
          </a:prstGeom>
        </p:spPr>
      </p:pic>
      <p:pic>
        <p:nvPicPr>
          <p:cNvPr id="28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سِعِشِ</a:t>
            </a:r>
            <a:endParaRPr lang="ar-SA" sz="63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128" y="3337560"/>
            <a:ext cx="1624432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5EED"/>
          </a:solidFill>
          <a:ln w="12700">
            <a:solidFill>
              <a:srgbClr val="C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شِعِصِ</a:t>
            </a:r>
            <a:endParaRPr lang="ar-SA" sz="61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E052"/>
          </a:solidFill>
          <a:ln w="12700">
            <a:solidFill>
              <a:srgbClr val="5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70DB"/>
          </a:solidFill>
          <a:ln w="12700">
            <a:solidFill>
              <a:srgbClr val="9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صِعِضِ</a:t>
            </a:r>
            <a:endParaRPr lang="ar-SA" sz="58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64D8"/>
          </a:solidFill>
          <a:ln w="12700">
            <a:solidFill>
              <a:srgbClr val="7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ED1"/>
          </a:solidFill>
          <a:ln w="12700">
            <a:solidFill>
              <a:srgbClr val="474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ضِعِطِ</a:t>
            </a:r>
            <a:endParaRPr lang="ar-SA" sz="71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57" y="3337560"/>
            <a:ext cx="1353403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طِعِظِ</a:t>
            </a:r>
            <a:endParaRPr lang="ar-SA" sz="75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ظِعِإِ</a:t>
            </a:r>
            <a:endParaRPr lang="ar-SA" sz="62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78" y="3337560"/>
            <a:ext cx="1315182" cy="1737360"/>
          </a:xfrm>
          <a:prstGeom prst="rect">
            <a:avLst/>
          </a:prstGeom>
        </p:spPr>
      </p:pic>
      <p:pic>
        <p:nvPicPr>
          <p:cNvPr id="28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إِعِ</a:t>
            </a:r>
            <a:endParaRPr lang="ar-SA" sz="6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305" y="3520440"/>
            <a:ext cx="1077255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B5E"/>
          </a:solidFill>
          <a:ln w="12700">
            <a:solidFill>
              <a:srgbClr val="EDA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بِعِ</a:t>
            </a:r>
            <a:endParaRPr lang="ar-SA" sz="6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2E0"/>
          </a:solidFill>
          <a:ln w="12700">
            <a:solidFill>
              <a:srgbClr val="528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تِعِ</a:t>
            </a:r>
            <a:endParaRPr lang="ar-SA" sz="61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0"/>
          </a:solidFill>
          <a:ln w="12700">
            <a:solidFill>
              <a:srgbClr val="D147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ثِعِ</a:t>
            </a:r>
            <a:endParaRPr lang="ar-SA" sz="61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جِعِ</a:t>
            </a:r>
            <a:endParaRPr lang="ar-SA" sz="61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4" y="4343400"/>
            <a:ext cx="691286" cy="73152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حِعِ</a:t>
            </a:r>
            <a:endParaRPr lang="ar-SA" sz="61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خِعِ</a:t>
            </a:r>
            <a:endParaRPr lang="ar-SA" sz="6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دِعِ</a:t>
            </a:r>
            <a:endParaRPr lang="ar-SA" sz="61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ذِعِ</a:t>
            </a:r>
            <a:endParaRPr lang="ar-SA" sz="6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49" y="4251960"/>
            <a:ext cx="570311" cy="82296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D864"/>
          </a:solidFill>
          <a:ln w="12700">
            <a:solidFill>
              <a:srgbClr val="9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رِعِ</a:t>
            </a:r>
            <a:endParaRPr lang="ar-SA" sz="6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زِعِ</a:t>
            </a:r>
            <a:endParaRPr lang="ar-SA" sz="6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41" y="4297680"/>
            <a:ext cx="726719" cy="77724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سِعِ</a:t>
            </a:r>
            <a:endParaRPr lang="ar-SA" sz="6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شِعِ</a:t>
            </a:r>
            <a:endParaRPr lang="ar-SA" sz="6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576" y="3520440"/>
            <a:ext cx="1468984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5EED"/>
          </a:solidFill>
          <a:ln w="12700">
            <a:solidFill>
              <a:srgbClr val="6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صِعِ</a:t>
            </a:r>
            <a:endParaRPr lang="ar-SA" sz="61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E052"/>
          </a:solidFill>
          <a:ln w="12700">
            <a:solidFill>
              <a:srgbClr val="C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ضِعِ</a:t>
            </a:r>
            <a:endParaRPr lang="ar-SA" sz="61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DD8"/>
          </a:solidFill>
          <a:ln w="12700">
            <a:solidFill>
              <a:srgbClr val="64A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5D1"/>
          </a:solidFill>
          <a:ln w="12700">
            <a:solidFill>
              <a:srgbClr val="47B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طِعِ</a:t>
            </a:r>
            <a:endParaRPr lang="ar-SA" sz="61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ظِعِ</a:t>
            </a:r>
            <a:endParaRPr lang="ar-SA" sz="61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400" dirty="0"/>
          </a:p>
        </p:txBody>
      </p:sp>
      <p:pic>
        <p:nvPicPr>
          <p:cNvPr id="1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93342" cy="1554480"/>
          </a:xfrm>
          <a:prstGeom prst="rect">
            <a:avLst/>
          </a:prstGeom>
        </p:spPr>
      </p:pic>
      <p:pic>
        <p:nvPicPr>
          <p:cNvPr id="16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1783080"/>
            <a:ext cx="1380378" cy="1554480"/>
          </a:xfrm>
          <a:prstGeom prst="rect">
            <a:avLst/>
          </a:prstGeom>
        </p:spPr>
      </p:pic>
      <p:pic>
        <p:nvPicPr>
          <p:cNvPr id="1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غِإِ</a:t>
            </a:r>
            <a:endParaRPr lang="ar-SA" sz="70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21" y="3520440"/>
            <a:ext cx="1453439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غِبِ</a:t>
            </a:r>
            <a:endParaRPr lang="ar-SA" sz="75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4"/>
          </a:solidFill>
          <a:ln w="12700">
            <a:solidFill>
              <a:srgbClr val="52E0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F"/>
          </a:solidFill>
          <a:ln w="12700">
            <a:solidFill>
              <a:srgbClr val="DB70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غِتِ</a:t>
            </a:r>
            <a:endParaRPr lang="ar-SA" sz="95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A"/>
          </a:solidFill>
          <a:ln w="12700">
            <a:solidFill>
              <a:srgbClr val="D864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B47D1"/>
          </a:solidFill>
          <a:ln w="12700">
            <a:solidFill>
              <a:srgbClr val="C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غِثِ</a:t>
            </a:r>
            <a:endParaRPr lang="ar-SA" sz="9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غِجِ</a:t>
            </a:r>
            <a:endParaRPr lang="ar-SA" sz="6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غِحِ</a:t>
            </a:r>
            <a:endParaRPr lang="ar-SA" sz="6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4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غِخِ</a:t>
            </a:r>
            <a:endParaRPr lang="ar-SA" sz="6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305" y="3520440"/>
            <a:ext cx="1077255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ED5E"/>
          </a:solidFill>
          <a:ln w="12700">
            <a:solidFill>
              <a:srgbClr val="A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غِدِ</a:t>
            </a:r>
            <a:endParaRPr lang="ar-SA" sz="95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52E0"/>
          </a:solidFill>
          <a:ln w="12700">
            <a:solidFill>
              <a:srgbClr val="B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غِذِ</a:t>
            </a:r>
            <a:endParaRPr lang="ar-SA" sz="95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947"/>
          </a:solidFill>
          <a:ln w="12700">
            <a:solidFill>
              <a:srgbClr val="D1A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غِرِ</a:t>
            </a:r>
            <a:endParaRPr lang="ar-SA" sz="74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غِزِ</a:t>
            </a:r>
            <a:endParaRPr lang="ar-SA" sz="74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4" y="4343400"/>
            <a:ext cx="691286" cy="73152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غِسِ</a:t>
            </a:r>
            <a:endParaRPr lang="ar-SA" sz="71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غِشِ</a:t>
            </a:r>
            <a:endParaRPr lang="ar-SA" sz="7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غِصِ</a:t>
            </a:r>
            <a:endParaRPr lang="ar-SA" sz="7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D52"/>
          </a:solidFill>
          <a:ln w="12700">
            <a:solidFill>
              <a:srgbClr val="E08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2"/>
          </a:solidFill>
          <a:ln w="12700">
            <a:solidFill>
              <a:srgbClr val="70DB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غِضِ</a:t>
            </a:r>
            <a:endParaRPr lang="ar-SA" sz="7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49" y="4251960"/>
            <a:ext cx="570311" cy="82296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غِطِ</a:t>
            </a:r>
            <a:endParaRPr lang="ar-SA" sz="9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غِظِ</a:t>
            </a:r>
            <a:endParaRPr lang="ar-SA" sz="95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41" y="4297680"/>
            <a:ext cx="726719" cy="77724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غِعِ</a:t>
            </a:r>
            <a:endParaRPr lang="ar-SA" sz="6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إِغِبِ</a:t>
            </a:r>
            <a:endParaRPr lang="ar-SA" sz="62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755" y="3337560"/>
            <a:ext cx="1641805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7"/>
          </a:solidFill>
          <a:ln w="12700">
            <a:solidFill>
              <a:srgbClr val="ED5E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بِغِتِ</a:t>
            </a:r>
            <a:endParaRPr lang="ar-SA" sz="6800" dirty="0"/>
          </a:p>
        </p:txBody>
      </p:sp>
      <p:pic>
        <p:nvPicPr>
          <p:cNvPr id="32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A"/>
          </a:solidFill>
          <a:ln w="12700">
            <a:solidFill>
              <a:srgbClr val="52E0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70DB"/>
          </a:solidFill>
          <a:ln w="12700">
            <a:solidFill>
              <a:srgbClr val="B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7"/>
          </a:solidFill>
          <a:ln w="12700">
            <a:solidFill>
              <a:srgbClr val="854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تِغِثِ</a:t>
            </a:r>
            <a:endParaRPr lang="ar-SA" sz="84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31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64D8"/>
          </a:solidFill>
          <a:ln w="12700">
            <a:solidFill>
              <a:srgbClr val="9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447D1"/>
          </a:solidFill>
          <a:ln w="12700">
            <a:solidFill>
              <a:srgbClr val="6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ثِغِجِ</a:t>
            </a:r>
            <a:endParaRPr lang="ar-SA" sz="54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78" y="3337560"/>
            <a:ext cx="1315182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جِغِحِ</a:t>
            </a:r>
            <a:endParaRPr lang="ar-SA" sz="5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7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حِغِخِ</a:t>
            </a:r>
            <a:endParaRPr lang="ar-SA" sz="54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84" y="3337560"/>
            <a:ext cx="1542776" cy="1737360"/>
          </a:xfrm>
          <a:prstGeom prst="rect">
            <a:avLst/>
          </a:prstGeom>
        </p:spPr>
      </p:pic>
      <p:pic>
        <p:nvPicPr>
          <p:cNvPr id="28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خِغِدِ</a:t>
            </a:r>
            <a:endParaRPr lang="ar-SA" sz="84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128" y="3337560"/>
            <a:ext cx="1624432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05E"/>
          </a:solidFill>
          <a:ln w="12700">
            <a:solidFill>
              <a:srgbClr val="EDD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دِغِذِ</a:t>
            </a:r>
            <a:endParaRPr lang="ar-SA" sz="8400" dirty="0"/>
          </a:p>
        </p:txBody>
      </p:sp>
      <p:pic>
        <p:nvPicPr>
          <p:cNvPr id="32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DE0"/>
          </a:solidFill>
          <a:ln w="12700">
            <a:solidFill>
              <a:srgbClr val="525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D70"/>
          </a:solidFill>
          <a:ln w="12700">
            <a:solidFill>
              <a:srgbClr val="DB9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ذِغِرِ</a:t>
            </a:r>
            <a:endParaRPr lang="ar-SA" sz="66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364"/>
          </a:solidFill>
          <a:ln w="12700">
            <a:solidFill>
              <a:srgbClr val="D87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D"/>
          </a:solidFill>
          <a:ln w="12700">
            <a:solidFill>
              <a:srgbClr val="D1474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رِغِزِ</a:t>
            </a:r>
            <a:endParaRPr lang="ar-SA" sz="66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57" y="3337560"/>
            <a:ext cx="1353403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زِغِسِ</a:t>
            </a:r>
            <a:endParaRPr lang="ar-SA" sz="63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سِغِشِ</a:t>
            </a:r>
            <a:endParaRPr lang="ar-SA" sz="63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78" y="3337560"/>
            <a:ext cx="1315182" cy="1737360"/>
          </a:xfrm>
          <a:prstGeom prst="rect">
            <a:avLst/>
          </a:prstGeom>
        </p:spPr>
      </p:pic>
      <p:pic>
        <p:nvPicPr>
          <p:cNvPr id="28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شِغِصِ</a:t>
            </a:r>
            <a:endParaRPr lang="ar-SA" sz="6100" dirty="0"/>
          </a:p>
        </p:txBody>
      </p:sp>
      <p:pic>
        <p:nvPicPr>
          <p:cNvPr id="24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70" y="3337560"/>
            <a:ext cx="1203990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C"/>
          </a:solidFill>
          <a:ln w="12700">
            <a:solidFill>
              <a:srgbClr val="5EED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صِغِضِ</a:t>
            </a:r>
            <a:endParaRPr lang="ar-SA" sz="58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1"/>
          </a:solidFill>
          <a:ln w="12700">
            <a:solidFill>
              <a:srgbClr val="E052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2"/>
          </a:solidFill>
          <a:ln w="12700">
            <a:solidFill>
              <a:srgbClr val="70DB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685"/>
          </a:solidFill>
          <a:ln w="12700">
            <a:solidFill>
              <a:srgbClr val="476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ضِغِطِ</a:t>
            </a:r>
            <a:endParaRPr lang="ar-SA" sz="71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30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D864"/>
          </a:solidFill>
          <a:ln w="12700">
            <a:solidFill>
              <a:srgbClr val="7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D147"/>
          </a:solidFill>
          <a:ln w="12700">
            <a:solidFill>
              <a:srgbClr val="6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طِغِظِ</a:t>
            </a:r>
            <a:endParaRPr lang="ar-SA" sz="7500" dirty="0"/>
          </a:p>
        </p:txBody>
      </p:sp>
      <p:pic>
        <p:nvPicPr>
          <p:cNvPr id="24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73" y="3337560"/>
            <a:ext cx="1561887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ظِغِعِ</a:t>
            </a:r>
            <a:endParaRPr lang="ar-SA" sz="54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6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4" y="4343400"/>
            <a:ext cx="691286" cy="73152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A2B"/>
          </a:solidFill>
          <a:ln w="12700">
            <a:solidFill>
              <a:srgbClr val="644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7934"/>
          </a:solidFill>
          <a:ln w="12700">
            <a:solidFill>
              <a:srgbClr val="7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عِغِإِ</a:t>
            </a:r>
            <a:endParaRPr lang="ar-SA" sz="62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7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57" y="3337560"/>
            <a:ext cx="1353403" cy="1737360"/>
          </a:xfrm>
          <a:prstGeom prst="rect">
            <a:avLst/>
          </a:prstGeom>
        </p:spPr>
      </p:pic>
      <p:pic>
        <p:nvPicPr>
          <p:cNvPr id="28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إِغِ</a:t>
            </a:r>
            <a:endParaRPr lang="ar-SA" sz="6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5EED"/>
          </a:solidFill>
          <a:ln w="12700">
            <a:solidFill>
              <a:srgbClr val="8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بِغِ</a:t>
            </a:r>
            <a:endParaRPr lang="ar-SA" sz="61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E052"/>
          </a:solidFill>
          <a:ln w="12700">
            <a:solidFill>
              <a:srgbClr val="A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9DB"/>
          </a:solidFill>
          <a:ln w="12700">
            <a:solidFill>
              <a:srgbClr val="707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5"/>
          </a:solidFill>
          <a:ln w="12700">
            <a:solidFill>
              <a:srgbClr val="8547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تِغِ</a:t>
            </a:r>
            <a:endParaRPr lang="ar-SA" sz="6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49" y="4251960"/>
            <a:ext cx="570311" cy="82296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FD8"/>
          </a:solidFill>
          <a:ln w="12700">
            <a:solidFill>
              <a:srgbClr val="648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ثِغِ</a:t>
            </a:r>
            <a:endParaRPr lang="ar-SA" sz="6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جِغِ</a:t>
            </a:r>
            <a:endParaRPr lang="ar-SA" sz="6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41" y="4297680"/>
            <a:ext cx="726719" cy="77724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B"/>
          </a:solidFill>
          <a:ln w="12700">
            <a:solidFill>
              <a:srgbClr val="3479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حِغِ</a:t>
            </a:r>
            <a:endParaRPr lang="ar-SA" sz="6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خِغِ</a:t>
            </a:r>
            <a:endParaRPr lang="ar-SA" sz="6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576" y="3520440"/>
            <a:ext cx="1468984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55E"/>
          </a:solidFill>
          <a:ln w="12700">
            <a:solidFill>
              <a:srgbClr val="ED6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دِغِ</a:t>
            </a:r>
            <a:endParaRPr lang="ar-SA" sz="6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8E0"/>
          </a:solidFill>
          <a:ln w="12700">
            <a:solidFill>
              <a:srgbClr val="52C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ذِغِ</a:t>
            </a:r>
            <a:endParaRPr lang="ar-SA" sz="61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C"/>
          </a:solidFill>
          <a:ln w="12700">
            <a:solidFill>
              <a:srgbClr val="D864A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4"/>
          </a:solidFill>
          <a:ln w="12700">
            <a:solidFill>
              <a:srgbClr val="D147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رِغِ</a:t>
            </a:r>
            <a:endParaRPr lang="ar-SA" sz="61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زِغِ</a:t>
            </a:r>
            <a:endParaRPr lang="ar-SA" sz="61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سِغِ</a:t>
            </a:r>
            <a:endParaRPr lang="ar-SA" sz="61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شِغِ</a:t>
            </a:r>
            <a:endParaRPr lang="ar-SA" sz="61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21" y="3520440"/>
            <a:ext cx="1453439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ED5E"/>
          </a:solidFill>
          <a:ln w="12700">
            <a:solidFill>
              <a:srgbClr val="7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صِغِ</a:t>
            </a:r>
            <a:endParaRPr lang="ar-SA" sz="61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52E0"/>
          </a:solidFill>
          <a:ln w="12700">
            <a:solidFill>
              <a:srgbClr val="D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DB70"/>
          </a:solidFill>
          <a:ln w="12700">
            <a:solidFill>
              <a:srgbClr val="A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ضِغِ</a:t>
            </a:r>
            <a:endParaRPr lang="ar-SA" sz="6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D864"/>
          </a:solidFill>
          <a:ln w="12700">
            <a:solidFill>
              <a:srgbClr val="C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C47"/>
          </a:solidFill>
          <a:ln w="12700">
            <a:solidFill>
              <a:srgbClr val="D1C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طِغِ</a:t>
            </a:r>
            <a:endParaRPr lang="ar-SA" sz="61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ظِغِ</a:t>
            </a:r>
            <a:endParaRPr lang="ar-SA" sz="6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عِغِ</a:t>
            </a:r>
            <a:endParaRPr lang="ar-SA" sz="6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2475" y="896112"/>
            <a:ext cx="18424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2475" y="896112"/>
            <a:ext cx="18424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39086" y="896112"/>
            <a:ext cx="19033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39086" y="896112"/>
            <a:ext cx="19033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وَعَلِمَ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59998" y="2834640"/>
            <a:ext cx="34240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59998" y="2834640"/>
            <a:ext cx="34240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 وَعَلِمَ</a:t>
            </a:r>
            <a:endParaRPr lang="ar-SA" sz="4700" dirty="0"/>
          </a:p>
        </p:txBody>
      </p:sp>
      <p:pic>
        <p:nvPicPr>
          <p:cNvPr id="17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78824" cy="1554480"/>
          </a:xfrm>
          <a:prstGeom prst="rect">
            <a:avLst/>
          </a:prstGeom>
        </p:spPr>
      </p:pic>
      <p:pic>
        <p:nvPicPr>
          <p:cNvPr id="18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305" y="1783080"/>
            <a:ext cx="1077255" cy="1554480"/>
          </a:xfrm>
          <a:prstGeom prst="rect">
            <a:avLst/>
          </a:prstGeom>
        </p:spPr>
      </p:pic>
      <p:pic>
        <p:nvPicPr>
          <p:cNvPr id="19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FED"/>
          </a:solidFill>
          <a:ln w="12700">
            <a:solidFill>
              <a:srgbClr val="5E9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87169" y="896112"/>
            <a:ext cx="19944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4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87169" y="896112"/>
            <a:ext cx="19944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2262347" y="896112"/>
            <a:ext cx="23047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4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62347" y="896112"/>
            <a:ext cx="23047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3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91640" y="2834640"/>
            <a:ext cx="39607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91640" y="2834640"/>
            <a:ext cx="39607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 وَتَعِبَ</a:t>
            </a:r>
            <a:endParaRPr lang="ar-SA" sz="5400" dirty="0"/>
          </a:p>
        </p:txBody>
      </p:sp>
      <p:pic>
        <p:nvPicPr>
          <p:cNvPr id="2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93342" cy="1554480"/>
          </a:xfrm>
          <a:prstGeom prst="rect">
            <a:avLst/>
          </a:prstGeom>
        </p:spPr>
      </p:pic>
      <p:pic>
        <p:nvPicPr>
          <p:cNvPr id="26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1783080"/>
            <a:ext cx="1380378" cy="155448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252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9DB"/>
          </a:solidFill>
          <a:ln w="12700">
            <a:solidFill>
              <a:srgbClr val="70C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01561" y="896112"/>
            <a:ext cx="19946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7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01561" y="896112"/>
            <a:ext cx="19946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247745" y="896112"/>
            <a:ext cx="23337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7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47745" y="896112"/>
            <a:ext cx="23337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13585" y="2834640"/>
            <a:ext cx="39168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13585" y="2834640"/>
            <a:ext cx="39168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 وَتَعِبَ</a:t>
            </a:r>
            <a:endParaRPr lang="ar-SA" sz="5400" dirty="0"/>
          </a:p>
        </p:txBody>
      </p:sp>
      <p:pic>
        <p:nvPicPr>
          <p:cNvPr id="22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162751" cy="155448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21" y="1783080"/>
            <a:ext cx="1453439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A"/>
          </a:solidFill>
          <a:ln w="12700">
            <a:solidFill>
              <a:srgbClr val="64D8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A"/>
          </a:solidFill>
          <a:ln w="12700">
            <a:solidFill>
              <a:srgbClr val="47D1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78528" y="896112"/>
            <a:ext cx="20418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C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78528" y="896112"/>
            <a:ext cx="20418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2323670" y="896112"/>
            <a:ext cx="21348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23670" y="896112"/>
            <a:ext cx="21348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وَلَبِسَ</a:t>
            </a:r>
            <a:endParaRPr lang="ar-SA" sz="4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60434" y="2834640"/>
            <a:ext cx="382313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60434" y="2834640"/>
            <a:ext cx="382313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وَلَبِسَ</a:t>
            </a:r>
            <a:endParaRPr lang="ar-SA" sz="4800" dirty="0"/>
          </a:p>
        </p:txBody>
      </p:sp>
      <p:pic>
        <p:nvPicPr>
          <p:cNvPr id="17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18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1783080"/>
            <a:ext cx="1397478" cy="1554480"/>
          </a:xfrm>
          <a:prstGeom prst="rect">
            <a:avLst/>
          </a:prstGeom>
        </p:spPr>
      </p:pic>
      <p:pic>
        <p:nvPicPr>
          <p:cNvPr id="19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72777" y="896112"/>
            <a:ext cx="1705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9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72777" y="896112"/>
            <a:ext cx="1705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شَبِعَ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66071" y="896112"/>
            <a:ext cx="19866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66071" y="896112"/>
            <a:ext cx="19866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وَحَمِدَ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99916" y="2834640"/>
            <a:ext cx="33441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99916" y="2834640"/>
            <a:ext cx="33441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شَبِعَ وَحَمِدَ</a:t>
            </a:r>
            <a:endParaRPr lang="ar-SA" sz="4700" dirty="0"/>
          </a:p>
        </p:txBody>
      </p:sp>
      <p:pic>
        <p:nvPicPr>
          <p:cNvPr id="18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713037" cy="1554480"/>
          </a:xfrm>
          <a:prstGeom prst="rect">
            <a:avLst/>
          </a:prstGeom>
        </p:spPr>
      </p:pic>
      <p:pic>
        <p:nvPicPr>
          <p:cNvPr id="19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576" y="1783080"/>
            <a:ext cx="1468984" cy="1554480"/>
          </a:xfrm>
          <a:prstGeom prst="rect">
            <a:avLst/>
          </a:prstGeom>
        </p:spPr>
      </p:pic>
      <p:pic>
        <p:nvPicPr>
          <p:cNvPr id="20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10-ain-ghain</dc:title>
  <dc:subject>PptxGenJS Presentation</dc:subject>
  <dc:creator>PptxGenJS</dc:creator>
  <cp:lastModifiedBy>PptxGenJS</cp:lastModifiedBy>
  <cp:revision>1</cp:revision>
  <dcterms:created xsi:type="dcterms:W3CDTF">2026-10-20T22:47:04Z</dcterms:created>
  <dcterms:modified xsi:type="dcterms:W3CDTF">2026-10-20T22:47:04Z</dcterms:modified>
</cp:coreProperties>
</file>