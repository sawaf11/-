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</p:sldIdLst>
  <p:notesMasterIdLst>
    <p:notesMasterId r:id="rId1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notesMaster" Target="notesMasters/notesMaster1.xml"/><Relationship Id="rId115" Type="http://schemas.openxmlformats.org/officeDocument/2006/relationships/presProps" Target="presProps.xml"/><Relationship Id="rId116" Type="http://schemas.openxmlformats.org/officeDocument/2006/relationships/viewProps" Target="viewProps.xml"/><Relationship Id="rId117" Type="http://schemas.openxmlformats.org/officeDocument/2006/relationships/theme" Target="theme/theme1.xml"/><Relationship Id="rId1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2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image" Target="../media/image-5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image" Target="../media/image-5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2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5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image" Target="../media/image-5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image" Target="../media/image-6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image" Target="../media/image-6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image" Target="../media/image-3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png"/><Relationship Id="rId2" Type="http://schemas.openxmlformats.org/officeDocument/2006/relationships/image" Target="../media/image-7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5-1.png"/><Relationship Id="rId2" Type="http://schemas.openxmlformats.org/officeDocument/2006/relationships/image" Target="../media/image-4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6-1.png"/><Relationship Id="rId2" Type="http://schemas.openxmlformats.org/officeDocument/2006/relationships/image" Target="../media/image-7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7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8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1-1.png"/><Relationship Id="rId2" Type="http://schemas.openxmlformats.org/officeDocument/2006/relationships/image" Target="../media/image-4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2-1.png"/><Relationship Id="rId2" Type="http://schemas.openxmlformats.org/officeDocument/2006/relationships/image" Target="../media/image-8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3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4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7-1.png"/><Relationship Id="rId2" Type="http://schemas.openxmlformats.org/officeDocument/2006/relationships/image" Target="../media/image-5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8-1.png"/><Relationship Id="rId2" Type="http://schemas.openxmlformats.org/officeDocument/2006/relationships/image" Target="../media/image-8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9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0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3-1.png"/><Relationship Id="rId2" Type="http://schemas.openxmlformats.org/officeDocument/2006/relationships/image" Target="../media/image-5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4-1.png"/><Relationship Id="rId2" Type="http://schemas.openxmlformats.org/officeDocument/2006/relationships/image" Target="../media/image-9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5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9-1.png"/><Relationship Id="rId2" Type="http://schemas.openxmlformats.org/officeDocument/2006/relationships/image" Target="../media/image-6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1-1.png"/><Relationship Id="rId2" Type="http://schemas.openxmlformats.org/officeDocument/2006/relationships/image" Target="../media/image-10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0.xml"/><Relationship Id="rIdTrSnd" Type="http://schemas.openxmlformats.org/officeDocument/2006/relationships/audio" Target="../media/sparkle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1.xml"/><Relationship Id="rIdTrSnd" Type="http://schemas.openxmlformats.org/officeDocument/2006/relationships/audio" Target="../media/marimba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2.xml"/><Relationship Id="rIdTrSnd" Type="http://schemas.openxmlformats.org/officeDocument/2006/relationships/audio" Target="../media/harp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3.xml"/><Relationship Id="rIdTrSnd" Type="http://schemas.openxmlformats.org/officeDocument/2006/relationships/audio" Target="../media/chime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4.xml"/><Relationship Id="rIdTrSnd" Type="http://schemas.openxmlformats.org/officeDocument/2006/relationships/audio" Target="../media/whoosh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5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5.xml"/><Relationship Id="rIdTrSnd" Type="http://schemas.openxmlformats.org/officeDocument/2006/relationships/audio" Target="../media/bubbles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10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6.xml"/><Relationship Id="rIdTrSnd" Type="http://schemas.openxmlformats.org/officeDocument/2006/relationships/audio" Target="../media/sparkle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7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7.xml"/><Relationship Id="rIdTrSnd" Type="http://schemas.openxmlformats.org/officeDocument/2006/relationships/audio" Target="../media/marimba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8.xml"/><Relationship Id="rIdTrSnd" Type="http://schemas.openxmlformats.org/officeDocument/2006/relationships/audio" Target="../media/harp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9-1.png"/><Relationship Id="rId2" Type="http://schemas.openxmlformats.org/officeDocument/2006/relationships/image" Target="../media/image-1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9.xml"/><Relationship Id="rIdTrSnd" Type="http://schemas.openxmlformats.org/officeDocument/2006/relationships/audio" Target="../media/chime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0.xml"/><Relationship Id="rIdTrSnd" Type="http://schemas.openxmlformats.org/officeDocument/2006/relationships/audio" Target="../media/whoosh.wav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1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1.xml"/><Relationship Id="rIdTrSnd" Type="http://schemas.openxmlformats.org/officeDocument/2006/relationships/audio" Target="../media/bubbles.wav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2.xml"/><Relationship Id="rIdTrSnd" Type="http://schemas.openxmlformats.org/officeDocument/2006/relationships/audio" Target="../media/sparkl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5F7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3"/>
          </a:solidFill>
          <a:ln w="12700">
            <a:solidFill>
              <a:srgbClr val="5EED6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94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394094" cy="16459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6806" y="1783080"/>
            <a:ext cx="865754" cy="16459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A"/>
          </a:solidFill>
          <a:ln w="12700">
            <a:solidFill>
              <a:srgbClr val="E052C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5DB70"/>
          </a:solidFill>
          <a:ln w="12700">
            <a:solidFill>
              <a:srgbClr val="95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84"/>
          </a:solidFill>
          <a:ln w="12700">
            <a:solidFill>
              <a:srgbClr val="47858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عِإِ</a:t>
            </a:r>
            <a:endParaRPr lang="ar-SA" sz="70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05196" cy="14173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ED864"/>
          </a:solidFill>
          <a:ln w="12700">
            <a:solidFill>
              <a:srgbClr val="AE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6D147"/>
          </a:solidFill>
          <a:ln w="12700">
            <a:solidFill>
              <a:srgbClr val="B6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عِبِ</a:t>
            </a:r>
            <a:endParaRPr lang="ar-SA" sz="75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05194" cy="1417320"/>
          </a:xfrm>
          <a:prstGeom prst="rect">
            <a:avLst/>
          </a:prstGeom>
        </p:spPr>
      </p:pic>
      <p:pic>
        <p:nvPicPr>
          <p:cNvPr id="21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1654" y="3515868"/>
            <a:ext cx="1580906" cy="1554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E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عِتِ</a:t>
            </a:r>
            <a:endParaRPr lang="ar-SA" sz="95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9133" cy="14173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3006" y="3835908"/>
            <a:ext cx="729554" cy="12344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4314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D2B"/>
          </a:solidFill>
          <a:ln w="12700">
            <a:solidFill>
              <a:srgbClr val="642D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934"/>
          </a:solidFill>
          <a:ln w="12700">
            <a:solidFill>
              <a:srgbClr val="795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عِثِ</a:t>
            </a:r>
            <a:endParaRPr lang="ar-SA" sz="95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2014012" cy="1417320"/>
          </a:xfrm>
          <a:prstGeom prst="rect">
            <a:avLst/>
          </a:prstGeom>
        </p:spPr>
      </p:pic>
      <p:pic>
        <p:nvPicPr>
          <p:cNvPr id="23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8690" y="3515868"/>
            <a:ext cx="1793870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عِجِ</a:t>
            </a:r>
            <a:endParaRPr lang="ar-SA" sz="6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76691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7266" y="3515868"/>
            <a:ext cx="2305294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7DED"/>
          </a:solidFill>
          <a:ln w="12700">
            <a:solidFill>
              <a:srgbClr val="5E7D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عِحِ</a:t>
            </a:r>
            <a:endParaRPr lang="ar-SA" sz="61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2782" y="2034540"/>
            <a:ext cx="509778" cy="1143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432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D352"/>
          </a:solidFill>
          <a:ln w="12700">
            <a:solidFill>
              <a:srgbClr val="E0D3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9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FDB"/>
          </a:solidFill>
          <a:ln w="12700">
            <a:solidFill>
              <a:srgbClr val="70AF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54785"/>
          </a:solidFill>
          <a:ln w="12700">
            <a:solidFill>
              <a:srgbClr val="75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عِخِ</a:t>
            </a:r>
            <a:endParaRPr lang="ar-SA" sz="6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76691" cy="14173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F7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BD8"/>
          </a:solidFill>
          <a:ln w="12700">
            <a:solidFill>
              <a:srgbClr val="64CB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A"/>
          </a:solidFill>
          <a:ln w="12700">
            <a:solidFill>
              <a:srgbClr val="47D1C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عِدِ</a:t>
            </a:r>
            <a:endParaRPr lang="ar-SA" sz="95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42990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3673" y="3515868"/>
            <a:ext cx="1608887" cy="1554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عِذِ</a:t>
            </a:r>
            <a:endParaRPr lang="ar-SA" sz="95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83778" cy="14173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1373" y="4064508"/>
            <a:ext cx="721187" cy="10058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3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7642B"/>
          </a:solidFill>
          <a:ln w="12700">
            <a:solidFill>
              <a:srgbClr val="37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8"/>
          </a:solidFill>
          <a:ln w="12700">
            <a:solidFill>
              <a:srgbClr val="34794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عِرِ</a:t>
            </a:r>
            <a:endParaRPr lang="ar-SA" sz="74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651178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2293" y="3515868"/>
            <a:ext cx="1220267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D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عِزِ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92282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2636" y="3515868"/>
            <a:ext cx="2679924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C5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1"/>
          </a:solidFill>
          <a:ln w="12700">
            <a:solidFill>
              <a:srgbClr val="ED5EA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عِسِ</a:t>
            </a:r>
            <a:endParaRPr lang="ar-SA" sz="71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51469" y="2148840"/>
            <a:ext cx="501091" cy="9144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43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0"/>
          </a:solidFill>
          <a:ln w="12700">
            <a:solidFill>
              <a:srgbClr val="52E0B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2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A"/>
          </a:solidFill>
          <a:ln w="12700">
            <a:solidFill>
              <a:srgbClr val="DB70C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647"/>
          </a:solidFill>
          <a:ln w="12700">
            <a:solidFill>
              <a:srgbClr val="8566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عِشِ</a:t>
            </a:r>
            <a:endParaRPr lang="ar-SA" sz="7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62518" cy="14173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D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964D8"/>
          </a:solidFill>
          <a:ln w="12700">
            <a:solidFill>
              <a:srgbClr val="C9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847D1"/>
          </a:solidFill>
          <a:ln w="12700">
            <a:solidFill>
              <a:srgbClr val="A8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عِصِ</a:t>
            </a:r>
            <a:endParaRPr lang="ar-SA" sz="7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05194" cy="1417320"/>
          </a:xfrm>
          <a:prstGeom prst="rect">
            <a:avLst/>
          </a:prstGeom>
        </p:spPr>
      </p:pic>
      <p:pic>
        <p:nvPicPr>
          <p:cNvPr id="21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2792" y="3515868"/>
            <a:ext cx="1619768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E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عِضِ</a:t>
            </a:r>
            <a:endParaRPr lang="ar-SA" sz="71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29920" cy="14173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5475" y="3835908"/>
            <a:ext cx="727085" cy="12344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4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564"/>
          </a:solidFill>
          <a:ln w="12700">
            <a:solidFill>
              <a:srgbClr val="2B45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63479"/>
          </a:solidFill>
          <a:ln w="12700">
            <a:solidFill>
              <a:srgbClr val="36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عِطِ</a:t>
            </a:r>
            <a:endParaRPr lang="ar-SA" sz="95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383304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891" y="3515868"/>
            <a:ext cx="1602669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C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عِظِ</a:t>
            </a:r>
            <a:endParaRPr lang="ar-SA" sz="95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0314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4908" y="3515868"/>
            <a:ext cx="1787652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D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4ED5E"/>
          </a:solidFill>
          <a:ln w="12700">
            <a:solidFill>
              <a:srgbClr val="C4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إِعِبِ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1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C52E0"/>
          </a:solidFill>
          <a:ln w="12700">
            <a:solidFill>
              <a:srgbClr val="8C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9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270"/>
          </a:solidFill>
          <a:ln w="12700">
            <a:solidFill>
              <a:srgbClr val="DBD2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6"/>
          </a:solidFill>
          <a:ln w="12700">
            <a:solidFill>
              <a:srgbClr val="478556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بِعِتِ</a:t>
            </a:r>
            <a:endParaRPr lang="ar-SA" sz="68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07308"/>
            <a:ext cx="930493" cy="14630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C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C64"/>
          </a:solidFill>
          <a:ln w="12700">
            <a:solidFill>
              <a:srgbClr val="D8AC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647"/>
          </a:solidFill>
          <a:ln w="12700">
            <a:solidFill>
              <a:srgbClr val="D186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تِعِثِ</a:t>
            </a:r>
            <a:endParaRPr lang="ar-SA" sz="84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3017520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0331" y="3332988"/>
            <a:ext cx="1652229" cy="17373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5F7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ثِعِجِ</a:t>
            </a:r>
            <a:endParaRPr lang="ar-SA" sz="54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46836" cy="150876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3593" y="4110228"/>
            <a:ext cx="698967" cy="9601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3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4"/>
          </a:solidFill>
          <a:ln w="12700">
            <a:solidFill>
              <a:srgbClr val="642B5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3"/>
          </a:solidFill>
          <a:ln w="12700">
            <a:solidFill>
              <a:srgbClr val="79344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جِعِحِ</a:t>
            </a:r>
            <a:endParaRPr lang="ar-SA" sz="54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457462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6293" y="3332988"/>
            <a:ext cx="1956267" cy="17373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حِعِخِ</a:t>
            </a:r>
            <a:endParaRPr lang="ar-SA" sz="54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77011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6055" y="3332988"/>
            <a:ext cx="2576505" cy="17373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E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8ED"/>
          </a:solidFill>
          <a:ln w="12700">
            <a:solidFill>
              <a:srgbClr val="5EE8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خِعِدِ</a:t>
            </a:r>
            <a:endParaRPr lang="ar-SA" sz="84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43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952"/>
          </a:solidFill>
          <a:ln w="12700">
            <a:solidFill>
              <a:srgbClr val="E069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0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7"/>
          </a:solidFill>
          <a:ln w="12700">
            <a:solidFill>
              <a:srgbClr val="70DBB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885"/>
          </a:solidFill>
          <a:ln w="12700">
            <a:solidFill>
              <a:srgbClr val="4748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دِعِذِ</a:t>
            </a:r>
            <a:endParaRPr lang="ar-SA" sz="84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80029" cy="15087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F"/>
          </a:solidFill>
          <a:ln w="12700">
            <a:solidFill>
              <a:srgbClr val="64D88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3"/>
          </a:solidFill>
          <a:ln w="12700">
            <a:solidFill>
              <a:srgbClr val="47D16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ذِعِرِ</a:t>
            </a:r>
            <a:endParaRPr lang="ar-SA" sz="6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377498" cy="1508760"/>
          </a:xfrm>
          <a:prstGeom prst="rect">
            <a:avLst/>
          </a:prstGeom>
        </p:spPr>
      </p:pic>
      <p:pic>
        <p:nvPicPr>
          <p:cNvPr id="25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4172" y="3332988"/>
            <a:ext cx="2008388" cy="17373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D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رِعِزِ</a:t>
            </a:r>
            <a:endParaRPr lang="ar-SA" sz="66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03082" cy="150876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1888" y="3744468"/>
            <a:ext cx="710672" cy="13258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432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2642B"/>
          </a:solidFill>
          <a:ln w="12700">
            <a:solidFill>
              <a:srgbClr val="62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47934"/>
          </a:solidFill>
          <a:ln w="12700">
            <a:solidFill>
              <a:srgbClr val="54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4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4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زِعِسِ</a:t>
            </a:r>
            <a:endParaRPr lang="ar-SA" sz="63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680759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7297" y="3332988"/>
            <a:ext cx="1235263" cy="17373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5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سِعِشِ</a:t>
            </a:r>
            <a:endParaRPr lang="ar-SA" sz="63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93608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7351" y="3332988"/>
            <a:ext cx="2995209" cy="17373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C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F5EED"/>
          </a:solidFill>
          <a:ln w="12700">
            <a:solidFill>
              <a:srgbClr val="CF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شِعِصِ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3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EE052"/>
          </a:solidFill>
          <a:ln w="12700">
            <a:solidFill>
              <a:srgbClr val="5E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C70DB"/>
          </a:solidFill>
          <a:ln w="12700">
            <a:solidFill>
              <a:srgbClr val="9C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7"/>
          </a:solidFill>
          <a:ln w="12700">
            <a:solidFill>
              <a:srgbClr val="85475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3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3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صِعِضِ</a:t>
            </a:r>
            <a:endParaRPr lang="ar-SA" sz="58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16661" cy="15087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5D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264D8"/>
          </a:solidFill>
          <a:ln w="12700">
            <a:solidFill>
              <a:srgbClr val="72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4ED1"/>
          </a:solidFill>
          <a:ln w="12700">
            <a:solidFill>
              <a:srgbClr val="474E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3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3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3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ضِعِطِ</a:t>
            </a:r>
            <a:endParaRPr lang="ar-SA" sz="71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534409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2835" y="3332988"/>
            <a:ext cx="1549725" cy="17373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C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طِعِظِ</a:t>
            </a:r>
            <a:endParaRPr lang="ar-SA" sz="75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42310" cy="150876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1647" y="3424428"/>
            <a:ext cx="720913" cy="16459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44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8"/>
          </a:solidFill>
          <a:ln w="12700">
            <a:solidFill>
              <a:srgbClr val="2B645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579"/>
          </a:solidFill>
          <a:ln w="12700">
            <a:solidFill>
              <a:srgbClr val="3465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4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ظِعِإِ</a:t>
            </a:r>
            <a:endParaRPr lang="ar-SA" sz="62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360902" cy="1508760"/>
          </a:xfrm>
          <a:prstGeom prst="rect">
            <a:avLst/>
          </a:prstGeom>
        </p:spPr>
      </p:pic>
      <p:pic>
        <p:nvPicPr>
          <p:cNvPr id="27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8485" y="3332988"/>
            <a:ext cx="3254075" cy="17373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E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إِعِ</a:t>
            </a:r>
            <a:endParaRPr lang="ar-SA" sz="6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34959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4908" y="3515868"/>
            <a:ext cx="1787652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7F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B5E"/>
          </a:solidFill>
          <a:ln w="12700">
            <a:solidFill>
              <a:srgbClr val="EDAB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بِعِ</a:t>
            </a:r>
            <a:endParaRPr lang="ar-SA" sz="61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35924" y="2148840"/>
            <a:ext cx="516636" cy="91440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43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2E0"/>
          </a:solidFill>
          <a:ln w="12700">
            <a:solidFill>
              <a:srgbClr val="528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D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270"/>
          </a:solidFill>
          <a:ln w="12700">
            <a:solidFill>
              <a:srgbClr val="DB82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68547"/>
          </a:solidFill>
          <a:ln w="12700">
            <a:solidFill>
              <a:srgbClr val="66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تِعِ</a:t>
            </a:r>
            <a:endParaRPr lang="ar-SA" sz="6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0235" cy="14173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7C5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3"/>
          </a:solidFill>
          <a:ln w="12700">
            <a:solidFill>
              <a:srgbClr val="D86473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0"/>
          </a:solidFill>
          <a:ln w="12700">
            <a:solidFill>
              <a:srgbClr val="D1477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ثِعِ</a:t>
            </a:r>
            <a:endParaRPr lang="ar-SA" sz="6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12754" cy="1417320"/>
          </a:xfrm>
          <a:prstGeom prst="rect">
            <a:avLst/>
          </a:prstGeom>
        </p:spPr>
      </p:pic>
      <p:pic>
        <p:nvPicPr>
          <p:cNvPr id="21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8690" y="3515868"/>
            <a:ext cx="1793870" cy="1554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D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جِعِ</a:t>
            </a:r>
            <a:endParaRPr lang="ar-SA" sz="61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1888" cy="14173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5063" y="3881628"/>
            <a:ext cx="727497" cy="11887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A2B64"/>
          </a:solidFill>
          <a:ln w="12700">
            <a:solidFill>
              <a:srgbClr val="4A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7"/>
          </a:solidFill>
          <a:ln w="12700">
            <a:solidFill>
              <a:srgbClr val="79347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حِعِ</a:t>
            </a:r>
            <a:endParaRPr lang="ar-SA" sz="61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78423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9392" y="3515868"/>
            <a:ext cx="1203168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7D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خِعِ</a:t>
            </a:r>
            <a:endParaRPr lang="ar-SA" sz="6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4881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7266" y="3515868"/>
            <a:ext cx="2305294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5F7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8"/>
          </a:solidFill>
          <a:ln w="12700">
            <a:solidFill>
              <a:srgbClr val="5EED8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دِعِ</a:t>
            </a:r>
            <a:endParaRPr lang="ar-SA" sz="61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33638" y="2034540"/>
            <a:ext cx="518922" cy="11430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3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5"/>
          </a:solidFill>
          <a:ln w="12700">
            <a:solidFill>
              <a:srgbClr val="E052A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9DB70"/>
          </a:solidFill>
          <a:ln w="12700">
            <a:solidFill>
              <a:srgbClr val="79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585"/>
          </a:solidFill>
          <a:ln w="12700">
            <a:solidFill>
              <a:srgbClr val="4775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ذِعِ</a:t>
            </a:r>
            <a:endParaRPr lang="ar-SA" sz="6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7321" cy="14173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E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0D864"/>
          </a:solidFill>
          <a:ln w="12700">
            <a:solidFill>
              <a:srgbClr val="90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2D147"/>
          </a:solidFill>
          <a:ln w="12700">
            <a:solidFill>
              <a:srgbClr val="92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رِعِ</a:t>
            </a:r>
            <a:endParaRPr lang="ar-SA" sz="6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819839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2293" y="3515868"/>
            <a:ext cx="1220267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5D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زِعِ</a:t>
            </a:r>
            <a:endParaRPr lang="ar-SA" sz="61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0629" cy="14173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6618" y="3515868"/>
            <a:ext cx="725942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4314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B2B"/>
          </a:solidFill>
          <a:ln w="12700">
            <a:solidFill>
              <a:srgbClr val="643B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B34"/>
          </a:solidFill>
          <a:ln w="12700">
            <a:solidFill>
              <a:srgbClr val="796B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سِعِ</a:t>
            </a:r>
            <a:endParaRPr lang="ar-SA" sz="61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77793" cy="1417320"/>
          </a:xfrm>
          <a:prstGeom prst="rect">
            <a:avLst/>
          </a:prstGeom>
        </p:spPr>
      </p:pic>
      <p:pic>
        <p:nvPicPr>
          <p:cNvPr id="23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6608" y="3515868"/>
            <a:ext cx="1995952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5F7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شِعِ</a:t>
            </a:r>
            <a:endParaRPr lang="ar-SA" sz="6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8975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2636" y="3515868"/>
            <a:ext cx="2679924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D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45EED"/>
          </a:solidFill>
          <a:ln w="12700">
            <a:solidFill>
              <a:srgbClr val="64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صِعِ</a:t>
            </a:r>
            <a:endParaRPr lang="ar-SA" sz="61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35192" y="2080260"/>
            <a:ext cx="517368" cy="10515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433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9E052"/>
          </a:solidFill>
          <a:ln w="12700">
            <a:solidFill>
              <a:srgbClr val="C9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E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4DB"/>
          </a:solidFill>
          <a:ln w="12700">
            <a:solidFill>
              <a:srgbClr val="7094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44785"/>
          </a:solidFill>
          <a:ln w="12700">
            <a:solidFill>
              <a:srgbClr val="84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ضِعِ</a:t>
            </a:r>
            <a:endParaRPr lang="ar-SA" sz="6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0314" cy="14173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DD8"/>
          </a:solidFill>
          <a:ln w="12700">
            <a:solidFill>
              <a:srgbClr val="64AD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5D1"/>
          </a:solidFill>
          <a:ln w="12700">
            <a:solidFill>
              <a:srgbClr val="47B5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طِعِ</a:t>
            </a:r>
            <a:endParaRPr lang="ar-SA" sz="6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41414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891" y="3515868"/>
            <a:ext cx="1602669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7C5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ظِعِ</a:t>
            </a:r>
            <a:endParaRPr lang="ar-SA" sz="61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7321" cy="14173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8630" y="3881628"/>
            <a:ext cx="723930" cy="11887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2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D"/>
          </a:solidFill>
          <a:ln w="12700">
            <a:solidFill>
              <a:srgbClr val="2B642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9"/>
          </a:solidFill>
          <a:ln w="12700">
            <a:solidFill>
              <a:srgbClr val="34795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400" dirty="0"/>
          </a:p>
        </p:txBody>
      </p:sp>
      <p:sp>
        <p:nvSpPr>
          <p:cNvPr id="14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9400" dirty="0"/>
          </a:p>
        </p:txBody>
      </p:sp>
      <p:pic>
        <p:nvPicPr>
          <p:cNvPr id="1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41548"/>
            <a:ext cx="2560320" cy="1828800"/>
          </a:xfrm>
          <a:prstGeom prst="rect">
            <a:avLst/>
          </a:prstGeom>
        </p:spPr>
      </p:pic>
      <p:pic>
        <p:nvPicPr>
          <p:cNvPr id="1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2826" y="3241548"/>
            <a:ext cx="1989734" cy="18288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5C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غِإِ</a:t>
            </a:r>
            <a:endParaRPr lang="ar-SA" sz="7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2676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4908" y="3515868"/>
            <a:ext cx="1787652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7C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C"/>
          </a:solidFill>
          <a:ln w="12700">
            <a:solidFill>
              <a:srgbClr val="ED5E7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غِبِ</a:t>
            </a:r>
            <a:endParaRPr lang="ar-SA" sz="75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34644" y="2057400"/>
            <a:ext cx="517916" cy="10972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1443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4"/>
          </a:solidFill>
          <a:ln w="12700">
            <a:solidFill>
              <a:srgbClr val="52E0D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8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F"/>
          </a:solidFill>
          <a:ln w="12700">
            <a:solidFill>
              <a:srgbClr val="DB70A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547"/>
          </a:solidFill>
          <a:ln w="12700">
            <a:solidFill>
              <a:srgbClr val="857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غِتِ</a:t>
            </a:r>
            <a:endParaRPr lang="ar-SA" sz="95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60313" cy="14173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E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A"/>
          </a:solidFill>
          <a:ln w="12700">
            <a:solidFill>
              <a:srgbClr val="D864C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B47D1"/>
          </a:solidFill>
          <a:ln w="12700">
            <a:solidFill>
              <a:srgbClr val="CB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غِثِ</a:t>
            </a:r>
            <a:endParaRPr lang="ar-SA" sz="95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638422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2216" y="3515868"/>
            <a:ext cx="1750344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غِجِ</a:t>
            </a:r>
            <a:endParaRPr lang="ar-SA" sz="61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00786" cy="14173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9328" y="3881628"/>
            <a:ext cx="713232" cy="11887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143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764"/>
          </a:solidFill>
          <a:ln w="12700">
            <a:solidFill>
              <a:srgbClr val="2B37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83479"/>
          </a:solidFill>
          <a:ln w="12700">
            <a:solidFill>
              <a:srgbClr val="48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غِحِ</a:t>
            </a:r>
            <a:endParaRPr lang="ar-SA" sz="61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22202" cy="1417320"/>
          </a:xfrm>
          <a:prstGeom prst="rect">
            <a:avLst/>
          </a:prstGeom>
        </p:spPr>
      </p:pic>
      <p:pic>
        <p:nvPicPr>
          <p:cNvPr id="23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5901" y="3515868"/>
            <a:ext cx="1616659" cy="1554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7C5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غِخِ</a:t>
            </a:r>
            <a:endParaRPr lang="ar-SA" sz="6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59526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7266" y="3515868"/>
            <a:ext cx="2305294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0ED5E"/>
          </a:solidFill>
          <a:ln w="12700">
            <a:solidFill>
              <a:srgbClr val="A0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غِدِ</a:t>
            </a:r>
            <a:endParaRPr lang="ar-SA" sz="95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6897" y="2148840"/>
            <a:ext cx="505663" cy="9144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1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152E0"/>
          </a:solidFill>
          <a:ln w="12700">
            <a:solidFill>
              <a:srgbClr val="B1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9DB70"/>
          </a:solidFill>
          <a:ln w="12700">
            <a:solidFill>
              <a:srgbClr val="C9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6"/>
          </a:solidFill>
          <a:ln w="12700">
            <a:solidFill>
              <a:srgbClr val="478566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غِذِ</a:t>
            </a:r>
            <a:endParaRPr lang="ar-SA" sz="95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17794" cy="14173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7D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A64"/>
          </a:solidFill>
          <a:ln w="12700">
            <a:solidFill>
              <a:srgbClr val="D8CA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947"/>
          </a:solidFill>
          <a:ln w="12700">
            <a:solidFill>
              <a:srgbClr val="D1A9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غِرِ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795744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7325" y="3515868"/>
            <a:ext cx="1105235" cy="1554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5F7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غِزِ</a:t>
            </a:r>
            <a:endParaRPr lang="ar-SA" sz="74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077163" cy="14173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5043" y="3927348"/>
            <a:ext cx="707517" cy="11430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4314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5"/>
          </a:solidFill>
          <a:ln w="12700">
            <a:solidFill>
              <a:srgbClr val="642B4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734"/>
          </a:solidFill>
          <a:ln w="12700">
            <a:solidFill>
              <a:srgbClr val="7937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غِسِ</a:t>
            </a:r>
            <a:endParaRPr lang="ar-SA" sz="71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019053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E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غِشِ</a:t>
            </a:r>
            <a:endParaRPr lang="ar-SA" sz="7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7321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2636" y="3515868"/>
            <a:ext cx="2679924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5D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3ED"/>
          </a:solidFill>
          <a:ln w="12700">
            <a:solidFill>
              <a:srgbClr val="5EC3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غِصِ</a:t>
            </a:r>
            <a:endParaRPr lang="ar-SA" sz="71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34644" y="2057400"/>
            <a:ext cx="517916" cy="10972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4314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D52"/>
          </a:solidFill>
          <a:ln w="12700">
            <a:solidFill>
              <a:srgbClr val="E08D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A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2"/>
          </a:solidFill>
          <a:ln w="12700">
            <a:solidFill>
              <a:srgbClr val="70DBD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74785"/>
          </a:solidFill>
          <a:ln w="12700">
            <a:solidFill>
              <a:srgbClr val="57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غِضِ</a:t>
            </a:r>
            <a:endParaRPr lang="ar-SA" sz="7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32125" cy="14173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C5F7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D"/>
          </a:solidFill>
          <a:ln w="12700">
            <a:solidFill>
              <a:srgbClr val="64D8A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7"/>
          </a:solidFill>
          <a:ln w="12700">
            <a:solidFill>
              <a:srgbClr val="47D18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غِطِ</a:t>
            </a:r>
            <a:endParaRPr lang="ar-SA" sz="95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374800" cy="1417320"/>
          </a:xfrm>
          <a:prstGeom prst="rect">
            <a:avLst/>
          </a:prstGeom>
        </p:spPr>
      </p:pic>
      <p:pic>
        <p:nvPicPr>
          <p:cNvPr id="21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1019" y="3515868"/>
            <a:ext cx="2911541" cy="1554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D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غِظِ</a:t>
            </a:r>
            <a:endParaRPr lang="ar-SA" sz="95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4881" cy="14173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2620" y="3973068"/>
            <a:ext cx="709940" cy="10972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433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3642B"/>
          </a:solidFill>
          <a:ln w="12700">
            <a:solidFill>
              <a:srgbClr val="53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27934"/>
          </a:solidFill>
          <a:ln w="12700">
            <a:solidFill>
              <a:srgbClr val="42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غِعِ</a:t>
            </a:r>
            <a:endParaRPr lang="ar-SA" sz="61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2466137" cy="1417320"/>
          </a:xfrm>
          <a:prstGeom prst="rect">
            <a:avLst/>
          </a:prstGeom>
        </p:spPr>
      </p:pic>
      <p:pic>
        <p:nvPicPr>
          <p:cNvPr id="23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1654" y="3515868"/>
            <a:ext cx="1580906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C5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إِغِبِ</a:t>
            </a:r>
            <a:endParaRPr lang="ar-SA" sz="62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12135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4596" y="3332988"/>
            <a:ext cx="1997964" cy="17373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7C5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7"/>
          </a:solidFill>
          <a:ln w="12700">
            <a:solidFill>
              <a:srgbClr val="ED5EE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بِغِتِ</a:t>
            </a:r>
            <a:endParaRPr lang="ar-SA" sz="68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2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A"/>
          </a:solidFill>
          <a:ln w="12700">
            <a:solidFill>
              <a:srgbClr val="52E06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870DB"/>
          </a:solidFill>
          <a:ln w="12700">
            <a:solidFill>
              <a:srgbClr val="B8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7"/>
          </a:solidFill>
          <a:ln w="12700">
            <a:solidFill>
              <a:srgbClr val="8547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تِغِثِ</a:t>
            </a:r>
            <a:endParaRPr lang="ar-SA" sz="84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72485" cy="15087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C5C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064D8"/>
          </a:solidFill>
          <a:ln w="12700">
            <a:solidFill>
              <a:srgbClr val="90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447D1"/>
          </a:solidFill>
          <a:ln w="12700">
            <a:solidFill>
              <a:srgbClr val="64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ثِغِجِ</a:t>
            </a:r>
            <a:endParaRPr lang="ar-SA" sz="54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707916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7843" y="3332988"/>
            <a:ext cx="1344717" cy="17373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7D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جِغِحِ</a:t>
            </a:r>
            <a:endParaRPr lang="ar-SA" sz="54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12135" cy="150876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2320" y="3561588"/>
            <a:ext cx="730240" cy="15087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1443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164"/>
          </a:solidFill>
          <a:ln w="12700">
            <a:solidFill>
              <a:srgbClr val="2B61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479"/>
          </a:solidFill>
          <a:ln w="12700">
            <a:solidFill>
              <a:srgbClr val="345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حِغِخِ</a:t>
            </a:r>
            <a:endParaRPr lang="ar-SA" sz="54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900730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4392" y="3332988"/>
            <a:ext cx="1798168" cy="17373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E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خِغِدِ</a:t>
            </a:r>
            <a:endParaRPr lang="ar-SA" sz="84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16661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6055" y="3332988"/>
            <a:ext cx="2576505" cy="17373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05E"/>
          </a:solidFill>
          <a:ln w="12700">
            <a:solidFill>
              <a:srgbClr val="EDD0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دِغِذِ</a:t>
            </a:r>
            <a:endParaRPr lang="ar-SA" sz="8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142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DE0"/>
          </a:solidFill>
          <a:ln w="12700">
            <a:solidFill>
              <a:srgbClr val="525D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7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D70"/>
          </a:solidFill>
          <a:ln w="12700">
            <a:solidFill>
              <a:srgbClr val="DB9D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78547"/>
          </a:solidFill>
          <a:ln w="12700">
            <a:solidFill>
              <a:srgbClr val="57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ذِغِرِ</a:t>
            </a:r>
            <a:endParaRPr lang="ar-SA" sz="66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66450" cy="15087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7C5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364"/>
          </a:solidFill>
          <a:ln w="12700">
            <a:solidFill>
              <a:srgbClr val="D873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4D"/>
          </a:solidFill>
          <a:ln w="12700">
            <a:solidFill>
              <a:srgbClr val="D1474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رِغِزِ</a:t>
            </a:r>
            <a:endParaRPr lang="ar-SA" sz="6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605321" cy="1508760"/>
          </a:xfrm>
          <a:prstGeom prst="rect">
            <a:avLst/>
          </a:prstGeom>
        </p:spPr>
      </p:pic>
      <p:pic>
        <p:nvPicPr>
          <p:cNvPr id="25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21790" y="3332988"/>
            <a:ext cx="2230770" cy="17373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C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زِغِسِ</a:t>
            </a:r>
            <a:endParaRPr lang="ar-SA" sz="63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69889" cy="150876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8172" y="3515868"/>
            <a:ext cx="724388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2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82B64"/>
          </a:solidFill>
          <a:ln w="12700">
            <a:solidFill>
              <a:srgbClr val="58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5"/>
          </a:solidFill>
          <a:ln w="12700">
            <a:solidFill>
              <a:srgbClr val="79346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4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سِغِشِ</a:t>
            </a:r>
            <a:endParaRPr lang="ar-SA" sz="63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458971" cy="1508760"/>
          </a:xfrm>
          <a:prstGeom prst="rect">
            <a:avLst/>
          </a:prstGeom>
        </p:spPr>
      </p:pic>
      <p:pic>
        <p:nvPicPr>
          <p:cNvPr id="27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2231" y="3332988"/>
            <a:ext cx="1810329" cy="17373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7E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شِغِصِ</a:t>
            </a:r>
            <a:endParaRPr lang="ar-SA" sz="61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02660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7351" y="3332988"/>
            <a:ext cx="2995209" cy="17373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C5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C"/>
          </a:solidFill>
          <a:ln w="12700">
            <a:solidFill>
              <a:srgbClr val="5EEDA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3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3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صِغِضِ</a:t>
            </a:r>
            <a:endParaRPr lang="ar-SA" sz="58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4314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81"/>
          </a:solidFill>
          <a:ln w="12700">
            <a:solidFill>
              <a:srgbClr val="E0528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E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2"/>
          </a:solidFill>
          <a:ln w="12700">
            <a:solidFill>
              <a:srgbClr val="70DB8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685"/>
          </a:solidFill>
          <a:ln w="12700">
            <a:solidFill>
              <a:srgbClr val="4766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3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3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3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ضِغِطِ</a:t>
            </a:r>
            <a:endParaRPr lang="ar-SA" sz="71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43397" cy="15087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E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2D864"/>
          </a:solidFill>
          <a:ln w="12700">
            <a:solidFill>
              <a:srgbClr val="72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FD147"/>
          </a:solidFill>
          <a:ln w="12700">
            <a:solidFill>
              <a:srgbClr val="6F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طِغِظِ</a:t>
            </a:r>
            <a:endParaRPr lang="ar-SA" sz="75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851249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2312" y="3332988"/>
            <a:ext cx="1890248" cy="17373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C5D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ظِغِعِ</a:t>
            </a:r>
            <a:endParaRPr lang="ar-SA" sz="54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58484" cy="150876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2757" y="3927348"/>
            <a:ext cx="709803" cy="11430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431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A2B"/>
          </a:solidFill>
          <a:ln w="12700">
            <a:solidFill>
              <a:srgbClr val="644A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67934"/>
          </a:solidFill>
          <a:ln w="12700">
            <a:solidFill>
              <a:srgbClr val="76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عِغِإِ</a:t>
            </a:r>
            <a:endParaRPr lang="ar-SA" sz="62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437848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0331" y="3332988"/>
            <a:ext cx="1652229" cy="17373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C5F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إِغِ</a:t>
            </a:r>
            <a:endParaRPr lang="ar-SA" sz="6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92282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4908" y="3515868"/>
            <a:ext cx="1787652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E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95EED"/>
          </a:solidFill>
          <a:ln w="12700">
            <a:solidFill>
              <a:srgbClr val="89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بِغِ</a:t>
            </a:r>
            <a:endParaRPr lang="ar-SA" sz="61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33638" y="2034540"/>
            <a:ext cx="518922" cy="1143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433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4E052"/>
          </a:solidFill>
          <a:ln w="12700">
            <a:solidFill>
              <a:srgbClr val="A4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4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9DB"/>
          </a:solidFill>
          <a:ln w="12700">
            <a:solidFill>
              <a:srgbClr val="7079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5"/>
          </a:solidFill>
          <a:ln w="12700">
            <a:solidFill>
              <a:srgbClr val="85477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تِغِ</a:t>
            </a:r>
            <a:endParaRPr lang="ar-SA" sz="6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29132" cy="14173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C5E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FD8"/>
          </a:solidFill>
          <a:ln w="12700">
            <a:solidFill>
              <a:srgbClr val="648F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91D1"/>
          </a:solidFill>
          <a:ln w="12700">
            <a:solidFill>
              <a:srgbClr val="4791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ثِغِ</a:t>
            </a:r>
            <a:endParaRPr lang="ar-SA" sz="6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05981" cy="1417320"/>
          </a:xfrm>
          <a:prstGeom prst="rect">
            <a:avLst/>
          </a:prstGeom>
        </p:spPr>
      </p:pic>
      <p:pic>
        <p:nvPicPr>
          <p:cNvPr id="21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5901" y="3515868"/>
            <a:ext cx="1616659" cy="1554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7C5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جِغِ</a:t>
            </a:r>
            <a:endParaRPr lang="ar-SA" sz="61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07085" cy="14173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1705" y="3881628"/>
            <a:ext cx="710855" cy="11887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1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C"/>
          </a:solidFill>
          <a:ln w="12700">
            <a:solidFill>
              <a:srgbClr val="2B643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B"/>
          </a:solidFill>
          <a:ln w="12700">
            <a:solidFill>
              <a:srgbClr val="34796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حِغِ</a:t>
            </a:r>
            <a:endParaRPr lang="ar-SA" sz="61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30706" cy="1417320"/>
          </a:xfrm>
          <a:prstGeom prst="rect">
            <a:avLst/>
          </a:prstGeom>
        </p:spPr>
      </p:pic>
      <p:pic>
        <p:nvPicPr>
          <p:cNvPr id="23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5581" y="3515868"/>
            <a:ext cx="1796979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C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خِغِ</a:t>
            </a:r>
            <a:endParaRPr lang="ar-SA" sz="6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3463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7266" y="3515868"/>
            <a:ext cx="2305294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7D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55E"/>
          </a:solidFill>
          <a:ln w="12700">
            <a:solidFill>
              <a:srgbClr val="ED65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دِغِ</a:t>
            </a:r>
            <a:endParaRPr lang="ar-SA" sz="61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0450" y="2080260"/>
            <a:ext cx="512110" cy="10515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1443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8E0"/>
          </a:solidFill>
          <a:ln w="12700">
            <a:solidFill>
              <a:srgbClr val="52C8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E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3"/>
          </a:solidFill>
          <a:ln w="12700">
            <a:solidFill>
              <a:srgbClr val="DB709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48547"/>
          </a:solidFill>
          <a:ln w="12700">
            <a:solidFill>
              <a:srgbClr val="84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ذِغِ</a:t>
            </a:r>
            <a:endParaRPr lang="ar-SA" sz="6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29132" cy="14173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C"/>
          </a:solidFill>
          <a:ln w="12700">
            <a:solidFill>
              <a:srgbClr val="D864A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4"/>
          </a:solidFill>
          <a:ln w="12700">
            <a:solidFill>
              <a:srgbClr val="D147B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رِغِ</a:t>
            </a:r>
            <a:endParaRPr lang="ar-SA" sz="6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11809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E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زِغِ</a:t>
            </a:r>
            <a:endParaRPr lang="ar-SA" sz="61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3463" cy="14173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7441" y="4155948"/>
            <a:ext cx="725119" cy="91440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142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E2B64"/>
          </a:solidFill>
          <a:ln w="12700">
            <a:solidFill>
              <a:srgbClr val="2E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A3479"/>
          </a:solidFill>
          <a:ln w="12700">
            <a:solidFill>
              <a:srgbClr val="5A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سِغِ</a:t>
            </a:r>
            <a:endParaRPr lang="ar-SA" sz="61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64092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5964" y="3515868"/>
            <a:ext cx="1386596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7C5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شِغِ</a:t>
            </a:r>
            <a:endParaRPr lang="ar-SA" sz="6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05196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2636" y="3515868"/>
            <a:ext cx="2679924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C5F7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BED5E"/>
          </a:solidFill>
          <a:ln w="12700">
            <a:solidFill>
              <a:srgbClr val="7B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صِغِ</a:t>
            </a:r>
            <a:endParaRPr lang="ar-SA" sz="61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34644" y="2057400"/>
            <a:ext cx="517916" cy="10972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2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552E0"/>
          </a:solidFill>
          <a:ln w="12700">
            <a:solidFill>
              <a:srgbClr val="D5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EDB70"/>
          </a:solidFill>
          <a:ln w="12700">
            <a:solidFill>
              <a:srgbClr val="AE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6"/>
          </a:solidFill>
          <a:ln w="12700">
            <a:solidFill>
              <a:srgbClr val="478576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ضِغِ</a:t>
            </a:r>
            <a:endParaRPr lang="ar-SA" sz="6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9133" cy="14173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7E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9D864"/>
          </a:solidFill>
          <a:ln w="12700">
            <a:solidFill>
              <a:srgbClr val="C9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C47"/>
          </a:solidFill>
          <a:ln w="12700">
            <a:solidFill>
              <a:srgbClr val="D1CC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طِغِ</a:t>
            </a:r>
            <a:endParaRPr lang="ar-SA" sz="6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3377474" cy="1417320"/>
          </a:xfrm>
          <a:prstGeom prst="rect">
            <a:avLst/>
          </a:prstGeom>
        </p:spPr>
      </p:pic>
      <p:pic>
        <p:nvPicPr>
          <p:cNvPr id="21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1654" y="3515868"/>
            <a:ext cx="1580906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C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ظِغِ</a:t>
            </a:r>
            <a:endParaRPr lang="ar-SA" sz="61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76691" cy="14173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1169" y="4018788"/>
            <a:ext cx="701391" cy="10515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4314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6"/>
          </a:solidFill>
          <a:ln w="12700">
            <a:solidFill>
              <a:srgbClr val="642B3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934"/>
          </a:solidFill>
          <a:ln w="12700">
            <a:solidFill>
              <a:srgbClr val="794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عِغِ</a:t>
            </a:r>
            <a:endParaRPr lang="ar-SA" sz="61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64721" cy="1417320"/>
          </a:xfrm>
          <a:prstGeom prst="rect">
            <a:avLst/>
          </a:prstGeom>
        </p:spPr>
      </p:pic>
      <p:pic>
        <p:nvPicPr>
          <p:cNvPr id="23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8690" y="3515868"/>
            <a:ext cx="1793870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D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762475" y="896112"/>
            <a:ext cx="184243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6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762475" y="896112"/>
            <a:ext cx="184243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سَمِعَ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539086" y="896112"/>
            <a:ext cx="190334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236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539086" y="896112"/>
            <a:ext cx="190334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وَعَلِمَ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859998" y="2834640"/>
            <a:ext cx="342400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859998" y="2834640"/>
            <a:ext cx="342400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سَمِعَ وَعَلِمَ</a:t>
            </a:r>
            <a:endParaRPr lang="ar-SA" sz="4700" dirty="0"/>
          </a:p>
        </p:txBody>
      </p:sp>
      <p:pic>
        <p:nvPicPr>
          <p:cNvPr id="17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41548"/>
            <a:ext cx="1002182" cy="1828800"/>
          </a:xfrm>
          <a:prstGeom prst="rect">
            <a:avLst/>
          </a:prstGeom>
        </p:spPr>
      </p:pic>
      <p:pic>
        <p:nvPicPr>
          <p:cNvPr id="18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3241548"/>
            <a:ext cx="2103120" cy="18288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C5C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FED"/>
          </a:solidFill>
          <a:ln w="12700">
            <a:solidFill>
              <a:srgbClr val="5E9F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887169" y="896112"/>
            <a:ext cx="199448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436E2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887169" y="896112"/>
            <a:ext cx="199448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لَعِبَ</a:t>
            </a:r>
            <a:endParaRPr lang="ar-SA" sz="5300" dirty="0"/>
          </a:p>
        </p:txBody>
      </p:sp>
      <p:sp>
        <p:nvSpPr>
          <p:cNvPr id="20" name="C2 W2 pill"/>
          <p:cNvSpPr/>
          <p:nvPr/>
        </p:nvSpPr>
        <p:spPr>
          <a:xfrm>
            <a:off x="2262347" y="896112"/>
            <a:ext cx="230478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9436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262347" y="896112"/>
            <a:ext cx="230478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وَتَعِبَ</a:t>
            </a:r>
            <a:endParaRPr lang="ar-SA" sz="53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6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591640" y="2834640"/>
            <a:ext cx="396072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591640" y="2834640"/>
            <a:ext cx="396072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لَعِبَ وَتَعِبَ</a:t>
            </a:r>
            <a:endParaRPr lang="ar-SA" sz="54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2054108" cy="16459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67055" y="1783080"/>
            <a:ext cx="885505" cy="16459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431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252"/>
          </a:solidFill>
          <a:ln w="12700">
            <a:solidFill>
              <a:srgbClr val="E0B2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1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9DB"/>
          </a:solidFill>
          <a:ln w="12700">
            <a:solidFill>
              <a:srgbClr val="70C9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64785"/>
          </a:solidFill>
          <a:ln w="12700">
            <a:solidFill>
              <a:srgbClr val="664785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901561" y="896112"/>
            <a:ext cx="199469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C736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901561" y="896112"/>
            <a:ext cx="199469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عَمِلَ</a:t>
            </a:r>
            <a:endParaRPr lang="ar-SA" sz="5400" dirty="0"/>
          </a:p>
        </p:txBody>
      </p:sp>
      <p:sp>
        <p:nvSpPr>
          <p:cNvPr id="17" name="C2 W2 pill"/>
          <p:cNvSpPr/>
          <p:nvPr/>
        </p:nvSpPr>
        <p:spPr>
          <a:xfrm>
            <a:off x="2247745" y="896112"/>
            <a:ext cx="233377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C7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247745" y="896112"/>
            <a:ext cx="233377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وَتَعِبَ</a:t>
            </a:r>
            <a:endParaRPr lang="ar-SA" sz="54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4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613585" y="2834640"/>
            <a:ext cx="391683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613585" y="2834640"/>
            <a:ext cx="391683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عَمِلَ وَتَعِبَ</a:t>
            </a:r>
            <a:endParaRPr lang="ar-SA" sz="5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910194" cy="16459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311" y="1783080"/>
            <a:ext cx="1170249" cy="16459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C5F7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A"/>
          </a:solidFill>
          <a:ln w="12700">
            <a:solidFill>
              <a:srgbClr val="64D8C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A"/>
          </a:solidFill>
          <a:ln w="12700">
            <a:solidFill>
              <a:srgbClr val="47D1A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778528" y="896112"/>
            <a:ext cx="204180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CC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778528" y="896112"/>
            <a:ext cx="204180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غَسَلَ</a:t>
            </a:r>
            <a:endParaRPr lang="ar-SA" sz="4800" dirty="0"/>
          </a:p>
        </p:txBody>
      </p:sp>
      <p:sp>
        <p:nvSpPr>
          <p:cNvPr id="12" name="C2 W2 pill"/>
          <p:cNvSpPr/>
          <p:nvPr/>
        </p:nvSpPr>
        <p:spPr>
          <a:xfrm>
            <a:off x="2323670" y="896112"/>
            <a:ext cx="213481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CC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323670" y="896112"/>
            <a:ext cx="213481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وَلَبِسَ</a:t>
            </a:r>
            <a:endParaRPr lang="ar-SA" sz="48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4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660434" y="2834640"/>
            <a:ext cx="382313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660434" y="2834640"/>
            <a:ext cx="382313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غَسَلَ وَلَبِسَ</a:t>
            </a:r>
            <a:endParaRPr lang="ar-SA" sz="4800" dirty="0"/>
          </a:p>
        </p:txBody>
      </p:sp>
      <p:pic>
        <p:nvPicPr>
          <p:cNvPr id="17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41548"/>
            <a:ext cx="2307946" cy="1828800"/>
          </a:xfrm>
          <a:prstGeom prst="rect">
            <a:avLst/>
          </a:prstGeom>
        </p:spPr>
      </p:pic>
      <p:pic>
        <p:nvPicPr>
          <p:cNvPr id="18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9752" y="3241548"/>
            <a:ext cx="1892808" cy="18288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E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872777" y="896112"/>
            <a:ext cx="170515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99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872777" y="896112"/>
            <a:ext cx="170515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شَبِعَ</a:t>
            </a:r>
            <a:endParaRPr lang="ar-SA" sz="4600" dirty="0"/>
          </a:p>
        </p:txBody>
      </p:sp>
      <p:sp>
        <p:nvSpPr>
          <p:cNvPr id="13" name="C2 W2 pill"/>
          <p:cNvSpPr/>
          <p:nvPr/>
        </p:nvSpPr>
        <p:spPr>
          <a:xfrm>
            <a:off x="2566071" y="896112"/>
            <a:ext cx="198666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9E2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566071" y="896112"/>
            <a:ext cx="198666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وَحَمِدَ</a:t>
            </a:r>
            <a:endParaRPr lang="ar-SA" sz="46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899916" y="2834640"/>
            <a:ext cx="334416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899916" y="2834640"/>
            <a:ext cx="334416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شَبِعَ وَحَمِدَ</a:t>
            </a:r>
            <a:endParaRPr lang="ar-SA" sz="4700" dirty="0"/>
          </a:p>
        </p:txBody>
      </p:sp>
      <p:pic>
        <p:nvPicPr>
          <p:cNvPr id="1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41548"/>
            <a:ext cx="1022299" cy="1828800"/>
          </a:xfrm>
          <a:prstGeom prst="rect">
            <a:avLst/>
          </a:prstGeom>
        </p:spPr>
      </p:pic>
      <p:pic>
        <p:nvPicPr>
          <p:cNvPr id="19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989" y="1783080"/>
            <a:ext cx="959571" cy="16459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112</Slides>
  <Notes>112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112</vt:i4>
      </vt:variant>
    </vt:vector>
  </HeadingPairs>
  <TitlesOfParts>
    <vt:vector size="1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Kasrah reading 10-ain-ghain</dc:title>
  <dc:subject>PptxGenJS Presentation</dc:subject>
  <dc:creator>PptxGenJS</dc:creator>
  <cp:lastModifiedBy>PptxGenJS</cp:lastModifiedBy>
  <cp:revision>1</cp:revision>
  <dcterms:created xsi:type="dcterms:W3CDTF">2026-10-20T23:35:47Z</dcterms:created>
  <dcterms:modified xsi:type="dcterms:W3CDTF">2026-10-20T23:35:47Z</dcterms:modified>
</cp:coreProperties>
</file>