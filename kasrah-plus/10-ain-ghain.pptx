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1783080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178" y="3835908"/>
            <a:ext cx="723382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702" y="3515868"/>
            <a:ext cx="16508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0228"/>
            <a:ext cx="726811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757" y="3835908"/>
            <a:ext cx="709803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702" y="3515868"/>
            <a:ext cx="100885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044" y="4155948"/>
            <a:ext cx="699516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89" y="3790188"/>
            <a:ext cx="724571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5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293" y="3424428"/>
            <a:ext cx="719267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831" y="3653028"/>
            <a:ext cx="140172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776" y="3561588"/>
            <a:ext cx="737784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741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042" y="3927348"/>
            <a:ext cx="71551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249436" cy="146304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1943100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497" y="3881628"/>
            <a:ext cx="73106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702" y="3515868"/>
            <a:ext cx="16508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457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914" y="3881628"/>
            <a:ext cx="1238646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6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12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064508"/>
            <a:ext cx="704088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7680" y="3653028"/>
            <a:ext cx="1004880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708" y="4110228"/>
            <a:ext cx="137585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898" y="3927348"/>
            <a:ext cx="72466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3653028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2553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02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2475" y="896112"/>
            <a:ext cx="1842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2475" y="896112"/>
            <a:ext cx="1842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39086" y="896112"/>
            <a:ext cx="1903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9086" y="896112"/>
            <a:ext cx="1903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998" y="2834640"/>
            <a:ext cx="3424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998" y="2834640"/>
            <a:ext cx="3424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وَعَلِمَ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88132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2034540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575" y="1943100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528" y="896112"/>
            <a:ext cx="20418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528" y="896112"/>
            <a:ext cx="20418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3670" y="896112"/>
            <a:ext cx="21348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3670" y="896112"/>
            <a:ext cx="21348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وَلَبِسَ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0434" y="2834640"/>
            <a:ext cx="38231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0434" y="2834640"/>
            <a:ext cx="38231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وَلَبِسَ</a:t>
            </a:r>
            <a:endParaRPr lang="ar-SA" sz="48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2777" y="896112"/>
            <a:ext cx="1705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2777" y="896112"/>
            <a:ext cx="1705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66071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66071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99916" y="2834640"/>
            <a:ext cx="33441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99916" y="2834640"/>
            <a:ext cx="33441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69010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553" y="1783080"/>
            <a:ext cx="925007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10-ain-ghain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