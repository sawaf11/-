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notesMasterIdLst>
    <p:notesMasterId r:id="rId1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2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3"/>
          </a:solidFill>
          <a:ln w="12700">
            <a:solidFill>
              <a:srgbClr val="5EED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8452" y="1783080"/>
            <a:ext cx="864108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A"/>
          </a:solidFill>
          <a:ln w="12700">
            <a:solidFill>
              <a:srgbClr val="E052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DB70"/>
          </a:solidFill>
          <a:ln w="12700">
            <a:solidFill>
              <a:srgbClr val="9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4"/>
          </a:solidFill>
          <a:ln w="12700">
            <a:solidFill>
              <a:srgbClr val="4785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D864"/>
          </a:solidFill>
          <a:ln w="12700">
            <a:solidFill>
              <a:srgbClr val="A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D147"/>
          </a:solidFill>
          <a:ln w="12700">
            <a:solidFill>
              <a:srgbClr val="B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945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عِتِ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178" y="3835908"/>
            <a:ext cx="723382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934"/>
          </a:solidFill>
          <a:ln w="12700">
            <a:solidFill>
              <a:srgbClr val="795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عِثِ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648" y="3744468"/>
            <a:ext cx="1260912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DED"/>
          </a:solidFill>
          <a:ln w="12700">
            <a:solidFill>
              <a:srgbClr val="5E7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عِحِ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7354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352"/>
          </a:solidFill>
          <a:ln w="12700">
            <a:solidFill>
              <a:srgbClr val="E0D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FDB"/>
          </a:solidFill>
          <a:ln w="12700">
            <a:solidFill>
              <a:srgbClr val="70A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4785"/>
          </a:solidFill>
          <a:ln w="12700">
            <a:solidFill>
              <a:srgbClr val="7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BD8"/>
          </a:solidFill>
          <a:ln w="12700">
            <a:solidFill>
              <a:srgbClr val="64C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A"/>
          </a:solidFill>
          <a:ln w="12700">
            <a:solidFill>
              <a:srgbClr val="47D1C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عِدِ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702" y="3515868"/>
            <a:ext cx="165085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عِذِ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0228"/>
            <a:ext cx="726811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عِرِ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عِزِ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1"/>
          </a:solidFill>
          <a:ln w="12700">
            <a:solidFill>
              <a:srgbClr val="ED5E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عِسِ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6041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0"/>
          </a:solidFill>
          <a:ln w="12700">
            <a:solidFill>
              <a:srgbClr val="52E0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A"/>
          </a:solidFill>
          <a:ln w="12700">
            <a:solidFill>
              <a:srgbClr val="DB70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64D8"/>
          </a:solidFill>
          <a:ln w="12700">
            <a:solidFill>
              <a:srgbClr val="C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47D1"/>
          </a:solidFill>
          <a:ln w="12700">
            <a:solidFill>
              <a:srgbClr val="A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17" y="4110228"/>
            <a:ext cx="1787743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عِضِ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2757" y="3835908"/>
            <a:ext cx="709803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3479"/>
          </a:solidFill>
          <a:ln w="12700">
            <a:solidFill>
              <a:srgbClr val="3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عِطِ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702" y="3515868"/>
            <a:ext cx="100885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عِظِ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4ED5E"/>
          </a:solidFill>
          <a:ln w="12700">
            <a:solidFill>
              <a:srgbClr val="C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إِعِبِ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52E0"/>
          </a:solidFill>
          <a:ln w="12700">
            <a:solidFill>
              <a:srgbClr val="8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270"/>
          </a:solidFill>
          <a:ln w="12700">
            <a:solidFill>
              <a:srgbClr val="DBD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6"/>
          </a:solidFill>
          <a:ln w="12700">
            <a:solidFill>
              <a:srgbClr val="4785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03884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C64"/>
          </a:solidFill>
          <a:ln w="12700">
            <a:solidFill>
              <a:srgbClr val="D8A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647"/>
          </a:solidFill>
          <a:ln w="12700">
            <a:solidFill>
              <a:srgbClr val="D18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تِعِثِ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044" y="4155948"/>
            <a:ext cx="699516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4"/>
          </a:solidFill>
          <a:ln w="12700">
            <a:solidFill>
              <a:srgbClr val="642B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3"/>
          </a:solidFill>
          <a:ln w="12700">
            <a:solidFill>
              <a:srgbClr val="7934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135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389" y="3790188"/>
            <a:ext cx="1047171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8ED"/>
          </a:solidFill>
          <a:ln w="12700">
            <a:solidFill>
              <a:srgbClr val="5EE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خِعِدِ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7"/>
          </a:solidFill>
          <a:ln w="12700">
            <a:solidFill>
              <a:srgbClr val="70DB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F"/>
          </a:solidFill>
          <a:ln w="12700">
            <a:solidFill>
              <a:srgbClr val="64D8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3"/>
          </a:solidFill>
          <a:ln w="12700">
            <a:solidFill>
              <a:srgbClr val="47D16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7" y="3927348"/>
            <a:ext cx="1304163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989" y="3790188"/>
            <a:ext cx="724571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سِعِشِ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F5EED"/>
          </a:solidFill>
          <a:ln w="12700">
            <a:solidFill>
              <a:srgbClr val="C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شِعِصِ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E052"/>
          </a:solidFill>
          <a:ln w="12700">
            <a:solidFill>
              <a:srgbClr val="5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70DB"/>
          </a:solidFill>
          <a:ln w="12700">
            <a:solidFill>
              <a:srgbClr val="9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صِعِضِ</a:t>
            </a:r>
            <a:endParaRPr lang="ar-SA" sz="5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64D8"/>
          </a:solidFill>
          <a:ln w="12700">
            <a:solidFill>
              <a:srgbClr val="7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ED1"/>
          </a:solidFill>
          <a:ln w="12700">
            <a:solidFill>
              <a:srgbClr val="474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ضِعِطِ</a:t>
            </a:r>
            <a:endParaRPr lang="ar-SA" sz="7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991" y="4110228"/>
            <a:ext cx="1671569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طِعِظِ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293" y="3424428"/>
            <a:ext cx="719267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0"/>
          </a:solidFill>
          <a:ln w="12700">
            <a:solidFill>
              <a:srgbClr val="D147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700" y="3973068"/>
            <a:ext cx="1306860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973068"/>
            <a:ext cx="724205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831" y="3653028"/>
            <a:ext cx="1401729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دِعِ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656" y="3561588"/>
            <a:ext cx="1016904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3561588"/>
            <a:ext cx="712135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776" y="3561588"/>
            <a:ext cx="737784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45EED"/>
          </a:solidFill>
          <a:ln w="12700">
            <a:solidFill>
              <a:srgbClr val="6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صِعِ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5741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E052"/>
          </a:solidFill>
          <a:ln w="12700">
            <a:solidFill>
              <a:srgbClr val="C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ضِعِ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5D1"/>
          </a:solidFill>
          <a:ln w="12700">
            <a:solidFill>
              <a:srgbClr val="47B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طِعِ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4" y="3927348"/>
            <a:ext cx="122529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042" y="3927348"/>
            <a:ext cx="715518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4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249436" cy="1463040"/>
          </a:xfrm>
          <a:prstGeom prst="rect">
            <a:avLst/>
          </a:prstGeom>
        </p:spPr>
      </p:pic>
      <p:pic>
        <p:nvPicPr>
          <p:cNvPr id="1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945" y="1943100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غِبِ</a:t>
            </a:r>
            <a:endParaRPr lang="ar-SA" sz="7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13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4"/>
          </a:solidFill>
          <a:ln w="12700">
            <a:solidFill>
              <a:srgbClr val="52E0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47D1"/>
          </a:solidFill>
          <a:ln w="12700">
            <a:solidFill>
              <a:srgbClr val="C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497" y="3881628"/>
            <a:ext cx="731063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1702" y="3515868"/>
            <a:ext cx="165085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غِدِ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457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152E0"/>
          </a:solidFill>
          <a:ln w="12700">
            <a:solidFill>
              <a:srgbClr val="B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غِذِ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A64"/>
          </a:solidFill>
          <a:ln w="12700">
            <a:solidFill>
              <a:srgbClr val="D8C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947"/>
          </a:solidFill>
          <a:ln w="12700">
            <a:solidFill>
              <a:srgbClr val="D1A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914" y="3881628"/>
            <a:ext cx="1238646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6307" cy="13716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705" y="3881628"/>
            <a:ext cx="710855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17" y="4110228"/>
            <a:ext cx="1787743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3ED"/>
          </a:solidFill>
          <a:ln w="12700">
            <a:solidFill>
              <a:srgbClr val="5EC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غِصِ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6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D52"/>
          </a:solidFill>
          <a:ln w="12700">
            <a:solidFill>
              <a:srgbClr val="E08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2"/>
          </a:solidFill>
          <a:ln w="12700">
            <a:solidFill>
              <a:srgbClr val="70DBD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D"/>
          </a:solidFill>
          <a:ln w="12700">
            <a:solidFill>
              <a:srgbClr val="64D8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7"/>
          </a:solidFill>
          <a:ln w="12700">
            <a:solidFill>
              <a:srgbClr val="47D18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غِطِ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12" y="3698748"/>
            <a:ext cx="958748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غِظِ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064508"/>
            <a:ext cx="704088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غِعِ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7"/>
          </a:solidFill>
          <a:ln w="12700">
            <a:solidFill>
              <a:srgbClr val="ED5E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بِغِتِ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A"/>
          </a:solidFill>
          <a:ln w="12700">
            <a:solidFill>
              <a:srgbClr val="52E06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870DB"/>
          </a:solidFill>
          <a:ln w="12700">
            <a:solidFill>
              <a:srgbClr val="B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7"/>
          </a:solidFill>
          <a:ln w="12700">
            <a:solidFill>
              <a:srgbClr val="854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تِغِثِ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64D8"/>
          </a:solidFill>
          <a:ln w="12700">
            <a:solidFill>
              <a:srgbClr val="9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47D1"/>
          </a:solidFill>
          <a:ln w="12700">
            <a:solidFill>
              <a:srgbClr val="6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813" y="3653028"/>
            <a:ext cx="715747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7" y="3927348"/>
            <a:ext cx="1304163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خِغِدِ</a:t>
            </a:r>
            <a:endParaRPr lang="ar-SA" sz="8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05E"/>
          </a:solidFill>
          <a:ln w="12700">
            <a:solidFill>
              <a:srgbClr val="EDD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دِغِذِ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DE0"/>
          </a:solidFill>
          <a:ln w="12700">
            <a:solidFill>
              <a:srgbClr val="525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D70"/>
          </a:solidFill>
          <a:ln w="12700">
            <a:solidFill>
              <a:srgbClr val="DB9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ذِغِرِ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D"/>
          </a:solidFill>
          <a:ln w="12700">
            <a:solidFill>
              <a:srgbClr val="D147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رِغِزِ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7680" y="3653028"/>
            <a:ext cx="1004880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زِغِسِ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سِغِشِ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991" y="4110228"/>
            <a:ext cx="1671569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شِغِصِ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C"/>
          </a:solidFill>
          <a:ln w="12700">
            <a:solidFill>
              <a:srgbClr val="5EED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صِغِضِ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1"/>
          </a:solidFill>
          <a:ln w="12700">
            <a:solidFill>
              <a:srgbClr val="E0528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2"/>
          </a:solidFill>
          <a:ln w="12700">
            <a:solidFill>
              <a:srgbClr val="70DB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685"/>
          </a:solidFill>
          <a:ln w="12700">
            <a:solidFill>
              <a:srgbClr val="476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ضِغِطِ</a:t>
            </a:r>
            <a:endParaRPr lang="ar-SA" sz="71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2D864"/>
          </a:solidFill>
          <a:ln w="12700">
            <a:solidFill>
              <a:srgbClr val="7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D147"/>
          </a:solidFill>
          <a:ln w="12700">
            <a:solidFill>
              <a:srgbClr val="6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طِغِظِ</a:t>
            </a:r>
            <a:endParaRPr lang="ar-SA" sz="7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708" y="4110228"/>
            <a:ext cx="1375852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ظِغِعِ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898" y="3927348"/>
            <a:ext cx="724662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عِغِإِ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700" y="3973068"/>
            <a:ext cx="1306860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14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9DB"/>
          </a:solidFill>
          <a:ln w="12700">
            <a:solidFill>
              <a:srgbClr val="707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FD8"/>
          </a:solidFill>
          <a:ln w="12700">
            <a:solidFill>
              <a:srgbClr val="648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051" y="3653028"/>
            <a:ext cx="1285509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55" y="3927348"/>
            <a:ext cx="725805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B"/>
          </a:solidFill>
          <a:ln w="12700">
            <a:solidFill>
              <a:srgbClr val="3479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656" y="3561588"/>
            <a:ext cx="1016904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55E"/>
          </a:solidFill>
          <a:ln w="12700">
            <a:solidFill>
              <a:srgbClr val="ED6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دِغِ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2553" y="2080260"/>
            <a:ext cx="5100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8E0"/>
          </a:solidFill>
          <a:ln w="12700">
            <a:solidFill>
              <a:srgbClr val="52C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C"/>
          </a:solidFill>
          <a:ln w="12700">
            <a:solidFill>
              <a:srgbClr val="D864A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4"/>
          </a:solidFill>
          <a:ln w="12700">
            <a:solidFill>
              <a:srgbClr val="D147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526" y="3515868"/>
            <a:ext cx="91403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4" y="3927348"/>
            <a:ext cx="1225296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شِغِ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BED5E"/>
          </a:solidFill>
          <a:ln w="12700">
            <a:solidFill>
              <a:srgbClr val="7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صِغِ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1502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52E0"/>
          </a:solidFill>
          <a:ln w="12700">
            <a:solidFill>
              <a:srgbClr val="D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EDB70"/>
          </a:solidFill>
          <a:ln w="12700">
            <a:solidFill>
              <a:srgbClr val="A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9D864"/>
          </a:solidFill>
          <a:ln w="12700">
            <a:solidFill>
              <a:srgbClr val="C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C47"/>
          </a:solidFill>
          <a:ln w="12700">
            <a:solidFill>
              <a:srgbClr val="D1C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طِغِ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648" y="3744468"/>
            <a:ext cx="1260912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ظِغِ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49" y="4064508"/>
            <a:ext cx="725211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2475" y="896112"/>
            <a:ext cx="1842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2475" y="896112"/>
            <a:ext cx="1842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39086" y="896112"/>
            <a:ext cx="19033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39086" y="896112"/>
            <a:ext cx="19033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وَعَلِمَ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9998" y="2834640"/>
            <a:ext cx="34240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9998" y="2834640"/>
            <a:ext cx="34240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وَعَلِمَ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88132" cy="13258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2034540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FED"/>
          </a:solidFill>
          <a:ln w="12700">
            <a:solidFill>
              <a:srgbClr val="5E9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4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4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0960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575" y="1943100"/>
            <a:ext cx="654985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252"/>
          </a:solidFill>
          <a:ln w="12700">
            <a:solidFill>
              <a:srgbClr val="E0B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9DB"/>
          </a:solidFill>
          <a:ln w="12700">
            <a:solidFill>
              <a:srgbClr val="70C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01561" y="896112"/>
            <a:ext cx="19946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7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01561" y="896112"/>
            <a:ext cx="19946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247745" y="896112"/>
            <a:ext cx="23337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7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47745" y="896112"/>
            <a:ext cx="23337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13585" y="2834640"/>
            <a:ext cx="39168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13585" y="2834640"/>
            <a:ext cx="39168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 وَتَعِبَ</a:t>
            </a:r>
            <a:endParaRPr lang="ar-SA" sz="5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694761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2080260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A"/>
          </a:solidFill>
          <a:ln w="12700">
            <a:solidFill>
              <a:srgbClr val="64D8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A"/>
          </a:solidFill>
          <a:ln w="12700">
            <a:solidFill>
              <a:srgbClr val="47D1A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8528" y="896112"/>
            <a:ext cx="20418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C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8528" y="896112"/>
            <a:ext cx="20418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323670" y="896112"/>
            <a:ext cx="21348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23670" y="896112"/>
            <a:ext cx="21348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وَلَبِسَ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60434" y="2834640"/>
            <a:ext cx="382313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60434" y="2834640"/>
            <a:ext cx="382313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وَلَبِسَ</a:t>
            </a:r>
            <a:endParaRPr lang="ar-SA" sz="48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1965960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72777" y="896112"/>
            <a:ext cx="1705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72777" y="896112"/>
            <a:ext cx="1705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شَبِعَ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66071" y="896112"/>
            <a:ext cx="19866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66071" y="896112"/>
            <a:ext cx="19866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وَحَمِدَ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99916" y="2834640"/>
            <a:ext cx="33441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99916" y="2834640"/>
            <a:ext cx="33441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شَبِعَ وَحَمِدَ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769010" cy="132588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553" y="1783080"/>
            <a:ext cx="925007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10-ain-ghain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