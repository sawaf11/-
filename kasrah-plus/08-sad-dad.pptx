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4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4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7934"/>
          </a:solidFill>
          <a:ln w="12700">
            <a:solidFill>
              <a:srgbClr val="5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400" dirty="0"/>
          </a:p>
        </p:txBody>
      </p:sp>
      <p:pic>
        <p:nvPicPr>
          <p:cNvPr id="15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932219" cy="1554480"/>
          </a:xfrm>
          <a:prstGeom prst="rect">
            <a:avLst/>
          </a:prstGeom>
        </p:spPr>
      </p:pic>
      <p:pic>
        <p:nvPicPr>
          <p:cNvPr id="1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1783080"/>
            <a:ext cx="1215603" cy="1554480"/>
          </a:xfrm>
          <a:prstGeom prst="rect">
            <a:avLst/>
          </a:prstGeom>
        </p:spPr>
      </p:pic>
      <p:pic>
        <p:nvPicPr>
          <p:cNvPr id="1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صِإِ</a:t>
            </a:r>
            <a:endParaRPr lang="ar-SA" sz="70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520440"/>
            <a:ext cx="1066373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5EED"/>
          </a:solidFill>
          <a:ln w="12700">
            <a:solidFill>
              <a:srgbClr val="D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صِبِ</a:t>
            </a:r>
            <a:endParaRPr lang="ar-SA" sz="75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E052"/>
          </a:solidFill>
          <a:ln w="12700">
            <a:solidFill>
              <a:srgbClr val="5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70DB"/>
          </a:solidFill>
          <a:ln w="12700">
            <a:solidFill>
              <a:srgbClr val="A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3"/>
          </a:solidFill>
          <a:ln w="12700">
            <a:solidFill>
              <a:srgbClr val="8547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صِتِ</a:t>
            </a:r>
            <a:endParaRPr lang="ar-SA" sz="95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64D8"/>
          </a:solidFill>
          <a:ln w="12700">
            <a:solidFill>
              <a:srgbClr val="7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A47D1"/>
          </a:solidFill>
          <a:ln w="12700">
            <a:solidFill>
              <a:srgbClr val="4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صِثِ</a:t>
            </a:r>
            <a:endParaRPr lang="ar-SA" sz="95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صِجِ</a:t>
            </a:r>
            <a:endParaRPr lang="ar-SA" sz="61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179"/>
          </a:solidFill>
          <a:ln w="12700">
            <a:solidFill>
              <a:srgbClr val="346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صِحِ</a:t>
            </a:r>
            <a:endParaRPr lang="ar-SA" sz="61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3520440"/>
            <a:ext cx="1824960" cy="1554480"/>
          </a:xfrm>
          <a:prstGeom prst="rect">
            <a:avLst/>
          </a:prstGeom>
        </p:spPr>
      </p:pic>
      <p:pic>
        <p:nvPicPr>
          <p:cNvPr id="24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صِخِ</a:t>
            </a:r>
            <a:endParaRPr lang="ar-SA" sz="61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07" y="3520440"/>
            <a:ext cx="1753453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45E"/>
          </a:solidFill>
          <a:ln w="12700">
            <a:solidFill>
              <a:srgbClr val="EDB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صِدِ</a:t>
            </a:r>
            <a:endParaRPr lang="ar-SA" sz="95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9E0"/>
          </a:solidFill>
          <a:ln w="12700">
            <a:solidFill>
              <a:srgbClr val="527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870"/>
          </a:solidFill>
          <a:ln w="12700">
            <a:solidFill>
              <a:srgbClr val="DB8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صِذِ</a:t>
            </a:r>
            <a:endParaRPr lang="ar-SA" sz="95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09" y="4251960"/>
            <a:ext cx="564551" cy="82296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C"/>
          </a:solidFill>
          <a:ln w="12700">
            <a:solidFill>
              <a:srgbClr val="D864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7"/>
          </a:solidFill>
          <a:ln w="12700">
            <a:solidFill>
              <a:srgbClr val="D147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صِرِ</a:t>
            </a:r>
            <a:endParaRPr lang="ar-SA" sz="74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34" y="3520440"/>
            <a:ext cx="1327526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صِزِ</a:t>
            </a:r>
            <a:endParaRPr lang="ar-SA" sz="74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صِسِ</a:t>
            </a:r>
            <a:endParaRPr lang="ar-SA" sz="71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4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صِشِ</a:t>
            </a:r>
            <a:endParaRPr lang="ar-SA" sz="71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760" y="3520440"/>
            <a:ext cx="1734800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1"/>
          </a:solidFill>
          <a:ln w="12700">
            <a:solidFill>
              <a:srgbClr val="5EED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إِصِبِ</a:t>
            </a:r>
            <a:endParaRPr lang="ar-SA" sz="6200" dirty="0"/>
          </a:p>
        </p:txBody>
      </p:sp>
      <p:pic>
        <p:nvPicPr>
          <p:cNvPr id="32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C"/>
          </a:solidFill>
          <a:ln w="12700">
            <a:solidFill>
              <a:srgbClr val="E0529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DB70"/>
          </a:solidFill>
          <a:ln w="12700">
            <a:solidFill>
              <a:srgbClr val="7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285"/>
          </a:solidFill>
          <a:ln w="12700">
            <a:solidFill>
              <a:srgbClr val="477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بِصِتِ</a:t>
            </a:r>
            <a:endParaRPr lang="ar-SA" sz="6800" dirty="0"/>
          </a:p>
        </p:txBody>
      </p:sp>
      <p:pic>
        <p:nvPicPr>
          <p:cNvPr id="29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30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9D864"/>
          </a:solidFill>
          <a:ln w="12700">
            <a:solidFill>
              <a:srgbClr val="8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AD147"/>
          </a:solidFill>
          <a:ln w="12700">
            <a:solidFill>
              <a:srgbClr val="8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تِصِثِ</a:t>
            </a:r>
            <a:endParaRPr lang="ar-SA" sz="6900" dirty="0"/>
          </a:p>
        </p:txBody>
      </p:sp>
      <p:pic>
        <p:nvPicPr>
          <p:cNvPr id="24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944" y="3337560"/>
            <a:ext cx="1358616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ثِصِجِ</a:t>
            </a:r>
            <a:endParaRPr lang="ar-SA" sz="54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90" y="4023360"/>
            <a:ext cx="721370" cy="1051560"/>
          </a:xfrm>
          <a:prstGeom prst="rect">
            <a:avLst/>
          </a:prstGeom>
        </p:spPr>
      </p:pic>
      <p:pic>
        <p:nvPicPr>
          <p:cNvPr id="2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F2B"/>
          </a:solidFill>
          <a:ln w="12700">
            <a:solidFill>
              <a:srgbClr val="643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F34"/>
          </a:solidFill>
          <a:ln w="12700">
            <a:solidFill>
              <a:srgbClr val="796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جِصِحِ</a:t>
            </a:r>
            <a:endParaRPr lang="ar-SA" sz="5400" dirty="0"/>
          </a:p>
        </p:txBody>
      </p:sp>
      <p:pic>
        <p:nvPicPr>
          <p:cNvPr id="26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855" y="3337560"/>
            <a:ext cx="1483705" cy="1737360"/>
          </a:xfrm>
          <a:prstGeom prst="rect">
            <a:avLst/>
          </a:prstGeom>
        </p:spPr>
      </p:pic>
      <p:pic>
        <p:nvPicPr>
          <p:cNvPr id="28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حِصِخِ</a:t>
            </a:r>
            <a:endParaRPr lang="ar-SA" sz="54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425778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227" y="3337560"/>
            <a:ext cx="1294333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5EED"/>
          </a:solidFill>
          <a:ln w="12700">
            <a:solidFill>
              <a:srgbClr val="6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خِصِدِ</a:t>
            </a:r>
            <a:endParaRPr lang="ar-SA" sz="7900" dirty="0"/>
          </a:p>
        </p:txBody>
      </p:sp>
      <p:pic>
        <p:nvPicPr>
          <p:cNvPr id="32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0E052"/>
          </a:solidFill>
          <a:ln w="12700">
            <a:solidFill>
              <a:srgbClr val="C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DDB"/>
          </a:solidFill>
          <a:ln w="12700">
            <a:solidFill>
              <a:srgbClr val="708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1"/>
          </a:solidFill>
          <a:ln w="12700">
            <a:solidFill>
              <a:srgbClr val="8547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دِصِذِ</a:t>
            </a:r>
            <a:endParaRPr lang="ar-SA" sz="8400" dirty="0"/>
          </a:p>
        </p:txBody>
      </p:sp>
      <p:pic>
        <p:nvPicPr>
          <p:cNvPr id="29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30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6D8"/>
          </a:solidFill>
          <a:ln w="12700">
            <a:solidFill>
              <a:srgbClr val="64A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CD1"/>
          </a:solidFill>
          <a:ln w="12700">
            <a:solidFill>
              <a:srgbClr val="47A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ذِصِرِ</a:t>
            </a:r>
            <a:endParaRPr lang="ar-SA" sz="6600" dirty="0"/>
          </a:p>
        </p:txBody>
      </p:sp>
      <p:pic>
        <p:nvPicPr>
          <p:cNvPr id="24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99" y="3337560"/>
            <a:ext cx="2039661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رِصِزِ</a:t>
            </a:r>
            <a:endParaRPr lang="ar-SA" sz="66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11880"/>
            <a:ext cx="1094354" cy="146304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E"/>
          </a:solidFill>
          <a:ln w="12700">
            <a:solidFill>
              <a:srgbClr val="3479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زِصِسِ</a:t>
            </a:r>
            <a:endParaRPr lang="ar-SA" sz="6300" dirty="0"/>
          </a:p>
        </p:txBody>
      </p:sp>
      <p:pic>
        <p:nvPicPr>
          <p:cNvPr id="26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944" y="3337560"/>
            <a:ext cx="1358616" cy="1737360"/>
          </a:xfrm>
          <a:prstGeom prst="rect">
            <a:avLst/>
          </a:prstGeom>
        </p:spPr>
      </p:pic>
      <p:pic>
        <p:nvPicPr>
          <p:cNvPr id="28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سِصِشِ</a:t>
            </a:r>
            <a:endParaRPr lang="ar-SA" sz="54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662654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731" y="3337560"/>
            <a:ext cx="1191829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3"/>
          </a:solidFill>
          <a:ln w="12700">
            <a:solidFill>
              <a:srgbClr val="ED5E7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شِصِإِ</a:t>
            </a:r>
            <a:endParaRPr lang="ar-SA" sz="6200" dirty="0"/>
          </a:p>
        </p:txBody>
      </p:sp>
      <p:pic>
        <p:nvPicPr>
          <p:cNvPr id="32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D"/>
          </a:solidFill>
          <a:ln w="12700">
            <a:solidFill>
              <a:srgbClr val="52E0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8"/>
          </a:solidFill>
          <a:ln w="12700">
            <a:solidFill>
              <a:srgbClr val="DB70A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947"/>
          </a:solidFill>
          <a:ln w="12700">
            <a:solidFill>
              <a:srgbClr val="857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إِصِ</a:t>
            </a:r>
            <a:endParaRPr lang="ar-SA" sz="70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2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2"/>
          </a:solidFill>
          <a:ln w="12700">
            <a:solidFill>
              <a:srgbClr val="D864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E"/>
          </a:solidFill>
          <a:ln w="12700">
            <a:solidFill>
              <a:srgbClr val="D147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بِصِ</a:t>
            </a:r>
            <a:endParaRPr lang="ar-SA" sz="71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تِصِ</a:t>
            </a:r>
            <a:endParaRPr lang="ar-SA" sz="71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3479"/>
          </a:solidFill>
          <a:ln w="12700">
            <a:solidFill>
              <a:srgbClr val="4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ثِصِ</a:t>
            </a:r>
            <a:endParaRPr lang="ar-SA" sz="71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3520440"/>
            <a:ext cx="1824960" cy="1554480"/>
          </a:xfrm>
          <a:prstGeom prst="rect">
            <a:avLst/>
          </a:prstGeom>
        </p:spPr>
      </p:pic>
      <p:pic>
        <p:nvPicPr>
          <p:cNvPr id="24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جِصِ</a:t>
            </a:r>
            <a:endParaRPr lang="ar-SA" sz="71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07" y="3520440"/>
            <a:ext cx="1753453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ED5E"/>
          </a:solidFill>
          <a:ln w="12700">
            <a:solidFill>
              <a:srgbClr val="9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حِصِ</a:t>
            </a:r>
            <a:endParaRPr lang="ar-SA" sz="71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52E0"/>
          </a:solidFill>
          <a:ln w="12700">
            <a:solidFill>
              <a:srgbClr val="B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DB70"/>
          </a:solidFill>
          <a:ln w="12700">
            <a:solidFill>
              <a:srgbClr val="C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A"/>
          </a:solidFill>
          <a:ln w="12700">
            <a:solidFill>
              <a:srgbClr val="4785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خِصِ</a:t>
            </a:r>
            <a:endParaRPr lang="ar-SA" sz="71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09" y="4251960"/>
            <a:ext cx="564551" cy="82296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164"/>
          </a:solidFill>
          <a:ln w="12700">
            <a:solidFill>
              <a:srgbClr val="D8D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247"/>
          </a:solidFill>
          <a:ln w="12700">
            <a:solidFill>
              <a:srgbClr val="D1B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دِصِ</a:t>
            </a:r>
            <a:endParaRPr lang="ar-SA" sz="71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34" y="3520440"/>
            <a:ext cx="1327526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ذِصِ</a:t>
            </a:r>
            <a:endParaRPr lang="ar-SA" sz="71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B34"/>
          </a:solidFill>
          <a:ln w="12700">
            <a:solidFill>
              <a:srgbClr val="793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رِصِ</a:t>
            </a:r>
            <a:endParaRPr lang="ar-SA" sz="71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4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زِصِ</a:t>
            </a:r>
            <a:endParaRPr lang="ar-SA" sz="71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760" y="3520440"/>
            <a:ext cx="1734800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AED"/>
          </a:solidFill>
          <a:ln w="12700">
            <a:solidFill>
              <a:srgbClr val="5EB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سِصِ</a:t>
            </a:r>
            <a:endParaRPr lang="ar-SA" sz="71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652"/>
          </a:solidFill>
          <a:ln w="12700">
            <a:solidFill>
              <a:srgbClr val="E09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9"/>
          </a:solidFill>
          <a:ln w="12700">
            <a:solidFill>
              <a:srgbClr val="70DB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شِصِ</a:t>
            </a:r>
            <a:endParaRPr lang="ar-SA" sz="71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4"/>
          </a:solidFill>
          <a:ln w="12700">
            <a:solidFill>
              <a:srgbClr val="64D8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F"/>
          </a:solidFill>
          <a:ln w="12700">
            <a:solidFill>
              <a:srgbClr val="47D18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pic>
        <p:nvPicPr>
          <p:cNvPr id="13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932219" cy="1554480"/>
          </a:xfrm>
          <a:prstGeom prst="rect">
            <a:avLst/>
          </a:prstGeom>
        </p:spPr>
      </p:pic>
      <p:pic>
        <p:nvPicPr>
          <p:cNvPr id="14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1783080"/>
            <a:ext cx="1215603" cy="1554480"/>
          </a:xfrm>
          <a:prstGeom prst="rect">
            <a:avLst/>
          </a:prstGeom>
        </p:spPr>
      </p:pic>
      <p:pic>
        <p:nvPicPr>
          <p:cNvPr id="15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ضِإِ</a:t>
            </a:r>
            <a:endParaRPr lang="ar-SA" sz="70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90" y="4023360"/>
            <a:ext cx="721370" cy="105156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642B"/>
          </a:solidFill>
          <a:ln w="12700">
            <a:solidFill>
              <a:srgbClr val="5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7934"/>
          </a:solidFill>
          <a:ln w="12700">
            <a:solidFill>
              <a:srgbClr val="3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ضِبِ</a:t>
            </a:r>
            <a:endParaRPr lang="ar-SA" sz="75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34" y="3520440"/>
            <a:ext cx="1327526" cy="1554480"/>
          </a:xfrm>
          <a:prstGeom prst="rect">
            <a:avLst/>
          </a:prstGeom>
        </p:spPr>
      </p:pic>
      <p:pic>
        <p:nvPicPr>
          <p:cNvPr id="24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ضِتِ</a:t>
            </a:r>
            <a:endParaRPr lang="ar-SA" sz="95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E"/>
          </a:solidFill>
          <a:ln w="12700">
            <a:solidFill>
              <a:srgbClr val="ED5ED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ضِثِ</a:t>
            </a:r>
            <a:endParaRPr lang="ar-SA" sz="95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3"/>
          </a:solidFill>
          <a:ln w="12700">
            <a:solidFill>
              <a:srgbClr val="52E0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70DB"/>
          </a:solidFill>
          <a:ln w="12700">
            <a:solidFill>
              <a:srgbClr val="B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ضِجِ</a:t>
            </a:r>
            <a:endParaRPr lang="ar-SA" sz="61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64D8"/>
          </a:solidFill>
          <a:ln w="12700">
            <a:solidFill>
              <a:srgbClr val="9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47D1"/>
          </a:solidFill>
          <a:ln w="12700">
            <a:solidFill>
              <a:srgbClr val="6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ضِحِ</a:t>
            </a:r>
            <a:endParaRPr lang="ar-SA" sz="6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3520440"/>
            <a:ext cx="1824960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ضِخِ</a:t>
            </a:r>
            <a:endParaRPr lang="ar-SA" sz="61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E64"/>
          </a:solidFill>
          <a:ln w="12700">
            <a:solidFill>
              <a:srgbClr val="2B5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ضِدِ</a:t>
            </a:r>
            <a:endParaRPr lang="ar-SA" sz="95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3520440"/>
            <a:ext cx="1215603" cy="1554480"/>
          </a:xfrm>
          <a:prstGeom prst="rect">
            <a:avLst/>
          </a:prstGeom>
        </p:spPr>
      </p:pic>
      <p:pic>
        <p:nvPicPr>
          <p:cNvPr id="24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ضِذِ</a:t>
            </a:r>
            <a:endParaRPr lang="ar-SA" sz="95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520440"/>
            <a:ext cx="1066373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95E"/>
          </a:solidFill>
          <a:ln w="12700">
            <a:solidFill>
              <a:srgbClr val="EDD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ضِرِ</a:t>
            </a:r>
            <a:endParaRPr lang="ar-SA" sz="74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4E0"/>
          </a:solidFill>
          <a:ln w="12700">
            <a:solidFill>
              <a:srgbClr val="525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470"/>
          </a:solidFill>
          <a:ln w="12700">
            <a:solidFill>
              <a:srgbClr val="DBA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ضِزِ</a:t>
            </a:r>
            <a:endParaRPr lang="ar-SA" sz="74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27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A64"/>
          </a:solidFill>
          <a:ln w="12700">
            <a:solidFill>
              <a:srgbClr val="D87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B47"/>
          </a:solidFill>
          <a:ln w="12700">
            <a:solidFill>
              <a:srgbClr val="D14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ضِسِ</a:t>
            </a:r>
            <a:endParaRPr lang="ar-SA" sz="71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ضِشِ</a:t>
            </a:r>
            <a:endParaRPr lang="ar-SA" sz="71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1"/>
          </a:solidFill>
          <a:ln w="12700">
            <a:solidFill>
              <a:srgbClr val="7934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ضِصِ</a:t>
            </a:r>
            <a:endParaRPr lang="ar-SA" sz="71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3520440"/>
            <a:ext cx="1824960" cy="1554480"/>
          </a:xfrm>
          <a:prstGeom prst="rect">
            <a:avLst/>
          </a:prstGeom>
        </p:spPr>
      </p:pic>
      <p:pic>
        <p:nvPicPr>
          <p:cNvPr id="24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إِضِبِ</a:t>
            </a:r>
            <a:endParaRPr lang="ar-SA" sz="62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128552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818" y="3337560"/>
            <a:ext cx="1959742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5"/>
          </a:solidFill>
          <a:ln w="12700">
            <a:solidFill>
              <a:srgbClr val="5EEDB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بِضِتِ</a:t>
            </a:r>
            <a:endParaRPr lang="ar-SA" sz="6800" dirty="0"/>
          </a:p>
        </p:txBody>
      </p:sp>
      <p:pic>
        <p:nvPicPr>
          <p:cNvPr id="32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8"/>
          </a:solidFill>
          <a:ln w="12700">
            <a:solidFill>
              <a:srgbClr val="E052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9"/>
          </a:solidFill>
          <a:ln w="12700">
            <a:solidFill>
              <a:srgbClr val="70DB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285"/>
          </a:solidFill>
          <a:ln w="12700">
            <a:solidFill>
              <a:srgbClr val="476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تِضِثِ</a:t>
            </a:r>
            <a:endParaRPr lang="ar-SA" sz="6900" dirty="0"/>
          </a:p>
        </p:txBody>
      </p:sp>
      <p:pic>
        <p:nvPicPr>
          <p:cNvPr id="29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09" y="4251960"/>
            <a:ext cx="564551" cy="822960"/>
          </a:xfrm>
          <a:prstGeom prst="rect">
            <a:avLst/>
          </a:prstGeom>
        </p:spPr>
      </p:pic>
      <p:pic>
        <p:nvPicPr>
          <p:cNvPr id="31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D864"/>
          </a:solidFill>
          <a:ln w="12700">
            <a:solidFill>
              <a:srgbClr val="6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D147"/>
          </a:solidFill>
          <a:ln w="12700">
            <a:solidFill>
              <a:srgbClr val="6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ثِضِجِ</a:t>
            </a:r>
            <a:endParaRPr lang="ar-SA" sz="5400" dirty="0"/>
          </a:p>
        </p:txBody>
      </p:sp>
      <p:pic>
        <p:nvPicPr>
          <p:cNvPr id="24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855" y="3337560"/>
            <a:ext cx="1483705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جِضِحِ</a:t>
            </a:r>
            <a:endParaRPr lang="ar-SA" sz="54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7934"/>
          </a:solidFill>
          <a:ln w="12700">
            <a:solidFill>
              <a:srgbClr val="7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حِضِخِ</a:t>
            </a:r>
            <a:endParaRPr lang="ar-SA" sz="5400" dirty="0"/>
          </a:p>
        </p:txBody>
      </p:sp>
      <p:pic>
        <p:nvPicPr>
          <p:cNvPr id="26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7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988" y="3337560"/>
            <a:ext cx="1742572" cy="1737360"/>
          </a:xfrm>
          <a:prstGeom prst="rect">
            <a:avLst/>
          </a:prstGeom>
        </p:spPr>
      </p:pic>
      <p:pic>
        <p:nvPicPr>
          <p:cNvPr id="28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خِضِدِ</a:t>
            </a:r>
            <a:endParaRPr lang="ar-SA" sz="7900" dirty="0"/>
          </a:p>
        </p:txBody>
      </p:sp>
      <p:pic>
        <p:nvPicPr>
          <p:cNvPr id="24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338270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666" y="3337560"/>
            <a:ext cx="1938894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25EED"/>
          </a:solidFill>
          <a:ln w="12700">
            <a:solidFill>
              <a:srgbClr val="9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دِضِذِ</a:t>
            </a:r>
            <a:endParaRPr lang="ar-SA" sz="8400" dirty="0"/>
          </a:p>
        </p:txBody>
      </p:sp>
      <p:pic>
        <p:nvPicPr>
          <p:cNvPr id="32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BE052"/>
          </a:solidFill>
          <a:ln w="12700">
            <a:solidFill>
              <a:srgbClr val="9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2DB"/>
          </a:solidFill>
          <a:ln w="12700">
            <a:solidFill>
              <a:srgbClr val="707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ذِضِرِ</a:t>
            </a:r>
            <a:endParaRPr lang="ar-SA" sz="6600" dirty="0"/>
          </a:p>
        </p:txBody>
      </p:sp>
      <p:pic>
        <p:nvPicPr>
          <p:cNvPr id="29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30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8D8"/>
          </a:solidFill>
          <a:ln w="12700">
            <a:solidFill>
              <a:srgbClr val="648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9D1"/>
          </a:solidFill>
          <a:ln w="12700">
            <a:solidFill>
              <a:srgbClr val="478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رِضِزِ</a:t>
            </a:r>
            <a:endParaRPr lang="ar-SA" sz="6600" dirty="0"/>
          </a:p>
        </p:txBody>
      </p:sp>
      <p:pic>
        <p:nvPicPr>
          <p:cNvPr id="24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944" y="3337560"/>
            <a:ext cx="1358616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زِضِسِ</a:t>
            </a:r>
            <a:endParaRPr lang="ar-SA" sz="63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90" y="4023360"/>
            <a:ext cx="721370" cy="105156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F"/>
          </a:solidFill>
          <a:ln w="12700">
            <a:solidFill>
              <a:srgbClr val="2B64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سِضِشِ</a:t>
            </a:r>
            <a:endParaRPr lang="ar-SA" sz="5400" dirty="0"/>
          </a:p>
        </p:txBody>
      </p:sp>
      <p:pic>
        <p:nvPicPr>
          <p:cNvPr id="26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74902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855" y="3337560"/>
            <a:ext cx="1483705" cy="1737360"/>
          </a:xfrm>
          <a:prstGeom prst="rect">
            <a:avLst/>
          </a:prstGeom>
        </p:spPr>
      </p:pic>
      <p:pic>
        <p:nvPicPr>
          <p:cNvPr id="28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شِضِصِ</a:t>
            </a:r>
            <a:endParaRPr lang="ar-SA" sz="52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425778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227" y="3337560"/>
            <a:ext cx="1294333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E5E"/>
          </a:solidFill>
          <a:ln w="12700">
            <a:solidFill>
              <a:srgbClr val="ED6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صِضِإِ</a:t>
            </a:r>
            <a:endParaRPr lang="ar-SA" sz="6200" dirty="0"/>
          </a:p>
        </p:txBody>
      </p:sp>
      <p:pic>
        <p:nvPicPr>
          <p:cNvPr id="32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FE0"/>
          </a:solidFill>
          <a:ln w="12700">
            <a:solidFill>
              <a:srgbClr val="52B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D"/>
          </a:solidFill>
          <a:ln w="12700">
            <a:solidFill>
              <a:srgbClr val="DB70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إِضِ</a:t>
            </a:r>
            <a:endParaRPr lang="ar-SA" sz="67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5"/>
          </a:solidFill>
          <a:ln w="12700">
            <a:solidFill>
              <a:srgbClr val="D864A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B"/>
          </a:solidFill>
          <a:ln w="12700">
            <a:solidFill>
              <a:srgbClr val="D147A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بِضِ</a:t>
            </a:r>
            <a:endParaRPr lang="ar-SA" sz="7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3520440"/>
            <a:ext cx="1824960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تِضِ</a:t>
            </a:r>
            <a:endParaRPr lang="ar-SA" sz="71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2B64"/>
          </a:solidFill>
          <a:ln w="12700">
            <a:solidFill>
              <a:srgbClr val="3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3479"/>
          </a:solidFill>
          <a:ln w="12700">
            <a:solidFill>
              <a:srgbClr val="5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ثِضِ</a:t>
            </a:r>
            <a:endParaRPr lang="ar-SA" sz="71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3520440"/>
            <a:ext cx="1215603" cy="1554480"/>
          </a:xfrm>
          <a:prstGeom prst="rect">
            <a:avLst/>
          </a:prstGeom>
        </p:spPr>
      </p:pic>
      <p:pic>
        <p:nvPicPr>
          <p:cNvPr id="24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جِضِ</a:t>
            </a:r>
            <a:endParaRPr lang="ar-SA" sz="71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520440"/>
            <a:ext cx="1066373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2ED5E"/>
          </a:solidFill>
          <a:ln w="12700">
            <a:solidFill>
              <a:srgbClr val="7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حِضِ</a:t>
            </a:r>
            <a:endParaRPr lang="ar-SA" sz="71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E52E0"/>
          </a:solidFill>
          <a:ln w="12700">
            <a:solidFill>
              <a:srgbClr val="D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DB70"/>
          </a:solidFill>
          <a:ln w="12700">
            <a:solidFill>
              <a:srgbClr val="A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خِضِ</a:t>
            </a:r>
            <a:endParaRPr lang="ar-SA" sz="71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D864"/>
          </a:solidFill>
          <a:ln w="12700">
            <a:solidFill>
              <a:srgbClr val="C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D147"/>
          </a:solidFill>
          <a:ln w="12700">
            <a:solidFill>
              <a:srgbClr val="C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دِضِ</a:t>
            </a:r>
            <a:endParaRPr lang="ar-SA" sz="67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ذِضِ</a:t>
            </a:r>
            <a:endParaRPr lang="ar-SA" sz="67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D34"/>
          </a:solidFill>
          <a:ln w="12700">
            <a:solidFill>
              <a:srgbClr val="794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رِضِ</a:t>
            </a:r>
            <a:endParaRPr lang="ar-SA" sz="67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3520440"/>
            <a:ext cx="1824960" cy="1554480"/>
          </a:xfrm>
          <a:prstGeom prst="rect">
            <a:avLst/>
          </a:prstGeom>
        </p:spPr>
      </p:pic>
      <p:pic>
        <p:nvPicPr>
          <p:cNvPr id="24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زِضِ</a:t>
            </a:r>
            <a:endParaRPr lang="ar-SA" sz="67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07" y="3520440"/>
            <a:ext cx="1753453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6ED"/>
          </a:solidFill>
          <a:ln w="12700">
            <a:solidFill>
              <a:srgbClr val="5E9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سِضِ</a:t>
            </a:r>
            <a:endParaRPr lang="ar-SA" sz="71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B52"/>
          </a:solidFill>
          <a:ln w="12700">
            <a:solidFill>
              <a:srgbClr val="E0B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2DB"/>
          </a:solidFill>
          <a:ln w="12700">
            <a:solidFill>
              <a:srgbClr val="70C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شِضِ</a:t>
            </a:r>
            <a:endParaRPr lang="ar-SA" sz="71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009" y="4251960"/>
            <a:ext cx="564551" cy="822960"/>
          </a:xfrm>
          <a:prstGeom prst="rect">
            <a:avLst/>
          </a:prstGeom>
        </p:spPr>
      </p:pic>
      <p:pic>
        <p:nvPicPr>
          <p:cNvPr id="27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2"/>
          </a:solidFill>
          <a:ln w="12700">
            <a:solidFill>
              <a:srgbClr val="64D8D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2"/>
          </a:solidFill>
          <a:ln w="12700">
            <a:solidFill>
              <a:srgbClr val="47D1B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صِضِ</a:t>
            </a:r>
            <a:endParaRPr lang="ar-SA" sz="71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34" y="3520440"/>
            <a:ext cx="1327526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39977" y="896112"/>
            <a:ext cx="20355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F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39977" y="896112"/>
            <a:ext cx="20355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صَعِدَ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2368481" y="896112"/>
            <a:ext cx="20514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F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68481" y="896112"/>
            <a:ext cx="20514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وَنَزَلَ</a:t>
            </a:r>
            <a:endParaRPr lang="ar-SA" sz="53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14141" y="2834640"/>
            <a:ext cx="371571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14141" y="2834640"/>
            <a:ext cx="371571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صَعِدَ وَنَزَلَ</a:t>
            </a:r>
            <a:endParaRPr lang="ar-SA" sz="5400" dirty="0"/>
          </a:p>
        </p:txBody>
      </p:sp>
      <p:pic>
        <p:nvPicPr>
          <p:cNvPr id="18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468984" cy="155448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1783080"/>
            <a:ext cx="1158088" cy="1554480"/>
          </a:xfrm>
          <a:prstGeom prst="rect">
            <a:avLst/>
          </a:prstGeom>
        </p:spPr>
      </p:pic>
      <p:pic>
        <p:nvPicPr>
          <p:cNvPr id="20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642B"/>
          </a:solidFill>
          <a:ln w="12700">
            <a:solidFill>
              <a:srgbClr val="4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C"/>
          </a:solidFill>
          <a:ln w="12700">
            <a:solidFill>
              <a:srgbClr val="34793C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83220" y="896112"/>
            <a:ext cx="23761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C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83220" y="896112"/>
            <a:ext cx="23761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084649" y="896112"/>
            <a:ext cx="22785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C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084649" y="896112"/>
            <a:ext cx="22785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وَلَعِبَ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10588" y="2834640"/>
            <a:ext cx="432282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10588" y="2834640"/>
            <a:ext cx="432282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 وَلَعِبَ</a:t>
            </a:r>
            <a:endParaRPr lang="ar-SA" sz="5400" dirty="0"/>
          </a:p>
        </p:txBody>
      </p:sp>
      <p:pic>
        <p:nvPicPr>
          <p:cNvPr id="19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22862" cy="1554480"/>
          </a:xfrm>
          <a:prstGeom prst="rect">
            <a:avLst/>
          </a:prstGeom>
        </p:spPr>
      </p:pic>
      <p:pic>
        <p:nvPicPr>
          <p:cNvPr id="20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1783080"/>
            <a:ext cx="1559143" cy="1554480"/>
          </a:xfrm>
          <a:prstGeom prst="rect">
            <a:avLst/>
          </a:prstGeom>
        </p:spPr>
      </p:pic>
      <p:pic>
        <p:nvPicPr>
          <p:cNvPr id="21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14168" y="896112"/>
            <a:ext cx="1976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2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14168" y="896112"/>
            <a:ext cx="1976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رَضِيَ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2353349" y="896112"/>
            <a:ext cx="21407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53349" y="896112"/>
            <a:ext cx="21407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5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95454" y="2834640"/>
            <a:ext cx="37530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95454" y="2834640"/>
            <a:ext cx="37530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رَضِيَ وَشَكَرَ</a:t>
            </a:r>
            <a:endParaRPr lang="ar-SA" sz="4500" dirty="0"/>
          </a:p>
        </p:txBody>
      </p:sp>
      <p:pic>
        <p:nvPicPr>
          <p:cNvPr id="17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78824" cy="1554480"/>
          </a:xfrm>
          <a:prstGeom prst="rect">
            <a:avLst/>
          </a:prstGeom>
        </p:spPr>
      </p:pic>
      <p:pic>
        <p:nvPicPr>
          <p:cNvPr id="18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760" y="1783080"/>
            <a:ext cx="1734800" cy="1554480"/>
          </a:xfrm>
          <a:prstGeom prst="rect">
            <a:avLst/>
          </a:prstGeom>
        </p:spPr>
      </p:pic>
      <p:pic>
        <p:nvPicPr>
          <p:cNvPr id="19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A"/>
          </a:solidFill>
          <a:ln w="12700">
            <a:solidFill>
              <a:srgbClr val="ED5EB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16524" y="896112"/>
            <a:ext cx="19475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4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16524" y="896112"/>
            <a:ext cx="19475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79913" y="896112"/>
            <a:ext cx="21165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4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79913" y="896112"/>
            <a:ext cx="21165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وَسَمِعَ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21645" y="2834640"/>
            <a:ext cx="370071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21645" y="2834640"/>
            <a:ext cx="370071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 وَسَمِعَ</a:t>
            </a:r>
            <a:endParaRPr lang="ar-SA" sz="4700" dirty="0"/>
          </a:p>
        </p:txBody>
      </p:sp>
      <p:pic>
        <p:nvPicPr>
          <p:cNvPr id="25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93342" cy="1554480"/>
          </a:xfrm>
          <a:prstGeom prst="rect">
            <a:avLst/>
          </a:prstGeom>
        </p:spPr>
      </p:pic>
      <p:pic>
        <p:nvPicPr>
          <p:cNvPr id="26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1783080"/>
            <a:ext cx="1824960" cy="1554480"/>
          </a:xfrm>
          <a:prstGeom prst="rect">
            <a:avLst/>
          </a:prstGeom>
        </p:spPr>
      </p:pic>
      <p:pic>
        <p:nvPicPr>
          <p:cNvPr id="27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08-sad-dad</dc:title>
  <dc:subject>PptxGenJS Presentation</dc:subject>
  <dc:creator>PptxGenJS</dc:creator>
  <cp:lastModifiedBy>PptxGenJS</cp:lastModifiedBy>
  <cp:revision>1</cp:revision>
  <dcterms:created xsi:type="dcterms:W3CDTF">2026-10-20T22:47:03Z</dcterms:created>
  <dcterms:modified xsi:type="dcterms:W3CDTF">2026-10-20T22:47:03Z</dcterms:modified>
</cp:coreProperties>
</file>