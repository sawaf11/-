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2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2.png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00" y="3835908"/>
            <a:ext cx="1367760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29030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4155948"/>
            <a:ext cx="701345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901" y="3515868"/>
            <a:ext cx="97465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47" y="3835908"/>
            <a:ext cx="1613413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911" y="1783080"/>
            <a:ext cx="84764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431" y="3515868"/>
            <a:ext cx="125912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2016" y="3744468"/>
            <a:ext cx="970544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421" y="3653028"/>
            <a:ext cx="120613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69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3561588"/>
            <a:ext cx="1375989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6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98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239" y="3744468"/>
            <a:ext cx="101032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6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988" y="3515868"/>
            <a:ext cx="11005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6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6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4064508"/>
            <a:ext cx="1249253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6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1920240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4168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4168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53349" y="896112"/>
            <a:ext cx="21407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349" y="896112"/>
            <a:ext cx="21407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5454" y="2834640"/>
            <a:ext cx="37530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5454" y="2834640"/>
            <a:ext cx="37530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وَشَكَرَ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16524" y="896112"/>
            <a:ext cx="1947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16524" y="896112"/>
            <a:ext cx="1947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9913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9913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1645" y="2834640"/>
            <a:ext cx="3700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1645" y="2834640"/>
            <a:ext cx="3700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وَسَمِعَ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47" y="1988820"/>
            <a:ext cx="1613413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08-sad-dad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