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</p:sldIdLst>
  <p:notesMasterIdLst>
    <p:notesMasterId r:id="rId8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notesMaster" Target="notesMasters/notesMaster1.xml"/><Relationship Id="rId90" Type="http://schemas.openxmlformats.org/officeDocument/2006/relationships/presProps" Target="presProps.xml"/><Relationship Id="rId91" Type="http://schemas.openxmlformats.org/officeDocument/2006/relationships/viewProps" Target="viewProps.xml"/><Relationship Id="rId92" Type="http://schemas.openxmlformats.org/officeDocument/2006/relationships/theme" Target="theme/theme1.xml"/><Relationship Id="rId9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4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3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2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2.png"/><Relationship Id="rId2" Type="http://schemas.openxmlformats.org/officeDocument/2006/relationships/image" Target="../media/image-5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6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1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7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2.png"/><Relationship Id="rId2" Type="http://schemas.openxmlformats.org/officeDocument/2006/relationships/image" Target="../media/image-7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image" Target="../media/image-2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image" Target="../media/image-8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image" Target="../media/image-6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2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image" Target="../media/image-8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642B"/>
          </a:solidFill>
          <a:ln w="12700">
            <a:solidFill>
              <a:srgbClr val="5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07934"/>
          </a:solidFill>
          <a:ln w="12700">
            <a:solidFill>
              <a:srgbClr val="5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9400" dirty="0"/>
          </a:p>
        </p:txBody>
      </p:sp>
      <p:sp>
        <p:nvSpPr>
          <p:cNvPr id="14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9400" dirty="0"/>
          </a:p>
        </p:txBody>
      </p:sp>
      <p:pic>
        <p:nvPicPr>
          <p:cNvPr id="1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1315822" cy="91440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1943100"/>
            <a:ext cx="1325880" cy="13258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صِإِ</a:t>
            </a:r>
            <a:endParaRPr lang="ar-SA" sz="7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8110" y="4018788"/>
            <a:ext cx="1314450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5EED"/>
          </a:solidFill>
          <a:ln w="12700">
            <a:solidFill>
              <a:srgbClr val="D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E052"/>
          </a:solidFill>
          <a:ln w="12700">
            <a:solidFill>
              <a:srgbClr val="5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70DB"/>
          </a:solidFill>
          <a:ln w="12700">
            <a:solidFill>
              <a:srgbClr val="A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3"/>
          </a:solidFill>
          <a:ln w="12700">
            <a:solidFill>
              <a:srgbClr val="8547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صِتِ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7400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964D8"/>
          </a:solidFill>
          <a:ln w="12700">
            <a:solidFill>
              <a:srgbClr val="7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A47D1"/>
          </a:solidFill>
          <a:ln w="12700">
            <a:solidFill>
              <a:srgbClr val="4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صِثِ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30234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صِجِ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4487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B"/>
          </a:solidFill>
          <a:ln w="12700">
            <a:solidFill>
              <a:srgbClr val="2B64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179"/>
          </a:solidFill>
          <a:ln w="12700">
            <a:solidFill>
              <a:srgbClr val="346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صِحِ</a:t>
            </a:r>
            <a:endParaRPr lang="ar-SA" sz="6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076615" cy="132588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9213" y="3927348"/>
            <a:ext cx="1633347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صِخِ</a:t>
            </a:r>
            <a:endParaRPr lang="ar-SA" sz="6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0482" y="3881628"/>
            <a:ext cx="1172078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45E"/>
          </a:solidFill>
          <a:ln w="12700">
            <a:solidFill>
              <a:srgbClr val="EDB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3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9E0"/>
          </a:solidFill>
          <a:ln w="12700">
            <a:solidFill>
              <a:srgbClr val="527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870"/>
          </a:solidFill>
          <a:ln w="12700">
            <a:solidFill>
              <a:srgbClr val="DB8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8547"/>
          </a:solidFill>
          <a:ln w="12700">
            <a:solidFill>
              <a:srgbClr val="62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صِذِ</a:t>
            </a:r>
            <a:endParaRPr lang="ar-SA" sz="95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C"/>
          </a:solidFill>
          <a:ln w="12700">
            <a:solidFill>
              <a:srgbClr val="D8646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67"/>
          </a:solidFill>
          <a:ln w="12700">
            <a:solidFill>
              <a:srgbClr val="D1476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صِرِ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866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6153" y="3515868"/>
            <a:ext cx="696407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صِزِ</a:t>
            </a:r>
            <a:endParaRPr lang="ar-SA" sz="74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2B64"/>
          </a:solidFill>
          <a:ln w="12700">
            <a:solidFill>
              <a:srgbClr val="4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2"/>
          </a:solidFill>
          <a:ln w="12700">
            <a:solidFill>
              <a:srgbClr val="7934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صِسِ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15065" cy="13258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33" y="4110228"/>
            <a:ext cx="1496827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صِشِ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173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948" y="3973068"/>
            <a:ext cx="1326612" cy="10972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1"/>
          </a:solidFill>
          <a:ln w="12700">
            <a:solidFill>
              <a:srgbClr val="5EED9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إِصِبِ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C"/>
          </a:solidFill>
          <a:ln w="12700">
            <a:solidFill>
              <a:srgbClr val="E0529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DB70"/>
          </a:solidFill>
          <a:ln w="12700">
            <a:solidFill>
              <a:srgbClr val="7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285"/>
          </a:solidFill>
          <a:ln w="12700">
            <a:solidFill>
              <a:srgbClr val="477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بِصِتِ</a:t>
            </a:r>
            <a:endParaRPr lang="ar-SA" sz="68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25714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9D864"/>
          </a:solidFill>
          <a:ln w="12700">
            <a:solidFill>
              <a:srgbClr val="89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D147"/>
          </a:solidFill>
          <a:ln w="12700">
            <a:solidFill>
              <a:srgbClr val="8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تِصِثِ</a:t>
            </a:r>
            <a:endParaRPr lang="ar-SA" sz="6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645188" cy="11887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213" y="3332988"/>
            <a:ext cx="811347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ثِصِجِ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9679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F2B"/>
          </a:solidFill>
          <a:ln w="12700">
            <a:solidFill>
              <a:srgbClr val="643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F34"/>
          </a:solidFill>
          <a:ln w="12700">
            <a:solidFill>
              <a:srgbClr val="796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جِصِحِ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948050" cy="109728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4800" y="3835908"/>
            <a:ext cx="1367760" cy="12344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حِصِخِ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8908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1753" y="4018788"/>
            <a:ext cx="1790807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5EED"/>
          </a:solidFill>
          <a:ln w="12700">
            <a:solidFill>
              <a:srgbClr val="6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خِصِدِ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0E052"/>
          </a:solidFill>
          <a:ln w="12700">
            <a:solidFill>
              <a:srgbClr val="C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DDB"/>
          </a:solidFill>
          <a:ln w="12700">
            <a:solidFill>
              <a:srgbClr val="708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81"/>
          </a:solidFill>
          <a:ln w="12700">
            <a:solidFill>
              <a:srgbClr val="8547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دِصِذِ</a:t>
            </a:r>
            <a:endParaRPr lang="ar-SA" sz="84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929030" cy="14630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6D8"/>
          </a:solidFill>
          <a:ln w="12700">
            <a:solidFill>
              <a:srgbClr val="64A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CD1"/>
          </a:solidFill>
          <a:ln w="12700">
            <a:solidFill>
              <a:srgbClr val="47AC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ذِصِرِ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8344" cy="141732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994" y="3653028"/>
            <a:ext cx="684566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رِصِزِ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85642" cy="150876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51215" y="4155948"/>
            <a:ext cx="701345" cy="9144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1"/>
          </a:solidFill>
          <a:ln w="12700">
            <a:solidFill>
              <a:srgbClr val="2B64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E"/>
          </a:solidFill>
          <a:ln w="12700">
            <a:solidFill>
              <a:srgbClr val="3479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زِصِسِ</a:t>
            </a:r>
            <a:endParaRPr lang="ar-SA" sz="63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301100" cy="123444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6462" y="3790188"/>
            <a:ext cx="1426098" cy="12801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سِصِشِ</a:t>
            </a:r>
            <a:endParaRPr lang="ar-SA" sz="54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6820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2395" y="3927348"/>
            <a:ext cx="1320165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3"/>
          </a:solidFill>
          <a:ln w="12700">
            <a:solidFill>
              <a:srgbClr val="ED5E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شِصِإِ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D"/>
          </a:solidFill>
          <a:ln w="12700">
            <a:solidFill>
              <a:srgbClr val="52E0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8"/>
          </a:solidFill>
          <a:ln w="12700">
            <a:solidFill>
              <a:srgbClr val="DB70A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947"/>
          </a:solidFill>
          <a:ln w="12700">
            <a:solidFill>
              <a:srgbClr val="857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إِصِ</a:t>
            </a:r>
            <a:endParaRPr lang="ar-SA" sz="7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77321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2"/>
          </a:solidFill>
          <a:ln w="12700">
            <a:solidFill>
              <a:srgbClr val="D864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E"/>
          </a:solidFill>
          <a:ln w="12700">
            <a:solidFill>
              <a:srgbClr val="D147C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0976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465" y="3515868"/>
            <a:ext cx="987095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تِصِ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086307" cy="137160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3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364"/>
          </a:solidFill>
          <a:ln w="12700">
            <a:solidFill>
              <a:srgbClr val="2B3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D3479"/>
          </a:solidFill>
          <a:ln w="12700">
            <a:solidFill>
              <a:srgbClr val="4D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ثِصِ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225296" cy="11430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2072" y="3835908"/>
            <a:ext cx="1250488" cy="123444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جِصِ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590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0119" y="3927348"/>
            <a:ext cx="1242441" cy="11430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ED5E"/>
          </a:solidFill>
          <a:ln w="12700">
            <a:solidFill>
              <a:srgbClr val="97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حِصِ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52E0"/>
          </a:solidFill>
          <a:ln w="12700">
            <a:solidFill>
              <a:srgbClr val="BA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DB70"/>
          </a:solidFill>
          <a:ln w="12700">
            <a:solidFill>
              <a:srgbClr val="C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A"/>
          </a:solidFill>
          <a:ln w="12700">
            <a:solidFill>
              <a:srgbClr val="4785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26455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164"/>
          </a:solidFill>
          <a:ln w="12700">
            <a:solidFill>
              <a:srgbClr val="D8D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247"/>
          </a:solidFill>
          <a:ln w="12700">
            <a:solidFill>
              <a:srgbClr val="D1B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دِصِ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6661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901" y="3515868"/>
            <a:ext cx="974659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ذِصِ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755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1"/>
          </a:solidFill>
          <a:ln w="12700">
            <a:solidFill>
              <a:srgbClr val="642B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B34"/>
          </a:solidFill>
          <a:ln w="12700">
            <a:solidFill>
              <a:srgbClr val="793B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رِصِ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329903" cy="10972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9147" y="3835908"/>
            <a:ext cx="1613413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زِصِ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070" y="3881628"/>
            <a:ext cx="1634490" cy="11887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AED"/>
          </a:solidFill>
          <a:ln w="12700">
            <a:solidFill>
              <a:srgbClr val="5EB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سِصِ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652"/>
          </a:solidFill>
          <a:ln w="12700">
            <a:solidFill>
              <a:srgbClr val="E09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F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9"/>
          </a:solidFill>
          <a:ln w="12700">
            <a:solidFill>
              <a:srgbClr val="70DB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4785"/>
          </a:solidFill>
          <a:ln w="12700">
            <a:solidFill>
              <a:srgbClr val="5B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شِصِ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74644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4"/>
          </a:solidFill>
          <a:ln w="12700">
            <a:solidFill>
              <a:srgbClr val="64D8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F"/>
          </a:solidFill>
          <a:ln w="12700">
            <a:solidFill>
              <a:srgbClr val="47D18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90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90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301100" cy="1417320"/>
          </a:xfrm>
          <a:prstGeom prst="rect">
            <a:avLst/>
          </a:prstGeom>
        </p:spPr>
      </p:pic>
      <p:pic>
        <p:nvPicPr>
          <p:cNvPr id="14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911" y="1783080"/>
            <a:ext cx="847649" cy="16459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ضِإِ</a:t>
            </a:r>
            <a:endParaRPr lang="ar-SA" sz="70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8818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0642B"/>
          </a:solidFill>
          <a:ln w="12700">
            <a:solidFill>
              <a:srgbClr val="5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E7934"/>
          </a:solidFill>
          <a:ln w="12700">
            <a:solidFill>
              <a:srgbClr val="3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ضِبِ</a:t>
            </a:r>
            <a:endParaRPr lang="ar-SA" sz="7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23935" cy="14173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3431" y="3515868"/>
            <a:ext cx="1259129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ضِتِ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1370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5392" y="3835908"/>
            <a:ext cx="1117168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E"/>
          </a:solidFill>
          <a:ln w="12700">
            <a:solidFill>
              <a:srgbClr val="ED5E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2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3"/>
          </a:solidFill>
          <a:ln w="12700">
            <a:solidFill>
              <a:srgbClr val="52E07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E70DB"/>
          </a:solidFill>
          <a:ln w="12700">
            <a:solidFill>
              <a:srgbClr val="B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B47"/>
          </a:solidFill>
          <a:ln w="12700">
            <a:solidFill>
              <a:srgbClr val="854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ضِجِ</a:t>
            </a:r>
            <a:endParaRPr lang="ar-SA" sz="6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764D8"/>
          </a:solidFill>
          <a:ln w="12700">
            <a:solidFill>
              <a:srgbClr val="9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47D1"/>
          </a:solidFill>
          <a:ln w="12700">
            <a:solidFill>
              <a:srgbClr val="6D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ضِحِ</a:t>
            </a:r>
            <a:endParaRPr lang="ar-SA" sz="6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671569" cy="9601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0400" y="3515868"/>
            <a:ext cx="73216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ضِخِ</a:t>
            </a:r>
            <a:endParaRPr lang="ar-SA" sz="6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02361" cy="14173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E64"/>
          </a:solidFill>
          <a:ln w="12700">
            <a:solidFill>
              <a:srgbClr val="2B5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F79"/>
          </a:solidFill>
          <a:ln w="12700">
            <a:solidFill>
              <a:srgbClr val="344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ضِدِ</a:t>
            </a:r>
            <a:endParaRPr lang="ar-SA" sz="95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4802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2016" y="3744468"/>
            <a:ext cx="970544" cy="13258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ضِذِ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574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0417" y="4018788"/>
            <a:ext cx="1512143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95E"/>
          </a:solidFill>
          <a:ln w="12700">
            <a:solidFill>
              <a:srgbClr val="EDD9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4E0"/>
          </a:solidFill>
          <a:ln w="12700">
            <a:solidFill>
              <a:srgbClr val="5254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470"/>
          </a:solidFill>
          <a:ln w="12700">
            <a:solidFill>
              <a:srgbClr val="DBA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8547"/>
          </a:solidFill>
          <a:ln w="12700">
            <a:solidFill>
              <a:srgbClr val="5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ضِزِ</a:t>
            </a:r>
            <a:endParaRPr lang="ar-SA" sz="7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A64"/>
          </a:solidFill>
          <a:ln w="12700">
            <a:solidFill>
              <a:srgbClr val="D87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B47"/>
          </a:solidFill>
          <a:ln w="12700">
            <a:solidFill>
              <a:srgbClr val="D14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ضِسِ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5054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4428" y="3744468"/>
            <a:ext cx="688132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ضِشِ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7715" cy="141732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2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C2B64"/>
          </a:solidFill>
          <a:ln w="12700">
            <a:solidFill>
              <a:srgbClr val="5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1"/>
          </a:solidFill>
          <a:ln w="12700">
            <a:solidFill>
              <a:srgbClr val="7934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ضِصِ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3338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6421" y="3653028"/>
            <a:ext cx="1206139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إِضِبِ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2063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0516" y="3835908"/>
            <a:ext cx="1722044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5"/>
          </a:solidFill>
          <a:ln w="12700">
            <a:solidFill>
              <a:srgbClr val="5EEDB5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بِضِتِ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8"/>
          </a:solidFill>
          <a:ln w="12700">
            <a:solidFill>
              <a:srgbClr val="E052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9"/>
          </a:solidFill>
          <a:ln w="12700">
            <a:solidFill>
              <a:srgbClr val="70DB8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285"/>
          </a:solidFill>
          <a:ln w="12700">
            <a:solidFill>
              <a:srgbClr val="4762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تِضِثِ</a:t>
            </a:r>
            <a:endParaRPr lang="ar-SA" sz="69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26379" cy="15087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BD864"/>
          </a:solidFill>
          <a:ln w="12700">
            <a:solidFill>
              <a:srgbClr val="6B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6D147"/>
          </a:solidFill>
          <a:ln w="12700">
            <a:solidFill>
              <a:srgbClr val="6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ثِضِجِ</a:t>
            </a:r>
            <a:endParaRPr lang="ar-SA" sz="54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249436" cy="146304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213" y="3332988"/>
            <a:ext cx="81134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جِضِحِ</a:t>
            </a:r>
            <a:endParaRPr lang="ar-SA" sz="54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45993" cy="15087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1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E2B"/>
          </a:solidFill>
          <a:ln w="12700">
            <a:solidFill>
              <a:srgbClr val="644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7934"/>
          </a:solidFill>
          <a:ln w="12700">
            <a:solidFill>
              <a:srgbClr val="72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حِضِخِ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83462" cy="1417320"/>
          </a:xfrm>
          <a:prstGeom prst="rect">
            <a:avLst/>
          </a:prstGeom>
        </p:spPr>
      </p:pic>
      <p:pic>
        <p:nvPicPr>
          <p:cNvPr id="27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571" y="3561588"/>
            <a:ext cx="1375989" cy="15087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خِضِدِ</a:t>
            </a:r>
            <a:endParaRPr lang="ar-SA" sz="7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4452" y="3881628"/>
            <a:ext cx="958108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25EED"/>
          </a:solidFill>
          <a:ln w="12700">
            <a:solidFill>
              <a:srgbClr val="9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دِضِذِ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BE052"/>
          </a:solidFill>
          <a:ln w="12700">
            <a:solidFill>
              <a:srgbClr val="9B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2DB"/>
          </a:solidFill>
          <a:ln w="12700">
            <a:solidFill>
              <a:srgbClr val="707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1"/>
          </a:solidFill>
          <a:ln w="12700">
            <a:solidFill>
              <a:srgbClr val="8547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ذِضِرِ</a:t>
            </a:r>
            <a:endParaRPr lang="ar-SA" sz="6600" dirty="0"/>
          </a:p>
        </p:txBody>
      </p:sp>
      <p:pic>
        <p:nvPicPr>
          <p:cNvPr id="2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902238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8D8"/>
          </a:solidFill>
          <a:ln w="12700">
            <a:solidFill>
              <a:srgbClr val="648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9D1"/>
          </a:solidFill>
          <a:ln w="12700">
            <a:solidFill>
              <a:srgbClr val="478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رِضِزِ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90188"/>
            <a:ext cx="1426098" cy="12801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5193" y="3332988"/>
            <a:ext cx="877367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زِضِسِ</a:t>
            </a:r>
            <a:endParaRPr lang="ar-SA" sz="63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5538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F"/>
          </a:solidFill>
          <a:ln w="12700">
            <a:solidFill>
              <a:srgbClr val="2B64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0"/>
          </a:solidFill>
          <a:ln w="12700">
            <a:solidFill>
              <a:srgbClr val="34797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سِضِشِ</a:t>
            </a:r>
            <a:endParaRPr lang="ar-SA" sz="5400" dirty="0"/>
          </a:p>
        </p:txBody>
      </p:sp>
      <p:pic>
        <p:nvPicPr>
          <p:cNvPr id="26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07308"/>
            <a:ext cx="1381110" cy="146304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357" y="3607308"/>
            <a:ext cx="1397203" cy="14630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شِضِصِ</a:t>
            </a:r>
            <a:endParaRPr lang="ar-SA" sz="5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4273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234" y="4064508"/>
            <a:ext cx="1606326" cy="100584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E5E"/>
          </a:solidFill>
          <a:ln w="12700">
            <a:solidFill>
              <a:srgbClr val="ED6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صِضِإِ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3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FE0"/>
          </a:solidFill>
          <a:ln w="12700">
            <a:solidFill>
              <a:srgbClr val="52B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D"/>
          </a:solidFill>
          <a:ln w="12700">
            <a:solidFill>
              <a:srgbClr val="DB70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8547"/>
          </a:solidFill>
          <a:ln w="12700">
            <a:solidFill>
              <a:srgbClr val="8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إِضِ</a:t>
            </a:r>
            <a:endParaRPr lang="ar-SA" sz="6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5"/>
          </a:solidFill>
          <a:ln w="12700">
            <a:solidFill>
              <a:srgbClr val="D864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B"/>
          </a:solidFill>
          <a:ln w="12700">
            <a:solidFill>
              <a:srgbClr val="D147AB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480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2798" y="3653028"/>
            <a:ext cx="749762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تِضِ</a:t>
            </a:r>
            <a:endParaRPr lang="ar-SA" sz="71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19953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6984" y="4018788"/>
            <a:ext cx="725576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12B64"/>
          </a:solidFill>
          <a:ln w="12700">
            <a:solidFill>
              <a:srgbClr val="3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3479"/>
          </a:solidFill>
          <a:ln w="12700">
            <a:solidFill>
              <a:srgbClr val="5E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ثِضِ</a:t>
            </a:r>
            <a:endParaRPr lang="ar-SA" sz="71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73068"/>
            <a:ext cx="1462674" cy="109728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2239" y="3744468"/>
            <a:ext cx="1010321" cy="13258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جِضِ</a:t>
            </a:r>
            <a:endParaRPr lang="ar-SA" sz="71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88132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7653" y="3835908"/>
            <a:ext cx="1494907" cy="12344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2ED5E"/>
          </a:solidFill>
          <a:ln w="12700">
            <a:solidFill>
              <a:srgbClr val="72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حِضِ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2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52E0"/>
          </a:solidFill>
          <a:ln w="12700">
            <a:solidFill>
              <a:srgbClr val="D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7DB70"/>
          </a:solidFill>
          <a:ln w="12700">
            <a:solidFill>
              <a:srgbClr val="A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9"/>
          </a:solidFill>
          <a:ln w="12700">
            <a:solidFill>
              <a:srgbClr val="4785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خِضِ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94761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7E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2D864"/>
          </a:solidFill>
          <a:ln w="12700">
            <a:solidFill>
              <a:srgbClr val="C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DD147"/>
          </a:solidFill>
          <a:ln w="12700">
            <a:solidFill>
              <a:srgbClr val="C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دِضِ</a:t>
            </a:r>
            <a:endParaRPr lang="ar-SA" sz="67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33856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1988" y="3515868"/>
            <a:ext cx="110057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ذِضِ</a:t>
            </a:r>
            <a:endParaRPr lang="ar-SA" sz="67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769010" cy="132588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3991" y="4110228"/>
            <a:ext cx="708569" cy="9601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3"/>
          </a:solidFill>
          <a:ln w="12700">
            <a:solidFill>
              <a:srgbClr val="642B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D34"/>
          </a:solidFill>
          <a:ln w="12700">
            <a:solidFill>
              <a:srgbClr val="794D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رِضِ</a:t>
            </a:r>
            <a:endParaRPr lang="ar-SA" sz="6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1468984" cy="137160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3307" y="4064508"/>
            <a:ext cx="1249253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زِضِ</a:t>
            </a:r>
            <a:endParaRPr lang="ar-SA" sz="67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654985" cy="132588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223" y="3744468"/>
            <a:ext cx="1600337" cy="13258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6ED"/>
          </a:solidFill>
          <a:ln w="12700">
            <a:solidFill>
              <a:srgbClr val="5E96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سِضِ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B52"/>
          </a:solidFill>
          <a:ln w="12700">
            <a:solidFill>
              <a:srgbClr val="E0BB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2DB"/>
          </a:solidFill>
          <a:ln w="12700">
            <a:solidFill>
              <a:srgbClr val="70C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4785"/>
          </a:solidFill>
          <a:ln w="12700">
            <a:solidFill>
              <a:srgbClr val="6A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شِضِ</a:t>
            </a:r>
            <a:endParaRPr lang="ar-SA" sz="71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32754" cy="14173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2"/>
          </a:solidFill>
          <a:ln w="12700">
            <a:solidFill>
              <a:srgbClr val="64D8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2"/>
          </a:solidFill>
          <a:ln w="12700">
            <a:solidFill>
              <a:srgbClr val="47D1B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صِضِ</a:t>
            </a:r>
            <a:endParaRPr lang="ar-SA" sz="71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217066" cy="100584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2981" y="3515868"/>
            <a:ext cx="929579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739977" y="896112"/>
            <a:ext cx="20355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F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739977" y="896112"/>
            <a:ext cx="20355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</a:t>
            </a:r>
            <a:endParaRPr lang="ar-SA" sz="5300" dirty="0"/>
          </a:p>
        </p:txBody>
      </p:sp>
      <p:sp>
        <p:nvSpPr>
          <p:cNvPr id="13" name="C2 W2 pill"/>
          <p:cNvSpPr/>
          <p:nvPr/>
        </p:nvSpPr>
        <p:spPr>
          <a:xfrm>
            <a:off x="2368481" y="896112"/>
            <a:ext cx="20514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F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68481" y="896112"/>
            <a:ext cx="20514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وَنَزَلَ</a:t>
            </a:r>
            <a:endParaRPr lang="ar-SA" sz="53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14141" y="2834640"/>
            <a:ext cx="371571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14141" y="2834640"/>
            <a:ext cx="371571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صَعِدَ وَنَزَلَ</a:t>
            </a:r>
            <a:endParaRPr lang="ar-SA" sz="5400" dirty="0"/>
          </a:p>
        </p:txBody>
      </p:sp>
      <p:pic>
        <p:nvPicPr>
          <p:cNvPr id="1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684566" cy="1417320"/>
          </a:xfrm>
          <a:prstGeom prst="rect">
            <a:avLst/>
          </a:prstGeom>
        </p:spPr>
      </p:pic>
      <p:pic>
        <p:nvPicPr>
          <p:cNvPr id="19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92" y="1965960"/>
            <a:ext cx="1182868" cy="12801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642B"/>
          </a:solidFill>
          <a:ln w="12700">
            <a:solidFill>
              <a:srgbClr val="41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C"/>
          </a:solidFill>
          <a:ln w="12700">
            <a:solidFill>
              <a:srgbClr val="34793C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683220" y="896112"/>
            <a:ext cx="23761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C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683220" y="896112"/>
            <a:ext cx="23761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</a:t>
            </a:r>
            <a:endParaRPr lang="ar-SA" sz="5300" dirty="0"/>
          </a:p>
        </p:txBody>
      </p:sp>
      <p:sp>
        <p:nvSpPr>
          <p:cNvPr id="14" name="C2 W2 pill"/>
          <p:cNvSpPr/>
          <p:nvPr/>
        </p:nvSpPr>
        <p:spPr>
          <a:xfrm>
            <a:off x="2084649" y="896112"/>
            <a:ext cx="227853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C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084649" y="896112"/>
            <a:ext cx="227853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وَلَعِبَ</a:t>
            </a:r>
            <a:endParaRPr lang="ar-SA" sz="53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10588" y="2834640"/>
            <a:ext cx="432282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10588" y="2834640"/>
            <a:ext cx="432282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ضَحِكَ وَلَعِبَ</a:t>
            </a:r>
            <a:endParaRPr lang="ar-SA" sz="5400" dirty="0"/>
          </a:p>
        </p:txBody>
      </p:sp>
      <p:pic>
        <p:nvPicPr>
          <p:cNvPr id="1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28800"/>
            <a:ext cx="1339962" cy="155448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9715" y="1920240"/>
            <a:ext cx="1272845" cy="13716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14168" y="896112"/>
            <a:ext cx="197648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2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14168" y="896112"/>
            <a:ext cx="197648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353349" y="896112"/>
            <a:ext cx="21407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53349" y="896112"/>
            <a:ext cx="21407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وَشَكَرَ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95454" y="2834640"/>
            <a:ext cx="375309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95454" y="2834640"/>
            <a:ext cx="375309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رَضِيَ وَشَكَرَ</a:t>
            </a:r>
            <a:endParaRPr lang="ar-SA" sz="45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934014" cy="141732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9881" y="2080260"/>
            <a:ext cx="1502679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A"/>
          </a:solidFill>
          <a:ln w="12700">
            <a:solidFill>
              <a:srgbClr val="ED5EB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16524" y="896112"/>
            <a:ext cx="19475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16524" y="896112"/>
            <a:ext cx="19475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79913" y="896112"/>
            <a:ext cx="211657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4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79913" y="896112"/>
            <a:ext cx="211657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وَسَمِعَ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21645" y="2834640"/>
            <a:ext cx="370071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21645" y="2834640"/>
            <a:ext cx="370071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حَضَرَ وَسَمِعَ</a:t>
            </a:r>
            <a:endParaRPr lang="ar-SA" sz="4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897380"/>
            <a:ext cx="1156533" cy="14173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9147" y="1988820"/>
            <a:ext cx="1613413" cy="12344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87</Slides>
  <Notes>87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87</vt:i4>
      </vt:variant>
    </vt:vector>
  </HeadingPairs>
  <TitlesOfParts>
    <vt:vector size="9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08-sad-dad</dc:title>
  <dc:subject>PptxGenJS Presentation</dc:subject>
  <dc:creator>PptxGenJS</dc:creator>
  <cp:lastModifiedBy>PptxGenJS</cp:lastModifiedBy>
  <cp:revision>1</cp:revision>
  <dcterms:created xsi:type="dcterms:W3CDTF">2026-10-21T00:09:47Z</dcterms:created>
  <dcterms:modified xsi:type="dcterms:W3CDTF">2026-10-21T00:09:47Z</dcterms:modified>
</cp:coreProperties>
</file>