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11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6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19-1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11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6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19-1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11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6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19-1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2.png"/><Relationship Id="rId2" Type="http://schemas.openxmlformats.org/officeDocument/2006/relationships/image" Target="../media/image-18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7934"/>
          </a:solidFill>
          <a:ln w="12700">
            <a:solidFill>
              <a:srgbClr val="5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400" dirty="0"/>
          </a:p>
        </p:txBody>
      </p:sp>
      <p:pic>
        <p:nvPicPr>
          <p:cNvPr id="1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8379" cy="1463040"/>
          </a:xfrm>
          <a:prstGeom prst="rect">
            <a:avLst/>
          </a:prstGeom>
        </p:spPr>
      </p:pic>
      <p:pic>
        <p:nvPicPr>
          <p:cNvPr id="1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صِإِ</a:t>
            </a:r>
            <a:endParaRPr lang="ar-SA" sz="70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5EED"/>
          </a:solidFill>
          <a:ln w="12700">
            <a:solidFill>
              <a:srgbClr val="D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صِبِ</a:t>
            </a:r>
            <a:endParaRPr lang="ar-SA" sz="75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E052"/>
          </a:solidFill>
          <a:ln w="12700">
            <a:solidFill>
              <a:srgbClr val="5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70DB"/>
          </a:solidFill>
          <a:ln w="12700">
            <a:solidFill>
              <a:srgbClr val="A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صِتِ</a:t>
            </a:r>
            <a:endParaRPr lang="ar-SA" sz="95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38828"/>
            <a:ext cx="885871" cy="73152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64D8"/>
          </a:solidFill>
          <a:ln w="12700">
            <a:solidFill>
              <a:srgbClr val="7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47D1"/>
          </a:solidFill>
          <a:ln w="12700">
            <a:solidFill>
              <a:srgbClr val="4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صِثِ</a:t>
            </a:r>
            <a:endParaRPr lang="ar-SA" sz="9500" dirty="0"/>
          </a:p>
        </p:txBody>
      </p:sp>
      <p:pic>
        <p:nvPicPr>
          <p:cNvPr id="20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05350" cy="1417320"/>
          </a:xfrm>
          <a:prstGeom prst="rect">
            <a:avLst/>
          </a:prstGeom>
        </p:spPr>
      </p:pic>
      <p:pic>
        <p:nvPicPr>
          <p:cNvPr id="21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صِجِ</a:t>
            </a:r>
            <a:endParaRPr lang="ar-SA" sz="6100" dirty="0"/>
          </a:p>
        </p:txBody>
      </p:sp>
      <p:pic>
        <p:nvPicPr>
          <p:cNvPr id="21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3231" cy="100584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179"/>
          </a:solidFill>
          <a:ln w="12700">
            <a:solidFill>
              <a:srgbClr val="346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صِحِ</a:t>
            </a:r>
            <a:endParaRPr lang="ar-SA" sz="6100" dirty="0"/>
          </a:p>
        </p:txBody>
      </p:sp>
      <p:pic>
        <p:nvPicPr>
          <p:cNvPr id="22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70099" y="3515868"/>
            <a:ext cx="1582461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صِخِ</a:t>
            </a:r>
            <a:endParaRPr lang="ar-SA" sz="61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45E"/>
          </a:solidFill>
          <a:ln w="12700">
            <a:solidFill>
              <a:srgbClr val="EDB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صِدِ</a:t>
            </a:r>
            <a:endParaRPr lang="ar-SA" sz="95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9E0"/>
          </a:solidFill>
          <a:ln w="12700">
            <a:solidFill>
              <a:srgbClr val="527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870"/>
          </a:solidFill>
          <a:ln w="12700">
            <a:solidFill>
              <a:srgbClr val="DB8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صِذِ</a:t>
            </a:r>
            <a:endParaRPr lang="ar-SA" sz="9500" dirty="0"/>
          </a:p>
        </p:txBody>
      </p:sp>
      <p:pic>
        <p:nvPicPr>
          <p:cNvPr id="25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898398" cy="11430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C"/>
          </a:solidFill>
          <a:ln w="12700">
            <a:solidFill>
              <a:srgbClr val="D864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7"/>
          </a:solidFill>
          <a:ln w="12700">
            <a:solidFill>
              <a:srgbClr val="D147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صِرِ</a:t>
            </a:r>
            <a:endParaRPr lang="ar-SA" sz="74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7712" y="3515868"/>
            <a:ext cx="1664848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صِزِ</a:t>
            </a:r>
            <a:endParaRPr lang="ar-SA" sz="7400" dirty="0"/>
          </a:p>
        </p:txBody>
      </p:sp>
      <p:pic>
        <p:nvPicPr>
          <p:cNvPr id="21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111499" cy="1051560"/>
          </a:xfrm>
          <a:prstGeom prst="rect">
            <a:avLst/>
          </a:prstGeom>
        </p:spPr>
      </p:pic>
      <p:pic>
        <p:nvPicPr>
          <p:cNvPr id="22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صِسِ</a:t>
            </a:r>
            <a:endParaRPr lang="ar-SA" sz="7100" dirty="0"/>
          </a:p>
        </p:txBody>
      </p:sp>
      <p:pic>
        <p:nvPicPr>
          <p:cNvPr id="22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9446" cy="1417320"/>
          </a:xfrm>
          <a:prstGeom prst="rect">
            <a:avLst/>
          </a:prstGeom>
        </p:spPr>
      </p:pic>
      <p:pic>
        <p:nvPicPr>
          <p:cNvPr id="23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صِشِ</a:t>
            </a:r>
            <a:endParaRPr lang="ar-SA" sz="71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1"/>
          </a:solidFill>
          <a:ln w="12700">
            <a:solidFill>
              <a:srgbClr val="5EED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إِصِبِ</a:t>
            </a:r>
            <a:endParaRPr lang="ar-SA" sz="62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C"/>
          </a:solidFill>
          <a:ln w="12700">
            <a:solidFill>
              <a:srgbClr val="E052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DB70"/>
          </a:solidFill>
          <a:ln w="12700">
            <a:solidFill>
              <a:srgbClr val="7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285"/>
          </a:solidFill>
          <a:ln w="12700">
            <a:solidFill>
              <a:srgbClr val="477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بِصِتِ</a:t>
            </a:r>
            <a:endParaRPr lang="ar-SA" sz="68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D864"/>
          </a:solidFill>
          <a:ln w="12700">
            <a:solidFill>
              <a:srgbClr val="8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AD147"/>
          </a:solidFill>
          <a:ln w="12700">
            <a:solidFill>
              <a:srgbClr val="8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تِصِثِ</a:t>
            </a:r>
            <a:endParaRPr lang="ar-SA" sz="6900" dirty="0"/>
          </a:p>
        </p:txBody>
      </p:sp>
      <p:pic>
        <p:nvPicPr>
          <p:cNvPr id="24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ثِصِجِ</a:t>
            </a:r>
            <a:endParaRPr lang="ar-SA" sz="5400" dirty="0"/>
          </a:p>
        </p:txBody>
      </p:sp>
      <p:pic>
        <p:nvPicPr>
          <p:cNvPr id="25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375" y="4338828"/>
            <a:ext cx="705185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F2B"/>
          </a:solidFill>
          <a:ln w="12700">
            <a:solidFill>
              <a:srgbClr val="643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F34"/>
          </a:solidFill>
          <a:ln w="12700">
            <a:solidFill>
              <a:srgbClr val="796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جِصِحِ</a:t>
            </a:r>
            <a:endParaRPr lang="ar-SA" sz="5400" dirty="0"/>
          </a:p>
        </p:txBody>
      </p:sp>
      <p:pic>
        <p:nvPicPr>
          <p:cNvPr id="26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7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0517" y="3332988"/>
            <a:ext cx="2262043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حِصِخِ</a:t>
            </a:r>
            <a:endParaRPr lang="ar-SA" sz="5400" dirty="0"/>
          </a:p>
        </p:txBody>
      </p:sp>
      <p:pic>
        <p:nvPicPr>
          <p:cNvPr id="24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5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245" y="3332988"/>
            <a:ext cx="2293315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5EED"/>
          </a:solidFill>
          <a:ln w="12700">
            <a:solidFill>
              <a:srgbClr val="6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خِصِدِ</a:t>
            </a:r>
            <a:endParaRPr lang="ar-SA" sz="79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0E052"/>
          </a:solidFill>
          <a:ln w="12700">
            <a:solidFill>
              <a:srgbClr val="C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DDB"/>
          </a:solidFill>
          <a:ln w="12700">
            <a:solidFill>
              <a:srgbClr val="708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دِصِذِ</a:t>
            </a:r>
            <a:endParaRPr lang="ar-SA" sz="8400" dirty="0"/>
          </a:p>
        </p:txBody>
      </p:sp>
      <p:pic>
        <p:nvPicPr>
          <p:cNvPr id="29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892912" cy="6858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6D8"/>
          </a:solidFill>
          <a:ln w="12700">
            <a:solidFill>
              <a:srgbClr val="64A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CD1"/>
          </a:solidFill>
          <a:ln w="12700">
            <a:solidFill>
              <a:srgbClr val="47A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ذِصِرِ</a:t>
            </a:r>
            <a:endParaRPr lang="ar-SA" sz="6600" dirty="0"/>
          </a:p>
        </p:txBody>
      </p:sp>
      <p:pic>
        <p:nvPicPr>
          <p:cNvPr id="24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5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رِصِزِ</a:t>
            </a:r>
            <a:endParaRPr lang="ar-SA" sz="66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105510" cy="6858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E"/>
          </a:solidFill>
          <a:ln w="12700">
            <a:solidFill>
              <a:srgbClr val="3479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زِصِسِ</a:t>
            </a:r>
            <a:endParaRPr lang="ar-SA" sz="6300" dirty="0"/>
          </a:p>
        </p:txBody>
      </p:sp>
      <p:pic>
        <p:nvPicPr>
          <p:cNvPr id="26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2988"/>
            <a:ext cx="2103943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سِصِشِ</a:t>
            </a:r>
            <a:endParaRPr lang="ar-SA" sz="5400" dirty="0"/>
          </a:p>
        </p:txBody>
      </p:sp>
      <p:pic>
        <p:nvPicPr>
          <p:cNvPr id="24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57040" cy="1508760"/>
          </a:xfrm>
          <a:prstGeom prst="rect">
            <a:avLst/>
          </a:prstGeom>
        </p:spPr>
      </p:pic>
      <p:pic>
        <p:nvPicPr>
          <p:cNvPr id="25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3"/>
          </a:solidFill>
          <a:ln w="12700">
            <a:solidFill>
              <a:srgbClr val="ED5E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شِصِإِ</a:t>
            </a:r>
            <a:endParaRPr lang="ar-SA" sz="62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D"/>
          </a:solidFill>
          <a:ln w="12700">
            <a:solidFill>
              <a:srgbClr val="52E0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8"/>
          </a:solidFill>
          <a:ln w="12700">
            <a:solidFill>
              <a:srgbClr val="DB70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947"/>
          </a:solidFill>
          <a:ln w="12700">
            <a:solidFill>
              <a:srgbClr val="857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إِصِ</a:t>
            </a:r>
            <a:endParaRPr lang="ar-SA" sz="7000" dirty="0"/>
          </a:p>
        </p:txBody>
      </p:sp>
      <p:pic>
        <p:nvPicPr>
          <p:cNvPr id="25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30859" cy="91440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2"/>
          </a:solidFill>
          <a:ln w="12700">
            <a:solidFill>
              <a:srgbClr val="D864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E"/>
          </a:solidFill>
          <a:ln w="12700">
            <a:solidFill>
              <a:srgbClr val="D147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</a:t>
            </a:r>
            <a:endParaRPr lang="ar-SA" sz="7100" dirty="0"/>
          </a:p>
        </p:txBody>
      </p:sp>
      <p:pic>
        <p:nvPicPr>
          <p:cNvPr id="20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862" y="3515868"/>
            <a:ext cx="15606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تِصِ</a:t>
            </a:r>
            <a:endParaRPr lang="ar-SA" sz="7100" dirty="0"/>
          </a:p>
        </p:txBody>
      </p:sp>
      <p:pic>
        <p:nvPicPr>
          <p:cNvPr id="21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2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ثِصِ</a:t>
            </a:r>
            <a:endParaRPr lang="ar-SA" sz="7100" dirty="0"/>
          </a:p>
        </p:txBody>
      </p:sp>
      <p:pic>
        <p:nvPicPr>
          <p:cNvPr id="22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936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جِصِ</a:t>
            </a:r>
            <a:endParaRPr lang="ar-SA" sz="71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ED5E"/>
          </a:solidFill>
          <a:ln w="12700">
            <a:solidFill>
              <a:srgbClr val="9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حِصِ</a:t>
            </a:r>
            <a:endParaRPr lang="ar-SA" sz="71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52E0"/>
          </a:solidFill>
          <a:ln w="12700">
            <a:solidFill>
              <a:srgbClr val="B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DB70"/>
          </a:solidFill>
          <a:ln w="12700">
            <a:solidFill>
              <a:srgbClr val="C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A"/>
          </a:solidFill>
          <a:ln w="12700">
            <a:solidFill>
              <a:srgbClr val="4785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خِصِ</a:t>
            </a:r>
            <a:endParaRPr lang="ar-SA" sz="71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38828"/>
            <a:ext cx="885871" cy="73152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164"/>
          </a:solidFill>
          <a:ln w="12700">
            <a:solidFill>
              <a:srgbClr val="D8D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247"/>
          </a:solidFill>
          <a:ln w="12700">
            <a:solidFill>
              <a:srgbClr val="D1B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دِصِ</a:t>
            </a:r>
            <a:endParaRPr lang="ar-SA" sz="7100" dirty="0"/>
          </a:p>
        </p:txBody>
      </p:sp>
      <p:pic>
        <p:nvPicPr>
          <p:cNvPr id="20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05350" cy="1417320"/>
          </a:xfrm>
          <a:prstGeom prst="rect">
            <a:avLst/>
          </a:prstGeom>
        </p:spPr>
      </p:pic>
      <p:pic>
        <p:nvPicPr>
          <p:cNvPr id="21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ذِصِ</a:t>
            </a:r>
            <a:endParaRPr lang="ar-SA" sz="7100" dirty="0"/>
          </a:p>
        </p:txBody>
      </p:sp>
      <p:pic>
        <p:nvPicPr>
          <p:cNvPr id="21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3231" cy="100584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B34"/>
          </a:solidFill>
          <a:ln w="12700">
            <a:solidFill>
              <a:srgbClr val="793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رِصِ</a:t>
            </a:r>
            <a:endParaRPr lang="ar-SA" sz="7100" dirty="0"/>
          </a:p>
        </p:txBody>
      </p:sp>
      <p:pic>
        <p:nvPicPr>
          <p:cNvPr id="22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70099" y="3515868"/>
            <a:ext cx="1582461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زِصِ</a:t>
            </a:r>
            <a:endParaRPr lang="ar-SA" sz="71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AED"/>
          </a:solidFill>
          <a:ln w="12700">
            <a:solidFill>
              <a:srgbClr val="5EB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سِصِ</a:t>
            </a:r>
            <a:endParaRPr lang="ar-SA" sz="71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652"/>
          </a:solidFill>
          <a:ln w="12700">
            <a:solidFill>
              <a:srgbClr val="E09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9"/>
          </a:solidFill>
          <a:ln w="12700">
            <a:solidFill>
              <a:srgbClr val="70DB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شِصِ</a:t>
            </a:r>
            <a:endParaRPr lang="ar-SA" sz="7100" dirty="0"/>
          </a:p>
        </p:txBody>
      </p:sp>
      <p:pic>
        <p:nvPicPr>
          <p:cNvPr id="25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898398" cy="11430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4"/>
          </a:solidFill>
          <a:ln w="12700">
            <a:solidFill>
              <a:srgbClr val="64D8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F"/>
          </a:solidFill>
          <a:ln w="12700">
            <a:solidFill>
              <a:srgbClr val="47D18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pic>
        <p:nvPicPr>
          <p:cNvPr id="13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75694" cy="1463040"/>
          </a:xfrm>
          <a:prstGeom prst="rect">
            <a:avLst/>
          </a:prstGeom>
        </p:spPr>
      </p:pic>
      <p:pic>
        <p:nvPicPr>
          <p:cNvPr id="14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85644" y="1828800"/>
            <a:ext cx="1566916" cy="1463040"/>
          </a:xfrm>
          <a:prstGeom prst="rect">
            <a:avLst/>
          </a:prstGeom>
        </p:spPr>
      </p:pic>
      <p:pic>
        <p:nvPicPr>
          <p:cNvPr id="15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ضِإِ</a:t>
            </a:r>
            <a:endParaRPr lang="ar-SA" sz="7000" dirty="0"/>
          </a:p>
        </p:txBody>
      </p:sp>
      <p:pic>
        <p:nvPicPr>
          <p:cNvPr id="21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111499" cy="1051560"/>
          </a:xfrm>
          <a:prstGeom prst="rect">
            <a:avLst/>
          </a:prstGeom>
        </p:spPr>
      </p:pic>
      <p:pic>
        <p:nvPicPr>
          <p:cNvPr id="22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642B"/>
          </a:solidFill>
          <a:ln w="12700">
            <a:solidFill>
              <a:srgbClr val="5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7934"/>
          </a:solidFill>
          <a:ln w="12700">
            <a:solidFill>
              <a:srgbClr val="3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ضِبِ</a:t>
            </a:r>
            <a:endParaRPr lang="ar-SA" sz="7500" dirty="0"/>
          </a:p>
        </p:txBody>
      </p:sp>
      <p:pic>
        <p:nvPicPr>
          <p:cNvPr id="22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9446" cy="1417320"/>
          </a:xfrm>
          <a:prstGeom prst="rect">
            <a:avLst/>
          </a:prstGeom>
        </p:spPr>
      </p:pic>
      <p:pic>
        <p:nvPicPr>
          <p:cNvPr id="23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ضِتِ</a:t>
            </a:r>
            <a:endParaRPr lang="ar-SA" sz="95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E"/>
          </a:solidFill>
          <a:ln w="12700">
            <a:solidFill>
              <a:srgbClr val="ED5E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ضِثِ</a:t>
            </a:r>
            <a:endParaRPr lang="ar-SA" sz="95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E70DB"/>
          </a:solidFill>
          <a:ln w="12700">
            <a:solidFill>
              <a:srgbClr val="B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ضِجِ</a:t>
            </a:r>
            <a:endParaRPr lang="ar-SA" sz="61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64D8"/>
          </a:solidFill>
          <a:ln w="12700">
            <a:solidFill>
              <a:srgbClr val="9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47D1"/>
          </a:solidFill>
          <a:ln w="12700">
            <a:solidFill>
              <a:srgbClr val="6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ضِحِ</a:t>
            </a:r>
            <a:endParaRPr lang="ar-SA" sz="6100" dirty="0"/>
          </a:p>
        </p:txBody>
      </p:sp>
      <p:pic>
        <p:nvPicPr>
          <p:cNvPr id="20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ضِخِ</a:t>
            </a:r>
            <a:endParaRPr lang="ar-SA" sz="6100" dirty="0"/>
          </a:p>
        </p:txBody>
      </p:sp>
      <p:pic>
        <p:nvPicPr>
          <p:cNvPr id="21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375" y="4338828"/>
            <a:ext cx="705185" cy="73152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ضِدِ</a:t>
            </a:r>
            <a:endParaRPr lang="ar-SA" sz="9500" dirty="0"/>
          </a:p>
        </p:txBody>
      </p:sp>
      <p:pic>
        <p:nvPicPr>
          <p:cNvPr id="22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3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627" y="3515868"/>
            <a:ext cx="2023933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ضِذِ</a:t>
            </a:r>
            <a:endParaRPr lang="ar-SA" sz="95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95E"/>
          </a:solidFill>
          <a:ln w="12700">
            <a:solidFill>
              <a:srgbClr val="EDD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ضِرِ</a:t>
            </a:r>
            <a:endParaRPr lang="ar-SA" sz="74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4E0"/>
          </a:solidFill>
          <a:ln w="12700">
            <a:solidFill>
              <a:srgbClr val="525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470"/>
          </a:solidFill>
          <a:ln w="12700">
            <a:solidFill>
              <a:srgbClr val="DBA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ضِزِ</a:t>
            </a:r>
            <a:endParaRPr lang="ar-SA" sz="7400" dirty="0"/>
          </a:p>
        </p:txBody>
      </p:sp>
      <p:pic>
        <p:nvPicPr>
          <p:cNvPr id="25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892912" cy="6858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A64"/>
          </a:solidFill>
          <a:ln w="12700">
            <a:solidFill>
              <a:srgbClr val="D87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B47"/>
          </a:solidFill>
          <a:ln w="12700">
            <a:solidFill>
              <a:srgbClr val="D14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ضِسِ</a:t>
            </a:r>
            <a:endParaRPr lang="ar-SA" sz="7100" dirty="0"/>
          </a:p>
        </p:txBody>
      </p:sp>
      <p:pic>
        <p:nvPicPr>
          <p:cNvPr id="20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ضِشِ</a:t>
            </a:r>
            <a:endParaRPr lang="ar-SA" sz="71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105510" cy="68580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1"/>
          </a:solidFill>
          <a:ln w="12700">
            <a:solidFill>
              <a:srgbClr val="7934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ضِصِ</a:t>
            </a:r>
            <a:endParaRPr lang="ar-SA" sz="7100" dirty="0"/>
          </a:p>
        </p:txBody>
      </p:sp>
      <p:pic>
        <p:nvPicPr>
          <p:cNvPr id="22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15868"/>
            <a:ext cx="188247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إِضِبِ</a:t>
            </a:r>
            <a:endParaRPr lang="ar-SA" sz="6200" dirty="0"/>
          </a:p>
        </p:txBody>
      </p:sp>
      <p:pic>
        <p:nvPicPr>
          <p:cNvPr id="24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57040" cy="1508760"/>
          </a:xfrm>
          <a:prstGeom prst="rect">
            <a:avLst/>
          </a:prstGeom>
        </p:spPr>
      </p:pic>
      <p:pic>
        <p:nvPicPr>
          <p:cNvPr id="25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5"/>
          </a:solidFill>
          <a:ln w="12700">
            <a:solidFill>
              <a:srgbClr val="5EEDB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بِضِتِ</a:t>
            </a:r>
            <a:endParaRPr lang="ar-SA" sz="68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8"/>
          </a:solidFill>
          <a:ln w="12700">
            <a:solidFill>
              <a:srgbClr val="E052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9"/>
          </a:solidFill>
          <a:ln w="12700">
            <a:solidFill>
              <a:srgbClr val="70DB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تِضِثِ</a:t>
            </a:r>
            <a:endParaRPr lang="ar-SA" sz="6900" dirty="0"/>
          </a:p>
        </p:txBody>
      </p:sp>
      <p:pic>
        <p:nvPicPr>
          <p:cNvPr id="29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30859" cy="914400"/>
          </a:xfrm>
          <a:prstGeom prst="rect">
            <a:avLst/>
          </a:prstGeom>
        </p:spPr>
      </p:pic>
      <p:pic>
        <p:nvPicPr>
          <p:cNvPr id="30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D864"/>
          </a:solidFill>
          <a:ln w="12700">
            <a:solidFill>
              <a:srgbClr val="6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D147"/>
          </a:solidFill>
          <a:ln w="12700">
            <a:solidFill>
              <a:srgbClr val="6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ثِضِجِ</a:t>
            </a:r>
            <a:endParaRPr lang="ar-SA" sz="5400" dirty="0"/>
          </a:p>
        </p:txBody>
      </p:sp>
      <p:pic>
        <p:nvPicPr>
          <p:cNvPr id="24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251" y="3332988"/>
            <a:ext cx="1744309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جِضِحِ</a:t>
            </a:r>
            <a:endParaRPr lang="ar-SA" sz="5400" dirty="0"/>
          </a:p>
        </p:txBody>
      </p:sp>
      <p:pic>
        <p:nvPicPr>
          <p:cNvPr id="25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6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حِضِخِ</a:t>
            </a:r>
            <a:endParaRPr lang="ar-SA" sz="5400" dirty="0"/>
          </a:p>
        </p:txBody>
      </p:sp>
      <p:pic>
        <p:nvPicPr>
          <p:cNvPr id="26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7391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خِضِدِ</a:t>
            </a:r>
            <a:endParaRPr lang="ar-SA" sz="7900" dirty="0"/>
          </a:p>
        </p:txBody>
      </p:sp>
      <p:pic>
        <p:nvPicPr>
          <p:cNvPr id="24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28796" cy="1508760"/>
          </a:xfrm>
          <a:prstGeom prst="rect">
            <a:avLst/>
          </a:prstGeom>
        </p:spPr>
      </p:pic>
      <p:pic>
        <p:nvPicPr>
          <p:cNvPr id="25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5EED"/>
          </a:solidFill>
          <a:ln w="12700">
            <a:solidFill>
              <a:srgbClr val="9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دِضِذِ</a:t>
            </a:r>
            <a:endParaRPr lang="ar-SA" sz="84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BE052"/>
          </a:solidFill>
          <a:ln w="12700">
            <a:solidFill>
              <a:srgbClr val="9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2DB"/>
          </a:solidFill>
          <a:ln w="12700">
            <a:solidFill>
              <a:srgbClr val="707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ذِضِرِ</a:t>
            </a:r>
            <a:endParaRPr lang="ar-SA" sz="6600" dirty="0"/>
          </a:p>
        </p:txBody>
      </p:sp>
      <p:pic>
        <p:nvPicPr>
          <p:cNvPr id="2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38828"/>
            <a:ext cx="885871" cy="73152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8D8"/>
          </a:solidFill>
          <a:ln w="12700">
            <a:solidFill>
              <a:srgbClr val="648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9D1"/>
          </a:solidFill>
          <a:ln w="12700">
            <a:solidFill>
              <a:srgbClr val="478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رِضِزِ</a:t>
            </a:r>
            <a:endParaRPr lang="ar-SA" sz="6600" dirty="0"/>
          </a:p>
        </p:txBody>
      </p:sp>
      <p:pic>
        <p:nvPicPr>
          <p:cNvPr id="24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347631" cy="1508760"/>
          </a:xfrm>
          <a:prstGeom prst="rect">
            <a:avLst/>
          </a:prstGeom>
        </p:spPr>
      </p:pic>
      <p:pic>
        <p:nvPicPr>
          <p:cNvPr id="25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1603" y="3332988"/>
            <a:ext cx="1620957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زِضِسِ</a:t>
            </a:r>
            <a:endParaRPr lang="ar-SA" sz="6300" dirty="0"/>
          </a:p>
        </p:txBody>
      </p:sp>
      <p:pic>
        <p:nvPicPr>
          <p:cNvPr id="25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3231" cy="100584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سِضِشِ</a:t>
            </a:r>
            <a:endParaRPr lang="ar-SA" sz="5400" dirty="0"/>
          </a:p>
        </p:txBody>
      </p:sp>
      <p:pic>
        <p:nvPicPr>
          <p:cNvPr id="26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283928" y="3332988"/>
            <a:ext cx="1768632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شِضِصِ</a:t>
            </a:r>
            <a:endParaRPr lang="ar-SA" sz="52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5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193" y="3332988"/>
            <a:ext cx="2114367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E5E"/>
          </a:solidFill>
          <a:ln w="12700">
            <a:solidFill>
              <a:srgbClr val="ED6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صِضِإِ</a:t>
            </a:r>
            <a:endParaRPr lang="ar-SA" sz="62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FE0"/>
          </a:solidFill>
          <a:ln w="12700">
            <a:solidFill>
              <a:srgbClr val="52B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D"/>
          </a:solidFill>
          <a:ln w="12700">
            <a:solidFill>
              <a:srgbClr val="DB70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إِضِ</a:t>
            </a:r>
            <a:endParaRPr lang="ar-SA" sz="6700" dirty="0"/>
          </a:p>
        </p:txBody>
      </p:sp>
      <p:pic>
        <p:nvPicPr>
          <p:cNvPr id="25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898398" cy="11430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5"/>
          </a:solidFill>
          <a:ln w="12700">
            <a:solidFill>
              <a:srgbClr val="D864A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B"/>
          </a:solidFill>
          <a:ln w="12700">
            <a:solidFill>
              <a:srgbClr val="D147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</a:t>
            </a:r>
            <a:endParaRPr lang="ar-SA" sz="71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7712" y="3515868"/>
            <a:ext cx="1664848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تِضِ</a:t>
            </a:r>
            <a:endParaRPr lang="ar-SA" sz="7100" dirty="0"/>
          </a:p>
        </p:txBody>
      </p:sp>
      <p:pic>
        <p:nvPicPr>
          <p:cNvPr id="21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111499" cy="1051560"/>
          </a:xfrm>
          <a:prstGeom prst="rect">
            <a:avLst/>
          </a:prstGeom>
        </p:spPr>
      </p:pic>
      <p:pic>
        <p:nvPicPr>
          <p:cNvPr id="22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ثِضِ</a:t>
            </a:r>
            <a:endParaRPr lang="ar-SA" sz="7100" dirty="0"/>
          </a:p>
        </p:txBody>
      </p:sp>
      <p:pic>
        <p:nvPicPr>
          <p:cNvPr id="22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9446" cy="1417320"/>
          </a:xfrm>
          <a:prstGeom prst="rect">
            <a:avLst/>
          </a:prstGeom>
        </p:spPr>
      </p:pic>
      <p:pic>
        <p:nvPicPr>
          <p:cNvPr id="23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جِضِ</a:t>
            </a:r>
            <a:endParaRPr lang="ar-SA" sz="71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ED5E"/>
          </a:solidFill>
          <a:ln w="12700">
            <a:solidFill>
              <a:srgbClr val="7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حِضِ</a:t>
            </a:r>
            <a:endParaRPr lang="ar-SA" sz="71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E52E0"/>
          </a:solidFill>
          <a:ln w="12700">
            <a:solidFill>
              <a:srgbClr val="D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DB70"/>
          </a:solidFill>
          <a:ln w="12700">
            <a:solidFill>
              <a:srgbClr val="A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خِضِ</a:t>
            </a:r>
            <a:endParaRPr lang="ar-SA" sz="71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D864"/>
          </a:solidFill>
          <a:ln w="12700">
            <a:solidFill>
              <a:srgbClr val="C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D147"/>
          </a:solidFill>
          <a:ln w="12700">
            <a:solidFill>
              <a:srgbClr val="C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دِضِ</a:t>
            </a:r>
            <a:endParaRPr lang="ar-SA" sz="6700" dirty="0"/>
          </a:p>
        </p:txBody>
      </p:sp>
      <p:pic>
        <p:nvPicPr>
          <p:cNvPr id="20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ذِضِ</a:t>
            </a:r>
            <a:endParaRPr lang="ar-SA" sz="6700" dirty="0"/>
          </a:p>
        </p:txBody>
      </p:sp>
      <p:pic>
        <p:nvPicPr>
          <p:cNvPr id="21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375" y="4338828"/>
            <a:ext cx="705185" cy="73152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D34"/>
          </a:solidFill>
          <a:ln w="12700">
            <a:solidFill>
              <a:srgbClr val="794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رِضِ</a:t>
            </a:r>
            <a:endParaRPr lang="ar-SA" sz="6700" dirty="0"/>
          </a:p>
        </p:txBody>
      </p:sp>
      <p:pic>
        <p:nvPicPr>
          <p:cNvPr id="22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3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627" y="3515868"/>
            <a:ext cx="2023933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زِضِ</a:t>
            </a:r>
            <a:endParaRPr lang="ar-SA" sz="67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6ED"/>
          </a:solidFill>
          <a:ln w="12700">
            <a:solidFill>
              <a:srgbClr val="5E9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سِضِ</a:t>
            </a:r>
            <a:endParaRPr lang="ar-SA" sz="71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B52"/>
          </a:solidFill>
          <a:ln w="12700">
            <a:solidFill>
              <a:srgbClr val="E0B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2DB"/>
          </a:solidFill>
          <a:ln w="12700">
            <a:solidFill>
              <a:srgbClr val="70C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شِضِ</a:t>
            </a:r>
            <a:endParaRPr lang="ar-SA" sz="7100" dirty="0"/>
          </a:p>
        </p:txBody>
      </p:sp>
      <p:pic>
        <p:nvPicPr>
          <p:cNvPr id="25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892912" cy="6858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2"/>
          </a:solidFill>
          <a:ln w="12700">
            <a:solidFill>
              <a:srgbClr val="64D8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2"/>
          </a:solidFill>
          <a:ln w="12700">
            <a:solidFill>
              <a:srgbClr val="47D1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صِضِ</a:t>
            </a:r>
            <a:endParaRPr lang="ar-SA" sz="7100" dirty="0"/>
          </a:p>
        </p:txBody>
      </p:sp>
      <p:pic>
        <p:nvPicPr>
          <p:cNvPr id="20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39977" y="896112"/>
            <a:ext cx="2035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F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39977" y="896112"/>
            <a:ext cx="2035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368481" y="896112"/>
            <a:ext cx="20514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F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68481" y="896112"/>
            <a:ext cx="20514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وَنَزَلَ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14141" y="2834640"/>
            <a:ext cx="371571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14141" y="2834640"/>
            <a:ext cx="371571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 وَنَزَلَ</a:t>
            </a:r>
            <a:endParaRPr lang="ar-SA" sz="5400" dirty="0"/>
          </a:p>
        </p:txBody>
      </p:sp>
      <p:pic>
        <p:nvPicPr>
          <p:cNvPr id="18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97380"/>
            <a:ext cx="2137319" cy="1325880"/>
          </a:xfrm>
          <a:prstGeom prst="rect">
            <a:avLst/>
          </a:prstGeom>
        </p:spPr>
      </p:pic>
      <p:pic>
        <p:nvPicPr>
          <p:cNvPr id="19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620" y="1828800"/>
            <a:ext cx="1664940" cy="1463040"/>
          </a:xfrm>
          <a:prstGeom prst="rect">
            <a:avLst/>
          </a:prstGeom>
        </p:spPr>
      </p:pic>
      <p:pic>
        <p:nvPicPr>
          <p:cNvPr id="20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642B"/>
          </a:solidFill>
          <a:ln w="12700">
            <a:solidFill>
              <a:srgbClr val="4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C"/>
          </a:solidFill>
          <a:ln w="12700">
            <a:solidFill>
              <a:srgbClr val="34793C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83220" y="896112"/>
            <a:ext cx="23761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C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83220" y="896112"/>
            <a:ext cx="23761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084649" y="896112"/>
            <a:ext cx="22785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C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84649" y="896112"/>
            <a:ext cx="22785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وَلَعِبَ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10588" y="2834640"/>
            <a:ext cx="43228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10588" y="2834640"/>
            <a:ext cx="43228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 وَلَعِبَ</a:t>
            </a:r>
            <a:endParaRPr lang="ar-SA" sz="5400" dirty="0"/>
          </a:p>
        </p:txBody>
      </p:sp>
      <p:pic>
        <p:nvPicPr>
          <p:cNvPr id="19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20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0819" y="1828800"/>
            <a:ext cx="1771741" cy="14630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4168" y="896112"/>
            <a:ext cx="1976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2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4168" y="896112"/>
            <a:ext cx="1976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رَضِيَ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353349" y="896112"/>
            <a:ext cx="21407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53349" y="896112"/>
            <a:ext cx="21407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95454" y="2834640"/>
            <a:ext cx="37530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95454" y="2834640"/>
            <a:ext cx="37530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رَضِيَ وَشَكَرَ</a:t>
            </a:r>
            <a:endParaRPr lang="ar-SA" sz="4500" dirty="0"/>
          </a:p>
        </p:txBody>
      </p:sp>
      <p:pic>
        <p:nvPicPr>
          <p:cNvPr id="17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09857" cy="1463040"/>
          </a:xfrm>
          <a:prstGeom prst="rect">
            <a:avLst/>
          </a:prstGeom>
        </p:spPr>
      </p:pic>
      <p:pic>
        <p:nvPicPr>
          <p:cNvPr id="18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427" y="1828800"/>
            <a:ext cx="1479133" cy="1463040"/>
          </a:xfrm>
          <a:prstGeom prst="rect">
            <a:avLst/>
          </a:prstGeom>
        </p:spPr>
      </p:pic>
      <p:pic>
        <p:nvPicPr>
          <p:cNvPr id="19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A"/>
          </a:solidFill>
          <a:ln w="12700">
            <a:solidFill>
              <a:srgbClr val="ED5EB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16524" y="896112"/>
            <a:ext cx="19475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4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16524" y="896112"/>
            <a:ext cx="19475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79913" y="896112"/>
            <a:ext cx="21165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4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79913" y="896112"/>
            <a:ext cx="21165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وَسَمِعَ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21645" y="2834640"/>
            <a:ext cx="370071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21645" y="2834640"/>
            <a:ext cx="370071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 وَسَمِعَ</a:t>
            </a:r>
            <a:endParaRPr lang="ar-SA" sz="4700" dirty="0"/>
          </a:p>
        </p:txBody>
      </p:sp>
      <p:pic>
        <p:nvPicPr>
          <p:cNvPr id="25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664940" cy="1463040"/>
          </a:xfrm>
          <a:prstGeom prst="rect">
            <a:avLst/>
          </a:prstGeom>
        </p:spPr>
      </p:pic>
      <p:pic>
        <p:nvPicPr>
          <p:cNvPr id="26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08-sad-dad</dc:title>
  <dc:subject>PptxGenJS Presentation</dc:subject>
  <dc:creator>PptxGenJS</dc:creator>
  <cp:lastModifiedBy>PptxGenJS</cp:lastModifiedBy>
  <cp:revision>1</cp:revision>
  <dcterms:created xsi:type="dcterms:W3CDTF">2026-10-20T23:11:21Z</dcterms:created>
  <dcterms:modified xsi:type="dcterms:W3CDTF">2026-10-20T23:11:21Z</dcterms:modified>
</cp:coreProperties>
</file>