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2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63624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67" y="3241548"/>
            <a:ext cx="1885493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55948"/>
            <a:ext cx="731520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592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9981" y="3332988"/>
            <a:ext cx="882579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85" y="3332988"/>
            <a:ext cx="325407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059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82590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27" y="3332988"/>
            <a:ext cx="83393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1111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843" y="3332988"/>
            <a:ext cx="134471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91" y="3515868"/>
            <a:ext cx="94356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031" y="4110228"/>
            <a:ext cx="709529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905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693" y="3515868"/>
            <a:ext cx="99486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34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110435" cy="182880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241548"/>
            <a:ext cx="86868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9525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03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705" y="3515868"/>
            <a:ext cx="85185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69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3332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273" y="3332988"/>
            <a:ext cx="78528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7792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146" y="4155948"/>
            <a:ext cx="572414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4394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84" y="3332988"/>
            <a:ext cx="924276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1638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424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6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6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77" y="3515868"/>
            <a:ext cx="105238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6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6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6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189" y="3515868"/>
            <a:ext cx="909371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77824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177" y="1783080"/>
            <a:ext cx="174138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61718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270" y="3241548"/>
            <a:ext cx="1631290" cy="18288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4168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4168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53349" y="896112"/>
            <a:ext cx="21407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349" y="896112"/>
            <a:ext cx="21407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5454" y="2834640"/>
            <a:ext cx="37530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5454" y="2834640"/>
            <a:ext cx="37530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وَشَكَرَ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163117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3287268"/>
            <a:ext cx="2496312" cy="17830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16524" y="896112"/>
            <a:ext cx="1947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16524" y="896112"/>
            <a:ext cx="1947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9913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9913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1645" y="2834640"/>
            <a:ext cx="3700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1645" y="2834640"/>
            <a:ext cx="3700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وَسَمِعَ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02725" cy="164592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721" y="2034540"/>
            <a:ext cx="2140839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08-sad-dad</dc:title>
  <dc:subject>PptxGenJS Presentation</dc:subject>
  <dc:creator>PptxGenJS</dc:creator>
  <cp:lastModifiedBy>PptxGenJS</cp:lastModifiedBy>
  <cp:revision>1</cp:revision>
  <dcterms:created xsi:type="dcterms:W3CDTF">2026-10-20T23:35:47Z</dcterms:created>
  <dcterms:modified xsi:type="dcterms:W3CDTF">2026-10-20T23:35:47Z</dcterms:modified>
</cp:coreProperties>
</file>