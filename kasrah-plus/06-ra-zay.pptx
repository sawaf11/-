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5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13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1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177747" cy="182880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1270" y="3241548"/>
            <a:ext cx="163129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842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19839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رِدِ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7779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515868"/>
            <a:ext cx="73837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رِذِ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6450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4155948"/>
            <a:ext cx="557784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تِرِثِ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440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732" y="3332988"/>
            <a:ext cx="136382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11226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7820" y="3332988"/>
            <a:ext cx="894740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خِرِدِ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دِرِذِ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186" y="3835908"/>
            <a:ext cx="56537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412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342" y="3332988"/>
            <a:ext cx="1791218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441" y="4155948"/>
            <a:ext cx="725119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220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012" y="3515868"/>
            <a:ext cx="81454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957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189" y="3515868"/>
            <a:ext cx="90937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1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1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35685" cy="164592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9876" y="1783080"/>
            <a:ext cx="1902684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757" y="3744468"/>
            <a:ext cx="56880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48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46613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904" y="3515868"/>
            <a:ext cx="81765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129" y="4110228"/>
            <a:ext cx="567431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زِدِ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04406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زِذِ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زِرِ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62" y="3515868"/>
            <a:ext cx="69329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تِزِثِ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532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843" y="3332988"/>
            <a:ext cx="134471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897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487" y="3332988"/>
            <a:ext cx="95207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خِزِدِ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دِزِذِ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049" y="4110228"/>
            <a:ext cx="565511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51249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790" y="3332988"/>
            <a:ext cx="223077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5070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756" y="3515868"/>
            <a:ext cx="76480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3070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371" y="3515868"/>
            <a:ext cx="69018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52221" cy="18288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347" y="1783080"/>
            <a:ext cx="882213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839" y="896112"/>
            <a:ext cx="17998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839" y="896112"/>
            <a:ext cx="17998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96290" y="896112"/>
            <a:ext cx="20315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96290" y="896112"/>
            <a:ext cx="20315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04739" y="2834640"/>
            <a:ext cx="35345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04739" y="2834640"/>
            <a:ext cx="35345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وَصَبَرَ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563624" cy="1828800"/>
          </a:xfrm>
          <a:prstGeom prst="rect">
            <a:avLst/>
          </a:prstGeom>
        </p:spPr>
      </p:pic>
      <p:pic>
        <p:nvPicPr>
          <p:cNvPr id="18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3241548"/>
            <a:ext cx="1901952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4135" y="896112"/>
            <a:ext cx="20214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4135" y="896112"/>
            <a:ext cx="20214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298375" y="896112"/>
            <a:ext cx="2205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8375" y="896112"/>
            <a:ext cx="2205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وَرَضِيَ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40481" y="2834640"/>
            <a:ext cx="38630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40481" y="2834640"/>
            <a:ext cx="38630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وَرَضِيَ</a:t>
            </a:r>
            <a:endParaRPr lang="ar-SA" sz="45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61949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0789" y="1783080"/>
            <a:ext cx="1181771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889150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443" y="3241548"/>
            <a:ext cx="1163117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06-ra-zay</dc:title>
  <dc:subject>PptxGenJS Presentation</dc:subject>
  <dc:creator>PptxGenJS</dc:creator>
  <cp:lastModifiedBy>PptxGenJS</cp:lastModifiedBy>
  <cp:revision>1</cp:revision>
  <dcterms:created xsi:type="dcterms:W3CDTF">2026-10-20T23:35:46Z</dcterms:created>
  <dcterms:modified xsi:type="dcterms:W3CDTF">2026-10-20T23:35:46Z</dcterms:modified>
</cp:coreProperties>
</file>