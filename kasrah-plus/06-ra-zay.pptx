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3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2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2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2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5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B"/>
          </a:solidFill>
          <a:ln w="12700">
            <a:solidFill>
              <a:srgbClr val="D864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6"/>
          </a:solidFill>
          <a:ln w="12700">
            <a:solidFill>
              <a:srgbClr val="D147C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13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113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973562" cy="1188720"/>
          </a:xfrm>
          <a:prstGeom prst="rect">
            <a:avLst/>
          </a:prstGeom>
        </p:spPr>
      </p:pic>
      <p:pic>
        <p:nvPicPr>
          <p:cNvPr id="14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3050" y="1965960"/>
            <a:ext cx="1199510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رِإِ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رِبِ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0865" y="3515868"/>
            <a:ext cx="76169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رِتِ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ED5E"/>
          </a:solidFill>
          <a:ln w="12700">
            <a:solidFill>
              <a:srgbClr val="8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رِثِ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352E0"/>
          </a:solidFill>
          <a:ln w="12700">
            <a:solidFill>
              <a:srgbClr val="C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DB70"/>
          </a:solidFill>
          <a:ln w="12700">
            <a:solidFill>
              <a:srgbClr val="B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رِجِ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864"/>
          </a:solidFill>
          <a:ln w="12700">
            <a:solidFill>
              <a:srgbClr val="D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A47"/>
          </a:solidFill>
          <a:ln w="12700">
            <a:solidFill>
              <a:srgbClr val="D1B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رِحِ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315822" cy="91440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2004" y="4018788"/>
            <a:ext cx="1520556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رِخِ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E"/>
          </a:solidFill>
          <a:ln w="12700">
            <a:solidFill>
              <a:srgbClr val="642B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رِدِ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9470" y="3515868"/>
            <a:ext cx="673090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رِذِ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1ED"/>
          </a:solidFill>
          <a:ln w="12700">
            <a:solidFill>
              <a:srgbClr val="5EB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إِرِبِ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F52"/>
          </a:solidFill>
          <a:ln w="12700">
            <a:solidFill>
              <a:srgbClr val="E09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7DB"/>
          </a:solidFill>
          <a:ln w="12700">
            <a:solidFill>
              <a:srgbClr val="70D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بِرِتِ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B"/>
          </a:solidFill>
          <a:ln w="12700">
            <a:solidFill>
              <a:srgbClr val="64D8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8"/>
          </a:solidFill>
          <a:ln w="12700">
            <a:solidFill>
              <a:srgbClr val="47D19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تِرِثِ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8183" y="3561588"/>
            <a:ext cx="1184377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ثِرِجِ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1223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642B"/>
          </a:solidFill>
          <a:ln w="12700">
            <a:solidFill>
              <a:srgbClr val="4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7934"/>
          </a:solidFill>
          <a:ln w="12700">
            <a:solidFill>
              <a:srgbClr val="3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جِرِحِ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85108" cy="10515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9806" y="3653028"/>
            <a:ext cx="73275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حِرِخِ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61924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5"/>
          </a:solidFill>
          <a:ln w="12700">
            <a:solidFill>
              <a:srgbClr val="ED5ED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خِرِدِ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C"/>
          </a:solidFill>
          <a:ln w="12700">
            <a:solidFill>
              <a:srgbClr val="52E07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70DB"/>
          </a:solidFill>
          <a:ln w="12700">
            <a:solidFill>
              <a:srgbClr val="C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F47"/>
          </a:solidFill>
          <a:ln w="12700">
            <a:solidFill>
              <a:srgbClr val="854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دِرِذِ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311" y="3835908"/>
            <a:ext cx="575249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64D8"/>
          </a:solidFill>
          <a:ln w="12700">
            <a:solidFill>
              <a:srgbClr val="9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647D1"/>
          </a:solidFill>
          <a:ln w="12700">
            <a:solidFill>
              <a:srgbClr val="7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ذِرِإِ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124" y="3607308"/>
            <a:ext cx="1249436" cy="14630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إِرِ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B79"/>
          </a:solidFill>
          <a:ln w="12700">
            <a:solidFill>
              <a:srgbClr val="344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بِرِ</a:t>
            </a:r>
            <a:endParaRPr lang="ar-SA" sz="7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9567" y="3515868"/>
            <a:ext cx="812993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تِرِ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25E"/>
          </a:solidFill>
          <a:ln w="12700">
            <a:solidFill>
              <a:srgbClr val="EDE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ثِرِ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852E0"/>
          </a:solidFill>
          <a:ln w="12700">
            <a:solidFill>
              <a:srgbClr val="5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B70"/>
          </a:solidFill>
          <a:ln w="12700">
            <a:solidFill>
              <a:srgbClr val="DBA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جِرِ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164"/>
          </a:solidFill>
          <a:ln w="12700">
            <a:solidFill>
              <a:srgbClr val="D88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347"/>
          </a:solidFill>
          <a:ln w="12700">
            <a:solidFill>
              <a:srgbClr val="D15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حِرِ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9891" y="3744468"/>
            <a:ext cx="1422669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خِرِ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C"/>
          </a:solidFill>
          <a:ln w="12700">
            <a:solidFill>
              <a:srgbClr val="7934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دِرِ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8109" y="3515868"/>
            <a:ext cx="954451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ذِرِ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E"/>
          </a:solidFill>
          <a:ln w="12700">
            <a:solidFill>
              <a:srgbClr val="5EED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1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113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108344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5558" y="1988820"/>
            <a:ext cx="1527002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F"/>
          </a:solidFill>
          <a:ln w="12700">
            <a:solidFill>
              <a:srgbClr val="E052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0"/>
          </a:solidFill>
          <a:ln w="12700">
            <a:solidFill>
              <a:srgbClr val="70DB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زِإِ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5802" y="3744468"/>
            <a:ext cx="576758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4"/>
          </a:solidFill>
          <a:ln w="12700">
            <a:solidFill>
              <a:srgbClr val="6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D147"/>
          </a:solidFill>
          <a:ln w="12700">
            <a:solidFill>
              <a:srgbClr val="5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زِبِ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زِتِ</a:t>
            </a:r>
            <a:endParaRPr lang="ar-SA" sz="7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زِثِ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458" y="3515868"/>
            <a:ext cx="816102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زِجِ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5EED"/>
          </a:solidFill>
          <a:ln w="12700">
            <a:solidFill>
              <a:srgbClr val="9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زِحِ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2E052"/>
          </a:solidFill>
          <a:ln w="12700">
            <a:solidFill>
              <a:srgbClr val="9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70DB"/>
          </a:solidFill>
          <a:ln w="12700">
            <a:solidFill>
              <a:srgbClr val="7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زِخِ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930" y="4110228"/>
            <a:ext cx="562630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0D8"/>
          </a:solidFill>
          <a:ln w="12700">
            <a:solidFill>
              <a:srgbClr val="648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0D1"/>
          </a:solidFill>
          <a:ln w="12700">
            <a:solidFill>
              <a:srgbClr val="478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زِدِ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8625" y="3653028"/>
            <a:ext cx="1123935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زِذِ</a:t>
            </a:r>
            <a:endParaRPr lang="ar-SA" sz="7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زِرِ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92596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5480" y="3515868"/>
            <a:ext cx="687080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إِزِبِ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75E"/>
          </a:solidFill>
          <a:ln w="12700">
            <a:solidFill>
              <a:srgbClr val="ED7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بِزِتِ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6E0"/>
          </a:solidFill>
          <a:ln w="12700">
            <a:solidFill>
              <a:srgbClr val="52B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6"/>
          </a:solidFill>
          <a:ln w="12700">
            <a:solidFill>
              <a:srgbClr val="DB70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تِزِثِ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D"/>
          </a:solidFill>
          <a:ln w="12700">
            <a:solidFill>
              <a:srgbClr val="D864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2"/>
          </a:solidFill>
          <a:ln w="12700">
            <a:solidFill>
              <a:srgbClr val="D147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ثِزِجِ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5634" y="3653028"/>
            <a:ext cx="1466926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جِزِحِ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3479"/>
          </a:solidFill>
          <a:ln w="12700">
            <a:solidFill>
              <a:srgbClr val="6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حِزِخِ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79185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607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خِزِدِ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ED5E"/>
          </a:solidFill>
          <a:ln w="12700">
            <a:solidFill>
              <a:srgbClr val="6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دِزِذِ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A"/>
          </a:solidFill>
          <a:ln w="12700">
            <a:solidFill>
              <a:srgbClr val="E052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DB70"/>
          </a:solidFill>
          <a:ln w="12700">
            <a:solidFill>
              <a:srgbClr val="A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ذِزِرِ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4202" y="4064508"/>
            <a:ext cx="578358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D864"/>
          </a:solidFill>
          <a:ln w="12700">
            <a:solidFill>
              <a:srgbClr val="B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D147"/>
          </a:solidFill>
          <a:ln w="12700">
            <a:solidFill>
              <a:srgbClr val="C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رِزِإِ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إِزِ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بِزِ</a:t>
            </a:r>
            <a:endParaRPr lang="ar-SA" sz="7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2628" y="3515868"/>
            <a:ext cx="739932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تِزِ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DED"/>
          </a:solidFill>
          <a:ln w="12700">
            <a:solidFill>
              <a:srgbClr val="5E8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ثِزِ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452"/>
          </a:solidFill>
          <a:ln w="12700">
            <a:solidFill>
              <a:srgbClr val="E0C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BDB"/>
          </a:solidFill>
          <a:ln w="12700">
            <a:solidFill>
              <a:srgbClr val="70B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جِزِ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7D8"/>
          </a:solidFill>
          <a:ln w="12700">
            <a:solidFill>
              <a:srgbClr val="64D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حِزِ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4802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120" y="4064508"/>
            <a:ext cx="1281440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خِزِ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دِزِ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1906" y="3515868"/>
            <a:ext cx="660654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ذِزِ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1"/>
          </a:solidFill>
          <a:ln w="12700">
            <a:solidFill>
              <a:srgbClr val="ED5E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رِزِ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0"/>
          </a:solidFill>
          <a:ln w="12700">
            <a:solidFill>
              <a:srgbClr val="52E0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6"/>
          </a:solidFill>
          <a:ln w="12700">
            <a:solidFill>
              <a:srgbClr val="DB70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68675" y="896112"/>
            <a:ext cx="18721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1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68675" y="896112"/>
            <a:ext cx="18721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03205" y="896112"/>
            <a:ext cx="1945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03205" y="896112"/>
            <a:ext cx="1945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4788" y="2834640"/>
            <a:ext cx="35144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4788" y="2834640"/>
            <a:ext cx="35144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وَفَرِحَ</a:t>
            </a:r>
            <a:endParaRPr lang="ar-SA" sz="4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48894" cy="16459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0969" y="1783080"/>
            <a:ext cx="931591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64D8"/>
          </a:solidFill>
          <a:ln w="12700">
            <a:solidFill>
              <a:srgbClr val="B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47D1"/>
          </a:solidFill>
          <a:ln w="12700">
            <a:solidFill>
              <a:srgbClr val="9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47839" y="896112"/>
            <a:ext cx="17998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E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47839" y="896112"/>
            <a:ext cx="17998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حَزِنَ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96290" y="896112"/>
            <a:ext cx="203150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1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96290" y="896112"/>
            <a:ext cx="20315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وَصَبَرَ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04739" y="2834640"/>
            <a:ext cx="353452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04739" y="2834640"/>
            <a:ext cx="353452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حَزِنَ وَصَبَرَ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994684" cy="169164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6057" y="1943100"/>
            <a:ext cx="1096503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24135" y="896112"/>
            <a:ext cx="20214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F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24135" y="896112"/>
            <a:ext cx="20214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</a:t>
            </a:r>
            <a:endParaRPr lang="ar-SA" sz="4500" dirty="0"/>
          </a:p>
        </p:txBody>
      </p:sp>
      <p:sp>
        <p:nvSpPr>
          <p:cNvPr id="13" name="C2 W2 pill"/>
          <p:cNvSpPr/>
          <p:nvPr/>
        </p:nvSpPr>
        <p:spPr>
          <a:xfrm>
            <a:off x="2298375" y="896112"/>
            <a:ext cx="22057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F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98375" y="896112"/>
            <a:ext cx="22057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وَرَضِيَ</a:t>
            </a:r>
            <a:endParaRPr lang="ar-SA" sz="45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40481" y="2834640"/>
            <a:ext cx="386303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40481" y="2834640"/>
            <a:ext cx="386303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 وَرَضِيَ</a:t>
            </a:r>
            <a:endParaRPr lang="ar-SA" sz="45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864108" cy="164592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6197" y="1783080"/>
            <a:ext cx="1346363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44832" y="896112"/>
            <a:ext cx="17702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44832" y="896112"/>
            <a:ext cx="17702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رَحِمَ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528884" y="896112"/>
            <a:ext cx="19959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28884" y="896112"/>
            <a:ext cx="19959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وَرَزَقَ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41025" y="2834640"/>
            <a:ext cx="346195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41025" y="2834640"/>
            <a:ext cx="346195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رَحِمَ وَرَزَقَ</a:t>
            </a:r>
            <a:endParaRPr lang="ar-SA" sz="47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865376" cy="155448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8546" y="1897380"/>
            <a:ext cx="93401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06-ra-zay</dc:title>
  <dc:subject>PptxGenJS Presentation</dc:subject>
  <dc:creator>PptxGenJS</dc:creator>
  <cp:lastModifiedBy>PptxGenJS</cp:lastModifiedBy>
  <cp:revision>1</cp:revision>
  <dcterms:created xsi:type="dcterms:W3CDTF">2026-10-21T00:09:46Z</dcterms:created>
  <dcterms:modified xsi:type="dcterms:W3CDTF">2026-10-21T00:09:46Z</dcterms:modified>
</cp:coreProperties>
</file>