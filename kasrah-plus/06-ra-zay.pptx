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notesMasterIdLst>
    <p:notesMasterId r:id="rId6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notesMaster" Target="notesMasters/notesMaster1.xml"/><Relationship Id="rId66" Type="http://schemas.openxmlformats.org/officeDocument/2006/relationships/presProps" Target="presProps.xml"/><Relationship Id="rId67" Type="http://schemas.openxmlformats.org/officeDocument/2006/relationships/viewProps" Target="viewProps.xml"/><Relationship Id="rId68" Type="http://schemas.openxmlformats.org/officeDocument/2006/relationships/theme" Target="theme/theme1.xml"/><Relationship Id="rId6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10-2.png"/><Relationship Id="rId3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2.png"/><Relationship Id="rId2" Type="http://schemas.openxmlformats.org/officeDocument/2006/relationships/image" Target="../media/image-8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2.png"/><Relationship Id="rId2" Type="http://schemas.openxmlformats.org/officeDocument/2006/relationships/image" Target="../media/image-4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2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2.png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2.png"/><Relationship Id="rId2" Type="http://schemas.openxmlformats.org/officeDocument/2006/relationships/image" Target="../media/image-26-1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2.png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1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10-2.png"/><Relationship Id="rId3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2.png"/><Relationship Id="rId2" Type="http://schemas.openxmlformats.org/officeDocument/2006/relationships/image" Target="../media/image-8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2.png"/><Relationship Id="rId2" Type="http://schemas.openxmlformats.org/officeDocument/2006/relationships/image" Target="../media/image-4-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2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2.png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2.png"/><Relationship Id="rId2" Type="http://schemas.openxmlformats.org/officeDocument/2006/relationships/image" Target="../media/image-3-1.png"/><Relationship Id="rId3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62-2.png"/><Relationship Id="rId3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B"/>
          </a:solidFill>
          <a:ln w="12700">
            <a:solidFill>
              <a:srgbClr val="D864B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6"/>
          </a:solidFill>
          <a:ln w="12700">
            <a:solidFill>
              <a:srgbClr val="D147C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1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11300" dirty="0"/>
          </a:p>
        </p:txBody>
      </p:sp>
      <p:sp>
        <p:nvSpPr>
          <p:cNvPr id="12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11300" dirty="0"/>
          </a:p>
        </p:txBody>
      </p:sp>
      <p:pic>
        <p:nvPicPr>
          <p:cNvPr id="13" name="Image 0" descr="roos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1828800"/>
            <a:ext cx="1410371" cy="1463040"/>
          </a:xfrm>
          <a:prstGeom prst="rect">
            <a:avLst/>
          </a:prstGeom>
        </p:spPr>
      </p:pic>
      <p:pic>
        <p:nvPicPr>
          <p:cNvPr id="14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140" y="1828800"/>
            <a:ext cx="2358420" cy="1463040"/>
          </a:xfrm>
          <a:prstGeom prst="rect">
            <a:avLst/>
          </a:prstGeom>
        </p:spPr>
      </p:pic>
      <p:pic>
        <p:nvPicPr>
          <p:cNvPr id="15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رِإِ</a:t>
            </a:r>
            <a:endParaRPr lang="ar-SA" sz="7000" dirty="0"/>
          </a:p>
        </p:txBody>
      </p:sp>
      <p:pic>
        <p:nvPicPr>
          <p:cNvPr id="21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018788"/>
            <a:ext cx="1090468" cy="1051560"/>
          </a:xfrm>
          <a:prstGeom prst="rect">
            <a:avLst/>
          </a:prstGeom>
        </p:spPr>
      </p:pic>
      <p:pic>
        <p:nvPicPr>
          <p:cNvPr id="22" name="Image 1" descr="butterf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064"/>
          </a:solidFill>
          <a:ln w="12700">
            <a:solidFill>
              <a:srgbClr val="2B30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13479"/>
          </a:solidFill>
          <a:ln w="12700">
            <a:solidFill>
              <a:srgbClr val="51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5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رِبِ</a:t>
            </a:r>
            <a:endParaRPr lang="ar-SA" sz="7500" dirty="0"/>
          </a:p>
        </p:txBody>
      </p:sp>
      <p:pic>
        <p:nvPicPr>
          <p:cNvPr id="22" name="Image 0" descr="ew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417320" cy="1417320"/>
          </a:xfrm>
          <a:prstGeom prst="rect">
            <a:avLst/>
          </a:prstGeom>
        </p:spPr>
      </p:pic>
      <p:pic>
        <p:nvPicPr>
          <p:cNvPr id="23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1542" y="3515868"/>
            <a:ext cx="1741018" cy="15544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رِتِ</a:t>
            </a:r>
            <a:endParaRPr lang="ar-SA" sz="7500" dirty="0"/>
          </a:p>
        </p:txBody>
      </p:sp>
      <p:pic>
        <p:nvPicPr>
          <p:cNvPr id="20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2284720" cy="1417320"/>
          </a:xfrm>
          <a:prstGeom prst="rect">
            <a:avLst/>
          </a:prstGeom>
        </p:spPr>
      </p:pic>
      <p:pic>
        <p:nvPicPr>
          <p:cNvPr id="21" name="Image 1" descr="tropical_f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0758" y="3515868"/>
            <a:ext cx="1891802" cy="1554480"/>
          </a:xfrm>
          <a:prstGeom prst="rect">
            <a:avLst/>
          </a:prstGeom>
        </p:spPr>
      </p:pic>
      <p:pic>
        <p:nvPicPr>
          <p:cNvPr id="22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33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EED5E"/>
          </a:solidFill>
          <a:ln w="12700">
            <a:solidFill>
              <a:srgbClr val="8E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رِثِ</a:t>
            </a:r>
            <a:endParaRPr lang="ar-SA" sz="7500" dirty="0"/>
          </a:p>
        </p:txBody>
      </p:sp>
      <p:pic>
        <p:nvPicPr>
          <p:cNvPr id="28" name="Image 0" descr="lady_bee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352E0"/>
          </a:solidFill>
          <a:ln w="12700">
            <a:solidFill>
              <a:srgbClr val="C3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CDB70"/>
          </a:solidFill>
          <a:ln w="12700">
            <a:solidFill>
              <a:srgbClr val="BC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E"/>
          </a:solidFill>
          <a:ln w="12700">
            <a:solidFill>
              <a:srgbClr val="47856E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رِجِ</a:t>
            </a:r>
            <a:endParaRPr lang="ar-SA" sz="6100" dirty="0"/>
          </a:p>
        </p:txBody>
      </p:sp>
      <p:pic>
        <p:nvPicPr>
          <p:cNvPr id="25" name="Image 0" descr="baby_chi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247388"/>
            <a:ext cx="886328" cy="82296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09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E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864"/>
          </a:solidFill>
          <a:ln w="12700">
            <a:solidFill>
              <a:srgbClr val="D8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A47"/>
          </a:solidFill>
          <a:ln w="12700">
            <a:solidFill>
              <a:srgbClr val="D1BA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رِحِ</a:t>
            </a:r>
            <a:endParaRPr lang="ar-SA" sz="6100" dirty="0"/>
          </a:p>
        </p:txBody>
      </p:sp>
      <p:pic>
        <p:nvPicPr>
          <p:cNvPr id="20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417320" cy="1417320"/>
          </a:xfrm>
          <a:prstGeom prst="rect">
            <a:avLst/>
          </a:prstGeom>
        </p:spPr>
      </p:pic>
      <p:pic>
        <p:nvPicPr>
          <p:cNvPr id="21" name="Image 1" descr="peac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930" y="3515868"/>
            <a:ext cx="1658630" cy="1554480"/>
          </a:xfrm>
          <a:prstGeom prst="rect">
            <a:avLst/>
          </a:prstGeom>
        </p:spPr>
      </p:pic>
      <p:pic>
        <p:nvPicPr>
          <p:cNvPr id="22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رِخِ</a:t>
            </a:r>
            <a:endParaRPr lang="ar-SA" sz="6100" dirty="0"/>
          </a:p>
        </p:txBody>
      </p:sp>
      <p:pic>
        <p:nvPicPr>
          <p:cNvPr id="21" name="Image 0" descr="hedgeh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247388"/>
            <a:ext cx="1071494" cy="822960"/>
          </a:xfrm>
          <a:prstGeom prst="rect">
            <a:avLst/>
          </a:prstGeom>
        </p:spPr>
      </p:pic>
      <p:pic>
        <p:nvPicPr>
          <p:cNvPr id="22" name="Image 1" descr="giraff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3509" y="4293108"/>
            <a:ext cx="729051" cy="777240"/>
          </a:xfrm>
          <a:prstGeom prst="rect">
            <a:avLst/>
          </a:prstGeom>
        </p:spPr>
      </p:pic>
      <p:pic>
        <p:nvPicPr>
          <p:cNvPr id="23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522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31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E"/>
          </a:solidFill>
          <a:ln w="12700">
            <a:solidFill>
              <a:srgbClr val="642B3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034"/>
          </a:solidFill>
          <a:ln w="12700">
            <a:solidFill>
              <a:srgbClr val="7940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رِدِ</a:t>
            </a:r>
            <a:endParaRPr lang="ar-SA" sz="7500" dirty="0"/>
          </a:p>
        </p:txBody>
      </p:sp>
      <p:pic>
        <p:nvPicPr>
          <p:cNvPr id="22" name="Image 0" descr="parr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221730" cy="1417320"/>
          </a:xfrm>
          <a:prstGeom prst="rect">
            <a:avLst/>
          </a:prstGeom>
        </p:spPr>
      </p:pic>
      <p:pic>
        <p:nvPicPr>
          <p:cNvPr id="23" name="Image 1" descr="baby_chi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385" y="3515868"/>
            <a:ext cx="1674175" cy="15544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رِذِ</a:t>
            </a:r>
            <a:endParaRPr lang="ar-SA" sz="7500" dirty="0"/>
          </a:p>
        </p:txBody>
      </p:sp>
      <p:pic>
        <p:nvPicPr>
          <p:cNvPr id="20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417320" cy="1417320"/>
          </a:xfrm>
          <a:prstGeom prst="rect">
            <a:avLst/>
          </a:prstGeom>
        </p:spPr>
      </p:pic>
      <p:pic>
        <p:nvPicPr>
          <p:cNvPr id="21" name="Image 1" descr="sw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385" y="3515868"/>
            <a:ext cx="1674175" cy="1554480"/>
          </a:xfrm>
          <a:prstGeom prst="rect">
            <a:avLst/>
          </a:prstGeom>
        </p:spPr>
      </p:pic>
      <p:pic>
        <p:nvPicPr>
          <p:cNvPr id="22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41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D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1ED"/>
          </a:solidFill>
          <a:ln w="12700">
            <a:solidFill>
              <a:srgbClr val="5EB1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8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إِرِبِ</a:t>
            </a:r>
            <a:endParaRPr lang="ar-SA" sz="6200" dirty="0"/>
          </a:p>
        </p:txBody>
      </p:sp>
      <p:pic>
        <p:nvPicPr>
          <p:cNvPr id="32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0058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3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F52"/>
          </a:solidFill>
          <a:ln w="12700">
            <a:solidFill>
              <a:srgbClr val="E09F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E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7DB"/>
          </a:solidFill>
          <a:ln w="12700">
            <a:solidFill>
              <a:srgbClr val="70D7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E4785"/>
          </a:solidFill>
          <a:ln w="12700">
            <a:solidFill>
              <a:srgbClr val="5E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8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8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بِرِتِ</a:t>
            </a:r>
            <a:endParaRPr lang="ar-SA" sz="6600" dirty="0"/>
          </a:p>
        </p:txBody>
      </p:sp>
      <p:pic>
        <p:nvPicPr>
          <p:cNvPr id="29" name="Image 0" descr="go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01668"/>
            <a:ext cx="930356" cy="868680"/>
          </a:xfrm>
          <a:prstGeom prst="rect">
            <a:avLst/>
          </a:prstGeom>
        </p:spPr>
      </p:pic>
      <p:pic>
        <p:nvPicPr>
          <p:cNvPr id="30" name="Image 1" descr="butterf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B"/>
          </a:solidFill>
          <a:ln w="12700">
            <a:solidFill>
              <a:srgbClr val="64D8B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8"/>
          </a:solidFill>
          <a:ln w="12700">
            <a:solidFill>
              <a:srgbClr val="47D19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1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1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تِرِثِ</a:t>
            </a:r>
            <a:endParaRPr lang="ar-SA" sz="6600" dirty="0"/>
          </a:p>
        </p:txBody>
      </p:sp>
      <p:pic>
        <p:nvPicPr>
          <p:cNvPr id="24" name="Image 0" descr="mon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716969" cy="1508760"/>
          </a:xfrm>
          <a:prstGeom prst="rect">
            <a:avLst/>
          </a:prstGeom>
        </p:spPr>
      </p:pic>
      <p:pic>
        <p:nvPicPr>
          <p:cNvPr id="25" name="Image 1" descr="hor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332988"/>
            <a:ext cx="1737360" cy="1737360"/>
          </a:xfrm>
          <a:prstGeom prst="rect">
            <a:avLst/>
          </a:prstGeom>
        </p:spPr>
      </p:pic>
      <p:pic>
        <p:nvPicPr>
          <p:cNvPr id="26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ثِرِجِ</a:t>
            </a:r>
            <a:endParaRPr lang="ar-SA" sz="5400" dirty="0"/>
          </a:p>
        </p:txBody>
      </p:sp>
      <p:pic>
        <p:nvPicPr>
          <p:cNvPr id="25" name="Image 0" descr="sn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18788"/>
            <a:ext cx="1070488" cy="1051560"/>
          </a:xfrm>
          <a:prstGeom prst="rect">
            <a:avLst/>
          </a:prstGeom>
        </p:spPr>
      </p:pic>
      <p:pic>
        <p:nvPicPr>
          <p:cNvPr id="26" name="Image 1" descr="de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4338828"/>
            <a:ext cx="731520" cy="731520"/>
          </a:xfrm>
          <a:prstGeom prst="rect">
            <a:avLst/>
          </a:prstGeom>
        </p:spPr>
      </p:pic>
      <p:pic>
        <p:nvPicPr>
          <p:cNvPr id="27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93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33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C642B"/>
          </a:solidFill>
          <a:ln w="12700">
            <a:solidFill>
              <a:srgbClr val="4C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A7934"/>
          </a:solidFill>
          <a:ln w="12700">
            <a:solidFill>
              <a:srgbClr val="3A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جِرِحِ</a:t>
            </a:r>
            <a:endParaRPr lang="ar-SA" sz="5400" dirty="0"/>
          </a:p>
        </p:txBody>
      </p:sp>
      <p:pic>
        <p:nvPicPr>
          <p:cNvPr id="26" name="Image 0" descr="chipmun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564584" cy="1508760"/>
          </a:xfrm>
          <a:prstGeom prst="rect">
            <a:avLst/>
          </a:prstGeom>
        </p:spPr>
      </p:pic>
      <p:pic>
        <p:nvPicPr>
          <p:cNvPr id="27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8251" y="3332988"/>
            <a:ext cx="1744309" cy="17373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حِرِخِ</a:t>
            </a:r>
            <a:endParaRPr lang="ar-SA" sz="5400" dirty="0"/>
          </a:p>
        </p:txBody>
      </p:sp>
      <p:pic>
        <p:nvPicPr>
          <p:cNvPr id="24" name="Image 0" descr="cra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689811" cy="1508760"/>
          </a:xfrm>
          <a:prstGeom prst="rect">
            <a:avLst/>
          </a:prstGeom>
        </p:spPr>
      </p:pic>
      <p:pic>
        <p:nvPicPr>
          <p:cNvPr id="25" name="Image 1" descr="se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245" y="3332988"/>
            <a:ext cx="2293315" cy="1737360"/>
          </a:xfrm>
          <a:prstGeom prst="rect">
            <a:avLst/>
          </a:prstGeom>
        </p:spPr>
      </p:pic>
      <p:pic>
        <p:nvPicPr>
          <p:cNvPr id="26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149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C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D5"/>
          </a:solidFill>
          <a:ln w="12700">
            <a:solidFill>
              <a:srgbClr val="ED5ED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34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خِرِدِ</a:t>
            </a:r>
            <a:endParaRPr lang="ar-SA" sz="6600" dirty="0"/>
          </a:p>
        </p:txBody>
      </p:sp>
      <p:pic>
        <p:nvPicPr>
          <p:cNvPr id="32" name="Image 0" descr="butterf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7C"/>
          </a:solidFill>
          <a:ln w="12700">
            <a:solidFill>
              <a:srgbClr val="52E07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570DB"/>
          </a:solidFill>
          <a:ln w="12700">
            <a:solidFill>
              <a:srgbClr val="C5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F47"/>
          </a:solidFill>
          <a:ln w="12700">
            <a:solidFill>
              <a:srgbClr val="854F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1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1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دِرِذِ</a:t>
            </a:r>
            <a:endParaRPr lang="ar-SA" sz="6600" dirty="0"/>
          </a:p>
        </p:txBody>
      </p:sp>
      <p:pic>
        <p:nvPicPr>
          <p:cNvPr id="29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155948"/>
            <a:ext cx="918058" cy="914400"/>
          </a:xfrm>
          <a:prstGeom prst="rect">
            <a:avLst/>
          </a:prstGeom>
        </p:spPr>
      </p:pic>
      <p:pic>
        <p:nvPicPr>
          <p:cNvPr id="30" name="Image 1" descr="do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522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E64D8"/>
          </a:solidFill>
          <a:ln w="12700">
            <a:solidFill>
              <a:srgbClr val="9E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647D1"/>
          </a:solidFill>
          <a:ln w="12700">
            <a:solidFill>
              <a:srgbClr val="76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ذِرِإِ</a:t>
            </a:r>
            <a:endParaRPr lang="ar-SA" sz="6200" dirty="0"/>
          </a:p>
        </p:txBody>
      </p:sp>
      <p:pic>
        <p:nvPicPr>
          <p:cNvPr id="24" name="Image 0" descr="cam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564584" cy="1508760"/>
          </a:xfrm>
          <a:prstGeom prst="rect">
            <a:avLst/>
          </a:prstGeom>
        </p:spPr>
      </p:pic>
      <p:pic>
        <p:nvPicPr>
          <p:cNvPr id="25" name="Image 1" descr="flamin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5682" y="3332988"/>
            <a:ext cx="1356878" cy="1737360"/>
          </a:xfrm>
          <a:prstGeom prst="rect">
            <a:avLst/>
          </a:prstGeom>
        </p:spPr>
      </p:pic>
      <p:pic>
        <p:nvPicPr>
          <p:cNvPr id="26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D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إِرِ</a:t>
            </a:r>
            <a:endParaRPr lang="ar-SA" sz="7000" dirty="0"/>
          </a:p>
        </p:txBody>
      </p:sp>
      <p:pic>
        <p:nvPicPr>
          <p:cNvPr id="21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155948"/>
            <a:ext cx="1107338" cy="914400"/>
          </a:xfrm>
          <a:prstGeom prst="rect">
            <a:avLst/>
          </a:prstGeom>
        </p:spPr>
      </p:pic>
      <p:pic>
        <p:nvPicPr>
          <p:cNvPr id="22" name="Image 1" descr="zeb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321040" y="4338828"/>
            <a:ext cx="731520" cy="731520"/>
          </a:xfrm>
          <a:prstGeom prst="rect">
            <a:avLst/>
          </a:prstGeom>
        </p:spPr>
      </p:pic>
      <p:pic>
        <p:nvPicPr>
          <p:cNvPr id="23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901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4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A64"/>
          </a:solidFill>
          <a:ln w="12700">
            <a:solidFill>
              <a:srgbClr val="2B5A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B79"/>
          </a:solidFill>
          <a:ln w="12700">
            <a:solidFill>
              <a:srgbClr val="344B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5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بِرِ</a:t>
            </a:r>
            <a:endParaRPr lang="ar-SA" sz="7400" dirty="0"/>
          </a:p>
        </p:txBody>
      </p:sp>
      <p:pic>
        <p:nvPicPr>
          <p:cNvPr id="22" name="Image 0" descr="hippopotam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2205350" cy="1417320"/>
          </a:xfrm>
          <a:prstGeom prst="rect">
            <a:avLst/>
          </a:prstGeom>
        </p:spPr>
      </p:pic>
      <p:pic>
        <p:nvPicPr>
          <p:cNvPr id="23" name="Image 1" descr="llam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2230" y="3515868"/>
            <a:ext cx="1450330" cy="15544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تِرِ</a:t>
            </a:r>
            <a:endParaRPr lang="ar-SA" sz="7400" dirty="0"/>
          </a:p>
        </p:txBody>
      </p:sp>
      <p:pic>
        <p:nvPicPr>
          <p:cNvPr id="20" name="Image 0" descr="octop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62674" cy="1417320"/>
          </a:xfrm>
          <a:prstGeom prst="rect">
            <a:avLst/>
          </a:prstGeom>
        </p:spPr>
      </p:pic>
      <p:pic>
        <p:nvPicPr>
          <p:cNvPr id="21" name="Image 1" descr="pengu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981" y="3515868"/>
            <a:ext cx="1571579" cy="1554480"/>
          </a:xfrm>
          <a:prstGeom prst="rect">
            <a:avLst/>
          </a:prstGeom>
        </p:spPr>
      </p:pic>
      <p:pic>
        <p:nvPicPr>
          <p:cNvPr id="22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25E"/>
          </a:solidFill>
          <a:ln w="12700">
            <a:solidFill>
              <a:srgbClr val="EDE2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ثِرِ</a:t>
            </a:r>
            <a:endParaRPr lang="ar-SA" sz="7400" dirty="0"/>
          </a:p>
        </p:txBody>
      </p:sp>
      <p:pic>
        <p:nvPicPr>
          <p:cNvPr id="28" name="Image 0" descr="do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0058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2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852E0"/>
          </a:solidFill>
          <a:ln w="12700">
            <a:solidFill>
              <a:srgbClr val="58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4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AB70"/>
          </a:solidFill>
          <a:ln w="12700">
            <a:solidFill>
              <a:srgbClr val="DBA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F8547"/>
          </a:solidFill>
          <a:ln w="12700">
            <a:solidFill>
              <a:srgbClr val="4F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جِرِ</a:t>
            </a:r>
            <a:endParaRPr lang="ar-SA" sz="7400" dirty="0"/>
          </a:p>
        </p:txBody>
      </p:sp>
      <p:pic>
        <p:nvPicPr>
          <p:cNvPr id="25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247388"/>
            <a:ext cx="921715" cy="822960"/>
          </a:xfrm>
          <a:prstGeom prst="rect">
            <a:avLst/>
          </a:prstGeom>
        </p:spPr>
      </p:pic>
      <p:pic>
        <p:nvPicPr>
          <p:cNvPr id="26" name="Image 1" descr="honeybe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393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C5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164"/>
          </a:solidFill>
          <a:ln w="12700">
            <a:solidFill>
              <a:srgbClr val="D881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347"/>
          </a:solidFill>
          <a:ln w="12700">
            <a:solidFill>
              <a:srgbClr val="D153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حِرِ</a:t>
            </a:r>
            <a:endParaRPr lang="ar-SA" sz="7400" dirty="0"/>
          </a:p>
        </p:txBody>
      </p:sp>
      <p:pic>
        <p:nvPicPr>
          <p:cNvPr id="20" name="Image 0" descr="hatching_chi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17320" cy="1417320"/>
          </a:xfrm>
          <a:prstGeom prst="rect">
            <a:avLst/>
          </a:prstGeom>
        </p:spPr>
      </p:pic>
      <p:pic>
        <p:nvPicPr>
          <p:cNvPr id="21" name="Image 1" descr="co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9475" y="3515868"/>
            <a:ext cx="1643085" cy="1554480"/>
          </a:xfrm>
          <a:prstGeom prst="rect">
            <a:avLst/>
          </a:prstGeom>
        </p:spPr>
      </p:pic>
      <p:pic>
        <p:nvPicPr>
          <p:cNvPr id="22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خِرِ</a:t>
            </a:r>
            <a:endParaRPr lang="ar-SA" sz="7400" dirty="0"/>
          </a:p>
        </p:txBody>
      </p:sp>
      <p:pic>
        <p:nvPicPr>
          <p:cNvPr id="21" name="Image 0" descr="ow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14014" cy="1417320"/>
          </a:xfrm>
          <a:prstGeom prst="rect">
            <a:avLst/>
          </a:prstGeom>
        </p:spPr>
      </p:pic>
      <p:pic>
        <p:nvPicPr>
          <p:cNvPr id="22" name="Image 1" descr="pengu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9216" y="4384548"/>
            <a:ext cx="693344" cy="685800"/>
          </a:xfrm>
          <a:prstGeom prst="rect">
            <a:avLst/>
          </a:prstGeom>
        </p:spPr>
      </p:pic>
      <p:pic>
        <p:nvPicPr>
          <p:cNvPr id="23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709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F2B64"/>
          </a:solidFill>
          <a:ln w="12700">
            <a:solidFill>
              <a:srgbClr val="5F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C"/>
          </a:solidFill>
          <a:ln w="12700">
            <a:solidFill>
              <a:srgbClr val="79345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دِرِ</a:t>
            </a:r>
            <a:endParaRPr lang="ar-SA" sz="7500" dirty="0"/>
          </a:p>
        </p:txBody>
      </p:sp>
      <p:pic>
        <p:nvPicPr>
          <p:cNvPr id="22" name="Image 0" descr="sw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526454" cy="1417320"/>
          </a:xfrm>
          <a:prstGeom prst="rect">
            <a:avLst/>
          </a:prstGeom>
        </p:spPr>
      </p:pic>
      <p:pic>
        <p:nvPicPr>
          <p:cNvPr id="23" name="Image 1" descr="go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387712" y="3515868"/>
            <a:ext cx="1664848" cy="15544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ذِرِ</a:t>
            </a:r>
            <a:endParaRPr lang="ar-SA" sz="7500" dirty="0"/>
          </a:p>
        </p:txBody>
      </p:sp>
      <p:pic>
        <p:nvPicPr>
          <p:cNvPr id="20" name="Image 0" descr="spouting_wha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342202" cy="1417320"/>
          </a:xfrm>
          <a:prstGeom prst="rect">
            <a:avLst/>
          </a:prstGeom>
        </p:spPr>
      </p:pic>
      <p:pic>
        <p:nvPicPr>
          <p:cNvPr id="21" name="Image 1" descr="dolph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0739" y="3515868"/>
            <a:ext cx="1221821" cy="1554480"/>
          </a:xfrm>
          <a:prstGeom prst="rect">
            <a:avLst/>
          </a:prstGeom>
        </p:spPr>
      </p:pic>
      <p:pic>
        <p:nvPicPr>
          <p:cNvPr id="22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962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BE"/>
          </a:solidFill>
          <a:ln w="12700">
            <a:solidFill>
              <a:srgbClr val="5EEDB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11300" dirty="0"/>
          </a:p>
        </p:txBody>
      </p:sp>
      <p:sp>
        <p:nvSpPr>
          <p:cNvPr id="20" name="C2 K1 kasr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11300" dirty="0"/>
          </a:p>
        </p:txBody>
      </p:sp>
      <p:pic>
        <p:nvPicPr>
          <p:cNvPr id="21" name="Image 0" descr="giraff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1828800"/>
            <a:ext cx="1372332" cy="1463040"/>
          </a:xfrm>
          <a:prstGeom prst="rect">
            <a:avLst/>
          </a:prstGeom>
        </p:spPr>
      </p:pic>
      <p:pic>
        <p:nvPicPr>
          <p:cNvPr id="22" name="Image 1" descr="ow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2611" y="1828800"/>
            <a:ext cx="1149949" cy="1463040"/>
          </a:xfrm>
          <a:prstGeom prst="rect">
            <a:avLst/>
          </a:prstGeom>
        </p:spPr>
      </p:pic>
      <p:pic>
        <p:nvPicPr>
          <p:cNvPr id="23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0058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4314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F"/>
          </a:solidFill>
          <a:ln w="12700">
            <a:solidFill>
              <a:srgbClr val="E0526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A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0"/>
          </a:solidFill>
          <a:ln w="12700">
            <a:solidFill>
              <a:srgbClr val="70DB9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E85"/>
          </a:solidFill>
          <a:ln w="12700">
            <a:solidFill>
              <a:srgbClr val="475E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زِإِ</a:t>
            </a:r>
            <a:endParaRPr lang="ar-SA" sz="7000" dirty="0"/>
          </a:p>
        </p:txBody>
      </p:sp>
      <p:pic>
        <p:nvPicPr>
          <p:cNvPr id="25" name="Image 0" descr="llam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110228"/>
            <a:ext cx="895792" cy="960120"/>
          </a:xfrm>
          <a:prstGeom prst="rect">
            <a:avLst/>
          </a:prstGeom>
        </p:spPr>
      </p:pic>
      <p:pic>
        <p:nvPicPr>
          <p:cNvPr id="26" name="Image 1" descr="lady_bee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901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4"/>
          </a:solidFill>
          <a:ln w="12700">
            <a:solidFill>
              <a:srgbClr val="64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ED147"/>
          </a:solidFill>
          <a:ln w="12700">
            <a:solidFill>
              <a:srgbClr val="5E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5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5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زِبِ</a:t>
            </a:r>
            <a:endParaRPr lang="ar-SA" sz="7500" dirty="0"/>
          </a:p>
        </p:txBody>
      </p:sp>
      <p:pic>
        <p:nvPicPr>
          <p:cNvPr id="20" name="Image 0" descr="roos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366296" cy="1417320"/>
          </a:xfrm>
          <a:prstGeom prst="rect">
            <a:avLst/>
          </a:prstGeom>
        </p:spPr>
      </p:pic>
      <p:pic>
        <p:nvPicPr>
          <p:cNvPr id="21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738" y="3515868"/>
            <a:ext cx="2505822" cy="1554480"/>
          </a:xfrm>
          <a:prstGeom prst="rect">
            <a:avLst/>
          </a:prstGeom>
        </p:spPr>
      </p:pic>
      <p:pic>
        <p:nvPicPr>
          <p:cNvPr id="22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C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زِتِ</a:t>
            </a:r>
            <a:endParaRPr lang="ar-SA" sz="7500" dirty="0"/>
          </a:p>
        </p:txBody>
      </p:sp>
      <p:pic>
        <p:nvPicPr>
          <p:cNvPr id="21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018788"/>
            <a:ext cx="1090468" cy="1051560"/>
          </a:xfrm>
          <a:prstGeom prst="rect">
            <a:avLst/>
          </a:prstGeom>
        </p:spPr>
      </p:pic>
      <p:pic>
        <p:nvPicPr>
          <p:cNvPr id="22" name="Image 1" descr="butterf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431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12B"/>
          </a:solidFill>
          <a:ln w="12700">
            <a:solidFill>
              <a:srgbClr val="6451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E7934"/>
          </a:solidFill>
          <a:ln w="12700">
            <a:solidFill>
              <a:srgbClr val="6E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زِثِ</a:t>
            </a:r>
            <a:endParaRPr lang="ar-SA" sz="7500" dirty="0"/>
          </a:p>
        </p:txBody>
      </p:sp>
      <p:pic>
        <p:nvPicPr>
          <p:cNvPr id="22" name="Image 0" descr="ew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417320" cy="1417320"/>
          </a:xfrm>
          <a:prstGeom prst="rect">
            <a:avLst/>
          </a:prstGeom>
        </p:spPr>
      </p:pic>
      <p:pic>
        <p:nvPicPr>
          <p:cNvPr id="23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1542" y="3515868"/>
            <a:ext cx="1741018" cy="155448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زِجِ</a:t>
            </a:r>
            <a:endParaRPr lang="ar-SA" sz="6100" dirty="0"/>
          </a:p>
        </p:txBody>
      </p:sp>
      <p:pic>
        <p:nvPicPr>
          <p:cNvPr id="20" name="Image 0" descr="tur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2284720" cy="1417320"/>
          </a:xfrm>
          <a:prstGeom prst="rect">
            <a:avLst/>
          </a:prstGeom>
        </p:spPr>
      </p:pic>
      <p:pic>
        <p:nvPicPr>
          <p:cNvPr id="21" name="Image 1" descr="tropical_fis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0758" y="3515868"/>
            <a:ext cx="1891802" cy="1554480"/>
          </a:xfrm>
          <a:prstGeom prst="rect">
            <a:avLst/>
          </a:prstGeom>
        </p:spPr>
      </p:pic>
      <p:pic>
        <p:nvPicPr>
          <p:cNvPr id="22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33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A5EED"/>
          </a:solidFill>
          <a:ln w="12700">
            <a:solidFill>
              <a:srgbClr val="9A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زِحِ</a:t>
            </a:r>
            <a:endParaRPr lang="ar-SA" sz="6100" dirty="0"/>
          </a:p>
        </p:txBody>
      </p:sp>
      <p:pic>
        <p:nvPicPr>
          <p:cNvPr id="28" name="Image 0" descr="lady_bee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4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2E052"/>
          </a:solidFill>
          <a:ln w="12700">
            <a:solidFill>
              <a:srgbClr val="92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570DB"/>
          </a:solidFill>
          <a:ln w="12700">
            <a:solidFill>
              <a:srgbClr val="75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D"/>
          </a:solidFill>
          <a:ln w="12700">
            <a:solidFill>
              <a:srgbClr val="85476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زِخِ</a:t>
            </a:r>
            <a:endParaRPr lang="ar-SA" sz="6100" dirty="0"/>
          </a:p>
        </p:txBody>
      </p:sp>
      <p:pic>
        <p:nvPicPr>
          <p:cNvPr id="25" name="Image 0" descr="baby_chi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247388"/>
            <a:ext cx="886328" cy="822960"/>
          </a:xfrm>
          <a:prstGeom prst="rect">
            <a:avLst/>
          </a:prstGeom>
        </p:spPr>
      </p:pic>
      <p:pic>
        <p:nvPicPr>
          <p:cNvPr id="26" name="Image 1" descr="bi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09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0D8"/>
          </a:solidFill>
          <a:ln w="12700">
            <a:solidFill>
              <a:srgbClr val="6480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80D1"/>
          </a:solidFill>
          <a:ln w="12700">
            <a:solidFill>
              <a:srgbClr val="4780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زِدِ</a:t>
            </a:r>
            <a:endParaRPr lang="ar-SA" sz="7500" dirty="0"/>
          </a:p>
        </p:txBody>
      </p:sp>
      <p:pic>
        <p:nvPicPr>
          <p:cNvPr id="20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417320" cy="1417320"/>
          </a:xfrm>
          <a:prstGeom prst="rect">
            <a:avLst/>
          </a:prstGeom>
        </p:spPr>
      </p:pic>
      <p:pic>
        <p:nvPicPr>
          <p:cNvPr id="21" name="Image 1" descr="peaco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930" y="3515868"/>
            <a:ext cx="1658630" cy="1554480"/>
          </a:xfrm>
          <a:prstGeom prst="rect">
            <a:avLst/>
          </a:prstGeom>
        </p:spPr>
      </p:pic>
      <p:pic>
        <p:nvPicPr>
          <p:cNvPr id="22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C5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زِذِ</a:t>
            </a:r>
            <a:endParaRPr lang="ar-SA" sz="7500" dirty="0"/>
          </a:p>
        </p:txBody>
      </p:sp>
      <p:pic>
        <p:nvPicPr>
          <p:cNvPr id="21" name="Image 0" descr="hedgeh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247388"/>
            <a:ext cx="1071494" cy="822960"/>
          </a:xfrm>
          <a:prstGeom prst="rect">
            <a:avLst/>
          </a:prstGeom>
        </p:spPr>
      </p:pic>
      <p:pic>
        <p:nvPicPr>
          <p:cNvPr id="22" name="Image 1" descr="giraff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3509" y="4293108"/>
            <a:ext cx="729051" cy="777240"/>
          </a:xfrm>
          <a:prstGeom prst="rect">
            <a:avLst/>
          </a:prstGeom>
        </p:spPr>
      </p:pic>
      <p:pic>
        <p:nvPicPr>
          <p:cNvPr id="23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522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3"/>
          </a:solidFill>
          <a:ln w="12700">
            <a:solidFill>
              <a:srgbClr val="2B644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4"/>
          </a:solidFill>
          <a:ln w="12700">
            <a:solidFill>
              <a:srgbClr val="34797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زِرِ</a:t>
            </a:r>
            <a:endParaRPr lang="ar-SA" sz="7500" dirty="0"/>
          </a:p>
        </p:txBody>
      </p:sp>
      <p:pic>
        <p:nvPicPr>
          <p:cNvPr id="22" name="Image 0" descr="parr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221730" cy="1417320"/>
          </a:xfrm>
          <a:prstGeom prst="rect">
            <a:avLst/>
          </a:prstGeom>
        </p:spPr>
      </p:pic>
      <p:pic>
        <p:nvPicPr>
          <p:cNvPr id="23" name="Image 1" descr="baby_chi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385" y="3515868"/>
            <a:ext cx="1674175" cy="155448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D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3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إِزِبِ</a:t>
            </a:r>
            <a:endParaRPr lang="ar-SA" sz="6200" dirty="0"/>
          </a:p>
        </p:txBody>
      </p:sp>
      <p:pic>
        <p:nvPicPr>
          <p:cNvPr id="24" name="Image 0" descr="du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508760" cy="1508760"/>
          </a:xfrm>
          <a:prstGeom prst="rect">
            <a:avLst/>
          </a:prstGeom>
        </p:spPr>
      </p:pic>
      <p:pic>
        <p:nvPicPr>
          <p:cNvPr id="25" name="Image 1" descr="sw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423" y="3332988"/>
            <a:ext cx="1871137" cy="1737360"/>
          </a:xfrm>
          <a:prstGeom prst="rect">
            <a:avLst/>
          </a:prstGeom>
        </p:spPr>
      </p:pic>
      <p:pic>
        <p:nvPicPr>
          <p:cNvPr id="26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41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D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75E"/>
          </a:solidFill>
          <a:ln w="12700">
            <a:solidFill>
              <a:srgbClr val="ED77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8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8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38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38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بِزِتِ</a:t>
            </a:r>
            <a:endParaRPr lang="ar-SA" sz="6600" dirty="0"/>
          </a:p>
        </p:txBody>
      </p:sp>
      <p:pic>
        <p:nvPicPr>
          <p:cNvPr id="32" name="Image 0" descr="bi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0058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44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B6E0"/>
          </a:solidFill>
          <a:ln w="12700">
            <a:solidFill>
              <a:srgbClr val="52B6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1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6"/>
          </a:solidFill>
          <a:ln w="12700">
            <a:solidFill>
              <a:srgbClr val="DB708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D8547"/>
          </a:solidFill>
          <a:ln w="12700">
            <a:solidFill>
              <a:srgbClr val="7D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1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41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تِزِثِ</a:t>
            </a:r>
            <a:endParaRPr lang="ar-SA" sz="6600" dirty="0"/>
          </a:p>
        </p:txBody>
      </p:sp>
      <p:pic>
        <p:nvPicPr>
          <p:cNvPr id="29" name="Image 0" descr="go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201668"/>
            <a:ext cx="930356" cy="868680"/>
          </a:xfrm>
          <a:prstGeom prst="rect">
            <a:avLst/>
          </a:prstGeom>
        </p:spPr>
      </p:pic>
      <p:pic>
        <p:nvPicPr>
          <p:cNvPr id="30" name="Image 1" descr="butterf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D"/>
          </a:solidFill>
          <a:ln w="12700">
            <a:solidFill>
              <a:srgbClr val="D8649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A2"/>
          </a:solidFill>
          <a:ln w="12700">
            <a:solidFill>
              <a:srgbClr val="D147A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ثِزِجِ</a:t>
            </a:r>
            <a:endParaRPr lang="ar-SA" sz="5400" dirty="0"/>
          </a:p>
        </p:txBody>
      </p:sp>
      <p:pic>
        <p:nvPicPr>
          <p:cNvPr id="24" name="Image 0" descr="monke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716969" cy="1508760"/>
          </a:xfrm>
          <a:prstGeom prst="rect">
            <a:avLst/>
          </a:prstGeom>
        </p:spPr>
      </p:pic>
      <p:pic>
        <p:nvPicPr>
          <p:cNvPr id="25" name="Image 1" descr="hor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332988"/>
            <a:ext cx="1737360" cy="1737360"/>
          </a:xfrm>
          <a:prstGeom prst="rect">
            <a:avLst/>
          </a:prstGeom>
        </p:spPr>
      </p:pic>
      <p:pic>
        <p:nvPicPr>
          <p:cNvPr id="26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3400" dirty="0"/>
          </a:p>
        </p:txBody>
      </p:sp>
      <p:sp>
        <p:nvSpPr>
          <p:cNvPr id="16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400" dirty="0"/>
          </a:p>
        </p:txBody>
      </p:sp>
      <p:sp>
        <p:nvSpPr>
          <p:cNvPr id="19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22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جِزِحِ</a:t>
            </a:r>
            <a:endParaRPr lang="ar-SA" sz="5400" dirty="0"/>
          </a:p>
        </p:txBody>
      </p:sp>
      <p:pic>
        <p:nvPicPr>
          <p:cNvPr id="25" name="Image 0" descr="sn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4018788"/>
            <a:ext cx="1070488" cy="1051560"/>
          </a:xfrm>
          <a:prstGeom prst="rect">
            <a:avLst/>
          </a:prstGeom>
        </p:spPr>
      </p:pic>
      <p:pic>
        <p:nvPicPr>
          <p:cNvPr id="26" name="Image 1" descr="de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4338828"/>
            <a:ext cx="731520" cy="731520"/>
          </a:xfrm>
          <a:prstGeom prst="rect">
            <a:avLst/>
          </a:prstGeom>
        </p:spPr>
      </p:pic>
      <p:pic>
        <p:nvPicPr>
          <p:cNvPr id="27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93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42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52B64"/>
          </a:solidFill>
          <a:ln w="12700">
            <a:solidFill>
              <a:srgbClr val="35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33479"/>
          </a:solidFill>
          <a:ln w="12700">
            <a:solidFill>
              <a:srgbClr val="63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400" dirty="0"/>
          </a:p>
        </p:txBody>
      </p:sp>
      <p:sp>
        <p:nvSpPr>
          <p:cNvPr id="17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400" dirty="0"/>
          </a:p>
        </p:txBody>
      </p:sp>
      <p:sp>
        <p:nvSpPr>
          <p:cNvPr id="20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23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حِزِخِ</a:t>
            </a:r>
            <a:endParaRPr lang="ar-SA" sz="5400" dirty="0"/>
          </a:p>
        </p:txBody>
      </p:sp>
      <p:pic>
        <p:nvPicPr>
          <p:cNvPr id="26" name="Image 0" descr="chipmun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564584" cy="1508760"/>
          </a:xfrm>
          <a:prstGeom prst="rect">
            <a:avLst/>
          </a:prstGeom>
        </p:spPr>
      </p:pic>
      <p:pic>
        <p:nvPicPr>
          <p:cNvPr id="27" name="Image 1" descr="rabbi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8251" y="3332988"/>
            <a:ext cx="1744309" cy="173736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4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34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4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خِزِدِ</a:t>
            </a:r>
            <a:endParaRPr lang="ar-SA" sz="6600" dirty="0"/>
          </a:p>
        </p:txBody>
      </p:sp>
      <p:pic>
        <p:nvPicPr>
          <p:cNvPr id="24" name="Image 0" descr="cra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561588"/>
            <a:ext cx="1689811" cy="1508760"/>
          </a:xfrm>
          <a:prstGeom prst="rect">
            <a:avLst/>
          </a:prstGeom>
        </p:spPr>
      </p:pic>
      <p:pic>
        <p:nvPicPr>
          <p:cNvPr id="25" name="Image 1" descr="se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245" y="3332988"/>
            <a:ext cx="2293315" cy="1737360"/>
          </a:xfrm>
          <a:prstGeom prst="rect">
            <a:avLst/>
          </a:prstGeom>
        </p:spPr>
      </p:pic>
      <p:pic>
        <p:nvPicPr>
          <p:cNvPr id="26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149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5F7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9ED5E"/>
          </a:solidFill>
          <a:ln w="12700">
            <a:solidFill>
              <a:srgbClr val="69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100" dirty="0"/>
          </a:p>
        </p:txBody>
      </p:sp>
      <p:sp>
        <p:nvSpPr>
          <p:cNvPr id="23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4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26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29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1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دِزِذِ</a:t>
            </a:r>
            <a:endParaRPr lang="ar-SA" sz="6600" dirty="0"/>
          </a:p>
        </p:txBody>
      </p:sp>
      <p:pic>
        <p:nvPicPr>
          <p:cNvPr id="32" name="Image 0" descr="butterf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A"/>
          </a:solidFill>
          <a:ln w="12700">
            <a:solidFill>
              <a:srgbClr val="E052D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1DB70"/>
          </a:solidFill>
          <a:ln w="12700">
            <a:solidFill>
              <a:srgbClr val="A1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D"/>
          </a:solidFill>
          <a:ln w="12700">
            <a:solidFill>
              <a:srgbClr val="47857D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20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4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23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26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1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ذِزِرِ</a:t>
            </a:r>
            <a:endParaRPr lang="ar-SA" sz="6600" dirty="0"/>
          </a:p>
        </p:txBody>
      </p:sp>
      <p:pic>
        <p:nvPicPr>
          <p:cNvPr id="29" name="Image 0" descr="rabb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155948"/>
            <a:ext cx="918058" cy="914400"/>
          </a:xfrm>
          <a:prstGeom prst="rect">
            <a:avLst/>
          </a:prstGeom>
        </p:spPr>
      </p:pic>
      <p:pic>
        <p:nvPicPr>
          <p:cNvPr id="30" name="Image 1" descr="do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522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AD864"/>
          </a:solidFill>
          <a:ln w="12700">
            <a:solidFill>
              <a:srgbClr val="BA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5D147"/>
          </a:solidFill>
          <a:ln w="12700">
            <a:solidFill>
              <a:srgbClr val="C5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000" dirty="0"/>
          </a:p>
        </p:txBody>
      </p:sp>
      <p:sp>
        <p:nvSpPr>
          <p:cNvPr id="15" name="C2 K1 kasr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18" name="C5 K2 kasr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4000" dirty="0"/>
          </a:p>
        </p:txBody>
      </p:sp>
      <p:sp>
        <p:nvSpPr>
          <p:cNvPr id="21" name="C8 K3 kasr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رِزِإِ</a:t>
            </a:r>
            <a:endParaRPr lang="ar-SA" sz="6200" dirty="0"/>
          </a:p>
        </p:txBody>
      </p:sp>
      <p:pic>
        <p:nvPicPr>
          <p:cNvPr id="24" name="Image 0" descr="cam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561588"/>
            <a:ext cx="1564584" cy="1508760"/>
          </a:xfrm>
          <a:prstGeom prst="rect">
            <a:avLst/>
          </a:prstGeom>
        </p:spPr>
      </p:pic>
      <p:pic>
        <p:nvPicPr>
          <p:cNvPr id="25" name="Image 1" descr="flamin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5682" y="3332988"/>
            <a:ext cx="1356878" cy="1737360"/>
          </a:xfrm>
          <a:prstGeom prst="rect">
            <a:avLst/>
          </a:prstGeom>
        </p:spPr>
      </p:pic>
      <p:pic>
        <p:nvPicPr>
          <p:cNvPr id="26" name="Image 2" descr="honeyb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8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3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8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إِزِ</a:t>
            </a:r>
            <a:endParaRPr lang="ar-SA" sz="7000" dirty="0"/>
          </a:p>
        </p:txBody>
      </p:sp>
      <p:pic>
        <p:nvPicPr>
          <p:cNvPr id="21" name="Image 0" descr="eleph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155948"/>
            <a:ext cx="1107338" cy="914400"/>
          </a:xfrm>
          <a:prstGeom prst="rect">
            <a:avLst/>
          </a:prstGeom>
        </p:spPr>
      </p:pic>
      <p:pic>
        <p:nvPicPr>
          <p:cNvPr id="22" name="Image 1" descr="zebr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8321040" y="4338828"/>
            <a:ext cx="731520" cy="731520"/>
          </a:xfrm>
          <a:prstGeom prst="rect">
            <a:avLst/>
          </a:prstGeom>
        </p:spPr>
      </p:pic>
      <p:pic>
        <p:nvPicPr>
          <p:cNvPr id="23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901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431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F"/>
          </a:solidFill>
          <a:ln w="12700">
            <a:solidFill>
              <a:srgbClr val="642B2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134"/>
          </a:solidFill>
          <a:ln w="12700">
            <a:solidFill>
              <a:srgbClr val="7951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5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5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بِزِ</a:t>
            </a:r>
            <a:endParaRPr lang="ar-SA" sz="7400" dirty="0"/>
          </a:p>
        </p:txBody>
      </p:sp>
      <p:pic>
        <p:nvPicPr>
          <p:cNvPr id="22" name="Image 0" descr="hippopotam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2205350" cy="1417320"/>
          </a:xfrm>
          <a:prstGeom prst="rect">
            <a:avLst/>
          </a:prstGeom>
        </p:spPr>
      </p:pic>
      <p:pic>
        <p:nvPicPr>
          <p:cNvPr id="23" name="Image 1" descr="llam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2230" y="3515868"/>
            <a:ext cx="1450330" cy="155448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تِزِ</a:t>
            </a:r>
            <a:endParaRPr lang="ar-SA" sz="7400" dirty="0"/>
          </a:p>
        </p:txBody>
      </p:sp>
      <p:pic>
        <p:nvPicPr>
          <p:cNvPr id="20" name="Image 0" descr="octop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62674" cy="1417320"/>
          </a:xfrm>
          <a:prstGeom prst="rect">
            <a:avLst/>
          </a:prstGeom>
        </p:spPr>
      </p:pic>
      <p:pic>
        <p:nvPicPr>
          <p:cNvPr id="21" name="Image 1" descr="pengu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981" y="3515868"/>
            <a:ext cx="1571579" cy="1554480"/>
          </a:xfrm>
          <a:prstGeom prst="rect">
            <a:avLst/>
          </a:prstGeom>
        </p:spPr>
      </p:pic>
      <p:pic>
        <p:nvPicPr>
          <p:cNvPr id="22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DED"/>
          </a:solidFill>
          <a:ln w="12700">
            <a:solidFill>
              <a:srgbClr val="5E8D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</a:t>
            </a:r>
            <a:endParaRPr lang="ar-SA" sz="5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ثِزِ</a:t>
            </a:r>
            <a:endParaRPr lang="ar-SA" sz="7400" dirty="0"/>
          </a:p>
        </p:txBody>
      </p:sp>
      <p:pic>
        <p:nvPicPr>
          <p:cNvPr id="28" name="Image 0" descr="dov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005840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432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452"/>
          </a:solidFill>
          <a:ln w="12700">
            <a:solidFill>
              <a:srgbClr val="E0C4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4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BDB"/>
          </a:solidFill>
          <a:ln w="12700">
            <a:solidFill>
              <a:srgbClr val="70BB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E4785"/>
          </a:solidFill>
          <a:ln w="12700">
            <a:solidFill>
              <a:srgbClr val="6E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900" dirty="0"/>
          </a:p>
        </p:txBody>
      </p:sp>
      <p:sp>
        <p:nvSpPr>
          <p:cNvPr id="19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22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جِزِ</a:t>
            </a:r>
            <a:endParaRPr lang="ar-SA" sz="7400" dirty="0"/>
          </a:p>
        </p:txBody>
      </p:sp>
      <p:pic>
        <p:nvPicPr>
          <p:cNvPr id="25" name="Image 0" descr="d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4247388"/>
            <a:ext cx="921715" cy="822960"/>
          </a:xfrm>
          <a:prstGeom prst="rect">
            <a:avLst/>
          </a:prstGeom>
        </p:spPr>
      </p:pic>
      <p:pic>
        <p:nvPicPr>
          <p:cNvPr id="26" name="Image 1" descr="honeybe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3931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7D8"/>
          </a:solidFill>
          <a:ln w="12700">
            <a:solidFill>
              <a:srgbClr val="64D7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BB"/>
          </a:solidFill>
          <a:ln w="12700">
            <a:solidFill>
              <a:srgbClr val="47D1B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حِزِ</a:t>
            </a:r>
            <a:endParaRPr lang="ar-SA" sz="7400" dirty="0"/>
          </a:p>
        </p:txBody>
      </p:sp>
      <p:pic>
        <p:nvPicPr>
          <p:cNvPr id="20" name="Image 0" descr="hatching_chi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417320" cy="1417320"/>
          </a:xfrm>
          <a:prstGeom prst="rect">
            <a:avLst/>
          </a:prstGeom>
        </p:spPr>
      </p:pic>
      <p:pic>
        <p:nvPicPr>
          <p:cNvPr id="21" name="Image 1" descr="co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9475" y="3515868"/>
            <a:ext cx="1643085" cy="1554480"/>
          </a:xfrm>
          <a:prstGeom prst="rect">
            <a:avLst/>
          </a:prstGeom>
        </p:spPr>
      </p:pic>
      <p:pic>
        <p:nvPicPr>
          <p:cNvPr id="22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900" dirty="0"/>
          </a:p>
        </p:txBody>
      </p:sp>
      <p:sp>
        <p:nvSpPr>
          <p:cNvPr id="15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900" dirty="0"/>
          </a:p>
        </p:txBody>
      </p:sp>
      <p:sp>
        <p:nvSpPr>
          <p:cNvPr id="18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خِزِ</a:t>
            </a:r>
            <a:endParaRPr lang="ar-SA" sz="7400" dirty="0"/>
          </a:p>
        </p:txBody>
      </p:sp>
      <p:pic>
        <p:nvPicPr>
          <p:cNvPr id="21" name="Image 0" descr="ow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3653028"/>
            <a:ext cx="1114014" cy="1417320"/>
          </a:xfrm>
          <a:prstGeom prst="rect">
            <a:avLst/>
          </a:prstGeom>
        </p:spPr>
      </p:pic>
      <p:pic>
        <p:nvPicPr>
          <p:cNvPr id="22" name="Image 1" descr="pengu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9216" y="4384548"/>
            <a:ext cx="693344" cy="685800"/>
          </a:xfrm>
          <a:prstGeom prst="rect">
            <a:avLst/>
          </a:prstGeom>
        </p:spPr>
      </p:pic>
      <p:pic>
        <p:nvPicPr>
          <p:cNvPr id="23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7096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3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D642B"/>
          </a:solidFill>
          <a:ln w="12700">
            <a:solidFill>
              <a:srgbClr val="3D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0"/>
          </a:solidFill>
          <a:ln w="12700">
            <a:solidFill>
              <a:srgbClr val="34794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900" dirty="0"/>
          </a:p>
        </p:txBody>
      </p:sp>
      <p:sp>
        <p:nvSpPr>
          <p:cNvPr id="16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</a:t>
            </a:r>
            <a:endParaRPr lang="ar-SA" sz="5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900" dirty="0"/>
          </a:p>
        </p:txBody>
      </p:sp>
      <p:sp>
        <p:nvSpPr>
          <p:cNvPr id="19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دِزِ</a:t>
            </a:r>
            <a:endParaRPr lang="ar-SA" sz="7500" dirty="0"/>
          </a:p>
        </p:txBody>
      </p:sp>
      <p:pic>
        <p:nvPicPr>
          <p:cNvPr id="22" name="Image 0" descr="sw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526454" cy="1417320"/>
          </a:xfrm>
          <a:prstGeom prst="rect">
            <a:avLst/>
          </a:prstGeom>
        </p:spPr>
      </p:pic>
      <p:pic>
        <p:nvPicPr>
          <p:cNvPr id="23" name="Image 1" descr="go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387712" y="3515868"/>
            <a:ext cx="1664848" cy="1554480"/>
          </a:xfrm>
          <a:prstGeom prst="rect">
            <a:avLst/>
          </a:prstGeom>
        </p:spPr>
      </p:pic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900" dirty="0"/>
          </a:p>
        </p:txBody>
      </p:sp>
      <p:sp>
        <p:nvSpPr>
          <p:cNvPr id="14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900" dirty="0"/>
          </a:p>
        </p:txBody>
      </p:sp>
      <p:sp>
        <p:nvSpPr>
          <p:cNvPr id="17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ذِزِ</a:t>
            </a:r>
            <a:endParaRPr lang="ar-SA" sz="7500" dirty="0"/>
          </a:p>
        </p:txBody>
      </p:sp>
      <p:pic>
        <p:nvPicPr>
          <p:cNvPr id="20" name="Image 0" descr="spouting_wha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3653028"/>
            <a:ext cx="1342202" cy="1417320"/>
          </a:xfrm>
          <a:prstGeom prst="rect">
            <a:avLst/>
          </a:prstGeom>
        </p:spPr>
      </p:pic>
      <p:pic>
        <p:nvPicPr>
          <p:cNvPr id="21" name="Image 1" descr="dolph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0739" y="3515868"/>
            <a:ext cx="1221821" cy="1554480"/>
          </a:xfrm>
          <a:prstGeom prst="rect">
            <a:avLst/>
          </a:prstGeom>
        </p:spPr>
      </p:pic>
      <p:pic>
        <p:nvPicPr>
          <p:cNvPr id="22" name="Image 2" descr="d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9629" y="45720"/>
            <a:ext cx="774131" cy="77724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C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B1"/>
          </a:solidFill>
          <a:ln w="12700">
            <a:solidFill>
              <a:srgbClr val="ED5EB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900" dirty="0"/>
          </a:p>
        </p:txBody>
      </p:sp>
      <p:sp>
        <p:nvSpPr>
          <p:cNvPr id="22" name="C2 K1 kasr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</a:t>
            </a:r>
            <a:endParaRPr lang="ar-SA" sz="5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900" dirty="0"/>
          </a:p>
        </p:txBody>
      </p:sp>
      <p:sp>
        <p:nvSpPr>
          <p:cNvPr id="25" name="C5 K2 kasr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زِ</a:t>
            </a:r>
            <a:endParaRPr lang="ar-SA" sz="5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رِزِ</a:t>
            </a:r>
            <a:endParaRPr lang="ar-SA" sz="7500" dirty="0"/>
          </a:p>
        </p:txBody>
      </p:sp>
      <p:pic>
        <p:nvPicPr>
          <p:cNvPr id="28" name="Image 0" descr="honeybe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1005840" y="45720"/>
            <a:ext cx="825429" cy="777240"/>
          </a:xfrm>
          <a:prstGeom prst="rect">
            <a:avLst/>
          </a:prstGeom>
        </p:spPr>
      </p:pic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44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0"/>
          </a:solidFill>
          <a:ln w="12700">
            <a:solidFill>
              <a:srgbClr val="52E0A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6"/>
          </a:solidFill>
          <a:ln w="12700">
            <a:solidFill>
              <a:srgbClr val="DB70D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F47"/>
          </a:solidFill>
          <a:ln w="12700">
            <a:solidFill>
              <a:srgbClr val="855F47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768675" y="896112"/>
            <a:ext cx="18721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B1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768675" y="896112"/>
            <a:ext cx="18721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رَكِبَ</a:t>
            </a:r>
            <a:endParaRPr lang="ar-SA" sz="4600" dirty="0"/>
          </a:p>
        </p:txBody>
      </p:sp>
      <p:sp>
        <p:nvSpPr>
          <p:cNvPr id="17" name="C2 W2 pill"/>
          <p:cNvSpPr/>
          <p:nvPr/>
        </p:nvSpPr>
        <p:spPr>
          <a:xfrm>
            <a:off x="2503205" y="896112"/>
            <a:ext cx="194543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136E2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503205" y="896112"/>
            <a:ext cx="194543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وَفَرِحَ</a:t>
            </a:r>
            <a:endParaRPr lang="ar-SA" sz="46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814788" y="2834640"/>
            <a:ext cx="351442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814788" y="2834640"/>
            <a:ext cx="351442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رَكِبَ وَفَرِحَ</a:t>
            </a:r>
            <a:endParaRPr lang="ar-SA" sz="4700" dirty="0"/>
          </a:p>
        </p:txBody>
      </p:sp>
      <p:pic>
        <p:nvPicPr>
          <p:cNvPr id="22" name="Image 0" descr="llam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1828800"/>
            <a:ext cx="1365016" cy="1463040"/>
          </a:xfrm>
          <a:prstGeom prst="rect">
            <a:avLst/>
          </a:prstGeom>
        </p:spPr>
      </p:pic>
      <p:pic>
        <p:nvPicPr>
          <p:cNvPr id="23" name="Image 1" descr="ew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28800"/>
            <a:ext cx="1463040" cy="1463040"/>
          </a:xfrm>
          <a:prstGeom prst="rect">
            <a:avLst/>
          </a:prstGeom>
        </p:spPr>
      </p:pic>
      <p:pic>
        <p:nvPicPr>
          <p:cNvPr id="24" name="Image 2" descr="lady_beet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9011" y="45720"/>
            <a:ext cx="780349" cy="777240"/>
          </a:xfrm>
          <a:prstGeom prst="rect">
            <a:avLst/>
          </a:prstGeom>
        </p:spPr>
      </p:pic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D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C64D8"/>
          </a:solidFill>
          <a:ln w="12700">
            <a:solidFill>
              <a:srgbClr val="BC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947D1"/>
          </a:solidFill>
          <a:ln w="12700">
            <a:solidFill>
              <a:srgbClr val="99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847839" y="896112"/>
            <a:ext cx="179987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E1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847839" y="896112"/>
            <a:ext cx="179987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حَزِنَ</a:t>
            </a:r>
            <a:endParaRPr lang="ar-SA" sz="4600" dirty="0"/>
          </a:p>
        </p:txBody>
      </p:sp>
      <p:sp>
        <p:nvSpPr>
          <p:cNvPr id="12" name="C2 W2 pill"/>
          <p:cNvSpPr/>
          <p:nvPr/>
        </p:nvSpPr>
        <p:spPr>
          <a:xfrm>
            <a:off x="2496290" y="896112"/>
            <a:ext cx="203150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1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496290" y="896112"/>
            <a:ext cx="203150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وَصَبَرَ</a:t>
            </a:r>
            <a:endParaRPr lang="ar-SA" sz="4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804739" y="2834640"/>
            <a:ext cx="353452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804739" y="2834640"/>
            <a:ext cx="353452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حَزِنَ وَصَبَرَ</a:t>
            </a:r>
            <a:endParaRPr lang="ar-SA" sz="4700" dirty="0"/>
          </a:p>
        </p:txBody>
      </p:sp>
      <p:pic>
        <p:nvPicPr>
          <p:cNvPr id="17" name="Image 0" descr="roos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1828800"/>
            <a:ext cx="1410371" cy="1463040"/>
          </a:xfrm>
          <a:prstGeom prst="rect">
            <a:avLst/>
          </a:prstGeom>
        </p:spPr>
      </p:pic>
      <p:pic>
        <p:nvPicPr>
          <p:cNvPr id="18" name="Image 1" descr="turt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7840" y="1851660"/>
            <a:ext cx="2284720" cy="1417320"/>
          </a:xfrm>
          <a:prstGeom prst="rect">
            <a:avLst/>
          </a:prstGeom>
        </p:spPr>
      </p:pic>
      <p:pic>
        <p:nvPicPr>
          <p:cNvPr id="19" name="Image 2" descr="bir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20240" y="45720"/>
            <a:ext cx="742264" cy="777240"/>
          </a:xfrm>
          <a:prstGeom prst="rect">
            <a:avLst/>
          </a:prstGeom>
        </p:spPr>
      </p:pic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E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4824135" y="896112"/>
            <a:ext cx="202148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AFE2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4824135" y="896112"/>
            <a:ext cx="202148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شَرِبَ</a:t>
            </a:r>
            <a:endParaRPr lang="ar-SA" sz="4500" dirty="0"/>
          </a:p>
        </p:txBody>
      </p:sp>
      <p:sp>
        <p:nvSpPr>
          <p:cNvPr id="13" name="C2 W2 pill"/>
          <p:cNvSpPr/>
          <p:nvPr/>
        </p:nvSpPr>
        <p:spPr>
          <a:xfrm>
            <a:off x="2298375" y="896112"/>
            <a:ext cx="220572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AF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2298375" y="896112"/>
            <a:ext cx="220572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وَرَضِيَ</a:t>
            </a:r>
            <a:endParaRPr lang="ar-SA" sz="4500" dirty="0"/>
          </a:p>
        </p:txBody>
      </p:sp>
      <p:sp>
        <p:nvSpPr>
          <p:cNvPr id="15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5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3 S panel"/>
          <p:cNvSpPr/>
          <p:nvPr/>
        </p:nvSpPr>
        <p:spPr>
          <a:xfrm>
            <a:off x="2640481" y="2834640"/>
            <a:ext cx="386303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3 S sentence"/>
          <p:cNvSpPr txBox="1"/>
          <p:nvPr/>
        </p:nvSpPr>
        <p:spPr>
          <a:xfrm>
            <a:off x="2640481" y="2834640"/>
            <a:ext cx="386303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شَرِبَ وَرَضِيَ</a:t>
            </a:r>
            <a:endParaRPr lang="ar-SA" sz="4500" dirty="0"/>
          </a:p>
        </p:txBody>
      </p:sp>
      <p:pic>
        <p:nvPicPr>
          <p:cNvPr id="18" name="Image 0" descr="c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1828800"/>
            <a:ext cx="1517172" cy="1463040"/>
          </a:xfrm>
          <a:prstGeom prst="rect">
            <a:avLst/>
          </a:prstGeom>
        </p:spPr>
      </p:pic>
      <p:pic>
        <p:nvPicPr>
          <p:cNvPr id="19" name="Image 1" descr="kangaro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484181" y="1828800"/>
            <a:ext cx="1568379" cy="1463040"/>
          </a:xfrm>
          <a:prstGeom prst="rect">
            <a:avLst/>
          </a:prstGeom>
        </p:spPr>
      </p:pic>
      <p:pic>
        <p:nvPicPr>
          <p:cNvPr id="20" name="Image 2" descr="butterfl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45720"/>
            <a:ext cx="777240" cy="777240"/>
          </a:xfrm>
          <a:prstGeom prst="rect">
            <a:avLst/>
          </a:prstGeom>
        </p:spPr>
      </p:pic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44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C64"/>
          </a:solidFill>
          <a:ln w="12700">
            <a:solidFill>
              <a:srgbClr val="2B4C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979"/>
          </a:solidFill>
          <a:ln w="12700">
            <a:solidFill>
              <a:srgbClr val="3439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844832" y="896112"/>
            <a:ext cx="177028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7C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844832" y="896112"/>
            <a:ext cx="177028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رَحِمَ</a:t>
            </a:r>
            <a:endParaRPr lang="ar-SA" sz="4600" dirty="0"/>
          </a:p>
        </p:txBody>
      </p:sp>
      <p:sp>
        <p:nvSpPr>
          <p:cNvPr id="14" name="C2 W2 pill"/>
          <p:cNvSpPr/>
          <p:nvPr/>
        </p:nvSpPr>
        <p:spPr>
          <a:xfrm>
            <a:off x="2528884" y="896112"/>
            <a:ext cx="199590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7C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528884" y="896112"/>
            <a:ext cx="199590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وَرَزَقَ</a:t>
            </a:r>
            <a:endParaRPr lang="ar-SA" sz="46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7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841025" y="2834640"/>
            <a:ext cx="346195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841025" y="2834640"/>
            <a:ext cx="346195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رَحِمَ وَرَزَقَ</a:t>
            </a:r>
            <a:endParaRPr lang="ar-SA" sz="4700" dirty="0"/>
          </a:p>
        </p:txBody>
      </p:sp>
      <p:pic>
        <p:nvPicPr>
          <p:cNvPr id="19" name="Image 0" descr="ew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flipH="1">
            <a:off x="91440" y="1828800"/>
            <a:ext cx="1463040" cy="1463040"/>
          </a:xfrm>
          <a:prstGeom prst="rect">
            <a:avLst/>
          </a:prstGeom>
        </p:spPr>
      </p:pic>
      <p:pic>
        <p:nvPicPr>
          <p:cNvPr id="20" name="Image 1" descr="do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3955" y="1828800"/>
            <a:ext cx="1638605" cy="1463040"/>
          </a:xfrm>
          <a:prstGeom prst="rect">
            <a:avLst/>
          </a:prstGeom>
        </p:spPr>
      </p:pic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63</Slides>
  <Notes>63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Kasrah reading 06-ra-zay</dc:title>
  <dc:subject>PptxGenJS Presentation</dc:subject>
  <dc:creator>PptxGenJS</dc:creator>
  <cp:lastModifiedBy>PptxGenJS</cp:lastModifiedBy>
  <cp:revision>1</cp:revision>
  <dcterms:created xsi:type="dcterms:W3CDTF">2026-10-20T23:11:21Z</dcterms:created>
  <dcterms:modified xsi:type="dcterms:W3CDTF">2026-10-20T23:11:21Z</dcterms:modified>
</cp:coreProperties>
</file>