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13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1300" dirty="0"/>
          </a:p>
        </p:txBody>
      </p:sp>
      <p:pic>
        <p:nvPicPr>
          <p:cNvPr id="13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4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5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رِإِ</a:t>
            </a:r>
            <a:endParaRPr lang="ar-SA" sz="70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75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7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7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6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6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6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829" y="4023360"/>
            <a:ext cx="728731" cy="10515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7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7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إِرِبِ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66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5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54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5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66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ذِرِإِ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70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4" y="4343400"/>
            <a:ext cx="691286" cy="7315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74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251960"/>
            <a:ext cx="570311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74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75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7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1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13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زِإِ</a:t>
            </a:r>
            <a:endParaRPr lang="ar-SA" sz="70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7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7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829" y="4023360"/>
            <a:ext cx="728731" cy="10515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7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6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61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6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7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75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7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إِزِبِ</a:t>
            </a:r>
            <a:endParaRPr lang="ar-SA" sz="6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66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54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5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4" y="4343400"/>
            <a:ext cx="691286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5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66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251960"/>
            <a:ext cx="570311" cy="82296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رِزِإِ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70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74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7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74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829" y="4023360"/>
            <a:ext cx="728731" cy="10515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7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7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7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783080"/>
            <a:ext cx="1468984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839" y="896112"/>
            <a:ext cx="17998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839" y="896112"/>
            <a:ext cx="17998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96290" y="896112"/>
            <a:ext cx="20315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96290" y="896112"/>
            <a:ext cx="20315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04739" y="2834640"/>
            <a:ext cx="35345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04739" y="2834640"/>
            <a:ext cx="35345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وَصَبَرَ</a:t>
            </a:r>
            <a:endParaRPr lang="ar-SA" sz="4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4135" y="896112"/>
            <a:ext cx="20214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4135" y="896112"/>
            <a:ext cx="20214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298375" y="896112"/>
            <a:ext cx="2205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8375" y="896112"/>
            <a:ext cx="2205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وَرَضِيَ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481" y="2834640"/>
            <a:ext cx="38630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481" y="2834640"/>
            <a:ext cx="38630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وَرَضِيَ</a:t>
            </a:r>
            <a:endParaRPr lang="ar-SA" sz="4500" dirty="0"/>
          </a:p>
        </p:txBody>
      </p:sp>
      <p:pic>
        <p:nvPicPr>
          <p:cNvPr id="18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2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06-ra-zay</dc:title>
  <dc:subject>PptxGenJS Presentation</dc:subject>
  <dc:creator>PptxGenJS</dc:creator>
  <cp:lastModifiedBy>PptxGenJS</cp:lastModifiedBy>
  <cp:revision>1</cp:revision>
  <dcterms:created xsi:type="dcterms:W3CDTF">2026-10-20T22:47:02Z</dcterms:created>
  <dcterms:modified xsi:type="dcterms:W3CDTF">2026-10-20T22:47:02Z</dcterms:modified>
</cp:coreProperties>
</file>