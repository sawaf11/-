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2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4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0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07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2825907" cy="1508760"/>
          </a:xfrm>
          <a:prstGeom prst="rect">
            <a:avLst/>
          </a:prstGeom>
        </p:spPr>
      </p:pic>
      <p:pic>
        <p:nvPicPr>
          <p:cNvPr id="1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2670" y="3241548"/>
            <a:ext cx="185989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984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279" y="3515868"/>
            <a:ext cx="87828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401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999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826" y="3515868"/>
            <a:ext cx="70573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6847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6377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756" y="3515868"/>
            <a:ext cx="76480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55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مِقِ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4062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48831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72" y="3332988"/>
            <a:ext cx="2008388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24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تِمِثِ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28573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8655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800" y="3332988"/>
            <a:ext cx="96076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حِمِخِ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0555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خِمِدِ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632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دِمِذِ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4665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ذِمِرِ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رِمِزِ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زِمِسِ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01721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526" y="3332988"/>
            <a:ext cx="82003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سِمِشِ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شِمِصِ</a:t>
            </a:r>
            <a:endParaRPr lang="ar-SA" sz="59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33322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647" y="3332988"/>
            <a:ext cx="2004913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صِمِضِ</a:t>
            </a:r>
            <a:endParaRPr lang="ar-SA" sz="5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ضِمِطِ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طِمِظِ</a:t>
            </a:r>
            <a:endParaRPr lang="ar-SA" sz="7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ظِمِعِ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230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376" y="3332988"/>
            <a:ext cx="971184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عِمِغِ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909" y="4110228"/>
            <a:ext cx="730651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غِمِفِ</a:t>
            </a:r>
            <a:endParaRPr lang="ar-SA" sz="7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14394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732" y="3332988"/>
            <a:ext cx="136382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فِمِقِ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قِمِكِ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كِمِلِ</a:t>
            </a:r>
            <a:endParaRPr lang="ar-SA" sz="65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2318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7820" y="3332988"/>
            <a:ext cx="894740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55948"/>
            <a:ext cx="731520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511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625" y="3515868"/>
            <a:ext cx="89693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83464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826" y="3515868"/>
            <a:ext cx="70573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912" y="4110228"/>
            <a:ext cx="706648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91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401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528" y="3515868"/>
            <a:ext cx="75703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889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859890" cy="182880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9366" y="3241548"/>
            <a:ext cx="863194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7590" cy="18288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225" y="1783080"/>
            <a:ext cx="1216335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49578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69" y="3241548"/>
            <a:ext cx="1415491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02182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3424428"/>
            <a:ext cx="2304288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14-meem</dc:title>
  <dc:subject>PptxGenJS Presentation</dc:subject>
  <dc:creator>PptxGenJS</dc:creator>
  <cp:lastModifiedBy>PptxGenJS</cp:lastModifiedBy>
  <cp:revision>1</cp:revision>
  <dcterms:created xsi:type="dcterms:W3CDTF">2026-10-20T23:35:48Z</dcterms:created>
  <dcterms:modified xsi:type="dcterms:W3CDTF">2026-10-20T23:35:48Z</dcterms:modified>
</cp:coreProperties>
</file>