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23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23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0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0700" dirty="0"/>
          </a:p>
        </p:txBody>
      </p:sp>
      <p:pic>
        <p:nvPicPr>
          <p:cNvPr id="1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6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مِإِ</a:t>
            </a:r>
            <a:endParaRPr lang="ar-SA" sz="70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7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5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5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6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61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6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مِدِ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مِذِ</a:t>
            </a:r>
            <a:endParaRPr lang="ar-SA" sz="95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مِرِ</a:t>
            </a:r>
            <a:endParaRPr lang="ar-SA" sz="74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مِزِ</a:t>
            </a:r>
            <a:endParaRPr lang="ar-SA" sz="7400" dirty="0"/>
          </a:p>
        </p:txBody>
      </p:sp>
      <p:pic>
        <p:nvPicPr>
          <p:cNvPr id="21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2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مِسِ</a:t>
            </a:r>
            <a:endParaRPr lang="ar-SA" sz="71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مِشِ</a:t>
            </a:r>
            <a:endParaRPr lang="ar-SA" sz="7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مِصِ</a:t>
            </a:r>
            <a:endParaRPr lang="ar-SA" sz="7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مِضِ</a:t>
            </a:r>
            <a:endParaRPr lang="ar-SA" sz="7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مِطِ</a:t>
            </a:r>
            <a:endParaRPr lang="ar-SA" sz="9500" dirty="0"/>
          </a:p>
        </p:txBody>
      </p:sp>
      <p:pic>
        <p:nvPicPr>
          <p:cNvPr id="20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1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مِظِ</a:t>
            </a:r>
            <a:endParaRPr lang="ar-SA" sz="95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مِعِ</a:t>
            </a:r>
            <a:endParaRPr lang="ar-SA" sz="61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مِغِ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مِفِ</a:t>
            </a:r>
            <a:endParaRPr lang="ar-SA" sz="92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مِقِ</a:t>
            </a:r>
            <a:endParaRPr lang="ar-SA" sz="70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مِكِ</a:t>
            </a:r>
            <a:endParaRPr lang="ar-SA" sz="92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مِلِ</a:t>
            </a:r>
            <a:endParaRPr lang="ar-SA" sz="73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إِمِبِ</a:t>
            </a:r>
            <a:endParaRPr lang="ar-SA" sz="6200" dirty="0"/>
          </a:p>
        </p:txBody>
      </p:sp>
      <p:pic>
        <p:nvPicPr>
          <p:cNvPr id="26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7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68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تِمِثِ</a:t>
            </a:r>
            <a:endParaRPr lang="ar-SA" sz="8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ثِمِجِ</a:t>
            </a:r>
            <a:endParaRPr lang="ar-SA" sz="54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جِمِحِ</a:t>
            </a:r>
            <a:endParaRPr lang="ar-SA" sz="5400" dirty="0"/>
          </a:p>
        </p:txBody>
      </p:sp>
      <p:pic>
        <p:nvPicPr>
          <p:cNvPr id="24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حِمِخِ</a:t>
            </a:r>
            <a:endParaRPr lang="ar-SA" sz="54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خِمِدِ</a:t>
            </a:r>
            <a:endParaRPr lang="ar-SA" sz="8400" dirty="0"/>
          </a:p>
        </p:txBody>
      </p:sp>
      <p:pic>
        <p:nvPicPr>
          <p:cNvPr id="26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7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517" y="3332988"/>
            <a:ext cx="2262043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دِمِذِ</a:t>
            </a:r>
            <a:endParaRPr lang="ar-SA" sz="8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ذِمِرِ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رِمِزِ</a:t>
            </a:r>
            <a:endParaRPr lang="ar-SA" sz="6600" dirty="0"/>
          </a:p>
        </p:txBody>
      </p:sp>
      <p:pic>
        <p:nvPicPr>
          <p:cNvPr id="29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زِمِسِ</a:t>
            </a:r>
            <a:endParaRPr lang="ar-SA" sz="6300" dirty="0"/>
          </a:p>
        </p:txBody>
      </p:sp>
      <p:pic>
        <p:nvPicPr>
          <p:cNvPr id="24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سِمِشِ</a:t>
            </a:r>
            <a:endParaRPr lang="ar-SA" sz="6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شِمِصِ</a:t>
            </a:r>
            <a:endParaRPr lang="ar-SA" sz="5900" dirty="0"/>
          </a:p>
        </p:txBody>
      </p:sp>
      <p:pic>
        <p:nvPicPr>
          <p:cNvPr id="26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صِمِضِ</a:t>
            </a:r>
            <a:endParaRPr lang="ar-SA" sz="57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ضِمِطِ</a:t>
            </a:r>
            <a:endParaRPr lang="ar-SA" sz="70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طِمِظِ</a:t>
            </a:r>
            <a:endParaRPr lang="ar-SA" sz="7200" dirty="0"/>
          </a:p>
        </p:txBody>
      </p:sp>
      <p:pic>
        <p:nvPicPr>
          <p:cNvPr id="29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ظِمِعِ</a:t>
            </a:r>
            <a:endParaRPr lang="ar-SA" sz="5400" dirty="0"/>
          </a:p>
        </p:txBody>
      </p:sp>
      <p:pic>
        <p:nvPicPr>
          <p:cNvPr id="24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عِمِغِ</a:t>
            </a:r>
            <a:endParaRPr lang="ar-SA" sz="54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غِمِفِ</a:t>
            </a:r>
            <a:endParaRPr lang="ar-SA" sz="7400" dirty="0"/>
          </a:p>
        </p:txBody>
      </p:sp>
      <p:pic>
        <p:nvPicPr>
          <p:cNvPr id="26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فِمِقِ</a:t>
            </a:r>
            <a:endParaRPr lang="ar-SA" sz="62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قِمِكِ</a:t>
            </a:r>
            <a:endParaRPr lang="ar-SA" sz="81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كِمِلِ</a:t>
            </a:r>
            <a:endParaRPr lang="ar-SA" sz="65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لِمِإِ</a:t>
            </a:r>
            <a:endParaRPr lang="ar-SA" sz="6200" dirty="0"/>
          </a:p>
        </p:txBody>
      </p:sp>
      <p:pic>
        <p:nvPicPr>
          <p:cNvPr id="24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5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</a:t>
            </a:r>
            <a:endParaRPr lang="ar-SA" sz="70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71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7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71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71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71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</a:t>
            </a:r>
            <a:endParaRPr lang="ar-SA" sz="71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</a:t>
            </a:r>
            <a:endParaRPr lang="ar-SA" sz="7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</a:t>
            </a:r>
            <a:endParaRPr lang="ar-SA" sz="7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</a:t>
            </a:r>
            <a:endParaRPr lang="ar-SA" sz="71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</a:t>
            </a:r>
            <a:endParaRPr lang="ar-SA" sz="71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</a:t>
            </a:r>
            <a:endParaRPr lang="ar-SA" sz="71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</a:t>
            </a:r>
            <a:endParaRPr lang="ar-SA" sz="7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</a:t>
            </a:r>
            <a:endParaRPr lang="ar-SA" sz="71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</a:t>
            </a:r>
            <a:endParaRPr lang="ar-SA" sz="71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</a:t>
            </a:r>
            <a:endParaRPr lang="ar-SA" sz="7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</a:t>
            </a:r>
            <a:endParaRPr lang="ar-SA" sz="71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</a:t>
            </a:r>
            <a:endParaRPr lang="ar-SA" sz="7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</a:t>
            </a:r>
            <a:endParaRPr lang="ar-SA" sz="7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</a:t>
            </a:r>
            <a:endParaRPr lang="ar-SA" sz="71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8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2634" cy="1463040"/>
          </a:xfrm>
          <a:prstGeom prst="rect">
            <a:avLst/>
          </a:prstGeom>
        </p:spPr>
      </p:pic>
      <p:pic>
        <p:nvPicPr>
          <p:cNvPr id="19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19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20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17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85499" cy="1463040"/>
          </a:xfrm>
          <a:prstGeom prst="rect">
            <a:avLst/>
          </a:prstGeom>
        </p:spPr>
      </p:pic>
      <p:pic>
        <p:nvPicPr>
          <p:cNvPr id="18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14-meem</dc:title>
  <dc:subject>PptxGenJS Presentation</dc:subject>
  <dc:creator>PptxGenJS</dc:creator>
  <cp:lastModifiedBy>PptxGenJS</cp:lastModifiedBy>
  <cp:revision>1</cp:revision>
  <dcterms:created xsi:type="dcterms:W3CDTF">2026-10-20T23:11:24Z</dcterms:created>
  <dcterms:modified xsi:type="dcterms:W3CDTF">2026-10-20T23:11:24Z</dcterms:modified>
</cp:coreProperties>
</file>