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2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4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0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07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948050" cy="109728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319" y="1920240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080" y="3515868"/>
            <a:ext cx="91248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392" y="3744468"/>
            <a:ext cx="1571168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823" y="3927348"/>
            <a:ext cx="1324737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مِقِ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46" y="3653028"/>
            <a:ext cx="136771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تِمِثِ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799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خِمِدِ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34" y="4110228"/>
            <a:ext cx="1648526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دِمِذِ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ذِمِرِ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رِمِزِ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زِمِسِ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890" y="3332988"/>
            <a:ext cx="83567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سِمِشِ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شِمِصِ</a:t>
            </a:r>
            <a:endParaRPr lang="ar-SA" sz="5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صِمِضِ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ضِمِطِ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طِمِظِ</a:t>
            </a:r>
            <a:endParaRPr lang="ar-SA" sz="7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ظِمِعِ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876" y="3378708"/>
            <a:ext cx="994684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عِمِغِ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غِمِفِ</a:t>
            </a:r>
            <a:endParaRPr lang="ar-SA" sz="7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885" y="3744468"/>
            <a:ext cx="124367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فِمِقِ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قِمِكِ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كِمِلِ</a:t>
            </a:r>
            <a:endParaRPr lang="ar-SA" sz="65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37" y="3515868"/>
            <a:ext cx="962223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85" y="3515868"/>
            <a:ext cx="12404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637" y="3515868"/>
            <a:ext cx="75392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4155948"/>
            <a:ext cx="701345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998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099657" cy="128016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983" y="3287268"/>
            <a:ext cx="866577" cy="1783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1943100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618351" cy="12344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185" y="1851660"/>
            <a:ext cx="1442375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19953" cy="13258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14-meem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