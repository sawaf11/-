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2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4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0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10700" dirty="0"/>
          </a:p>
        </p:txBody>
      </p:sp>
      <p:pic>
        <p:nvPicPr>
          <p:cNvPr id="1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948050" cy="1097280"/>
          </a:xfrm>
          <a:prstGeom prst="rect">
            <a:avLst/>
          </a:prstGeom>
        </p:spPr>
      </p:pic>
      <p:pic>
        <p:nvPicPr>
          <p:cNvPr id="16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319" y="1920240"/>
            <a:ext cx="1012241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مِإِ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مِتِ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مِثِ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080" y="3515868"/>
            <a:ext cx="912480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مِجِ</a:t>
            </a:r>
            <a:endParaRPr lang="ar-SA" sz="6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7400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مِحِ</a:t>
            </a:r>
            <a:endParaRPr lang="ar-SA" sz="6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301100" cy="123444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392" y="3744468"/>
            <a:ext cx="1571168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مِخِ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448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DE0"/>
          </a:solidFill>
          <a:ln w="12700">
            <a:solidFill>
              <a:srgbClr val="52D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مِذِ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8"/>
          </a:solidFill>
          <a:ln w="12700">
            <a:solidFill>
              <a:srgbClr val="D147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مِرِ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45" y="3515868"/>
            <a:ext cx="716615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مِزِ</a:t>
            </a:r>
            <a:endParaRPr lang="ar-SA" sz="74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مِسِ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225296" cy="114300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628" y="4018788"/>
            <a:ext cx="1099932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مِشِ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ED5E"/>
          </a:solidFill>
          <a:ln w="12700">
            <a:solidFill>
              <a:srgbClr val="9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DB70"/>
          </a:solidFill>
          <a:ln w="12700">
            <a:solidFill>
              <a:srgbClr val="B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مِضِ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847"/>
          </a:solidFill>
          <a:ln w="12700">
            <a:solidFill>
              <a:srgbClr val="D1B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مِطِ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66612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400" y="3515868"/>
            <a:ext cx="732160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مِظِ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مِعِ</a:t>
            </a:r>
            <a:endParaRPr lang="ar-SA" sz="6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329903" cy="10972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823" y="3927348"/>
            <a:ext cx="1324737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مِغِ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4ED"/>
          </a:solidFill>
          <a:ln w="12700">
            <a:solidFill>
              <a:srgbClr val="5EB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مِفِ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D52"/>
          </a:solidFill>
          <a:ln w="12700">
            <a:solidFill>
              <a:srgbClr val="E09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مِقِ</a:t>
            </a:r>
            <a:endParaRPr lang="ar-SA" sz="7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1258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6"/>
          </a:solidFill>
          <a:ln w="12700">
            <a:solidFill>
              <a:srgbClr val="47D1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مِكِ</a:t>
            </a:r>
            <a:endParaRPr lang="ar-SA" sz="9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1100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مِلِ</a:t>
            </a:r>
            <a:endParaRPr lang="ar-SA" sz="73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إِمِبِ</a:t>
            </a:r>
            <a:endParaRPr lang="ar-SA" sz="62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3935" cy="141732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846" y="3653028"/>
            <a:ext cx="1367714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بِمِتِ</a:t>
            </a:r>
            <a:endParaRPr lang="ar-SA" sz="68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564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7"/>
          </a:solidFill>
          <a:ln w="12700">
            <a:solidFill>
              <a:srgbClr val="ED5E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تِمِثِ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9"/>
          </a:solidFill>
          <a:ln w="12700">
            <a:solidFill>
              <a:srgbClr val="52E0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70DB"/>
          </a:solidFill>
          <a:ln w="12700">
            <a:solidFill>
              <a:srgbClr val="C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ثِمِجِ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06353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64D8"/>
          </a:solidFill>
          <a:ln w="12700">
            <a:solidFill>
              <a:srgbClr val="9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47D1"/>
          </a:solidFill>
          <a:ln w="12700">
            <a:solidFill>
              <a:srgbClr val="7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جِمِحِ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71569" cy="9601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799" y="3744468"/>
            <a:ext cx="694761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حِمِخِ</a:t>
            </a:r>
            <a:endParaRPr lang="ar-SA" sz="5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33922" cy="15087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خِمِدِ</a:t>
            </a:r>
            <a:endParaRPr lang="ar-SA" sz="8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222096" cy="1508760"/>
          </a:xfrm>
          <a:prstGeom prst="rect">
            <a:avLst/>
          </a:prstGeom>
        </p:spPr>
      </p:pic>
      <p:pic>
        <p:nvPicPr>
          <p:cNvPr id="27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34" y="4110228"/>
            <a:ext cx="1648526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دِمِذِ</a:t>
            </a:r>
            <a:endParaRPr lang="ar-SA" sz="8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94938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F5E"/>
          </a:solidFill>
          <a:ln w="12700">
            <a:solidFill>
              <a:srgbClr val="EDD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ذِمِرِ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رِمِزِ</a:t>
            </a:r>
            <a:endParaRPr lang="ar-SA" sz="6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0801" cy="15087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147"/>
          </a:solidFill>
          <a:ln w="12700">
            <a:solidFill>
              <a:srgbClr val="D15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زِمِسِ</a:t>
            </a:r>
            <a:endParaRPr lang="ar-SA" sz="6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50548" cy="14173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890" y="3332988"/>
            <a:ext cx="835670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سِمِشِ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66872" cy="15087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شِمِصِ</a:t>
            </a:r>
            <a:endParaRPr lang="ar-SA" sz="59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715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3744468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صِمِضِ</a:t>
            </a:r>
            <a:endParaRPr lang="ar-SA" sz="57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0626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ضِمِطِ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E"/>
          </a:solidFill>
          <a:ln w="12700">
            <a:solidFill>
              <a:srgbClr val="70DB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طِمِظِ</a:t>
            </a:r>
            <a:endParaRPr lang="ar-SA" sz="72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ظِمِعِ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249436" cy="146304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876" y="3378708"/>
            <a:ext cx="994684" cy="1691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عِمِغِ</a:t>
            </a:r>
            <a:endParaRPr lang="ar-SA" sz="5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غِمِفِ</a:t>
            </a:r>
            <a:endParaRPr lang="ar-SA" sz="7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885" y="3744468"/>
            <a:ext cx="1243675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فِمِقِ</a:t>
            </a:r>
            <a:endParaRPr lang="ar-SA" sz="6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3257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5EED"/>
          </a:solidFill>
          <a:ln w="12700">
            <a:solidFill>
              <a:srgbClr val="9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قِمِكِ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5E052"/>
          </a:solidFill>
          <a:ln w="12700">
            <a:solidFill>
              <a:srgbClr val="9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كِمِلِ</a:t>
            </a:r>
            <a:endParaRPr lang="ar-SA" sz="65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53293" cy="15087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لِمِإِ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426098" cy="12801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6" y="3653028"/>
            <a:ext cx="717164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إِمِ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بِمِ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37950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515868"/>
            <a:ext cx="777240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تِمِ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ثِمِ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جِمِ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5747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5"/>
          </a:solidFill>
          <a:ln w="12700">
            <a:solidFill>
              <a:srgbClr val="D147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حِمِ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337" y="3515868"/>
            <a:ext cx="962223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خِمِ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دِمِ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462674" cy="10972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13" y="3927348"/>
            <a:ext cx="1633347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ذِمِ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7715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ED5E"/>
          </a:solidFill>
          <a:ln w="12700">
            <a:solidFill>
              <a:srgbClr val="6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رِمِ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C"/>
          </a:solidFill>
          <a:ln w="12700">
            <a:solidFill>
              <a:srgbClr val="E052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زِمِ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19211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7D147"/>
          </a:solidFill>
          <a:ln w="12700">
            <a:solidFill>
              <a:srgbClr val="C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سِمِ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33856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45" y="3515868"/>
            <a:ext cx="71661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شِمِ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023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صِمِ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468984" cy="137160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85" y="3515868"/>
            <a:ext cx="1240475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ضِمِ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8866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طِمِ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152"/>
          </a:solidFill>
          <a:ln w="12700">
            <a:solidFill>
              <a:srgbClr val="E0C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ظِمِ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9"/>
          </a:solidFill>
          <a:ln w="12700">
            <a:solidFill>
              <a:srgbClr val="47D1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عِمِ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217066" cy="100584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637" y="3515868"/>
            <a:ext cx="753923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غِمِ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4155948"/>
            <a:ext cx="701345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فِمِ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998" y="3881628"/>
            <a:ext cx="973562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قِمِ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3"/>
          </a:solidFill>
          <a:ln w="12700">
            <a:solidFill>
              <a:srgbClr val="ED5E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كِمِ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8"/>
          </a:solidFill>
          <a:ln w="12700">
            <a:solidFill>
              <a:srgbClr val="DB70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لِمِ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3778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289" y="896112"/>
            <a:ext cx="17957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289" y="896112"/>
            <a:ext cx="1795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83983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1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83983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10185" y="2834640"/>
            <a:ext cx="33236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10185" y="2834640"/>
            <a:ext cx="33236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 وَفَهِمَ</a:t>
            </a:r>
            <a:endParaRPr lang="ar-SA" sz="45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65960"/>
            <a:ext cx="1099657" cy="1280160"/>
          </a:xfrm>
          <a:prstGeom prst="rect">
            <a:avLst/>
          </a:prstGeom>
        </p:spPr>
      </p:pic>
      <p:pic>
        <p:nvPicPr>
          <p:cNvPr id="18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983" y="3287268"/>
            <a:ext cx="866577" cy="1783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44832" y="896112"/>
            <a:ext cx="17702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44832" y="896112"/>
            <a:ext cx="17702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28884" y="896112"/>
            <a:ext cx="19959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1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28884" y="896112"/>
            <a:ext cx="19959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41025" y="2834640"/>
            <a:ext cx="346195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41025" y="2834640"/>
            <a:ext cx="346195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 وَرَزَقَ</a:t>
            </a:r>
            <a:endParaRPr lang="ar-SA" sz="47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1943100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01561" y="896112"/>
            <a:ext cx="19946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F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01561" y="896112"/>
            <a:ext cx="19946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</a:t>
            </a:r>
            <a:endParaRPr lang="ar-SA" sz="5400" dirty="0"/>
          </a:p>
        </p:txBody>
      </p:sp>
      <p:sp>
        <p:nvSpPr>
          <p:cNvPr id="14" name="C2 W2 pill"/>
          <p:cNvSpPr/>
          <p:nvPr/>
        </p:nvSpPr>
        <p:spPr>
          <a:xfrm>
            <a:off x="2247745" y="896112"/>
            <a:ext cx="23337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F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47745" y="896112"/>
            <a:ext cx="23337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13585" y="2834640"/>
            <a:ext cx="39168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13585" y="2834640"/>
            <a:ext cx="39168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 وَتَعِبَ</a:t>
            </a:r>
            <a:endParaRPr lang="ar-SA" sz="5400" dirty="0"/>
          </a:p>
        </p:txBody>
      </p:sp>
      <p:pic>
        <p:nvPicPr>
          <p:cNvPr id="1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88820"/>
            <a:ext cx="1618351" cy="123444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185" y="1851660"/>
            <a:ext cx="1442375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6506" y="896112"/>
            <a:ext cx="19273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D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6506" y="896112"/>
            <a:ext cx="19273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10143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10143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05678" y="2834640"/>
            <a:ext cx="41326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05678" y="2834640"/>
            <a:ext cx="41326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 وَشَكَرَ</a:t>
            </a:r>
            <a:endParaRPr lang="ar-SA" sz="5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719953" cy="132588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1988820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14-meem</dc:title>
  <dc:subject>PptxGenJS Presentation</dc:subject>
  <dc:creator>PptxGenJS</dc:creator>
  <cp:lastModifiedBy>PptxGenJS</cp:lastModifiedBy>
  <cp:revision>1</cp:revision>
  <dcterms:created xsi:type="dcterms:W3CDTF">2026-10-21T00:09:47Z</dcterms:created>
  <dcterms:modified xsi:type="dcterms:W3CDTF">2026-10-21T00:09:47Z</dcterms:modified>
</cp:coreProperties>
</file>