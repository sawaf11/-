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2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2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2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5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8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1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3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47705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1988820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8" y="4155948"/>
            <a:ext cx="1315822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6100" dirty="0"/>
          </a:p>
        </p:txBody>
      </p:sp>
      <p:pic>
        <p:nvPicPr>
          <p:cNvPr id="2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345" y="3927348"/>
            <a:ext cx="57721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6" y="3835908"/>
            <a:ext cx="141343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134" y="3332988"/>
            <a:ext cx="107542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830" y="4155948"/>
            <a:ext cx="579730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76" y="3653028"/>
            <a:ext cx="12670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17326" cy="14630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5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187" y="3607308"/>
            <a:ext cx="111337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115" y="3378708"/>
            <a:ext cx="820445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083" y="3515868"/>
            <a:ext cx="75547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575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278" y="4064508"/>
            <a:ext cx="565282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382" y="3653028"/>
            <a:ext cx="165117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31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54985" cy="13258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073" y="3515868"/>
            <a:ext cx="74148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45" y="4155948"/>
            <a:ext cx="57881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071" y="3515868"/>
            <a:ext cx="89848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927348"/>
            <a:ext cx="56578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3698748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5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516" y="3332988"/>
            <a:ext cx="85304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064508"/>
            <a:ext cx="570311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452" y="4018788"/>
            <a:ext cx="1185108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666" y="3424428"/>
            <a:ext cx="748894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5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225" y="4064508"/>
            <a:ext cx="574335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223" y="3332988"/>
            <a:ext cx="77833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301" y="3835908"/>
            <a:ext cx="1070259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369" y="3378708"/>
            <a:ext cx="1074191" cy="1691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375989" cy="17373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12854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12854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78466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6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55210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5210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23306" y="2834640"/>
            <a:ext cx="4497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23306" y="2834640"/>
            <a:ext cx="4497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 وَشَبِعَ</a:t>
            </a:r>
            <a:endParaRPr lang="ar-SA" sz="4400" dirty="0"/>
          </a:p>
        </p:txBody>
      </p:sp>
      <p:pic>
        <p:nvPicPr>
          <p:cNvPr id="2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38682" cy="914400"/>
          </a:xfrm>
          <a:prstGeom prst="rect">
            <a:avLst/>
          </a:prstGeom>
        </p:spPr>
      </p:pic>
      <p:pic>
        <p:nvPicPr>
          <p:cNvPr id="2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081" y="2011680"/>
            <a:ext cx="131947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96802" y="896112"/>
            <a:ext cx="1920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96802" y="896112"/>
            <a:ext cx="1920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26221" y="896112"/>
            <a:ext cx="2050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221" y="896112"/>
            <a:ext cx="2050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وَقَعَدَ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0631" y="2834640"/>
            <a:ext cx="370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0631" y="2834640"/>
            <a:ext cx="370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 وَقَعَدَ</a:t>
            </a:r>
            <a:endParaRPr lang="ar-SA" sz="5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53044" cy="17373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1783080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09-ta-dha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