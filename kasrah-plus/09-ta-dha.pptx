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notesMasterIdLst>
    <p:notesMasterId r:id="rId10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31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13100" dirty="0"/>
          </a:p>
        </p:txBody>
      </p:sp>
      <p:pic>
        <p:nvPicPr>
          <p:cNvPr id="13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78824" cy="1554480"/>
          </a:xfrm>
          <a:prstGeom prst="rect">
            <a:avLst/>
          </a:prstGeom>
        </p:spPr>
      </p:pic>
      <p:pic>
        <p:nvPicPr>
          <p:cNvPr id="14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470" y="1783080"/>
            <a:ext cx="1315090" cy="1554480"/>
          </a:xfrm>
          <a:prstGeom prst="rect">
            <a:avLst/>
          </a:prstGeom>
        </p:spPr>
      </p:pic>
      <p:pic>
        <p:nvPicPr>
          <p:cNvPr id="15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EED"/>
          </a:solidFill>
          <a:ln w="12700">
            <a:solidFill>
              <a:srgbClr val="5EA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طِإِ</a:t>
            </a:r>
            <a:endParaRPr lang="ar-SA" sz="70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352"/>
          </a:solidFill>
          <a:ln w="12700">
            <a:solidFill>
              <a:srgbClr val="E0A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4DB"/>
          </a:solidFill>
          <a:ln w="12700">
            <a:solidFill>
              <a:srgbClr val="70D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4785"/>
          </a:solidFill>
          <a:ln w="12700">
            <a:solidFill>
              <a:srgbClr val="6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طِبِ</a:t>
            </a:r>
            <a:endParaRPr lang="ar-SA" sz="75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724" y="4297680"/>
            <a:ext cx="558836" cy="777240"/>
          </a:xfrm>
          <a:prstGeom prst="rect">
            <a:avLst/>
          </a:prstGeom>
        </p:spPr>
      </p:pic>
      <p:pic>
        <p:nvPicPr>
          <p:cNvPr id="2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05420" y="45720"/>
            <a:ext cx="803940" cy="6400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E"/>
          </a:solidFill>
          <a:ln w="12700">
            <a:solidFill>
              <a:srgbClr val="64D8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B"/>
          </a:solidFill>
          <a:ln w="12700">
            <a:solidFill>
              <a:srgbClr val="47D19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طِتِ</a:t>
            </a:r>
            <a:endParaRPr lang="ar-SA" sz="95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98" y="3520440"/>
            <a:ext cx="1114562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طِثِ</a:t>
            </a:r>
            <a:endParaRPr lang="ar-SA" sz="95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523" y="4343400"/>
            <a:ext cx="711037" cy="731520"/>
          </a:xfrm>
          <a:prstGeom prst="rect">
            <a:avLst/>
          </a:prstGeom>
        </p:spPr>
      </p:pic>
      <p:pic>
        <p:nvPicPr>
          <p:cNvPr id="23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642B"/>
          </a:solidFill>
          <a:ln w="12700">
            <a:solidFill>
              <a:srgbClr val="4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7934"/>
          </a:solidFill>
          <a:ln w="12700">
            <a:solidFill>
              <a:srgbClr val="3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طِجِ</a:t>
            </a:r>
            <a:endParaRPr lang="ar-SA" sz="61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782" y="3520440"/>
            <a:ext cx="1605778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طِحِ</a:t>
            </a:r>
            <a:endParaRPr lang="ar-SA" sz="61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300" y="3520440"/>
            <a:ext cx="1391260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2"/>
          </a:solidFill>
          <a:ln w="12700">
            <a:solidFill>
              <a:srgbClr val="ED5ED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طِخِ</a:t>
            </a:r>
            <a:endParaRPr lang="ar-SA" sz="6100" dirty="0"/>
          </a:p>
        </p:txBody>
      </p:sp>
      <p:pic>
        <p:nvPicPr>
          <p:cNvPr id="28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F"/>
          </a:solidFill>
          <a:ln w="12700">
            <a:solidFill>
              <a:srgbClr val="52E0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70DB"/>
          </a:solidFill>
          <a:ln w="12700">
            <a:solidFill>
              <a:srgbClr val="C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طِدِ</a:t>
            </a:r>
            <a:endParaRPr lang="ar-SA" sz="95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408" y="45720"/>
            <a:ext cx="852952" cy="7315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164D8"/>
          </a:solidFill>
          <a:ln w="12700">
            <a:solidFill>
              <a:srgbClr val="A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947D1"/>
          </a:solidFill>
          <a:ln w="12700">
            <a:solidFill>
              <a:srgbClr val="7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طِذِ</a:t>
            </a:r>
            <a:endParaRPr lang="ar-SA" sz="95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562" y="3520440"/>
            <a:ext cx="1126998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طِرِ</a:t>
            </a:r>
            <a:endParaRPr lang="ar-SA" sz="74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361" y="4069080"/>
            <a:ext cx="723199" cy="1005840"/>
          </a:xfrm>
          <a:prstGeom prst="rect">
            <a:avLst/>
          </a:prstGeom>
        </p:spPr>
      </p:pic>
      <p:pic>
        <p:nvPicPr>
          <p:cNvPr id="23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964"/>
          </a:solidFill>
          <a:ln w="12700">
            <a:solidFill>
              <a:srgbClr val="2B5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979"/>
          </a:solidFill>
          <a:ln w="12700">
            <a:solidFill>
              <a:srgbClr val="344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طِزِ</a:t>
            </a:r>
            <a:endParaRPr lang="ar-SA" sz="74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98" y="3520440"/>
            <a:ext cx="1114562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طِسِ</a:t>
            </a:r>
            <a:endParaRPr lang="ar-SA" sz="71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605" y="3520440"/>
            <a:ext cx="1510955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475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55E"/>
          </a:solidFill>
          <a:ln w="12700">
            <a:solidFill>
              <a:srgbClr val="EDE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طِشِ</a:t>
            </a:r>
            <a:endParaRPr lang="ar-SA" sz="7100" dirty="0"/>
          </a:p>
        </p:txBody>
      </p:sp>
      <p:pic>
        <p:nvPicPr>
          <p:cNvPr id="28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B52E0"/>
          </a:solidFill>
          <a:ln w="12700">
            <a:solidFill>
              <a:srgbClr val="5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D70"/>
          </a:solidFill>
          <a:ln w="12700">
            <a:solidFill>
              <a:srgbClr val="DBA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8547"/>
          </a:solidFill>
          <a:ln w="12700">
            <a:solidFill>
              <a:srgbClr val="4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طِصِ</a:t>
            </a:r>
            <a:endParaRPr lang="ar-SA" sz="71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464"/>
          </a:solidFill>
          <a:ln w="12700">
            <a:solidFill>
              <a:srgbClr val="D88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747"/>
          </a:solidFill>
          <a:ln w="12700">
            <a:solidFill>
              <a:srgbClr val="D15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طِضِ</a:t>
            </a:r>
            <a:endParaRPr lang="ar-SA" sz="71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20440"/>
            <a:ext cx="1768998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إِطِبِ</a:t>
            </a:r>
            <a:endParaRPr lang="ar-SA" sz="62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6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336" y="4251960"/>
            <a:ext cx="696224" cy="822960"/>
          </a:xfrm>
          <a:prstGeom prst="rect">
            <a:avLst/>
          </a:prstGeom>
        </p:spPr>
      </p:pic>
      <p:pic>
        <p:nvPicPr>
          <p:cNvPr id="27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2B64"/>
          </a:solidFill>
          <a:ln w="12700">
            <a:solidFill>
              <a:srgbClr val="6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B"/>
          </a:solidFill>
          <a:ln w="12700">
            <a:solidFill>
              <a:srgbClr val="7934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8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بِطِتِ</a:t>
            </a:r>
            <a:endParaRPr lang="ar-SA" sz="6800" dirty="0"/>
          </a:p>
        </p:txBody>
      </p:sp>
      <p:pic>
        <p:nvPicPr>
          <p:cNvPr id="26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7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974" y="3337560"/>
            <a:ext cx="1259586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تِطِثِ</a:t>
            </a:r>
            <a:endParaRPr lang="ar-SA" sz="75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128552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398" y="3337560"/>
            <a:ext cx="1249162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1"/>
          </a:solidFill>
          <a:ln w="12700">
            <a:solidFill>
              <a:srgbClr val="5EEDC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ثِطِجِ</a:t>
            </a:r>
            <a:endParaRPr lang="ar-SA" sz="5400" dirty="0"/>
          </a:p>
        </p:txBody>
      </p:sp>
      <p:pic>
        <p:nvPicPr>
          <p:cNvPr id="32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B"/>
          </a:solidFill>
          <a:ln w="12700">
            <a:solidFill>
              <a:srgbClr val="E052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2"/>
          </a:solidFill>
          <a:ln w="12700">
            <a:solidFill>
              <a:srgbClr val="70DB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D85"/>
          </a:solidFill>
          <a:ln w="12700">
            <a:solidFill>
              <a:srgbClr val="475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جِطِحِ</a:t>
            </a:r>
            <a:endParaRPr lang="ar-SA" sz="5400" dirty="0"/>
          </a:p>
        </p:txBody>
      </p:sp>
      <p:pic>
        <p:nvPicPr>
          <p:cNvPr id="29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30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7"/>
          </a:solidFill>
          <a:ln w="12700">
            <a:solidFill>
              <a:srgbClr val="64D86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BD147"/>
          </a:solidFill>
          <a:ln w="12700">
            <a:solidFill>
              <a:srgbClr val="5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حِطِخِ</a:t>
            </a:r>
            <a:endParaRPr lang="ar-SA" sz="5400" dirty="0"/>
          </a:p>
        </p:txBody>
      </p:sp>
      <p:pic>
        <p:nvPicPr>
          <p:cNvPr id="24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5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867" y="3337560"/>
            <a:ext cx="1794693" cy="1737360"/>
          </a:xfrm>
          <a:prstGeom prst="rect">
            <a:avLst/>
          </a:prstGeom>
        </p:spPr>
      </p:pic>
      <p:pic>
        <p:nvPicPr>
          <p:cNvPr id="2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خِطِدِ</a:t>
            </a:r>
            <a:endParaRPr lang="ar-SA" sz="84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6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930" y="4297680"/>
            <a:ext cx="695630" cy="777240"/>
          </a:xfrm>
          <a:prstGeom prst="rect">
            <a:avLst/>
          </a:prstGeom>
        </p:spPr>
      </p:pic>
      <p:pic>
        <p:nvPicPr>
          <p:cNvPr id="2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331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7934"/>
          </a:solidFill>
          <a:ln w="12700">
            <a:solidFill>
              <a:srgbClr val="6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دِطِذِ</a:t>
            </a:r>
            <a:endParaRPr lang="ar-SA" sz="8400" dirty="0"/>
          </a:p>
        </p:txBody>
      </p:sp>
      <p:pic>
        <p:nvPicPr>
          <p:cNvPr id="26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7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444" y="3337560"/>
            <a:ext cx="1977116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ذِطِرِ</a:t>
            </a:r>
            <a:endParaRPr lang="ar-SA" sz="6600" dirty="0"/>
          </a:p>
        </p:txBody>
      </p:sp>
      <p:pic>
        <p:nvPicPr>
          <p:cNvPr id="24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338270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753" y="3337560"/>
            <a:ext cx="1469807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5EED"/>
          </a:solidFill>
          <a:ln w="12700">
            <a:solidFill>
              <a:srgbClr val="9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رِطِزِ</a:t>
            </a:r>
            <a:endParaRPr lang="ar-SA" sz="6600" dirty="0"/>
          </a:p>
        </p:txBody>
      </p:sp>
      <p:pic>
        <p:nvPicPr>
          <p:cNvPr id="32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FE052"/>
          </a:solidFill>
          <a:ln w="12700">
            <a:solidFill>
              <a:srgbClr val="8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70DB"/>
          </a:solidFill>
          <a:ln w="12700">
            <a:solidFill>
              <a:srgbClr val="7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C"/>
          </a:solidFill>
          <a:ln w="12700">
            <a:solidFill>
              <a:srgbClr val="8547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زِطِسِ</a:t>
            </a:r>
            <a:endParaRPr lang="ar-SA" sz="6300" dirty="0"/>
          </a:p>
        </p:txBody>
      </p:sp>
      <p:pic>
        <p:nvPicPr>
          <p:cNvPr id="29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30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724" y="4297680"/>
            <a:ext cx="558836" cy="777240"/>
          </a:xfrm>
          <a:prstGeom prst="rect">
            <a:avLst/>
          </a:prstGeom>
        </p:spPr>
      </p:pic>
      <p:pic>
        <p:nvPicPr>
          <p:cNvPr id="31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ED8"/>
          </a:solidFill>
          <a:ln w="12700">
            <a:solidFill>
              <a:srgbClr val="647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DD1"/>
          </a:solidFill>
          <a:ln w="12700">
            <a:solidFill>
              <a:srgbClr val="477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سِطِشِ</a:t>
            </a:r>
            <a:endParaRPr lang="ar-SA" sz="5600" dirty="0"/>
          </a:p>
        </p:txBody>
      </p:sp>
      <p:pic>
        <p:nvPicPr>
          <p:cNvPr id="24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873" y="3337560"/>
            <a:ext cx="1245687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شِطِصِ</a:t>
            </a:r>
            <a:endParaRPr lang="ar-SA" sz="57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6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523" y="4343400"/>
            <a:ext cx="711037" cy="731520"/>
          </a:xfrm>
          <a:prstGeom prst="rect">
            <a:avLst/>
          </a:prstGeom>
        </p:spPr>
      </p:pic>
      <p:pic>
        <p:nvPicPr>
          <p:cNvPr id="27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4"/>
          </a:solidFill>
          <a:ln w="12700">
            <a:solidFill>
              <a:srgbClr val="2B64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6"/>
          </a:solidFill>
          <a:ln w="12700">
            <a:solidFill>
              <a:srgbClr val="3479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صِطِضِ</a:t>
            </a:r>
            <a:endParaRPr lang="ar-SA" sz="5400" dirty="0"/>
          </a:p>
        </p:txBody>
      </p:sp>
      <p:pic>
        <p:nvPicPr>
          <p:cNvPr id="26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7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867" y="3337560"/>
            <a:ext cx="1794693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ضِطِإِ</a:t>
            </a:r>
            <a:endParaRPr lang="ar-SA" sz="6200" dirty="0"/>
          </a:p>
        </p:txBody>
      </p:sp>
      <p:pic>
        <p:nvPicPr>
          <p:cNvPr id="24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425778" cy="1508760"/>
          </a:xfrm>
          <a:prstGeom prst="rect">
            <a:avLst/>
          </a:prstGeom>
        </p:spPr>
      </p:pic>
      <p:pic>
        <p:nvPicPr>
          <p:cNvPr id="25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623" y="3337560"/>
            <a:ext cx="1554937" cy="1737360"/>
          </a:xfrm>
          <a:prstGeom prst="rect">
            <a:avLst/>
          </a:prstGeom>
        </p:spPr>
      </p:pic>
      <p:pic>
        <p:nvPicPr>
          <p:cNvPr id="26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A5E"/>
          </a:solidFill>
          <a:ln w="12700">
            <a:solidFill>
              <a:srgbClr val="ED7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إِطِ</a:t>
            </a:r>
            <a:endParaRPr lang="ar-SA" sz="70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3E0"/>
          </a:solidFill>
          <a:ln w="12700">
            <a:solidFill>
              <a:srgbClr val="52B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3"/>
          </a:solidFill>
          <a:ln w="12700">
            <a:solidFill>
              <a:srgbClr val="DB70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8547"/>
          </a:solidFill>
          <a:ln w="12700">
            <a:solidFill>
              <a:srgbClr val="7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بِطِ</a:t>
            </a:r>
            <a:endParaRPr lang="ar-SA" sz="77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505420" y="45720"/>
            <a:ext cx="803940" cy="6400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B"/>
          </a:solidFill>
          <a:ln w="12700">
            <a:solidFill>
              <a:srgbClr val="D8649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F"/>
          </a:solidFill>
          <a:ln w="12700">
            <a:solidFill>
              <a:srgbClr val="D1479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تِطِ</a:t>
            </a:r>
            <a:endParaRPr lang="ar-SA" sz="95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562" y="3520440"/>
            <a:ext cx="1126998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ثِطِ</a:t>
            </a:r>
            <a:endParaRPr lang="ar-SA" sz="95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361" y="4069080"/>
            <a:ext cx="723199" cy="1005840"/>
          </a:xfrm>
          <a:prstGeom prst="rect">
            <a:avLst/>
          </a:prstGeom>
        </p:spPr>
      </p:pic>
      <p:pic>
        <p:nvPicPr>
          <p:cNvPr id="23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2B64"/>
          </a:solidFill>
          <a:ln w="12700">
            <a:solidFill>
              <a:srgbClr val="3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3479"/>
          </a:solidFill>
          <a:ln w="12700">
            <a:solidFill>
              <a:srgbClr val="6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جِطِ</a:t>
            </a:r>
            <a:endParaRPr lang="ar-SA" sz="77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98" y="3520440"/>
            <a:ext cx="1114562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حِطِ</a:t>
            </a:r>
            <a:endParaRPr lang="ar-SA" sz="95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605" y="3520440"/>
            <a:ext cx="1510955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ED5E"/>
          </a:solidFill>
          <a:ln w="12700">
            <a:solidFill>
              <a:srgbClr val="6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خِطِ</a:t>
            </a:r>
            <a:endParaRPr lang="ar-SA" sz="9500" dirty="0"/>
          </a:p>
        </p:txBody>
      </p:sp>
      <p:pic>
        <p:nvPicPr>
          <p:cNvPr id="28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6"/>
          </a:solidFill>
          <a:ln w="12700">
            <a:solidFill>
              <a:srgbClr val="E052D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DB70"/>
          </a:solidFill>
          <a:ln w="12700">
            <a:solidFill>
              <a:srgbClr val="9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F"/>
          </a:solidFill>
          <a:ln w="12700">
            <a:solidFill>
              <a:srgbClr val="4785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دِطِ</a:t>
            </a:r>
            <a:endParaRPr lang="ar-SA" sz="95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408" y="45720"/>
            <a:ext cx="852952" cy="7315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D864"/>
          </a:solidFill>
          <a:ln w="12700">
            <a:solidFill>
              <a:srgbClr val="B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1D147"/>
          </a:solidFill>
          <a:ln w="12700">
            <a:solidFill>
              <a:srgbClr val="C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ذِطِ</a:t>
            </a:r>
            <a:endParaRPr lang="ar-SA" sz="95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20440"/>
            <a:ext cx="1768998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رِطِ</a:t>
            </a:r>
            <a:endParaRPr lang="ar-SA" sz="75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336" y="4251960"/>
            <a:ext cx="696224" cy="822960"/>
          </a:xfrm>
          <a:prstGeom prst="rect">
            <a:avLst/>
          </a:prstGeom>
        </p:spPr>
      </p:pic>
      <p:pic>
        <p:nvPicPr>
          <p:cNvPr id="23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E"/>
          </a:solidFill>
          <a:ln w="12700">
            <a:solidFill>
              <a:srgbClr val="642B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334"/>
          </a:solidFill>
          <a:ln w="12700">
            <a:solidFill>
              <a:srgbClr val="795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زِطِ</a:t>
            </a:r>
            <a:endParaRPr lang="ar-SA" sz="75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562" y="3520440"/>
            <a:ext cx="1126998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سِطِ</a:t>
            </a:r>
            <a:endParaRPr lang="ar-SA" sz="95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889" y="3520440"/>
            <a:ext cx="1117671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475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AED"/>
          </a:solidFill>
          <a:ln w="12700">
            <a:solidFill>
              <a:srgbClr val="5E8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شِطِ</a:t>
            </a:r>
            <a:endParaRPr lang="ar-SA" sz="9500" dirty="0"/>
          </a:p>
        </p:txBody>
      </p:sp>
      <p:pic>
        <p:nvPicPr>
          <p:cNvPr id="28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752"/>
          </a:solidFill>
          <a:ln w="12700">
            <a:solidFill>
              <a:srgbClr val="E0C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9DB"/>
          </a:solidFill>
          <a:ln w="12700">
            <a:solidFill>
              <a:srgbClr val="70B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صِطِ</a:t>
            </a:r>
            <a:endParaRPr lang="ar-SA" sz="95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5D8"/>
          </a:solidFill>
          <a:ln w="12700">
            <a:solidFill>
              <a:srgbClr val="64D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E"/>
          </a:solidFill>
          <a:ln w="12700">
            <a:solidFill>
              <a:srgbClr val="47D1B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ضِطِ</a:t>
            </a:r>
            <a:endParaRPr lang="ar-SA" sz="95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782" y="3520440"/>
            <a:ext cx="1605778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3100" dirty="0"/>
          </a:p>
        </p:txBody>
      </p:sp>
      <p:sp>
        <p:nvSpPr>
          <p:cNvPr id="13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13100" dirty="0"/>
          </a:p>
        </p:txBody>
      </p:sp>
      <p:pic>
        <p:nvPicPr>
          <p:cNvPr id="14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468984" cy="1554480"/>
          </a:xfrm>
          <a:prstGeom prst="rect">
            <a:avLst/>
          </a:prstGeom>
        </p:spPr>
      </p:pic>
      <p:pic>
        <p:nvPicPr>
          <p:cNvPr id="15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300" y="1783080"/>
            <a:ext cx="1391260" cy="1554480"/>
          </a:xfrm>
          <a:prstGeom prst="rect">
            <a:avLst/>
          </a:prstGeom>
        </p:spPr>
      </p:pic>
      <p:pic>
        <p:nvPicPr>
          <p:cNvPr id="1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642B"/>
          </a:solidFill>
          <a:ln w="12700">
            <a:solidFill>
              <a:srgbClr val="3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2"/>
          </a:solidFill>
          <a:ln w="12700">
            <a:solidFill>
              <a:srgbClr val="3479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ظِإِ</a:t>
            </a:r>
            <a:endParaRPr lang="ar-SA" sz="70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20440"/>
            <a:ext cx="1768998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ظِبِ</a:t>
            </a:r>
            <a:endParaRPr lang="ar-SA" sz="75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470" y="3520440"/>
            <a:ext cx="1315090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D"/>
          </a:solidFill>
          <a:ln w="12700">
            <a:solidFill>
              <a:srgbClr val="ED5EA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ظِتِ</a:t>
            </a:r>
            <a:endParaRPr lang="ar-SA" sz="95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3"/>
          </a:solidFill>
          <a:ln w="12700">
            <a:solidFill>
              <a:srgbClr val="52E0A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3"/>
          </a:solidFill>
          <a:ln w="12700">
            <a:solidFill>
              <a:srgbClr val="DB70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047"/>
          </a:solidFill>
          <a:ln w="12700">
            <a:solidFill>
              <a:srgbClr val="856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ظِثِ</a:t>
            </a:r>
            <a:endParaRPr lang="ar-SA" sz="95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724" y="4297680"/>
            <a:ext cx="558836" cy="777240"/>
          </a:xfrm>
          <a:prstGeom prst="rect">
            <a:avLst/>
          </a:prstGeom>
        </p:spPr>
      </p:pic>
      <p:pic>
        <p:nvPicPr>
          <p:cNvPr id="27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64D8"/>
          </a:solidFill>
          <a:ln w="12700">
            <a:solidFill>
              <a:srgbClr val="B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C47D1"/>
          </a:solidFill>
          <a:ln w="12700">
            <a:solidFill>
              <a:srgbClr val="9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ظِجِ</a:t>
            </a:r>
            <a:endParaRPr lang="ar-SA" sz="61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98" y="3520440"/>
            <a:ext cx="1114562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ظِحِ</a:t>
            </a:r>
            <a:endParaRPr lang="ar-SA" sz="61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523" y="4343400"/>
            <a:ext cx="711037" cy="731520"/>
          </a:xfrm>
          <a:prstGeom prst="rect">
            <a:avLst/>
          </a:prstGeom>
        </p:spPr>
      </p:pic>
      <p:pic>
        <p:nvPicPr>
          <p:cNvPr id="23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331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879"/>
          </a:solidFill>
          <a:ln w="12700">
            <a:solidFill>
              <a:srgbClr val="343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ظِخِ</a:t>
            </a:r>
            <a:endParaRPr lang="ar-SA" sz="61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782" y="3520440"/>
            <a:ext cx="1605778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ظِدِ</a:t>
            </a:r>
            <a:endParaRPr lang="ar-SA" sz="95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300" y="3520440"/>
            <a:ext cx="1391260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1ED5E"/>
          </a:solidFill>
          <a:ln w="12700">
            <a:solidFill>
              <a:srgbClr val="D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ظِذِ</a:t>
            </a:r>
            <a:endParaRPr lang="ar-SA" sz="9500" dirty="0"/>
          </a:p>
        </p:txBody>
      </p:sp>
      <p:pic>
        <p:nvPicPr>
          <p:cNvPr id="28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052E0"/>
          </a:solidFill>
          <a:ln w="12700">
            <a:solidFill>
              <a:srgbClr val="8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870"/>
          </a:solidFill>
          <a:ln w="12700">
            <a:solidFill>
              <a:srgbClr val="DBC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1"/>
          </a:solidFill>
          <a:ln w="12700">
            <a:solidFill>
              <a:srgbClr val="4785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ظِرِ</a:t>
            </a:r>
            <a:endParaRPr lang="ar-SA" sz="74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264"/>
          </a:solidFill>
          <a:ln w="12700">
            <a:solidFill>
              <a:srgbClr val="D8A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A47"/>
          </a:solidFill>
          <a:ln w="12700">
            <a:solidFill>
              <a:srgbClr val="D17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ظِزِ</a:t>
            </a:r>
            <a:endParaRPr lang="ar-SA" sz="74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562" y="3520440"/>
            <a:ext cx="1126998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ظِسِ</a:t>
            </a:r>
            <a:endParaRPr lang="ar-SA" sz="71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361" y="4069080"/>
            <a:ext cx="723199" cy="100584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9"/>
          </a:solidFill>
          <a:ln w="12700">
            <a:solidFill>
              <a:srgbClr val="642B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9"/>
          </a:solidFill>
          <a:ln w="12700">
            <a:solidFill>
              <a:srgbClr val="7934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ظِشِ</a:t>
            </a:r>
            <a:endParaRPr lang="ar-SA" sz="71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98" y="3520440"/>
            <a:ext cx="1114562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ظِصِ</a:t>
            </a:r>
            <a:endParaRPr lang="ar-SA" sz="71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605" y="3520440"/>
            <a:ext cx="1510955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6"/>
          </a:solidFill>
          <a:ln w="12700">
            <a:solidFill>
              <a:srgbClr val="5EEDE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ظِضِ</a:t>
            </a:r>
            <a:endParaRPr lang="ar-SA" sz="71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C52"/>
          </a:solidFill>
          <a:ln w="12700">
            <a:solidFill>
              <a:srgbClr val="E05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E"/>
          </a:solidFill>
          <a:ln w="12700">
            <a:solidFill>
              <a:srgbClr val="70DB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D85"/>
          </a:solidFill>
          <a:ln w="12700">
            <a:solidFill>
              <a:srgbClr val="474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ظِطِ</a:t>
            </a:r>
            <a:endParaRPr lang="ar-SA" sz="95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505420" y="45720"/>
            <a:ext cx="803940" cy="6400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5"/>
          </a:solidFill>
          <a:ln w="12700">
            <a:solidFill>
              <a:srgbClr val="64D88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7"/>
          </a:solidFill>
          <a:ln w="12700">
            <a:solidFill>
              <a:srgbClr val="47D15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إِظِبِ</a:t>
            </a:r>
            <a:endParaRPr lang="ar-SA" sz="62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5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444" y="3337560"/>
            <a:ext cx="1977116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بِظِتِ</a:t>
            </a:r>
            <a:endParaRPr lang="ar-SA" sz="68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6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336" y="4251960"/>
            <a:ext cx="696224" cy="822960"/>
          </a:xfrm>
          <a:prstGeom prst="rect">
            <a:avLst/>
          </a:prstGeom>
        </p:spPr>
      </p:pic>
      <p:pic>
        <p:nvPicPr>
          <p:cNvPr id="27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12B"/>
          </a:solidFill>
          <a:ln w="12700">
            <a:solidFill>
              <a:srgbClr val="646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7934"/>
          </a:solidFill>
          <a:ln w="12700">
            <a:solidFill>
              <a:srgbClr val="5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تِظِثِ</a:t>
            </a:r>
            <a:endParaRPr lang="ar-SA" sz="7500" dirty="0"/>
          </a:p>
        </p:txBody>
      </p:sp>
      <p:pic>
        <p:nvPicPr>
          <p:cNvPr id="26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7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974" y="3337560"/>
            <a:ext cx="1259586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ثِظِجِ</a:t>
            </a:r>
            <a:endParaRPr lang="ar-SA" sz="54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128552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398" y="3337560"/>
            <a:ext cx="1249162" cy="1737360"/>
          </a:xfrm>
          <a:prstGeom prst="rect">
            <a:avLst/>
          </a:prstGeom>
        </p:spPr>
      </p:pic>
      <p:pic>
        <p:nvPicPr>
          <p:cNvPr id="2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25EED"/>
          </a:solidFill>
          <a:ln w="12700">
            <a:solidFill>
              <a:srgbClr val="C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جِظِحِ</a:t>
            </a:r>
            <a:endParaRPr lang="ar-SA" sz="5400" dirty="0"/>
          </a:p>
        </p:txBody>
      </p:sp>
      <p:pic>
        <p:nvPicPr>
          <p:cNvPr id="32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AE052"/>
          </a:solidFill>
          <a:ln w="12700">
            <a:solidFill>
              <a:srgbClr val="6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370DB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حِظِخِ</a:t>
            </a:r>
            <a:endParaRPr lang="ar-SA" sz="5400" dirty="0"/>
          </a:p>
        </p:txBody>
      </p:sp>
      <p:pic>
        <p:nvPicPr>
          <p:cNvPr id="29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30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408" y="45720"/>
            <a:ext cx="852952" cy="7315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64D8"/>
          </a:solidFill>
          <a:ln w="12700">
            <a:solidFill>
              <a:srgbClr val="6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AD1"/>
          </a:solidFill>
          <a:ln w="12700">
            <a:solidFill>
              <a:srgbClr val="475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خِظِدِ</a:t>
            </a:r>
            <a:endParaRPr lang="ar-SA" sz="8400" dirty="0"/>
          </a:p>
        </p:txBody>
      </p:sp>
      <p:pic>
        <p:nvPicPr>
          <p:cNvPr id="24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5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867" y="3337560"/>
            <a:ext cx="1794693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7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دِظِذِ</a:t>
            </a:r>
            <a:endParaRPr lang="ar-SA" sz="84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6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930" y="4297680"/>
            <a:ext cx="695630" cy="777240"/>
          </a:xfrm>
          <a:prstGeom prst="rect">
            <a:avLst/>
          </a:prstGeom>
        </p:spPr>
      </p:pic>
      <p:pic>
        <p:nvPicPr>
          <p:cNvPr id="27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3"/>
          </a:solidFill>
          <a:ln w="12700">
            <a:solidFill>
              <a:srgbClr val="2B64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B79"/>
          </a:solidFill>
          <a:ln w="12700">
            <a:solidFill>
              <a:srgbClr val="346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ذِظِرِ</a:t>
            </a:r>
            <a:endParaRPr lang="ar-SA" sz="6600" dirty="0"/>
          </a:p>
        </p:txBody>
      </p:sp>
      <p:pic>
        <p:nvPicPr>
          <p:cNvPr id="26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7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444" y="3337560"/>
            <a:ext cx="1977116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رِظِزِ</a:t>
            </a:r>
            <a:endParaRPr lang="ar-SA" sz="6600" dirty="0"/>
          </a:p>
        </p:txBody>
      </p:sp>
      <p:pic>
        <p:nvPicPr>
          <p:cNvPr id="24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338270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753" y="3337560"/>
            <a:ext cx="1469807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475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F5E"/>
          </a:solidFill>
          <a:ln w="12700">
            <a:solidFill>
              <a:srgbClr val="ED9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زِظِسِ</a:t>
            </a:r>
            <a:endParaRPr lang="ar-SA" sz="6300" dirty="0"/>
          </a:p>
        </p:txBody>
      </p:sp>
      <p:pic>
        <p:nvPicPr>
          <p:cNvPr id="32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EE0"/>
          </a:solidFill>
          <a:ln w="12700">
            <a:solidFill>
              <a:srgbClr val="528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870"/>
          </a:solidFill>
          <a:ln w="12700">
            <a:solidFill>
              <a:srgbClr val="DB7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8547"/>
          </a:solidFill>
          <a:ln w="12700">
            <a:solidFill>
              <a:srgbClr val="6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سِظِشِ</a:t>
            </a:r>
            <a:endParaRPr lang="ar-SA" sz="5600" dirty="0"/>
          </a:p>
        </p:txBody>
      </p:sp>
      <p:pic>
        <p:nvPicPr>
          <p:cNvPr id="29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30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724" y="4297680"/>
            <a:ext cx="558836" cy="777240"/>
          </a:xfrm>
          <a:prstGeom prst="rect">
            <a:avLst/>
          </a:prstGeom>
        </p:spPr>
      </p:pic>
      <p:pic>
        <p:nvPicPr>
          <p:cNvPr id="31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D"/>
          </a:solidFill>
          <a:ln w="12700">
            <a:solidFill>
              <a:srgbClr val="D8647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C"/>
          </a:solidFill>
          <a:ln w="12700">
            <a:solidFill>
              <a:srgbClr val="D1477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شِظِصِ</a:t>
            </a:r>
            <a:endParaRPr lang="ar-SA" sz="5700" dirty="0"/>
          </a:p>
        </p:txBody>
      </p:sp>
      <p:pic>
        <p:nvPicPr>
          <p:cNvPr id="24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873" y="3337560"/>
            <a:ext cx="1245687" cy="1737360"/>
          </a:xfrm>
          <a:prstGeom prst="rect">
            <a:avLst/>
          </a:prstGeom>
        </p:spPr>
      </p:pic>
      <p:pic>
        <p:nvPicPr>
          <p:cNvPr id="26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صِظِضِ</a:t>
            </a:r>
            <a:endParaRPr lang="ar-SA" sz="54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6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523" y="4343400"/>
            <a:ext cx="711037" cy="731520"/>
          </a:xfrm>
          <a:prstGeom prst="rect">
            <a:avLst/>
          </a:prstGeom>
        </p:spPr>
      </p:pic>
      <p:pic>
        <p:nvPicPr>
          <p:cNvPr id="27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2B64"/>
          </a:solidFill>
          <a:ln w="12700">
            <a:solidFill>
              <a:srgbClr val="4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3479"/>
          </a:solidFill>
          <a:ln w="12700">
            <a:solidFill>
              <a:srgbClr val="7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ضِظِطِ</a:t>
            </a:r>
            <a:endParaRPr lang="ar-SA" sz="6400" dirty="0"/>
          </a:p>
        </p:txBody>
      </p:sp>
      <p:pic>
        <p:nvPicPr>
          <p:cNvPr id="26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7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867" y="3337560"/>
            <a:ext cx="1794693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طِظِإِ</a:t>
            </a:r>
            <a:endParaRPr lang="ar-SA" sz="6200" dirty="0"/>
          </a:p>
        </p:txBody>
      </p:sp>
      <p:pic>
        <p:nvPicPr>
          <p:cNvPr id="24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425778" cy="1508760"/>
          </a:xfrm>
          <a:prstGeom prst="rect">
            <a:avLst/>
          </a:prstGeom>
        </p:spPr>
      </p:pic>
      <p:pic>
        <p:nvPicPr>
          <p:cNvPr id="25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623" y="3337560"/>
            <a:ext cx="1554937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B"/>
          </a:solidFill>
          <a:ln w="12700">
            <a:solidFill>
              <a:srgbClr val="5EED7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إِظِ</a:t>
            </a:r>
            <a:endParaRPr lang="ar-SA" sz="70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2"/>
          </a:solidFill>
          <a:ln w="12700">
            <a:solidFill>
              <a:srgbClr val="E052B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3DB70"/>
          </a:solidFill>
          <a:ln w="12700">
            <a:solidFill>
              <a:srgbClr val="8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B85"/>
          </a:solidFill>
          <a:ln w="12700">
            <a:solidFill>
              <a:srgbClr val="477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بِظِ</a:t>
            </a:r>
            <a:endParaRPr lang="ar-SA" sz="77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D864"/>
          </a:solidFill>
          <a:ln w="12700">
            <a:solidFill>
              <a:srgbClr val="9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D147"/>
          </a:solidFill>
          <a:ln w="12700">
            <a:solidFill>
              <a:srgbClr val="9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تِظِ</a:t>
            </a:r>
            <a:endParaRPr lang="ar-SA" sz="95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562" y="3520440"/>
            <a:ext cx="1126998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ثِظِ</a:t>
            </a:r>
            <a:endParaRPr lang="ar-SA" sz="95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361" y="4069080"/>
            <a:ext cx="723199" cy="1005840"/>
          </a:xfrm>
          <a:prstGeom prst="rect">
            <a:avLst/>
          </a:prstGeom>
        </p:spPr>
      </p:pic>
      <p:pic>
        <p:nvPicPr>
          <p:cNvPr id="23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331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62B"/>
          </a:solidFill>
          <a:ln w="12700">
            <a:solidFill>
              <a:srgbClr val="643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534"/>
          </a:solidFill>
          <a:ln w="12700">
            <a:solidFill>
              <a:srgbClr val="796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جِظِ</a:t>
            </a:r>
            <a:endParaRPr lang="ar-SA" sz="77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98" y="3520440"/>
            <a:ext cx="1114562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حِظِ</a:t>
            </a:r>
            <a:endParaRPr lang="ar-SA" sz="95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605" y="3520440"/>
            <a:ext cx="1510955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5ED"/>
          </a:solidFill>
          <a:ln w="12700">
            <a:solidFill>
              <a:srgbClr val="5E6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خِظِ</a:t>
            </a:r>
            <a:endParaRPr lang="ar-SA" sz="9500" dirty="0"/>
          </a:p>
        </p:txBody>
      </p:sp>
      <p:pic>
        <p:nvPicPr>
          <p:cNvPr id="28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5E052"/>
          </a:solidFill>
          <a:ln w="12700">
            <a:solidFill>
              <a:srgbClr val="D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DDB"/>
          </a:solidFill>
          <a:ln w="12700">
            <a:solidFill>
              <a:srgbClr val="709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4785"/>
          </a:solidFill>
          <a:ln w="12700">
            <a:solidFill>
              <a:srgbClr val="7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دِظِ</a:t>
            </a:r>
            <a:endParaRPr lang="ar-SA" sz="95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7D8"/>
          </a:solidFill>
          <a:ln w="12700">
            <a:solidFill>
              <a:srgbClr val="64B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1D1"/>
          </a:solidFill>
          <a:ln w="12700">
            <a:solidFill>
              <a:srgbClr val="47C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ذِظِ</a:t>
            </a:r>
            <a:endParaRPr lang="ar-SA" sz="95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20440"/>
            <a:ext cx="1768998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رِظِ</a:t>
            </a:r>
            <a:endParaRPr lang="ar-SA" sz="75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336" y="4251960"/>
            <a:ext cx="696224" cy="82296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642B"/>
          </a:solidFill>
          <a:ln w="12700">
            <a:solidFill>
              <a:srgbClr val="2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3"/>
          </a:solidFill>
          <a:ln w="12700">
            <a:solidFill>
              <a:srgbClr val="3479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زِظِ</a:t>
            </a:r>
            <a:endParaRPr lang="ar-SA" sz="75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562" y="3520440"/>
            <a:ext cx="1126998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سِظِ</a:t>
            </a:r>
            <a:endParaRPr lang="ar-SA" sz="95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889" y="3520440"/>
            <a:ext cx="1117671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9"/>
          </a:solidFill>
          <a:ln w="12700">
            <a:solidFill>
              <a:srgbClr val="ED5E8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شِظِ</a:t>
            </a:r>
            <a:endParaRPr lang="ar-SA" sz="95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8"/>
          </a:solidFill>
          <a:ln w="12700">
            <a:solidFill>
              <a:srgbClr val="52E0C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8"/>
          </a:solidFill>
          <a:ln w="12700">
            <a:solidFill>
              <a:srgbClr val="DB70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047"/>
          </a:solidFill>
          <a:ln w="12700">
            <a:solidFill>
              <a:srgbClr val="857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صِظِ</a:t>
            </a:r>
            <a:endParaRPr lang="ar-SA" sz="95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505420" y="45720"/>
            <a:ext cx="803940" cy="6400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4"/>
          </a:solidFill>
          <a:ln w="12700">
            <a:solidFill>
              <a:srgbClr val="D864D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F47D1"/>
          </a:solidFill>
          <a:ln w="12700">
            <a:solidFill>
              <a:srgbClr val="B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ضِظِ</a:t>
            </a:r>
            <a:endParaRPr lang="ar-SA" sz="95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782" y="3520440"/>
            <a:ext cx="1605778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طِظِ</a:t>
            </a:r>
            <a:endParaRPr lang="ar-SA" sz="95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930" y="4297680"/>
            <a:ext cx="695630" cy="777240"/>
          </a:xfrm>
          <a:prstGeom prst="rect">
            <a:avLst/>
          </a:prstGeom>
        </p:spPr>
      </p:pic>
      <p:pic>
        <p:nvPicPr>
          <p:cNvPr id="23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C64"/>
          </a:solidFill>
          <a:ln w="12700">
            <a:solidFill>
              <a:srgbClr val="2B3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3479"/>
          </a:solidFill>
          <a:ln w="12700">
            <a:solidFill>
              <a:srgbClr val="42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74620" y="896112"/>
            <a:ext cx="224916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C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74620" y="896112"/>
            <a:ext cx="224916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عَطِشَ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120212" y="896112"/>
            <a:ext cx="23343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C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120212" y="896112"/>
            <a:ext cx="23343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وَشَرِبَ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23469" y="2834640"/>
            <a:ext cx="429706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23469" y="2834640"/>
            <a:ext cx="429706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عَطِشَ وَشَرِبَ</a:t>
            </a:r>
            <a:endParaRPr lang="ar-SA" sz="4700" dirty="0"/>
          </a:p>
        </p:txBody>
      </p:sp>
      <p:pic>
        <p:nvPicPr>
          <p:cNvPr id="19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22862" cy="1554480"/>
          </a:xfrm>
          <a:prstGeom prst="rect">
            <a:avLst/>
          </a:prstGeom>
        </p:spPr>
      </p:pic>
      <p:pic>
        <p:nvPicPr>
          <p:cNvPr id="20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1783080"/>
            <a:ext cx="1768998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37444" y="896112"/>
            <a:ext cx="18494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37444" y="896112"/>
            <a:ext cx="18494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حَفِظَ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557138" y="896112"/>
            <a:ext cx="18602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57138" y="896112"/>
            <a:ext cx="18602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وَفَهِمَ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71687" y="2834640"/>
            <a:ext cx="340062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71687" y="2834640"/>
            <a:ext cx="340062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حَفِظَ وَفَهِمَ</a:t>
            </a:r>
            <a:endParaRPr lang="ar-SA" sz="4500" dirty="0"/>
          </a:p>
        </p:txBody>
      </p:sp>
      <p:pic>
        <p:nvPicPr>
          <p:cNvPr id="17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78824" cy="1554480"/>
          </a:xfrm>
          <a:prstGeom prst="rect">
            <a:avLst/>
          </a:prstGeom>
        </p:spPr>
      </p:pic>
      <p:pic>
        <p:nvPicPr>
          <p:cNvPr id="18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470" y="1783080"/>
            <a:ext cx="1315090" cy="1554480"/>
          </a:xfrm>
          <a:prstGeom prst="rect">
            <a:avLst/>
          </a:prstGeom>
        </p:spPr>
      </p:pic>
      <p:pic>
        <p:nvPicPr>
          <p:cNvPr id="19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CED5E"/>
          </a:solidFill>
          <a:ln w="12700">
            <a:solidFill>
              <a:srgbClr val="A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912854" y="896112"/>
            <a:ext cx="16790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4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912854" y="896112"/>
            <a:ext cx="16790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3784662" y="896112"/>
            <a:ext cx="1808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4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784662" y="896112"/>
            <a:ext cx="1808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400" dirty="0"/>
          </a:p>
        </p:txBody>
      </p:sp>
      <p:sp>
        <p:nvSpPr>
          <p:cNvPr id="22" name="C3 W3 pill"/>
          <p:cNvSpPr/>
          <p:nvPr/>
        </p:nvSpPr>
        <p:spPr>
          <a:xfrm>
            <a:off x="1552104" y="896112"/>
            <a:ext cx="19125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436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552104" y="896112"/>
            <a:ext cx="19125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وَشَبِعَ</a:t>
            </a:r>
            <a:endParaRPr lang="ar-SA" sz="44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323306" y="2834640"/>
            <a:ext cx="449738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323306" y="2834640"/>
            <a:ext cx="449738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 وَأَكَلَ وَشَبِعَ</a:t>
            </a:r>
            <a:endParaRPr lang="ar-SA" sz="4400" dirty="0"/>
          </a:p>
        </p:txBody>
      </p:sp>
      <p:pic>
        <p:nvPicPr>
          <p:cNvPr id="27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1359027" cy="1325880"/>
          </a:xfrm>
          <a:prstGeom prst="rect">
            <a:avLst/>
          </a:prstGeom>
        </p:spPr>
      </p:pic>
      <p:pic>
        <p:nvPicPr>
          <p:cNvPr id="28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562" y="1783080"/>
            <a:ext cx="1126998" cy="1554480"/>
          </a:xfrm>
          <a:prstGeom prst="rect">
            <a:avLst/>
          </a:prstGeom>
        </p:spPr>
      </p:pic>
      <p:pic>
        <p:nvPicPr>
          <p:cNvPr id="29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452E0"/>
          </a:solidFill>
          <a:ln w="12700">
            <a:solidFill>
              <a:srgbClr val="A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3DB70"/>
          </a:solidFill>
          <a:ln w="12700">
            <a:solidFill>
              <a:srgbClr val="D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1"/>
          </a:solidFill>
          <a:ln w="12700">
            <a:solidFill>
              <a:srgbClr val="478561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96802" y="896112"/>
            <a:ext cx="19209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7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96802" y="896112"/>
            <a:ext cx="19209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يَقِظَ</a:t>
            </a:r>
            <a:endParaRPr lang="ar-SA" sz="5400" dirty="0"/>
          </a:p>
        </p:txBody>
      </p:sp>
      <p:sp>
        <p:nvSpPr>
          <p:cNvPr id="17" name="C2 W2 pill"/>
          <p:cNvSpPr/>
          <p:nvPr/>
        </p:nvSpPr>
        <p:spPr>
          <a:xfrm>
            <a:off x="2426221" y="896112"/>
            <a:ext cx="20505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7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26221" y="896112"/>
            <a:ext cx="20505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وَقَعَدَ</a:t>
            </a:r>
            <a:endParaRPr lang="ar-SA" sz="5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20631" y="2834640"/>
            <a:ext cx="370273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20631" y="2834640"/>
            <a:ext cx="370273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يَقِظَ وَقَعَدَ</a:t>
            </a:r>
            <a:endParaRPr lang="ar-SA" sz="5500" dirty="0"/>
          </a:p>
        </p:txBody>
      </p:sp>
      <p:pic>
        <p:nvPicPr>
          <p:cNvPr id="22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162751" cy="155448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889" y="1783080"/>
            <a:ext cx="1117671" cy="1554480"/>
          </a:xfrm>
          <a:prstGeom prst="rect">
            <a:avLst/>
          </a:prstGeom>
        </p:spPr>
      </p:pic>
      <p:pic>
        <p:nvPicPr>
          <p:cNvPr id="24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408" y="45720"/>
            <a:ext cx="852952" cy="7315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09-ta-dha</dc:title>
  <dc:subject>PptxGenJS Presentation</dc:subject>
  <dc:creator>PptxGenJS</dc:creator>
  <cp:lastModifiedBy>PptxGenJS</cp:lastModifiedBy>
  <cp:revision>1</cp:revision>
  <dcterms:created xsi:type="dcterms:W3CDTF">2026-10-20T22:47:03Z</dcterms:created>
  <dcterms:modified xsi:type="dcterms:W3CDTF">2026-10-20T22:47:03Z</dcterms:modified>
</cp:coreProperties>
</file>