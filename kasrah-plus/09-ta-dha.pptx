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2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2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2.png"/><Relationship Id="rId2" Type="http://schemas.openxmlformats.org/officeDocument/2006/relationships/image" Target="../media/image-7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2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2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2.png"/><Relationship Id="rId2" Type="http://schemas.openxmlformats.org/officeDocument/2006/relationships/image" Target="../media/image-5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8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2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1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3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15645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15" y="3241548"/>
            <a:ext cx="2187245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98424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7920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606" y="3515868"/>
            <a:ext cx="86895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20" y="3881628"/>
            <a:ext cx="57534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2202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003" y="3515868"/>
            <a:ext cx="80055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4104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0103" y="3332988"/>
            <a:ext cx="100245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تِطِثِ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ثِطِجِ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718" y="4155948"/>
            <a:ext cx="567842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625242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790" y="3332988"/>
            <a:ext cx="2230770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دِطِذِ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9107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799" y="3332988"/>
            <a:ext cx="788761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ذِطِرِ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رِطِزِ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زِطِسِ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08" y="4110228"/>
            <a:ext cx="574152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سِطِشِ</a:t>
            </a:r>
            <a:endParaRPr lang="ar-SA" sz="5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073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شِطِصِ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صِطِضِ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9325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466" y="3332988"/>
            <a:ext cx="84609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0548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5070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441" y="4155948"/>
            <a:ext cx="725119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9228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6250" y="3515868"/>
            <a:ext cx="83631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810" y="4110228"/>
            <a:ext cx="55975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30706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31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83894" cy="182880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943" y="1783080"/>
            <a:ext cx="1828617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8125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756" y="3515868"/>
            <a:ext cx="76480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807" y="4110228"/>
            <a:ext cx="58375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409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606" y="3515868"/>
            <a:ext cx="86895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ظِذِ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527" y="3790188"/>
            <a:ext cx="58503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64721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ظِضِ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002" y="4155948"/>
            <a:ext cx="581558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7"/>
          </a:solidFill>
          <a:ln w="12700">
            <a:solidFill>
              <a:srgbClr val="47D1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31292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331" y="3332988"/>
            <a:ext cx="1652229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تِظِثِ</a:t>
            </a:r>
            <a:endParaRPr lang="ar-SA" sz="75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592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779" y="3332988"/>
            <a:ext cx="854781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099" y="3973068"/>
            <a:ext cx="580461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9182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72" y="3332988"/>
            <a:ext cx="2008388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4766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82590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849" y="3332988"/>
            <a:ext cx="79571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سِظِشِ</a:t>
            </a:r>
            <a:endParaRPr lang="ar-SA" sz="5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96" y="4018788"/>
            <a:ext cx="582564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شِظِصِ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24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صِظِضِ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ضِظِطِ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6911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061" y="3332988"/>
            <a:ext cx="79049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9997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367" y="4064508"/>
            <a:ext cx="722193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68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884" y="3515868"/>
            <a:ext cx="78967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3862" y="4155948"/>
            <a:ext cx="558698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6377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558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410" y="3515868"/>
            <a:ext cx="74615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28573" cy="13716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790188"/>
            <a:ext cx="565831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4062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34947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478" y="3241548"/>
            <a:ext cx="1110082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389888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413" y="3241548"/>
            <a:ext cx="949147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12854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12854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378466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6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2" name="C3 W3 pill"/>
          <p:cNvSpPr/>
          <p:nvPr/>
        </p:nvSpPr>
        <p:spPr>
          <a:xfrm>
            <a:off x="155210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5210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23306" y="2834640"/>
            <a:ext cx="4497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23306" y="2834640"/>
            <a:ext cx="4497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 وَشَبِعَ</a:t>
            </a:r>
            <a:endParaRPr lang="ar-SA" sz="4400" dirty="0"/>
          </a:p>
        </p:txBody>
      </p:sp>
      <p:pic>
        <p:nvPicPr>
          <p:cNvPr id="2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376401" cy="1234440"/>
          </a:xfrm>
          <a:prstGeom prst="rect">
            <a:avLst/>
          </a:prstGeom>
        </p:spPr>
      </p:pic>
      <p:pic>
        <p:nvPicPr>
          <p:cNvPr id="2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689" y="1897380"/>
            <a:ext cx="134787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96802" y="896112"/>
            <a:ext cx="19209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96802" y="896112"/>
            <a:ext cx="19209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26221" y="896112"/>
            <a:ext cx="20505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221" y="896112"/>
            <a:ext cx="20505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وَقَعَدَ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0631" y="2834640"/>
            <a:ext cx="370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0631" y="2834640"/>
            <a:ext cx="370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 وَقَعَدَ</a:t>
            </a:r>
            <a:endParaRPr lang="ar-SA" sz="5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755" y="1783080"/>
            <a:ext cx="1046805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09-ta-dha</dc:title>
  <dc:subject>PptxGenJS Presentation</dc:subject>
  <dc:creator>PptxGenJS</dc:creator>
  <cp:lastModifiedBy>PptxGenJS</cp:lastModifiedBy>
  <cp:revision>1</cp:revision>
  <dcterms:created xsi:type="dcterms:W3CDTF">2026-10-20T23:35:47Z</dcterms:created>
  <dcterms:modified xsi:type="dcterms:W3CDTF">2026-10-20T23:35:47Z</dcterms:modified>
</cp:coreProperties>
</file>