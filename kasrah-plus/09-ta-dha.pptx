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23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3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1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3100" dirty="0"/>
          </a:p>
        </p:txBody>
      </p:sp>
      <p:pic>
        <p:nvPicPr>
          <p:cNvPr id="13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4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15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طِإِ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75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5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5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61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6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6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5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74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74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7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7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71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إِطِبِ</a:t>
            </a:r>
            <a:endParaRPr lang="ar-SA" sz="62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68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5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5400" dirty="0"/>
          </a:p>
        </p:txBody>
      </p:sp>
      <p:pic>
        <p:nvPicPr>
          <p:cNvPr id="29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5400" dirty="0"/>
          </a:p>
        </p:txBody>
      </p:sp>
      <p:pic>
        <p:nvPicPr>
          <p:cNvPr id="24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8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8400" dirty="0"/>
          </a:p>
        </p:txBody>
      </p:sp>
      <p:pic>
        <p:nvPicPr>
          <p:cNvPr id="26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6300" dirty="0"/>
          </a:p>
        </p:txBody>
      </p:sp>
      <p:pic>
        <p:nvPicPr>
          <p:cNvPr id="2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5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57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6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5400" dirty="0"/>
          </a:p>
        </p:txBody>
      </p:sp>
      <p:pic>
        <p:nvPicPr>
          <p:cNvPr id="26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ضِطِإِ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77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5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5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77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5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5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75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75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5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3100" dirty="0"/>
          </a:p>
        </p:txBody>
      </p:sp>
      <p:pic>
        <p:nvPicPr>
          <p:cNvPr id="1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1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1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ظِإِ</a:t>
            </a:r>
            <a:endParaRPr lang="ar-SA" sz="70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75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5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61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61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61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74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71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71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7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5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إِظِبِ</a:t>
            </a:r>
            <a:endParaRPr lang="ar-SA" sz="6200" dirty="0"/>
          </a:p>
        </p:txBody>
      </p:sp>
      <p:pic>
        <p:nvPicPr>
          <p:cNvPr id="24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5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68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500" dirty="0"/>
          </a:p>
        </p:txBody>
      </p:sp>
      <p:pic>
        <p:nvPicPr>
          <p:cNvPr id="26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5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54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8400" dirty="0"/>
          </a:p>
        </p:txBody>
      </p:sp>
      <p:pic>
        <p:nvPicPr>
          <p:cNvPr id="24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8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6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6600" dirty="0"/>
          </a:p>
        </p:txBody>
      </p:sp>
      <p:pic>
        <p:nvPicPr>
          <p:cNvPr id="26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7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66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63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56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5700" dirty="0"/>
          </a:p>
        </p:txBody>
      </p:sp>
      <p:pic>
        <p:nvPicPr>
          <p:cNvPr id="24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54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64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طِظِإِ</a:t>
            </a:r>
            <a:endParaRPr lang="ar-SA" sz="62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7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77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5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5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77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5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75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75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5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5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5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17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8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347" y="1828800"/>
            <a:ext cx="1931213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12854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12854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78466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6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55210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5210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23306" y="2834640"/>
            <a:ext cx="4497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23306" y="2834640"/>
            <a:ext cx="4497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 وَشَبِعَ</a:t>
            </a:r>
            <a:endParaRPr lang="ar-SA" sz="4400" dirty="0"/>
          </a:p>
        </p:txBody>
      </p:sp>
      <p:pic>
        <p:nvPicPr>
          <p:cNvPr id="27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372332" cy="1280160"/>
          </a:xfrm>
          <a:prstGeom prst="rect">
            <a:avLst/>
          </a:prstGeom>
        </p:spPr>
      </p:pic>
      <p:pic>
        <p:nvPicPr>
          <p:cNvPr id="2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7622" y="1897380"/>
            <a:ext cx="1374938" cy="1325880"/>
          </a:xfrm>
          <a:prstGeom prst="rect">
            <a:avLst/>
          </a:prstGeom>
        </p:spPr>
      </p:pic>
      <p:pic>
        <p:nvPicPr>
          <p:cNvPr id="2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96802" y="896112"/>
            <a:ext cx="1920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96802" y="896112"/>
            <a:ext cx="1920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26221" y="896112"/>
            <a:ext cx="2050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221" y="896112"/>
            <a:ext cx="2050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وَقَعَدَ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0631" y="2834640"/>
            <a:ext cx="370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0631" y="2834640"/>
            <a:ext cx="370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 وَقَعَدَ</a:t>
            </a:r>
            <a:endParaRPr lang="ar-SA" sz="55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09-ta-dha</dc:title>
  <dc:subject>PptxGenJS Presentation</dc:subject>
  <dc:creator>PptxGenJS</dc:creator>
  <cp:lastModifiedBy>PptxGenJS</cp:lastModifiedBy>
  <cp:revision>1</cp:revision>
  <dcterms:created xsi:type="dcterms:W3CDTF">2026-10-20T23:11:22Z</dcterms:created>
  <dcterms:modified xsi:type="dcterms:W3CDTF">2026-10-20T23:11:22Z</dcterms:modified>
</cp:coreProperties>
</file>