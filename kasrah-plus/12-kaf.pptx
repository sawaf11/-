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2600" dirty="0"/>
          </a:p>
        </p:txBody>
      </p:sp>
      <p:pic>
        <p:nvPicPr>
          <p:cNvPr id="13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4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كِإِ</a:t>
            </a:r>
            <a:endParaRPr lang="ar-SA" sz="70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7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6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7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7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7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7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7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5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6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2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7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إِكِبِ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68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8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5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54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54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84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8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66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63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6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61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58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1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3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5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5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7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6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قِكِإِ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70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77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77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2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2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7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7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2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2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67064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67064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964811" y="896112"/>
            <a:ext cx="27822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1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64811" y="896112"/>
            <a:ext cx="27822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98196" y="2834640"/>
            <a:ext cx="45476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98196" y="2834640"/>
            <a:ext cx="45476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وَضَحِكَ</a:t>
            </a:r>
            <a:endParaRPr lang="ar-SA" sz="5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6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1783080"/>
            <a:ext cx="173480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1215" y="896112"/>
            <a:ext cx="21181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1215" y="896112"/>
            <a:ext cx="21181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294604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4604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24579" y="2834640"/>
            <a:ext cx="38948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24579" y="2834640"/>
            <a:ext cx="38948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وَسَمِعَ</a:t>
            </a:r>
            <a:endParaRPr lang="ar-SA" sz="4700" dirty="0"/>
          </a:p>
        </p:txBody>
      </p:sp>
      <p:pic>
        <p:nvPicPr>
          <p:cNvPr id="18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9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12-kaf</dc:title>
  <dc:subject>PptxGenJS Presentation</dc:subject>
  <dc:creator>PptxGenJS</dc:creator>
  <cp:lastModifiedBy>PptxGenJS</cp:lastModifiedBy>
  <cp:revision>1</cp:revision>
  <dcterms:created xsi:type="dcterms:W3CDTF">2026-10-20T22:47:05Z</dcterms:created>
  <dcterms:modified xsi:type="dcterms:W3CDTF">2026-10-20T22:47:05Z</dcterms:modified>
</cp:coreProperties>
</file>