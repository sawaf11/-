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2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2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26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115065" cy="132588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1943100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901" y="3515868"/>
            <a:ext cx="97465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014" y="3835908"/>
            <a:ext cx="571546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2657" y="3973068"/>
            <a:ext cx="1329903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كِدِ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003" y="3515868"/>
            <a:ext cx="800557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كِذِ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كِزِ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089" y="4110228"/>
            <a:ext cx="566471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كِسِ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4188" y="3835908"/>
            <a:ext cx="1418372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كِشِ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0400" y="3515868"/>
            <a:ext cx="73216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كِضِ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كِظِ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4155948"/>
            <a:ext cx="582473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كِفِ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428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كِقِ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إِكِبِ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225" y="4064508"/>
            <a:ext cx="574335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تِكِثِ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916" y="3744468"/>
            <a:ext cx="1723644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خِكِدِ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037" y="3835908"/>
            <a:ext cx="1624523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سِكِشِ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شِكِصِ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صِكِضِ</a:t>
            </a:r>
            <a:endParaRPr lang="ar-SA" sz="5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4155948"/>
            <a:ext cx="557784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ضِكِطِ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2209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104" y="3607308"/>
            <a:ext cx="1268456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طِكِظِ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ظِكِعِ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98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عِكِغِ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غِكِفِ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فِكِقِ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47" y="3744468"/>
            <a:ext cx="584713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956" y="3561588"/>
            <a:ext cx="1309604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988" y="3515868"/>
            <a:ext cx="110057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7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089" y="4110228"/>
            <a:ext cx="566471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5995" y="3973068"/>
            <a:ext cx="1506565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03884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515868"/>
            <a:ext cx="74770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</a:t>
            </a:r>
            <a:endParaRPr lang="ar-SA" sz="9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891" y="3744468"/>
            <a:ext cx="142266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</a:t>
            </a:r>
            <a:endParaRPr lang="ar-SA" sz="9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25E"/>
          </a:solidFill>
          <a:ln w="12700">
            <a:solidFill>
              <a:srgbClr val="EDA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67064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67064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1964811" y="896112"/>
            <a:ext cx="27822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1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64811" y="896112"/>
            <a:ext cx="27822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98196" y="2834640"/>
            <a:ext cx="45476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98196" y="2834640"/>
            <a:ext cx="45476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وَضَحِكَ</a:t>
            </a:r>
            <a:endParaRPr lang="ar-SA" sz="5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170432" cy="146304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1920240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BE0"/>
          </a:solidFill>
          <a:ln w="12700">
            <a:solidFill>
              <a:srgbClr val="528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47649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08" y="1783080"/>
            <a:ext cx="987552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9"/>
          </a:solidFill>
          <a:ln w="12700">
            <a:solidFill>
              <a:srgbClr val="D147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20240"/>
            <a:ext cx="1468984" cy="13716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3081" y="2011680"/>
            <a:ext cx="1319479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1215" y="896112"/>
            <a:ext cx="21181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1215" y="896112"/>
            <a:ext cx="21181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294604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3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4604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24579" y="2834640"/>
            <a:ext cx="38948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24579" y="2834640"/>
            <a:ext cx="38948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وَسَمِعَ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12-kaf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