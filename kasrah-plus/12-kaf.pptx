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2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8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9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2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2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8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9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2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26-1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26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12600" dirty="0"/>
          </a:p>
        </p:txBody>
      </p:sp>
      <p:pic>
        <p:nvPicPr>
          <p:cNvPr id="13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14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926" y="1828800"/>
            <a:ext cx="1142634" cy="1463040"/>
          </a:xfrm>
          <a:prstGeom prst="rect">
            <a:avLst/>
          </a:prstGeom>
        </p:spPr>
      </p:pic>
      <p:pic>
        <p:nvPicPr>
          <p:cNvPr id="15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كِإِ</a:t>
            </a:r>
            <a:endParaRPr lang="ar-SA" sz="70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1107338" cy="914400"/>
          </a:xfrm>
          <a:prstGeom prst="rect">
            <a:avLst/>
          </a:prstGeom>
        </p:spPr>
      </p:pic>
      <p:pic>
        <p:nvPicPr>
          <p:cNvPr id="22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كِبِ</a:t>
            </a:r>
            <a:endParaRPr lang="ar-SA" sz="7500" dirty="0"/>
          </a:p>
        </p:txBody>
      </p:sp>
      <p:pic>
        <p:nvPicPr>
          <p:cNvPr id="22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05350" cy="1417320"/>
          </a:xfrm>
          <a:prstGeom prst="rect">
            <a:avLst/>
          </a:prstGeom>
        </p:spPr>
      </p:pic>
      <p:pic>
        <p:nvPicPr>
          <p:cNvPr id="23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كِتِ</a:t>
            </a:r>
            <a:endParaRPr lang="ar-SA" sz="95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كِثِ</a:t>
            </a:r>
            <a:endParaRPr lang="ar-SA" sz="95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كِجِ</a:t>
            </a:r>
            <a:endParaRPr lang="ar-SA" sz="61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921715" cy="8229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كِحِ</a:t>
            </a:r>
            <a:endParaRPr lang="ar-SA" sz="6100" dirty="0"/>
          </a:p>
        </p:txBody>
      </p:sp>
      <p:pic>
        <p:nvPicPr>
          <p:cNvPr id="20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475" y="3515868"/>
            <a:ext cx="164308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كِخِ</a:t>
            </a:r>
            <a:endParaRPr lang="ar-SA" sz="6100" dirty="0"/>
          </a:p>
        </p:txBody>
      </p:sp>
      <p:pic>
        <p:nvPicPr>
          <p:cNvPr id="21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2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9216" y="4384548"/>
            <a:ext cx="693344" cy="68580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كِدِ</a:t>
            </a:r>
            <a:endParaRPr lang="ar-SA" sz="9500" dirty="0"/>
          </a:p>
        </p:txBody>
      </p:sp>
      <p:pic>
        <p:nvPicPr>
          <p:cNvPr id="22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7712" y="3515868"/>
            <a:ext cx="166484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كِذِ</a:t>
            </a:r>
            <a:endParaRPr lang="ar-SA" sz="95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كِرِ</a:t>
            </a:r>
            <a:endParaRPr lang="ar-SA" sz="74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كِزِ</a:t>
            </a:r>
            <a:endParaRPr lang="ar-SA" sz="7400" dirty="0"/>
          </a:p>
        </p:txBody>
      </p:sp>
      <p:pic>
        <p:nvPicPr>
          <p:cNvPr id="25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895792" cy="96012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كِسِ</a:t>
            </a:r>
            <a:endParaRPr lang="ar-SA" sz="7100" dirty="0"/>
          </a:p>
        </p:txBody>
      </p:sp>
      <p:pic>
        <p:nvPicPr>
          <p:cNvPr id="20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66296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كِشِ</a:t>
            </a:r>
            <a:endParaRPr lang="ar-SA" sz="71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كِصِ</a:t>
            </a:r>
            <a:endParaRPr lang="ar-SA" sz="7100" dirty="0"/>
          </a:p>
        </p:txBody>
      </p:sp>
      <p:pic>
        <p:nvPicPr>
          <p:cNvPr id="22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كِضِ</a:t>
            </a:r>
            <a:endParaRPr lang="ar-SA" sz="7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5EED"/>
          </a:solidFill>
          <a:ln w="12700">
            <a:solidFill>
              <a:srgbClr val="A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كِطِ</a:t>
            </a:r>
            <a:endParaRPr lang="ar-SA" sz="95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E052"/>
          </a:solidFill>
          <a:ln w="12700">
            <a:solidFill>
              <a:srgbClr val="8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A70DB"/>
          </a:solidFill>
          <a:ln w="12700">
            <a:solidFill>
              <a:srgbClr val="7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كِظِ</a:t>
            </a:r>
            <a:endParaRPr lang="ar-SA" sz="9500" dirty="0"/>
          </a:p>
        </p:txBody>
      </p:sp>
      <p:pic>
        <p:nvPicPr>
          <p:cNvPr id="25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BD8"/>
          </a:solidFill>
          <a:ln w="12700">
            <a:solidFill>
              <a:srgbClr val="647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AD1"/>
          </a:solidFill>
          <a:ln w="12700">
            <a:solidFill>
              <a:srgbClr val="477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كِعِ</a:t>
            </a:r>
            <a:endParaRPr lang="ar-SA" sz="6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930" y="3515868"/>
            <a:ext cx="165863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كِغِ</a:t>
            </a:r>
            <a:endParaRPr lang="ar-SA" sz="6100" dirty="0"/>
          </a:p>
        </p:txBody>
      </p:sp>
      <p:pic>
        <p:nvPicPr>
          <p:cNvPr id="21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1071494" cy="822960"/>
          </a:xfrm>
          <a:prstGeom prst="rect">
            <a:avLst/>
          </a:prstGeom>
        </p:spPr>
      </p:pic>
      <p:pic>
        <p:nvPicPr>
          <p:cNvPr id="22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509" y="4293108"/>
            <a:ext cx="729051" cy="77724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كِفِ</a:t>
            </a:r>
            <a:endParaRPr lang="ar-SA" sz="9200" dirty="0"/>
          </a:p>
        </p:txBody>
      </p:sp>
      <p:pic>
        <p:nvPicPr>
          <p:cNvPr id="22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3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كِقِ</a:t>
            </a:r>
            <a:endParaRPr lang="ar-SA" sz="7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إِكِبِ</a:t>
            </a:r>
            <a:endParaRPr lang="ar-SA" sz="62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FE0"/>
          </a:solidFill>
          <a:ln w="12700">
            <a:solidFill>
              <a:srgbClr val="52A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1"/>
          </a:solidFill>
          <a:ln w="12700">
            <a:solidFill>
              <a:srgbClr val="DB70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بِكِتِ</a:t>
            </a:r>
            <a:endParaRPr lang="ar-SA" sz="6800" dirty="0"/>
          </a:p>
        </p:txBody>
      </p:sp>
      <p:pic>
        <p:nvPicPr>
          <p:cNvPr id="29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0356" cy="86868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8"/>
          </a:solidFill>
          <a:ln w="12700">
            <a:solidFill>
              <a:srgbClr val="D864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C"/>
          </a:solidFill>
          <a:ln w="12700">
            <a:solidFill>
              <a:srgbClr val="D147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تِكِثِ</a:t>
            </a:r>
            <a:endParaRPr lang="ar-SA" sz="8400" dirty="0"/>
          </a:p>
        </p:txBody>
      </p:sp>
      <p:pic>
        <p:nvPicPr>
          <p:cNvPr id="24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16969" cy="1508760"/>
          </a:xfrm>
          <a:prstGeom prst="rect">
            <a:avLst/>
          </a:prstGeom>
        </p:spPr>
      </p:pic>
      <p:pic>
        <p:nvPicPr>
          <p:cNvPr id="25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ثِكِجِ</a:t>
            </a:r>
            <a:endParaRPr lang="ar-SA" sz="5400" dirty="0"/>
          </a:p>
        </p:txBody>
      </p:sp>
      <p:pic>
        <p:nvPicPr>
          <p:cNvPr id="25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0488" cy="1051560"/>
          </a:xfrm>
          <a:prstGeom prst="rect">
            <a:avLst/>
          </a:prstGeom>
        </p:spPr>
      </p:pic>
      <p:pic>
        <p:nvPicPr>
          <p:cNvPr id="26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جِكِحِ</a:t>
            </a:r>
            <a:endParaRPr lang="ar-SA" sz="5400" dirty="0"/>
          </a:p>
        </p:txBody>
      </p:sp>
      <p:pic>
        <p:nvPicPr>
          <p:cNvPr id="26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251" y="3332988"/>
            <a:ext cx="1744309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حِكِخِ</a:t>
            </a:r>
            <a:endParaRPr lang="ar-SA" sz="5400" dirty="0"/>
          </a:p>
        </p:txBody>
      </p:sp>
      <p:pic>
        <p:nvPicPr>
          <p:cNvPr id="24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5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5" y="3332988"/>
            <a:ext cx="2293315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3ED5E"/>
          </a:solidFill>
          <a:ln w="12700">
            <a:solidFill>
              <a:srgbClr val="6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خِكِدِ</a:t>
            </a:r>
            <a:endParaRPr lang="ar-SA" sz="84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3"/>
          </a:solidFill>
          <a:ln w="12700">
            <a:solidFill>
              <a:srgbClr val="E052D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DB70"/>
          </a:solidFill>
          <a:ln w="12700">
            <a:solidFill>
              <a:srgbClr val="9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دِكِذِ</a:t>
            </a:r>
            <a:endParaRPr lang="ar-SA" sz="8400" dirty="0"/>
          </a:p>
        </p:txBody>
      </p:sp>
      <p:pic>
        <p:nvPicPr>
          <p:cNvPr id="2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8058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D864"/>
          </a:solidFill>
          <a:ln w="12700">
            <a:solidFill>
              <a:srgbClr val="B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D147"/>
          </a:solidFill>
          <a:ln w="12700">
            <a:solidFill>
              <a:srgbClr val="B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ذِكِرِ</a:t>
            </a:r>
            <a:endParaRPr lang="ar-SA" sz="6600" dirty="0"/>
          </a:p>
        </p:txBody>
      </p:sp>
      <p:pic>
        <p:nvPicPr>
          <p:cNvPr id="24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5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682" y="3332988"/>
            <a:ext cx="1356878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رِكِزِ</a:t>
            </a:r>
            <a:endParaRPr lang="ar-SA" sz="66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1107338" cy="914400"/>
          </a:xfrm>
          <a:prstGeom prst="rect">
            <a:avLst/>
          </a:prstGeom>
        </p:spPr>
      </p:pic>
      <p:pic>
        <p:nvPicPr>
          <p:cNvPr id="26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زِكِسِ</a:t>
            </a:r>
            <a:endParaRPr lang="ar-SA" sz="6300" dirty="0"/>
          </a:p>
        </p:txBody>
      </p:sp>
      <p:pic>
        <p:nvPicPr>
          <p:cNvPr id="26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347631" cy="1508760"/>
          </a:xfrm>
          <a:prstGeom prst="rect">
            <a:avLst/>
          </a:prstGeom>
        </p:spPr>
      </p:pic>
      <p:pic>
        <p:nvPicPr>
          <p:cNvPr id="27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1603" y="3332988"/>
            <a:ext cx="1620957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سِكِشِ</a:t>
            </a:r>
            <a:endParaRPr lang="ar-SA" sz="6200" dirty="0"/>
          </a:p>
        </p:txBody>
      </p:sp>
      <p:pic>
        <p:nvPicPr>
          <p:cNvPr id="24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57040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شِكِصِ</a:t>
            </a:r>
            <a:endParaRPr lang="ar-SA" sz="61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A52"/>
          </a:solidFill>
          <a:ln w="12700">
            <a:solidFill>
              <a:srgbClr val="E0C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صِكِضِ</a:t>
            </a:r>
            <a:endParaRPr lang="ar-SA" sz="5800" dirty="0"/>
          </a:p>
        </p:txBody>
      </p:sp>
      <p:pic>
        <p:nvPicPr>
          <p:cNvPr id="2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921715" cy="82296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2D8"/>
          </a:solidFill>
          <a:ln w="12700">
            <a:solidFill>
              <a:srgbClr val="64D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ضِكِطِ</a:t>
            </a:r>
            <a:endParaRPr lang="ar-SA" sz="7100" dirty="0"/>
          </a:p>
        </p:txBody>
      </p:sp>
      <p:pic>
        <p:nvPicPr>
          <p:cNvPr id="24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6170" y="3332988"/>
            <a:ext cx="183639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طِكِظِ</a:t>
            </a:r>
            <a:endParaRPr lang="ar-SA" sz="7300" dirty="0"/>
          </a:p>
        </p:txBody>
      </p:sp>
      <p:pic>
        <p:nvPicPr>
          <p:cNvPr id="25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6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9216" y="4384548"/>
            <a:ext cx="693344" cy="68580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ظِكِعِ</a:t>
            </a:r>
            <a:endParaRPr lang="ar-SA" sz="5400" dirty="0"/>
          </a:p>
        </p:txBody>
      </p:sp>
      <p:pic>
        <p:nvPicPr>
          <p:cNvPr id="26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7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1847" y="3332988"/>
            <a:ext cx="1860713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عِكِغِ</a:t>
            </a:r>
            <a:endParaRPr lang="ar-SA" sz="5400" dirty="0"/>
          </a:p>
        </p:txBody>
      </p:sp>
      <p:pic>
        <p:nvPicPr>
          <p:cNvPr id="24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28796" cy="1508760"/>
          </a:xfrm>
          <a:prstGeom prst="rect">
            <a:avLst/>
          </a:prstGeom>
        </p:spPr>
      </p:pic>
      <p:pic>
        <p:nvPicPr>
          <p:cNvPr id="25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A"/>
          </a:solidFill>
          <a:ln w="12700">
            <a:solidFill>
              <a:srgbClr val="ED5E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غِكِفِ</a:t>
            </a:r>
            <a:endParaRPr lang="ar-SA" sz="77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1"/>
          </a:solidFill>
          <a:ln w="12700">
            <a:solidFill>
              <a:srgbClr val="DB70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فِكِقِ</a:t>
            </a:r>
            <a:endParaRPr lang="ar-SA" sz="6200" dirty="0"/>
          </a:p>
        </p:txBody>
      </p:sp>
      <p:pic>
        <p:nvPicPr>
          <p:cNvPr id="29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895792" cy="96012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F47D1"/>
          </a:solidFill>
          <a:ln w="12700">
            <a:solidFill>
              <a:srgbClr val="9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قِكِإِ</a:t>
            </a:r>
            <a:endParaRPr lang="ar-SA" sz="6200" dirty="0"/>
          </a:p>
        </p:txBody>
      </p:sp>
      <p:pic>
        <p:nvPicPr>
          <p:cNvPr id="24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5444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إِكِ</a:t>
            </a:r>
            <a:endParaRPr lang="ar-SA" sz="70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</a:t>
            </a:r>
            <a:endParaRPr lang="ar-SA" sz="7700" dirty="0"/>
          </a:p>
        </p:txBody>
      </p:sp>
      <p:pic>
        <p:nvPicPr>
          <p:cNvPr id="22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</a:t>
            </a:r>
            <a:endParaRPr lang="ar-SA" sz="92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</a:t>
            </a:r>
            <a:endParaRPr lang="ar-SA" sz="92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52E0"/>
          </a:solidFill>
          <a:ln w="12700">
            <a:solidFill>
              <a:srgbClr val="8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</a:t>
            </a:r>
            <a:endParaRPr lang="ar-SA" sz="7700" dirty="0"/>
          </a:p>
        </p:txBody>
      </p:sp>
      <p:pic>
        <p:nvPicPr>
          <p:cNvPr id="25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D47"/>
          </a:solidFill>
          <a:ln w="12700">
            <a:solidFill>
              <a:srgbClr val="D17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</a:t>
            </a:r>
            <a:endParaRPr lang="ar-SA" sz="92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930" y="3515868"/>
            <a:ext cx="165863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</a:t>
            </a:r>
            <a:endParaRPr lang="ar-SA" sz="9200" dirty="0"/>
          </a:p>
        </p:txBody>
      </p:sp>
      <p:pic>
        <p:nvPicPr>
          <p:cNvPr id="21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1071494" cy="822960"/>
          </a:xfrm>
          <a:prstGeom prst="rect">
            <a:avLst/>
          </a:prstGeom>
        </p:spPr>
      </p:pic>
      <p:pic>
        <p:nvPicPr>
          <p:cNvPr id="22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509" y="4293108"/>
            <a:ext cx="729051" cy="77724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دِكِ</a:t>
            </a:r>
            <a:endParaRPr lang="ar-SA" sz="9200" dirty="0"/>
          </a:p>
        </p:txBody>
      </p:sp>
      <p:pic>
        <p:nvPicPr>
          <p:cNvPr id="22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3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ذِكِ</a:t>
            </a:r>
            <a:endParaRPr lang="ar-SA" sz="92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9"/>
          </a:solidFill>
          <a:ln w="12700">
            <a:solidFill>
              <a:srgbClr val="5EED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رِكِ</a:t>
            </a:r>
            <a:endParaRPr lang="ar-SA" sz="75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0"/>
          </a:solidFill>
          <a:ln w="12700">
            <a:solidFill>
              <a:srgbClr val="70DB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زِكِ</a:t>
            </a:r>
            <a:endParaRPr lang="ar-SA" sz="7500" dirty="0"/>
          </a:p>
        </p:txBody>
      </p:sp>
      <p:pic>
        <p:nvPicPr>
          <p:cNvPr id="25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0356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سِكِ</a:t>
            </a:r>
            <a:endParaRPr lang="ar-SA" sz="9200" dirty="0"/>
          </a:p>
        </p:txBody>
      </p:sp>
      <p:pic>
        <p:nvPicPr>
          <p:cNvPr id="20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12910" cy="1417320"/>
          </a:xfrm>
          <a:prstGeom prst="rect">
            <a:avLst/>
          </a:prstGeom>
        </p:spPr>
      </p:pic>
      <p:pic>
        <p:nvPicPr>
          <p:cNvPr id="21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شِكِ</a:t>
            </a:r>
            <a:endParaRPr lang="ar-SA" sz="9200" dirty="0"/>
          </a:p>
        </p:txBody>
      </p:sp>
      <p:pic>
        <p:nvPicPr>
          <p:cNvPr id="21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0488" cy="1051560"/>
          </a:xfrm>
          <a:prstGeom prst="rect">
            <a:avLst/>
          </a:prstGeom>
        </p:spPr>
      </p:pic>
      <p:pic>
        <p:nvPicPr>
          <p:cNvPr id="22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صِكِ</a:t>
            </a:r>
            <a:endParaRPr lang="ar-SA" sz="9200" dirty="0"/>
          </a:p>
        </p:txBody>
      </p:sp>
      <p:pic>
        <p:nvPicPr>
          <p:cNvPr id="22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862" y="3515868"/>
            <a:ext cx="156069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ضِكِ</a:t>
            </a:r>
            <a:endParaRPr lang="ar-SA" sz="92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طِكِ</a:t>
            </a:r>
            <a:endParaRPr lang="ar-SA" sz="92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ظِكِ</a:t>
            </a:r>
            <a:endParaRPr lang="ar-SA" sz="92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8058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عِكِ</a:t>
            </a:r>
            <a:endParaRPr lang="ar-SA" sz="9200" dirty="0"/>
          </a:p>
        </p:txBody>
      </p:sp>
      <p:pic>
        <p:nvPicPr>
          <p:cNvPr id="20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غِكِ</a:t>
            </a:r>
            <a:endParaRPr lang="ar-SA" sz="92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1107338" cy="914400"/>
          </a:xfrm>
          <a:prstGeom prst="rect">
            <a:avLst/>
          </a:prstGeom>
        </p:spPr>
      </p:pic>
      <p:pic>
        <p:nvPicPr>
          <p:cNvPr id="22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فِكِ</a:t>
            </a:r>
            <a:endParaRPr lang="ar-SA" sz="9200" dirty="0"/>
          </a:p>
        </p:txBody>
      </p:sp>
      <p:pic>
        <p:nvPicPr>
          <p:cNvPr id="22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05350" cy="1417320"/>
          </a:xfrm>
          <a:prstGeom prst="rect">
            <a:avLst/>
          </a:prstGeom>
        </p:spPr>
      </p:pic>
      <p:pic>
        <p:nvPicPr>
          <p:cNvPr id="23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قِكِ</a:t>
            </a:r>
            <a:endParaRPr lang="ar-SA" sz="92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25E"/>
          </a:solidFill>
          <a:ln w="12700">
            <a:solidFill>
              <a:srgbClr val="EDA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067064" y="896112"/>
            <a:ext cx="21121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1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067064" y="896112"/>
            <a:ext cx="21121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1964811" y="896112"/>
            <a:ext cx="27822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1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964811" y="896112"/>
            <a:ext cx="27822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وَضَحِكَ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298196" y="2834640"/>
            <a:ext cx="45476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298196" y="2834640"/>
            <a:ext cx="45476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وَضَحِكَ</a:t>
            </a:r>
            <a:endParaRPr lang="ar-SA" sz="57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26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563185" y="1828800"/>
            <a:ext cx="1489375" cy="146304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BE0"/>
          </a:solidFill>
          <a:ln w="12700">
            <a:solidFill>
              <a:srgbClr val="528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83220" y="896112"/>
            <a:ext cx="23761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E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83220" y="896112"/>
            <a:ext cx="23761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084649" y="896112"/>
            <a:ext cx="22785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E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084649" y="896112"/>
            <a:ext cx="22785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410588" y="2834640"/>
            <a:ext cx="43228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410588" y="2834640"/>
            <a:ext cx="43228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وَلَعِبَ</a:t>
            </a:r>
            <a:endParaRPr lang="ar-SA" sz="5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638605" cy="1463040"/>
          </a:xfrm>
          <a:prstGeom prst="rect">
            <a:avLst/>
          </a:prstGeom>
        </p:spPr>
      </p:pic>
      <p:pic>
        <p:nvPicPr>
          <p:cNvPr id="23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912" y="1965960"/>
            <a:ext cx="1849648" cy="118872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9"/>
          </a:solidFill>
          <a:ln w="12700">
            <a:solidFill>
              <a:srgbClr val="D147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5592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0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5592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3034" y="896112"/>
            <a:ext cx="1912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3034" y="896112"/>
            <a:ext cx="1912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وَشَبِعَ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2507" y="2834640"/>
            <a:ext cx="311898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2507" y="2834640"/>
            <a:ext cx="311898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وَشَبِعَ</a:t>
            </a:r>
            <a:endParaRPr lang="ar-SA" sz="4400" dirty="0"/>
          </a:p>
        </p:txBody>
      </p:sp>
      <p:pic>
        <p:nvPicPr>
          <p:cNvPr id="17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8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6127" y="1828800"/>
            <a:ext cx="1546433" cy="1463040"/>
          </a:xfrm>
          <a:prstGeom prst="rect">
            <a:avLst/>
          </a:prstGeom>
        </p:spPr>
      </p:pic>
      <p:pic>
        <p:nvPicPr>
          <p:cNvPr id="19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1215" y="896112"/>
            <a:ext cx="21181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3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1215" y="896112"/>
            <a:ext cx="21181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294604" y="896112"/>
            <a:ext cx="211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3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94604" y="896112"/>
            <a:ext cx="211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وَسَمِعَ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24579" y="2834640"/>
            <a:ext cx="389484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24579" y="2834640"/>
            <a:ext cx="389484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 وَسَمِعَ</a:t>
            </a:r>
            <a:endParaRPr lang="ar-SA" sz="4700" dirty="0"/>
          </a:p>
        </p:txBody>
      </p:sp>
      <p:pic>
        <p:nvPicPr>
          <p:cNvPr id="18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149949" cy="1463040"/>
          </a:xfrm>
          <a:prstGeom prst="rect">
            <a:avLst/>
          </a:prstGeom>
        </p:spPr>
      </p:pic>
      <p:pic>
        <p:nvPicPr>
          <p:cNvPr id="19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427" y="1828800"/>
            <a:ext cx="1479133" cy="1463040"/>
          </a:xfrm>
          <a:prstGeom prst="rect">
            <a:avLst/>
          </a:prstGeom>
        </p:spPr>
      </p:pic>
      <p:pic>
        <p:nvPicPr>
          <p:cNvPr id="20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12-kaf</dc:title>
  <dc:subject>PptxGenJS Presentation</dc:subject>
  <dc:creator>PptxGenJS</dc:creator>
  <cp:lastModifiedBy>PptxGenJS</cp:lastModifiedBy>
  <cp:revision>1</cp:revision>
  <dcterms:created xsi:type="dcterms:W3CDTF">2026-10-20T23:11:23Z</dcterms:created>
  <dcterms:modified xsi:type="dcterms:W3CDTF">2026-10-20T23:11:23Z</dcterms:modified>
</cp:coreProperties>
</file>