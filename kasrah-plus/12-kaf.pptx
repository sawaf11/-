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2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2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26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2830114" cy="169164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26" y="3241548"/>
            <a:ext cx="1989734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9574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693" y="3515868"/>
            <a:ext cx="994867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كِدِ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48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182" y="3515868"/>
            <a:ext cx="73837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كِذِ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كِزِ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214" y="4064508"/>
            <a:ext cx="576346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كِسِ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676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كِشِ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0440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كِضِ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كِظِ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4155948"/>
            <a:ext cx="557784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9669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654" y="3515868"/>
            <a:ext cx="1580906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042" y="3927348"/>
            <a:ext cx="715518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كِفِ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802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705" y="3515868"/>
            <a:ext cx="85185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كِقِ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إِكِبِ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214" y="4064508"/>
            <a:ext cx="576346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تِكِثِ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8027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392" y="3332988"/>
            <a:ext cx="1798168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5124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273" y="3332988"/>
            <a:ext cx="78528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6560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خِكِدِ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01459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231" y="3332988"/>
            <a:ext cx="1810329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96690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284" y="3332988"/>
            <a:ext cx="924276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سِكِشِ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شِكِصِ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صِكِضِ</a:t>
            </a:r>
            <a:endParaRPr lang="ar-SA" sz="5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4241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179" y="4064508"/>
            <a:ext cx="582381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ضِكِطِ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391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331" y="3332988"/>
            <a:ext cx="1652229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طِكِظِ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1012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ظِكِعِ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89990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عِكِغِ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غِكِفِ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فِكِقِ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54" y="3744468"/>
            <a:ext cx="574106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172" y="3332988"/>
            <a:ext cx="2008388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77" y="3515868"/>
            <a:ext cx="105238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110228"/>
            <a:ext cx="564551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6881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886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189" y="3515868"/>
            <a:ext cx="909371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8896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153" y="3515868"/>
            <a:ext cx="696407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65464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441" y="4155948"/>
            <a:ext cx="725119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165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666" y="3515868"/>
            <a:ext cx="79589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25E"/>
          </a:solidFill>
          <a:ln w="12700">
            <a:solidFill>
              <a:srgbClr val="EDA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67064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67064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1964811" y="896112"/>
            <a:ext cx="27822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1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64811" y="896112"/>
            <a:ext cx="27822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98196" y="2834640"/>
            <a:ext cx="45476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98196" y="2834640"/>
            <a:ext cx="45476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وَضَحِكَ</a:t>
            </a:r>
            <a:endParaRPr lang="ar-SA" sz="5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86266" cy="164592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511" y="1783080"/>
            <a:ext cx="1715049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BE0"/>
          </a:solidFill>
          <a:ln w="12700">
            <a:solidFill>
              <a:srgbClr val="528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8680" cy="18288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802" y="1783080"/>
            <a:ext cx="944758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9"/>
          </a:solidFill>
          <a:ln w="12700">
            <a:solidFill>
              <a:srgbClr val="D147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901952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67" y="3241548"/>
            <a:ext cx="1885493" cy="18288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1215" y="896112"/>
            <a:ext cx="21181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1215" y="896112"/>
            <a:ext cx="21181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294604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3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4604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24579" y="2834640"/>
            <a:ext cx="38948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24579" y="2834640"/>
            <a:ext cx="38948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وَسَمِعَ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99770" cy="18288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943" y="1783080"/>
            <a:ext cx="1828617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12-kaf</dc:title>
  <dc:subject>PptxGenJS Presentation</dc:subject>
  <dc:creator>PptxGenJS</dc:creator>
  <cp:lastModifiedBy>PptxGenJS</cp:lastModifiedBy>
  <cp:revision>1</cp:revision>
  <dcterms:created xsi:type="dcterms:W3CDTF">2026-10-20T23:35:48Z</dcterms:created>
  <dcterms:modified xsi:type="dcterms:W3CDTF">2026-10-20T23:35:48Z</dcterms:modified>
</cp:coreProperties>
</file>