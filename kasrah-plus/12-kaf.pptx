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</p:sldIdLst>
  <p:notesMasterIdLst>
    <p:notesMasterId r:id="rId7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notesMaster" Target="notesMasters/notesMaster1.xml"/><Relationship Id="rId71" Type="http://schemas.openxmlformats.org/officeDocument/2006/relationships/presProps" Target="presProps.xml"/><Relationship Id="rId72" Type="http://schemas.openxmlformats.org/officeDocument/2006/relationships/viewProps" Target="viewProps.xml"/><Relationship Id="rId73" Type="http://schemas.openxmlformats.org/officeDocument/2006/relationships/theme" Target="theme/theme1.xml"/><Relationship Id="rId7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2.png"/><Relationship Id="rId2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2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1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2.png"/><Relationship Id="rId2" Type="http://schemas.openxmlformats.org/officeDocument/2006/relationships/image" Target="../media/image-4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image" Target="../media/image-4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image" Target="../media/image-4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image" Target="../media/image-4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image" Target="../media/image-4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image" Target="../media/image-4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image" Target="../media/image-3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image" Target="../media/image-5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image" Target="../media/image-5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image" Target="../media/image-5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image" Target="../media/image-5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image" Target="../media/image-6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image" Target="../media/image-6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image" Target="../media/image-6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2.png"/><Relationship Id="rId2" Type="http://schemas.openxmlformats.org/officeDocument/2006/relationships/image" Target="../media/image-6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image" Target="../media/image-6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image" Target="../media/image-6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C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464D8"/>
          </a:solidFill>
          <a:ln w="12700">
            <a:solidFill>
              <a:srgbClr val="A4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7C47D1"/>
          </a:solidFill>
          <a:ln w="12700">
            <a:solidFill>
              <a:srgbClr val="7C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1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12600" dirty="0"/>
          </a:p>
        </p:txBody>
      </p:sp>
      <p:sp>
        <p:nvSpPr>
          <p:cNvPr id="12" name="C2 K1 kasr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12600" dirty="0"/>
          </a:p>
        </p:txBody>
      </p:sp>
      <p:pic>
        <p:nvPicPr>
          <p:cNvPr id="13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943100"/>
            <a:ext cx="1115065" cy="1325880"/>
          </a:xfrm>
          <a:prstGeom prst="rect">
            <a:avLst/>
          </a:prstGeom>
        </p:spPr>
      </p:pic>
      <p:pic>
        <p:nvPicPr>
          <p:cNvPr id="14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8501" y="1943100"/>
            <a:ext cx="1294059" cy="1325880"/>
          </a:xfrm>
          <a:prstGeom prst="rect">
            <a:avLst/>
          </a:prstGeom>
        </p:spPr>
      </p:pic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D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8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8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8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كِإِ</a:t>
            </a:r>
            <a:endParaRPr lang="ar-SA" sz="7000" dirty="0"/>
          </a:p>
        </p:txBody>
      </p:sp>
      <p:pic>
        <p:nvPicPr>
          <p:cNvPr id="21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26455" cy="141732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43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864"/>
          </a:solidFill>
          <a:ln w="12700">
            <a:solidFill>
              <a:srgbClr val="2B58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4879"/>
          </a:solidFill>
          <a:ln w="12700">
            <a:solidFill>
              <a:srgbClr val="3448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5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55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5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5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55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6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كِبِ</a:t>
            </a:r>
            <a:endParaRPr lang="ar-SA" sz="7500" dirty="0"/>
          </a:p>
        </p:txBody>
      </p:sp>
      <p:pic>
        <p:nvPicPr>
          <p:cNvPr id="22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98748"/>
            <a:ext cx="958748" cy="1371600"/>
          </a:xfrm>
          <a:prstGeom prst="rect">
            <a:avLst/>
          </a:prstGeom>
        </p:spPr>
      </p:pic>
      <p:pic>
        <p:nvPicPr>
          <p:cNvPr id="23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7901" y="3515868"/>
            <a:ext cx="974659" cy="155448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C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5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6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5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65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كِتِ</a:t>
            </a:r>
            <a:endParaRPr lang="ar-SA" sz="95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67558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6234" y="4064508"/>
            <a:ext cx="1606326" cy="100584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E85E"/>
          </a:solidFill>
          <a:ln w="12700">
            <a:solidFill>
              <a:srgbClr val="EDE8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5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65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5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65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كِثِ</a:t>
            </a:r>
            <a:endParaRPr lang="ar-SA" sz="95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27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F52E0"/>
          </a:solidFill>
          <a:ln w="12700">
            <a:solidFill>
              <a:srgbClr val="5F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9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B070"/>
          </a:solidFill>
          <a:ln w="12700">
            <a:solidFill>
              <a:srgbClr val="DBB0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C8547"/>
          </a:solidFill>
          <a:ln w="12700">
            <a:solidFill>
              <a:srgbClr val="4C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9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4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9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9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4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كِجِ</a:t>
            </a:r>
            <a:endParaRPr lang="ar-SA" sz="6100" dirty="0"/>
          </a:p>
        </p:txBody>
      </p:sp>
      <p:pic>
        <p:nvPicPr>
          <p:cNvPr id="25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61888" cy="1417320"/>
          </a:xfrm>
          <a:prstGeom prst="rect">
            <a:avLst/>
          </a:prstGeom>
        </p:spPr>
      </p:pic>
      <p:pic>
        <p:nvPicPr>
          <p:cNvPr id="26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1014" y="3835908"/>
            <a:ext cx="571546" cy="123444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C5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8764"/>
          </a:solidFill>
          <a:ln w="12700">
            <a:solidFill>
              <a:srgbClr val="D887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5A47"/>
          </a:solidFill>
          <a:ln w="12700">
            <a:solidFill>
              <a:srgbClr val="D15A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6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كِحِ</a:t>
            </a:r>
            <a:endParaRPr lang="ar-SA" sz="61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973068"/>
            <a:ext cx="948050" cy="1097280"/>
          </a:xfrm>
          <a:prstGeom prst="rect">
            <a:avLst/>
          </a:prstGeom>
        </p:spPr>
      </p:pic>
      <p:pic>
        <p:nvPicPr>
          <p:cNvPr id="21" name="Image 1" descr="anima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2657" y="3973068"/>
            <a:ext cx="1329903" cy="109728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C5F7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9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B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9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كِخِ</a:t>
            </a:r>
            <a:endParaRPr lang="ar-SA" sz="6100" dirty="0"/>
          </a:p>
        </p:txBody>
      </p:sp>
      <p:pic>
        <p:nvPicPr>
          <p:cNvPr id="21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74644" cy="141732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A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22B64"/>
          </a:solidFill>
          <a:ln w="12700">
            <a:solidFill>
              <a:srgbClr val="62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59"/>
          </a:solidFill>
          <a:ln w="12700">
            <a:solidFill>
              <a:srgbClr val="79345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6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6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كِدِ</a:t>
            </a:r>
            <a:endParaRPr lang="ar-SA" sz="9500" dirty="0"/>
          </a:p>
        </p:txBody>
      </p:sp>
      <p:pic>
        <p:nvPicPr>
          <p:cNvPr id="22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744468"/>
            <a:ext cx="1723644" cy="1325880"/>
          </a:xfrm>
          <a:prstGeom prst="rect">
            <a:avLst/>
          </a:prstGeom>
        </p:spPr>
      </p:pic>
      <p:pic>
        <p:nvPicPr>
          <p:cNvPr id="23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2003" y="3515868"/>
            <a:ext cx="800557" cy="155448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E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6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5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6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كِذِ</a:t>
            </a:r>
            <a:endParaRPr lang="ar-SA" sz="95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88818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7653" y="3835908"/>
            <a:ext cx="1494907" cy="123444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C5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C5"/>
          </a:solidFill>
          <a:ln w="12700">
            <a:solidFill>
              <a:srgbClr val="5EEDC5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9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5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9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5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9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كِرِ</a:t>
            </a:r>
            <a:endParaRPr lang="ar-SA" sz="74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4314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68"/>
          </a:solidFill>
          <a:ln w="12700">
            <a:solidFill>
              <a:srgbClr val="E05268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AF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95"/>
          </a:solidFill>
          <a:ln w="12700">
            <a:solidFill>
              <a:srgbClr val="70DB95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B85"/>
          </a:solidFill>
          <a:ln w="12700">
            <a:solidFill>
              <a:srgbClr val="475B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9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5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9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5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كِزِ</a:t>
            </a:r>
            <a:endParaRPr lang="ar-SA" sz="7400" dirty="0"/>
          </a:p>
        </p:txBody>
      </p:sp>
      <p:pic>
        <p:nvPicPr>
          <p:cNvPr id="25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13700" cy="1417320"/>
          </a:xfrm>
          <a:prstGeom prst="rect">
            <a:avLst/>
          </a:prstGeom>
        </p:spPr>
      </p:pic>
      <p:pic>
        <p:nvPicPr>
          <p:cNvPr id="26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6089" y="4110228"/>
            <a:ext cx="566471" cy="96012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D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6A"/>
          </a:solidFill>
          <a:ln w="12700">
            <a:solidFill>
              <a:srgbClr val="64D86A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57D147"/>
          </a:solidFill>
          <a:ln w="12700">
            <a:solidFill>
              <a:srgbClr val="57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0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5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0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5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كِسِ</a:t>
            </a:r>
            <a:endParaRPr lang="ar-SA" sz="71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835908"/>
            <a:ext cx="1301100" cy="1234440"/>
          </a:xfrm>
          <a:prstGeom prst="rect">
            <a:avLst/>
          </a:prstGeom>
        </p:spPr>
      </p:pic>
      <p:pic>
        <p:nvPicPr>
          <p:cNvPr id="21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4188" y="3835908"/>
            <a:ext cx="1418372" cy="123444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C5C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0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50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C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0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50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كِشِ</a:t>
            </a:r>
            <a:endParaRPr lang="ar-SA" sz="7100" dirty="0"/>
          </a:p>
        </p:txBody>
      </p:sp>
      <p:pic>
        <p:nvPicPr>
          <p:cNvPr id="21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61888" cy="141732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431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42B"/>
          </a:solidFill>
          <a:ln w="12700">
            <a:solidFill>
              <a:srgbClr val="645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A7934"/>
          </a:solidFill>
          <a:ln w="12700">
            <a:solidFill>
              <a:srgbClr val="6A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9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B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9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4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3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كِصِ</a:t>
            </a:r>
            <a:endParaRPr lang="ar-SA" sz="7100" dirty="0"/>
          </a:p>
        </p:txBody>
      </p:sp>
      <p:pic>
        <p:nvPicPr>
          <p:cNvPr id="22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110228"/>
            <a:ext cx="1648526" cy="960120"/>
          </a:xfrm>
          <a:prstGeom prst="rect">
            <a:avLst/>
          </a:prstGeom>
        </p:spPr>
      </p:pic>
      <p:pic>
        <p:nvPicPr>
          <p:cNvPr id="23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0400" y="3515868"/>
            <a:ext cx="732160" cy="155448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C5F7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7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4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7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4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4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كِضِ</a:t>
            </a:r>
            <a:endParaRPr lang="ar-SA" sz="71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02361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223" y="3744468"/>
            <a:ext cx="1600337" cy="132588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D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A15EED"/>
          </a:solidFill>
          <a:ln w="12700">
            <a:solidFill>
              <a:srgbClr val="A1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6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6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كِطِ</a:t>
            </a:r>
            <a:endParaRPr lang="ar-SA" sz="95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3F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CE052"/>
          </a:solidFill>
          <a:ln w="12700">
            <a:solidFill>
              <a:srgbClr val="8C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96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A70DB"/>
          </a:solidFill>
          <a:ln w="12700">
            <a:solidFill>
              <a:srgbClr val="7A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A"/>
          </a:solidFill>
          <a:ln w="12700">
            <a:solidFill>
              <a:srgbClr val="85476A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6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6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كِظِ</a:t>
            </a:r>
            <a:endParaRPr lang="ar-SA" sz="9500" dirty="0"/>
          </a:p>
        </p:txBody>
      </p:sp>
      <p:pic>
        <p:nvPicPr>
          <p:cNvPr id="25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715747" cy="1417320"/>
          </a:xfrm>
          <a:prstGeom prst="rect">
            <a:avLst/>
          </a:prstGeom>
        </p:spPr>
      </p:pic>
      <p:pic>
        <p:nvPicPr>
          <p:cNvPr id="26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0087" y="4155948"/>
            <a:ext cx="582473" cy="91440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C5E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7BD8"/>
          </a:solidFill>
          <a:ln w="12700">
            <a:solidFill>
              <a:srgbClr val="647B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7AD1"/>
          </a:solidFill>
          <a:ln w="12700">
            <a:solidFill>
              <a:srgbClr val="477A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6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كِعِ</a:t>
            </a:r>
            <a:endParaRPr lang="ar-SA" sz="61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927348"/>
            <a:ext cx="1225296" cy="1143000"/>
          </a:xfrm>
          <a:prstGeom prst="rect">
            <a:avLst/>
          </a:prstGeom>
        </p:spPr>
      </p:pic>
      <p:pic>
        <p:nvPicPr>
          <p:cNvPr id="21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8626" y="3653028"/>
            <a:ext cx="1303934" cy="141732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C5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9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9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4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8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كِغِ</a:t>
            </a:r>
            <a:endParaRPr lang="ar-SA" sz="6100" dirty="0"/>
          </a:p>
        </p:txBody>
      </p:sp>
      <p:pic>
        <p:nvPicPr>
          <p:cNvPr id="21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833384" cy="141732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5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6"/>
          </a:solidFill>
          <a:ln w="12700">
            <a:solidFill>
              <a:srgbClr val="2B6446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77"/>
          </a:solidFill>
          <a:ln w="12700">
            <a:solidFill>
              <a:srgbClr val="347977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4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64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4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64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كِفِ</a:t>
            </a:r>
            <a:endParaRPr lang="ar-SA" sz="9200" dirty="0"/>
          </a:p>
        </p:txBody>
      </p:sp>
      <p:pic>
        <p:nvPicPr>
          <p:cNvPr id="22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292596" cy="1417320"/>
          </a:xfrm>
          <a:prstGeom prst="rect">
            <a:avLst/>
          </a:prstGeom>
        </p:spPr>
      </p:pic>
      <p:pic>
        <p:nvPicPr>
          <p:cNvPr id="23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4428" y="3744468"/>
            <a:ext cx="688132" cy="132588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D2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7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5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7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5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كِقِ</a:t>
            </a:r>
            <a:endParaRPr lang="ar-SA" sz="70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827715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9881" y="4018788"/>
            <a:ext cx="1502679" cy="105156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E0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7E5E"/>
          </a:solidFill>
          <a:ln w="12700">
            <a:solidFill>
              <a:srgbClr val="ED7E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23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3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7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3800" dirty="0"/>
          </a:p>
        </p:txBody>
      </p:sp>
      <p:sp>
        <p:nvSpPr>
          <p:cNvPr id="26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3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7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800" dirty="0"/>
          </a:p>
        </p:txBody>
      </p:sp>
      <p:sp>
        <p:nvSpPr>
          <p:cNvPr id="29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38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إِكِبِ</a:t>
            </a:r>
            <a:endParaRPr lang="ar-SA" sz="62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443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AFE0"/>
          </a:solidFill>
          <a:ln w="12700">
            <a:solidFill>
              <a:srgbClr val="52AF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9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81"/>
          </a:solidFill>
          <a:ln w="12700">
            <a:solidFill>
              <a:srgbClr val="DB7081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A8547"/>
          </a:solidFill>
          <a:ln w="12700">
            <a:solidFill>
              <a:srgbClr val="7A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800" dirty="0"/>
          </a:p>
        </p:txBody>
      </p:sp>
      <p:sp>
        <p:nvSpPr>
          <p:cNvPr id="20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3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3800" dirty="0"/>
          </a:p>
        </p:txBody>
      </p:sp>
      <p:sp>
        <p:nvSpPr>
          <p:cNvPr id="23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3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800" dirty="0"/>
          </a:p>
        </p:txBody>
      </p:sp>
      <p:sp>
        <p:nvSpPr>
          <p:cNvPr id="26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38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بِكِتِ</a:t>
            </a:r>
            <a:endParaRPr lang="ar-SA" sz="6800" dirty="0"/>
          </a:p>
        </p:txBody>
      </p:sp>
      <p:pic>
        <p:nvPicPr>
          <p:cNvPr id="29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872063" cy="1508760"/>
          </a:xfrm>
          <a:prstGeom prst="rect">
            <a:avLst/>
          </a:prstGeom>
        </p:spPr>
      </p:pic>
      <p:pic>
        <p:nvPicPr>
          <p:cNvPr id="30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8225" y="4064508"/>
            <a:ext cx="574335" cy="100584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C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98"/>
          </a:solidFill>
          <a:ln w="12700">
            <a:solidFill>
              <a:srgbClr val="D8649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9C"/>
          </a:solidFill>
          <a:ln w="12700">
            <a:solidFill>
              <a:srgbClr val="D1479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5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5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4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5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45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تِكِثِ</a:t>
            </a:r>
            <a:endParaRPr lang="ar-SA" sz="8400" dirty="0"/>
          </a:p>
        </p:txBody>
      </p:sp>
      <p:pic>
        <p:nvPicPr>
          <p:cNvPr id="24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973068"/>
            <a:ext cx="1329903" cy="1097280"/>
          </a:xfrm>
          <a:prstGeom prst="rect">
            <a:avLst/>
          </a:prstGeom>
        </p:spPr>
      </p:pic>
      <p:pic>
        <p:nvPicPr>
          <p:cNvPr id="25" name="Image 1" descr="anima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8916" y="3744468"/>
            <a:ext cx="1723644" cy="132588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E1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400" dirty="0"/>
          </a:p>
        </p:txBody>
      </p:sp>
      <p:sp>
        <p:nvSpPr>
          <p:cNvPr id="16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3400" dirty="0"/>
          </a:p>
        </p:txBody>
      </p:sp>
      <p:sp>
        <p:nvSpPr>
          <p:cNvPr id="19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400" dirty="0"/>
          </a:p>
        </p:txBody>
      </p:sp>
      <p:sp>
        <p:nvSpPr>
          <p:cNvPr id="22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34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ثِكِجِ</a:t>
            </a:r>
            <a:endParaRPr lang="ar-SA" sz="5400" dirty="0"/>
          </a:p>
        </p:txBody>
      </p:sp>
      <p:pic>
        <p:nvPicPr>
          <p:cNvPr id="25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926379" cy="1508760"/>
          </a:xfrm>
          <a:prstGeom prst="rect">
            <a:avLst/>
          </a:prstGeom>
        </p:spPr>
      </p:pic>
      <p:pic>
        <p:nvPicPr>
          <p:cNvPr id="26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5350" y="4110228"/>
            <a:ext cx="717210" cy="96012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421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72B64"/>
          </a:solidFill>
          <a:ln w="12700">
            <a:solidFill>
              <a:srgbClr val="37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63479"/>
          </a:solidFill>
          <a:ln w="12700">
            <a:solidFill>
              <a:srgbClr val="66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400" dirty="0"/>
          </a:p>
        </p:txBody>
      </p:sp>
      <p:sp>
        <p:nvSpPr>
          <p:cNvPr id="17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A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3400" dirty="0"/>
          </a:p>
        </p:txBody>
      </p:sp>
      <p:sp>
        <p:nvSpPr>
          <p:cNvPr id="20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A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400" dirty="0"/>
          </a:p>
        </p:txBody>
      </p:sp>
      <p:sp>
        <p:nvSpPr>
          <p:cNvPr id="23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34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جِكِحِ</a:t>
            </a:r>
            <a:endParaRPr lang="ar-SA" sz="5400" dirty="0"/>
          </a:p>
        </p:txBody>
      </p:sp>
      <p:pic>
        <p:nvPicPr>
          <p:cNvPr id="26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979185" cy="1508760"/>
          </a:xfrm>
          <a:prstGeom prst="rect">
            <a:avLst/>
          </a:prstGeom>
        </p:spPr>
      </p:pic>
      <p:pic>
        <p:nvPicPr>
          <p:cNvPr id="27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1213" y="3332988"/>
            <a:ext cx="811347" cy="173736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C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4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34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4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حِكِخِ</a:t>
            </a:r>
            <a:endParaRPr lang="ar-SA" sz="5400" dirty="0"/>
          </a:p>
        </p:txBody>
      </p:sp>
      <p:pic>
        <p:nvPicPr>
          <p:cNvPr id="24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945993" cy="1508760"/>
          </a:xfrm>
          <a:prstGeom prst="rect">
            <a:avLst/>
          </a:prstGeom>
        </p:spPr>
      </p:pic>
      <p:pic>
        <p:nvPicPr>
          <p:cNvPr id="25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1529" y="3927348"/>
            <a:ext cx="1391031" cy="114300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C5F7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3ED5E"/>
          </a:solidFill>
          <a:ln w="12700">
            <a:solidFill>
              <a:srgbClr val="63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400" dirty="0"/>
          </a:p>
        </p:txBody>
      </p:sp>
      <p:sp>
        <p:nvSpPr>
          <p:cNvPr id="23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3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A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3400" dirty="0"/>
          </a:p>
        </p:txBody>
      </p:sp>
      <p:sp>
        <p:nvSpPr>
          <p:cNvPr id="26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3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A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400" dirty="0"/>
          </a:p>
        </p:txBody>
      </p:sp>
      <p:sp>
        <p:nvSpPr>
          <p:cNvPr id="29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34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خِكِدِ</a:t>
            </a:r>
            <a:endParaRPr lang="ar-SA" sz="84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30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D3"/>
          </a:solidFill>
          <a:ln w="12700">
            <a:solidFill>
              <a:srgbClr val="E052D3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B6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CDB70"/>
          </a:solidFill>
          <a:ln w="12700">
            <a:solidFill>
              <a:srgbClr val="9C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80"/>
          </a:solidFill>
          <a:ln w="12700">
            <a:solidFill>
              <a:srgbClr val="478580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600" dirty="0"/>
          </a:p>
        </p:txBody>
      </p:sp>
      <p:sp>
        <p:nvSpPr>
          <p:cNvPr id="20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46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600" dirty="0"/>
          </a:p>
        </p:txBody>
      </p:sp>
      <p:sp>
        <p:nvSpPr>
          <p:cNvPr id="23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46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600" dirty="0"/>
          </a:p>
        </p:txBody>
      </p:sp>
      <p:sp>
        <p:nvSpPr>
          <p:cNvPr id="26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46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دِكِذِ</a:t>
            </a:r>
            <a:endParaRPr lang="ar-SA" sz="8400" dirty="0"/>
          </a:p>
        </p:txBody>
      </p:sp>
      <p:pic>
        <p:nvPicPr>
          <p:cNvPr id="29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695538" cy="150876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1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5D864"/>
          </a:solidFill>
          <a:ln w="12700">
            <a:solidFill>
              <a:srgbClr val="B5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BED147"/>
          </a:solidFill>
          <a:ln w="12700">
            <a:solidFill>
              <a:srgbClr val="BE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1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3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1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4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3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1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41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ذِكِرِ</a:t>
            </a:r>
            <a:endParaRPr lang="ar-SA" sz="6600" dirty="0"/>
          </a:p>
        </p:txBody>
      </p:sp>
      <p:pic>
        <p:nvPicPr>
          <p:cNvPr id="24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123935" cy="1417320"/>
          </a:xfrm>
          <a:prstGeom prst="rect">
            <a:avLst/>
          </a:prstGeom>
        </p:spPr>
      </p:pic>
      <p:pic>
        <p:nvPicPr>
          <p:cNvPr id="25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8037" y="3835908"/>
            <a:ext cx="1624523" cy="123444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C5E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100" dirty="0"/>
          </a:p>
        </p:txBody>
      </p:sp>
      <p:sp>
        <p:nvSpPr>
          <p:cNvPr id="16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4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100" dirty="0"/>
          </a:p>
        </p:txBody>
      </p:sp>
      <p:sp>
        <p:nvSpPr>
          <p:cNvPr id="19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41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4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100" dirty="0"/>
          </a:p>
        </p:txBody>
      </p:sp>
      <p:sp>
        <p:nvSpPr>
          <p:cNvPr id="22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41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رِكِزِ</a:t>
            </a:r>
            <a:endParaRPr lang="ar-SA" sz="6600" dirty="0"/>
          </a:p>
        </p:txBody>
      </p:sp>
      <p:pic>
        <p:nvPicPr>
          <p:cNvPr id="25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902238" cy="150876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4314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2D"/>
          </a:solidFill>
          <a:ln w="12700">
            <a:solidFill>
              <a:srgbClr val="642B2D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5534"/>
          </a:solidFill>
          <a:ln w="12700">
            <a:solidFill>
              <a:srgbClr val="7955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500" dirty="0"/>
          </a:p>
        </p:txBody>
      </p:sp>
      <p:sp>
        <p:nvSpPr>
          <p:cNvPr id="17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3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3500" dirty="0"/>
          </a:p>
        </p:txBody>
      </p:sp>
      <p:sp>
        <p:nvSpPr>
          <p:cNvPr id="20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35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500" dirty="0"/>
          </a:p>
        </p:txBody>
      </p:sp>
      <p:sp>
        <p:nvSpPr>
          <p:cNvPr id="23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35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زِكِسِ</a:t>
            </a:r>
            <a:endParaRPr lang="ar-SA" sz="6300" dirty="0"/>
          </a:p>
        </p:txBody>
      </p:sp>
      <p:pic>
        <p:nvPicPr>
          <p:cNvPr id="26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881628"/>
            <a:ext cx="1485900" cy="1188720"/>
          </a:xfrm>
          <a:prstGeom prst="rect">
            <a:avLst/>
          </a:prstGeom>
        </p:spPr>
      </p:pic>
      <p:pic>
        <p:nvPicPr>
          <p:cNvPr id="27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5193" y="3332988"/>
            <a:ext cx="877367" cy="173736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D1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5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3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35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3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5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35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سِكِشِ</a:t>
            </a:r>
            <a:endParaRPr lang="ar-SA" sz="6200" dirty="0"/>
          </a:p>
        </p:txBody>
      </p:sp>
      <p:pic>
        <p:nvPicPr>
          <p:cNvPr id="24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695538" cy="1508760"/>
          </a:xfrm>
          <a:prstGeom prst="rect">
            <a:avLst/>
          </a:prstGeom>
        </p:spPr>
      </p:pic>
      <p:pic>
        <p:nvPicPr>
          <p:cNvPr id="25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0043" y="3653028"/>
            <a:ext cx="1482517" cy="141732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C8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86ED"/>
          </a:solidFill>
          <a:ln w="12700">
            <a:solidFill>
              <a:srgbClr val="5E86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400" dirty="0"/>
          </a:p>
        </p:txBody>
      </p:sp>
      <p:sp>
        <p:nvSpPr>
          <p:cNvPr id="23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3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3400" dirty="0"/>
          </a:p>
        </p:txBody>
      </p:sp>
      <p:sp>
        <p:nvSpPr>
          <p:cNvPr id="26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3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400" dirty="0"/>
          </a:p>
        </p:txBody>
      </p:sp>
      <p:sp>
        <p:nvSpPr>
          <p:cNvPr id="29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34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شِكِصِ</a:t>
            </a:r>
            <a:endParaRPr lang="ar-SA" sz="61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432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CA52"/>
          </a:solidFill>
          <a:ln w="12700">
            <a:solidFill>
              <a:srgbClr val="E0CA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F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B6DB"/>
          </a:solidFill>
          <a:ln w="12700">
            <a:solidFill>
              <a:srgbClr val="70B6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14785"/>
          </a:solidFill>
          <a:ln w="12700">
            <a:solidFill>
              <a:srgbClr val="71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300" dirty="0"/>
          </a:p>
        </p:txBody>
      </p:sp>
      <p:sp>
        <p:nvSpPr>
          <p:cNvPr id="20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33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9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3300" dirty="0"/>
          </a:p>
        </p:txBody>
      </p:sp>
      <p:sp>
        <p:nvSpPr>
          <p:cNvPr id="23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33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9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300" dirty="0"/>
          </a:p>
        </p:txBody>
      </p:sp>
      <p:sp>
        <p:nvSpPr>
          <p:cNvPr id="26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33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صِكِضِ</a:t>
            </a:r>
            <a:endParaRPr lang="ar-SA" sz="5800" dirty="0"/>
          </a:p>
        </p:txBody>
      </p:sp>
      <p:pic>
        <p:nvPicPr>
          <p:cNvPr id="29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642732" cy="1508760"/>
          </a:xfrm>
          <a:prstGeom prst="rect">
            <a:avLst/>
          </a:prstGeom>
        </p:spPr>
      </p:pic>
      <p:pic>
        <p:nvPicPr>
          <p:cNvPr id="30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4776" y="4155948"/>
            <a:ext cx="557784" cy="91440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C5F7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2D8"/>
          </a:solidFill>
          <a:ln w="12700">
            <a:solidFill>
              <a:srgbClr val="64D2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C2"/>
          </a:solidFill>
          <a:ln w="12700">
            <a:solidFill>
              <a:srgbClr val="47D1C2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3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3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33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3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3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33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ضِكِطِ</a:t>
            </a:r>
            <a:endParaRPr lang="ar-SA" sz="7100" dirty="0"/>
          </a:p>
        </p:txBody>
      </p:sp>
      <p:pic>
        <p:nvPicPr>
          <p:cNvPr id="24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1222096" cy="1508760"/>
          </a:xfrm>
          <a:prstGeom prst="rect">
            <a:avLst/>
          </a:prstGeom>
        </p:spPr>
      </p:pic>
      <p:pic>
        <p:nvPicPr>
          <p:cNvPr id="25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4104" y="3607308"/>
            <a:ext cx="1268456" cy="146304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3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600" dirty="0"/>
          </a:p>
        </p:txBody>
      </p:sp>
      <p:sp>
        <p:nvSpPr>
          <p:cNvPr id="16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46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600" dirty="0"/>
          </a:p>
        </p:txBody>
      </p:sp>
      <p:sp>
        <p:nvSpPr>
          <p:cNvPr id="19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46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600" dirty="0"/>
          </a:p>
        </p:txBody>
      </p:sp>
      <p:sp>
        <p:nvSpPr>
          <p:cNvPr id="22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46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طِكِظِ</a:t>
            </a:r>
            <a:endParaRPr lang="ar-SA" sz="7300" dirty="0"/>
          </a:p>
        </p:txBody>
      </p:sp>
      <p:pic>
        <p:nvPicPr>
          <p:cNvPr id="25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686486" cy="150876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39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B642B"/>
          </a:solidFill>
          <a:ln w="12700">
            <a:solidFill>
              <a:srgbClr val="3B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43"/>
          </a:solidFill>
          <a:ln w="12700">
            <a:solidFill>
              <a:srgbClr val="34794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400" dirty="0"/>
          </a:p>
        </p:txBody>
      </p:sp>
      <p:sp>
        <p:nvSpPr>
          <p:cNvPr id="17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3400" dirty="0"/>
          </a:p>
        </p:txBody>
      </p:sp>
      <p:sp>
        <p:nvSpPr>
          <p:cNvPr id="20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400" dirty="0"/>
          </a:p>
        </p:txBody>
      </p:sp>
      <p:sp>
        <p:nvSpPr>
          <p:cNvPr id="23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34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ظِكِعِ</a:t>
            </a:r>
            <a:endParaRPr lang="ar-SA" sz="5400" dirty="0"/>
          </a:p>
        </p:txBody>
      </p:sp>
      <p:pic>
        <p:nvPicPr>
          <p:cNvPr id="26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07308"/>
            <a:ext cx="1019739" cy="1463040"/>
          </a:xfrm>
          <a:prstGeom prst="rect">
            <a:avLst/>
          </a:prstGeom>
        </p:spPr>
      </p:pic>
      <p:pic>
        <p:nvPicPr>
          <p:cNvPr id="27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2798" y="3653028"/>
            <a:ext cx="749762" cy="141732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C5D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4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8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34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8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4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عِكِغِ</a:t>
            </a:r>
            <a:endParaRPr lang="ar-SA" sz="5400" dirty="0"/>
          </a:p>
        </p:txBody>
      </p:sp>
      <p:pic>
        <p:nvPicPr>
          <p:cNvPr id="24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744468"/>
            <a:ext cx="719953" cy="1325880"/>
          </a:xfrm>
          <a:prstGeom prst="rect">
            <a:avLst/>
          </a:prstGeom>
        </p:spPr>
      </p:pic>
      <p:pic>
        <p:nvPicPr>
          <p:cNvPr id="25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6187" y="3790188"/>
            <a:ext cx="1066373" cy="128016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7C5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AA"/>
          </a:solidFill>
          <a:ln w="12700">
            <a:solidFill>
              <a:srgbClr val="ED5EAA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400" dirty="0"/>
          </a:p>
        </p:txBody>
      </p:sp>
      <p:sp>
        <p:nvSpPr>
          <p:cNvPr id="23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3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3400" dirty="0"/>
          </a:p>
        </p:txBody>
      </p:sp>
      <p:sp>
        <p:nvSpPr>
          <p:cNvPr id="26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3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400" dirty="0"/>
          </a:p>
        </p:txBody>
      </p:sp>
      <p:sp>
        <p:nvSpPr>
          <p:cNvPr id="29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34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غِكِفِ</a:t>
            </a:r>
            <a:endParaRPr lang="ar-SA" sz="77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44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A7"/>
          </a:solidFill>
          <a:ln w="12700">
            <a:solidFill>
              <a:srgbClr val="52E0A7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E8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D1"/>
          </a:solidFill>
          <a:ln w="12700">
            <a:solidFill>
              <a:srgbClr val="DB70D1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247"/>
          </a:solidFill>
          <a:ln w="12700">
            <a:solidFill>
              <a:srgbClr val="8562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900" dirty="0"/>
          </a:p>
        </p:txBody>
      </p:sp>
      <p:sp>
        <p:nvSpPr>
          <p:cNvPr id="20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3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C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3900" dirty="0"/>
          </a:p>
        </p:txBody>
      </p:sp>
      <p:sp>
        <p:nvSpPr>
          <p:cNvPr id="23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39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C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900" dirty="0"/>
          </a:p>
        </p:txBody>
      </p:sp>
      <p:sp>
        <p:nvSpPr>
          <p:cNvPr id="26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39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فِكِقِ</a:t>
            </a:r>
            <a:endParaRPr lang="ar-SA" sz="6200" dirty="0"/>
          </a:p>
        </p:txBody>
      </p:sp>
      <p:pic>
        <p:nvPicPr>
          <p:cNvPr id="29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744468"/>
            <a:ext cx="688132" cy="1325880"/>
          </a:xfrm>
          <a:prstGeom prst="rect">
            <a:avLst/>
          </a:prstGeom>
        </p:spPr>
      </p:pic>
      <p:pic>
        <p:nvPicPr>
          <p:cNvPr id="30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7847" y="3744468"/>
            <a:ext cx="584713" cy="132588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D8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264D8"/>
          </a:solidFill>
          <a:ln w="12700">
            <a:solidFill>
              <a:srgbClr val="C2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9F47D1"/>
          </a:solidFill>
          <a:ln w="12700">
            <a:solidFill>
              <a:srgbClr val="9F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9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39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قِكِإِ</a:t>
            </a:r>
            <a:endParaRPr lang="ar-SA" sz="6200" dirty="0"/>
          </a:p>
        </p:txBody>
      </p:sp>
      <p:pic>
        <p:nvPicPr>
          <p:cNvPr id="24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887151" cy="1508760"/>
          </a:xfrm>
          <a:prstGeom prst="rect">
            <a:avLst/>
          </a:prstGeom>
        </p:spPr>
      </p:pic>
      <p:pic>
        <p:nvPicPr>
          <p:cNvPr id="25" name="Image 1" descr="anima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2956" y="3561588"/>
            <a:ext cx="1309604" cy="150876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7E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8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5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8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إِكِ</a:t>
            </a:r>
            <a:endParaRPr lang="ar-SA" sz="7000" dirty="0"/>
          </a:p>
        </p:txBody>
      </p:sp>
      <p:pic>
        <p:nvPicPr>
          <p:cNvPr id="21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744468"/>
            <a:ext cx="694761" cy="132588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44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964"/>
          </a:solidFill>
          <a:ln w="12700">
            <a:solidFill>
              <a:srgbClr val="2B49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3679"/>
          </a:solidFill>
          <a:ln w="12700">
            <a:solidFill>
              <a:srgbClr val="3436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5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55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5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55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8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بِكِ</a:t>
            </a:r>
            <a:endParaRPr lang="ar-SA" sz="7700" dirty="0"/>
          </a:p>
        </p:txBody>
      </p:sp>
      <p:pic>
        <p:nvPicPr>
          <p:cNvPr id="22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700784" cy="1417320"/>
          </a:xfrm>
          <a:prstGeom prst="rect">
            <a:avLst/>
          </a:prstGeom>
        </p:spPr>
      </p:pic>
      <p:pic>
        <p:nvPicPr>
          <p:cNvPr id="23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1988" y="3515868"/>
            <a:ext cx="1100572" cy="155448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7C5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5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6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5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65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تِكِ</a:t>
            </a:r>
            <a:endParaRPr lang="ar-SA" sz="92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744468"/>
            <a:ext cx="769010" cy="132588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6521" y="3881628"/>
            <a:ext cx="586039" cy="118872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DB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DED5E"/>
          </a:solidFill>
          <a:ln w="12700">
            <a:solidFill>
              <a:srgbClr val="CD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5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65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5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65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ثِكِ</a:t>
            </a:r>
            <a:endParaRPr lang="ar-SA" sz="92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141B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352E0"/>
          </a:solidFill>
          <a:ln w="12700">
            <a:solidFill>
              <a:srgbClr val="83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3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CB70"/>
          </a:solidFill>
          <a:ln w="12700">
            <a:solidFill>
              <a:srgbClr val="DBC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2"/>
          </a:solidFill>
          <a:ln w="12700">
            <a:solidFill>
              <a:srgbClr val="478552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9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4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B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9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4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جِكِ</a:t>
            </a:r>
            <a:endParaRPr lang="ar-SA" sz="7700" dirty="0"/>
          </a:p>
        </p:txBody>
      </p:sp>
      <p:pic>
        <p:nvPicPr>
          <p:cNvPr id="25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744468"/>
            <a:ext cx="654985" cy="1325880"/>
          </a:xfrm>
          <a:prstGeom prst="rect">
            <a:avLst/>
          </a:prstGeom>
        </p:spPr>
      </p:pic>
      <p:pic>
        <p:nvPicPr>
          <p:cNvPr id="26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6089" y="4110228"/>
            <a:ext cx="566471" cy="96012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7CC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A564"/>
          </a:solidFill>
          <a:ln w="12700">
            <a:solidFill>
              <a:srgbClr val="D8A5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7D47"/>
          </a:solidFill>
          <a:ln w="12700">
            <a:solidFill>
              <a:srgbClr val="D17D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C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4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حِكِ</a:t>
            </a:r>
            <a:endParaRPr lang="ar-SA" sz="92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183462" cy="1417320"/>
          </a:xfrm>
          <a:prstGeom prst="rect">
            <a:avLst/>
          </a:prstGeom>
        </p:spPr>
      </p:pic>
      <p:pic>
        <p:nvPicPr>
          <p:cNvPr id="21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5995" y="3973068"/>
            <a:ext cx="1506565" cy="109728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C5F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9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9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4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3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خِكِ</a:t>
            </a:r>
            <a:endParaRPr lang="ar-SA" sz="9200" dirty="0"/>
          </a:p>
        </p:txBody>
      </p:sp>
      <p:pic>
        <p:nvPicPr>
          <p:cNvPr id="21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732754" cy="141732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36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7"/>
          </a:solidFill>
          <a:ln w="12700">
            <a:solidFill>
              <a:srgbClr val="642B57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47"/>
          </a:solidFill>
          <a:ln w="12700">
            <a:solidFill>
              <a:srgbClr val="793447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6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6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دِكِ</a:t>
            </a:r>
            <a:endParaRPr lang="ar-SA" sz="9200" dirty="0"/>
          </a:p>
        </p:txBody>
      </p:sp>
      <p:pic>
        <p:nvPicPr>
          <p:cNvPr id="22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110228"/>
            <a:ext cx="1787743" cy="960120"/>
          </a:xfrm>
          <a:prstGeom prst="rect">
            <a:avLst/>
          </a:prstGeom>
        </p:spPr>
      </p:pic>
      <p:pic>
        <p:nvPicPr>
          <p:cNvPr id="23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2981" y="3515868"/>
            <a:ext cx="929579" cy="155448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6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6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ذِكِ</a:t>
            </a:r>
            <a:endParaRPr lang="ar-SA" sz="92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84566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8110" y="4018788"/>
            <a:ext cx="1314450" cy="105156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C5E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E9"/>
          </a:solidFill>
          <a:ln w="12700">
            <a:solidFill>
              <a:srgbClr val="5EEDE9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9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5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5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9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5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B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رِكِ</a:t>
            </a:r>
            <a:endParaRPr lang="ar-SA" sz="75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4314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6052"/>
          </a:solidFill>
          <a:ln w="12700">
            <a:solidFill>
              <a:srgbClr val="E06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C9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B0"/>
          </a:solidFill>
          <a:ln w="12700">
            <a:solidFill>
              <a:srgbClr val="70DBB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4C85"/>
          </a:solidFill>
          <a:ln w="12700">
            <a:solidFill>
              <a:srgbClr val="474C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9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5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9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5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9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زِكِ</a:t>
            </a:r>
            <a:endParaRPr lang="ar-SA" sz="7500" dirty="0"/>
          </a:p>
        </p:txBody>
      </p:sp>
      <p:pic>
        <p:nvPicPr>
          <p:cNvPr id="25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98748"/>
            <a:ext cx="903884" cy="137160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CA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88"/>
          </a:solidFill>
          <a:ln w="12700">
            <a:solidFill>
              <a:srgbClr val="64D88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5B"/>
          </a:solidFill>
          <a:ln w="12700">
            <a:solidFill>
              <a:srgbClr val="47D15B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0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5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0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5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سِكِ</a:t>
            </a:r>
            <a:endParaRPr lang="ar-SA" sz="92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337950" cy="1417320"/>
          </a:xfrm>
          <a:prstGeom prst="rect">
            <a:avLst/>
          </a:prstGeom>
        </p:spPr>
      </p:pic>
      <p:pic>
        <p:nvPicPr>
          <p:cNvPr id="21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5318" y="3653028"/>
            <a:ext cx="1067242" cy="141732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CE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0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50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0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50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شِكِ</a:t>
            </a:r>
            <a:endParaRPr lang="ar-SA" sz="9200" dirty="0"/>
          </a:p>
        </p:txBody>
      </p:sp>
      <p:pic>
        <p:nvPicPr>
          <p:cNvPr id="21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749762" cy="141732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432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622B"/>
          </a:solidFill>
          <a:ln w="12700">
            <a:solidFill>
              <a:srgbClr val="6462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87934"/>
          </a:solidFill>
          <a:ln w="12700">
            <a:solidFill>
              <a:srgbClr val="58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9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8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9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4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صِكِ</a:t>
            </a:r>
            <a:endParaRPr lang="ar-SA" sz="9200" dirty="0"/>
          </a:p>
        </p:txBody>
      </p:sp>
      <p:pic>
        <p:nvPicPr>
          <p:cNvPr id="22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881628"/>
            <a:ext cx="1400312" cy="1188720"/>
          </a:xfrm>
          <a:prstGeom prst="rect">
            <a:avLst/>
          </a:prstGeom>
        </p:spPr>
      </p:pic>
      <p:pic>
        <p:nvPicPr>
          <p:cNvPr id="23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4855" y="3515868"/>
            <a:ext cx="747705" cy="155448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C5F7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7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4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7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4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6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ضِكِ</a:t>
            </a:r>
            <a:endParaRPr lang="ar-SA" sz="92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717164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0482" y="3881628"/>
            <a:ext cx="1172078" cy="118872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7C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65EED"/>
          </a:solidFill>
          <a:ln w="12700">
            <a:solidFill>
              <a:srgbClr val="C6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6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6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9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طِكِ</a:t>
            </a:r>
            <a:endParaRPr lang="ar-SA" sz="92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33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67E052"/>
          </a:solidFill>
          <a:ln w="12700">
            <a:solidFill>
              <a:srgbClr val="67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B0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670DB"/>
          </a:solidFill>
          <a:ln w="12700">
            <a:solidFill>
              <a:srgbClr val="96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B"/>
          </a:solidFill>
          <a:ln w="12700">
            <a:solidFill>
              <a:srgbClr val="85475B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6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6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ظِكِ</a:t>
            </a:r>
            <a:endParaRPr lang="ar-SA" sz="9200" dirty="0"/>
          </a:p>
        </p:txBody>
      </p:sp>
      <p:pic>
        <p:nvPicPr>
          <p:cNvPr id="25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708660" cy="141732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C5D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B64D8"/>
          </a:solidFill>
          <a:ln w="12700">
            <a:solidFill>
              <a:srgbClr val="6B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56D1"/>
          </a:solidFill>
          <a:ln w="12700">
            <a:solidFill>
              <a:srgbClr val="4756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9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عِكِ</a:t>
            </a:r>
            <a:endParaRPr lang="ar-SA" sz="92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973068"/>
            <a:ext cx="1462674" cy="1097280"/>
          </a:xfrm>
          <a:prstGeom prst="rect">
            <a:avLst/>
          </a:prstGeom>
        </p:spPr>
      </p:pic>
      <p:pic>
        <p:nvPicPr>
          <p:cNvPr id="21" name="Image 1" descr="anima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9891" y="3744468"/>
            <a:ext cx="1422669" cy="132588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7C5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9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C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9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4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6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غِكِ</a:t>
            </a:r>
            <a:endParaRPr lang="ar-SA" sz="9200" dirty="0"/>
          </a:p>
        </p:txBody>
      </p:sp>
      <p:pic>
        <p:nvPicPr>
          <p:cNvPr id="21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44881" cy="141732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1443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4"/>
          </a:solidFill>
          <a:ln w="12700">
            <a:solidFill>
              <a:srgbClr val="2B645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6A79"/>
          </a:solidFill>
          <a:ln w="12700">
            <a:solidFill>
              <a:srgbClr val="346A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4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64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4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64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فِكِ</a:t>
            </a:r>
            <a:endParaRPr lang="ar-SA" sz="9200" dirty="0"/>
          </a:p>
        </p:txBody>
      </p:sp>
      <p:pic>
        <p:nvPicPr>
          <p:cNvPr id="22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790188"/>
            <a:ext cx="1199510" cy="1280160"/>
          </a:xfrm>
          <a:prstGeom prst="rect">
            <a:avLst/>
          </a:prstGeom>
        </p:spPr>
      </p:pic>
      <p:pic>
        <p:nvPicPr>
          <p:cNvPr id="23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2628" y="3515868"/>
            <a:ext cx="739932" cy="155448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DF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7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5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7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5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قِكِ</a:t>
            </a:r>
            <a:endParaRPr lang="ar-SA" sz="92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744093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5948" y="3973068"/>
            <a:ext cx="1326612" cy="109728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7ED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A25E"/>
          </a:solidFill>
          <a:ln w="12700">
            <a:solidFill>
              <a:srgbClr val="EDA2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5067064" y="896112"/>
            <a:ext cx="211212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91E236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5067064" y="896112"/>
            <a:ext cx="211212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رَكِبَ</a:t>
            </a:r>
            <a:endParaRPr lang="ar-SA" sz="5600" dirty="0"/>
          </a:p>
        </p:txBody>
      </p:sp>
      <p:sp>
        <p:nvSpPr>
          <p:cNvPr id="20" name="C2 W2 pill"/>
          <p:cNvSpPr/>
          <p:nvPr/>
        </p:nvSpPr>
        <p:spPr>
          <a:xfrm>
            <a:off x="1964811" y="896112"/>
            <a:ext cx="278221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91E2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1964811" y="896112"/>
            <a:ext cx="278221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وَضَحِكَ</a:t>
            </a:r>
            <a:endParaRPr lang="ar-SA" sz="5600" dirty="0"/>
          </a:p>
        </p:txBody>
      </p:sp>
      <p:sp>
        <p:nvSpPr>
          <p:cNvPr id="22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6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3 S panel"/>
          <p:cNvSpPr/>
          <p:nvPr/>
        </p:nvSpPr>
        <p:spPr>
          <a:xfrm>
            <a:off x="2298196" y="2834640"/>
            <a:ext cx="4547607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4" name="C3 S sentence"/>
          <p:cNvSpPr txBox="1"/>
          <p:nvPr/>
        </p:nvSpPr>
        <p:spPr>
          <a:xfrm>
            <a:off x="2298196" y="2834640"/>
            <a:ext cx="4547607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رَكِبَ وَضَحِكَ</a:t>
            </a:r>
            <a:endParaRPr lang="ar-SA" sz="57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874520"/>
            <a:ext cx="1170432" cy="1463040"/>
          </a:xfrm>
          <a:prstGeom prst="rect">
            <a:avLst/>
          </a:prstGeom>
        </p:spPr>
      </p:pic>
      <p:pic>
        <p:nvPicPr>
          <p:cNvPr id="26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6156" y="1920240"/>
            <a:ext cx="946404" cy="137160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143E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8BE0"/>
          </a:solidFill>
          <a:ln w="12700">
            <a:solidFill>
              <a:srgbClr val="528B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6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B70"/>
          </a:solidFill>
          <a:ln w="12700">
            <a:solidFill>
              <a:srgbClr val="DB7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A8547"/>
          </a:solidFill>
          <a:ln w="12700">
            <a:solidFill>
              <a:srgbClr val="6A8547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4683220" y="896112"/>
            <a:ext cx="237613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5EE2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4683220" y="896112"/>
            <a:ext cx="237613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ضَحِكَ</a:t>
            </a:r>
            <a:endParaRPr lang="ar-SA" sz="5300" dirty="0"/>
          </a:p>
        </p:txBody>
      </p:sp>
      <p:sp>
        <p:nvSpPr>
          <p:cNvPr id="17" name="C2 W2 pill"/>
          <p:cNvSpPr/>
          <p:nvPr/>
        </p:nvSpPr>
        <p:spPr>
          <a:xfrm>
            <a:off x="2084649" y="896112"/>
            <a:ext cx="227853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5E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2084649" y="896112"/>
            <a:ext cx="227853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وَلَعِبَ</a:t>
            </a:r>
            <a:endParaRPr lang="ar-SA" sz="5300" dirty="0"/>
          </a:p>
        </p:txBody>
      </p:sp>
      <p:sp>
        <p:nvSpPr>
          <p:cNvPr id="19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9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3 S panel"/>
          <p:cNvSpPr/>
          <p:nvPr/>
        </p:nvSpPr>
        <p:spPr>
          <a:xfrm>
            <a:off x="2410588" y="2834640"/>
            <a:ext cx="4322823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3 S sentence"/>
          <p:cNvSpPr txBox="1"/>
          <p:nvPr/>
        </p:nvSpPr>
        <p:spPr>
          <a:xfrm>
            <a:off x="2410588" y="2834640"/>
            <a:ext cx="4322823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ضَحِكَ وَلَعِبَ</a:t>
            </a:r>
            <a:endParaRPr lang="ar-SA" sz="54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783080"/>
            <a:ext cx="847649" cy="1645920"/>
          </a:xfrm>
          <a:prstGeom prst="rect">
            <a:avLst/>
          </a:prstGeom>
        </p:spPr>
      </p:pic>
      <p:pic>
        <p:nvPicPr>
          <p:cNvPr id="23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5008" y="1783080"/>
            <a:ext cx="987552" cy="164592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7C5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7A"/>
          </a:solidFill>
          <a:ln w="12700">
            <a:solidFill>
              <a:srgbClr val="D8647A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79"/>
          </a:solidFill>
          <a:ln w="12700">
            <a:solidFill>
              <a:srgbClr val="D14779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895592" y="896112"/>
            <a:ext cx="158537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4036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895592" y="896112"/>
            <a:ext cx="158537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أَكَلَ</a:t>
            </a:r>
            <a:endParaRPr lang="ar-SA" sz="4400" dirty="0"/>
          </a:p>
        </p:txBody>
      </p:sp>
      <p:sp>
        <p:nvSpPr>
          <p:cNvPr id="12" name="C2 W2 pill"/>
          <p:cNvSpPr/>
          <p:nvPr/>
        </p:nvSpPr>
        <p:spPr>
          <a:xfrm>
            <a:off x="2663034" y="896112"/>
            <a:ext cx="191251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40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663034" y="896112"/>
            <a:ext cx="191251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وَشَبِعَ</a:t>
            </a:r>
            <a:endParaRPr lang="ar-SA" sz="44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3012507" y="2834640"/>
            <a:ext cx="3118986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3012507" y="2834640"/>
            <a:ext cx="3118986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أَكَلَ وَشَبِعَ</a:t>
            </a:r>
            <a:endParaRPr lang="ar-SA" sz="4400" dirty="0"/>
          </a:p>
        </p:txBody>
      </p:sp>
      <p:pic>
        <p:nvPicPr>
          <p:cNvPr id="17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920240"/>
            <a:ext cx="1468984" cy="1371600"/>
          </a:xfrm>
          <a:prstGeom prst="rect">
            <a:avLst/>
          </a:prstGeom>
        </p:spPr>
      </p:pic>
      <p:pic>
        <p:nvPicPr>
          <p:cNvPr id="18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3081" y="2011680"/>
            <a:ext cx="1319479" cy="118872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D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4731215" y="896112"/>
            <a:ext cx="211818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73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4731215" y="896112"/>
            <a:ext cx="211818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سَكَتَ</a:t>
            </a:r>
            <a:endParaRPr lang="ar-SA" sz="4600" dirty="0"/>
          </a:p>
        </p:txBody>
      </p:sp>
      <p:sp>
        <p:nvSpPr>
          <p:cNvPr id="13" name="C2 W2 pill"/>
          <p:cNvSpPr/>
          <p:nvPr/>
        </p:nvSpPr>
        <p:spPr>
          <a:xfrm>
            <a:off x="2294604" y="896112"/>
            <a:ext cx="211657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7336E2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2294604" y="896112"/>
            <a:ext cx="211657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وَسَمِعَ</a:t>
            </a:r>
            <a:endParaRPr lang="ar-SA" sz="4600" dirty="0"/>
          </a:p>
        </p:txBody>
      </p:sp>
      <p:sp>
        <p:nvSpPr>
          <p:cNvPr id="15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8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3 S panel"/>
          <p:cNvSpPr/>
          <p:nvPr/>
        </p:nvSpPr>
        <p:spPr>
          <a:xfrm>
            <a:off x="2624579" y="2834640"/>
            <a:ext cx="3894843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3 S sentence"/>
          <p:cNvSpPr txBox="1"/>
          <p:nvPr/>
        </p:nvSpPr>
        <p:spPr>
          <a:xfrm>
            <a:off x="2624579" y="2834640"/>
            <a:ext cx="3894843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سَكَتَ وَسَمِعَ</a:t>
            </a:r>
            <a:endParaRPr lang="ar-SA" sz="4700" dirty="0"/>
          </a:p>
        </p:txBody>
      </p:sp>
      <p:pic>
        <p:nvPicPr>
          <p:cNvPr id="1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378708"/>
            <a:ext cx="796762" cy="1691640"/>
          </a:xfrm>
          <a:prstGeom prst="rect">
            <a:avLst/>
          </a:prstGeom>
        </p:spPr>
      </p:pic>
      <p:pic>
        <p:nvPicPr>
          <p:cNvPr id="19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80" y="1943100"/>
            <a:ext cx="1325880" cy="132588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68</Slides>
  <Notes>68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68</vt:i4>
      </vt:variant>
    </vt:vector>
  </HeadingPairs>
  <TitlesOfParts>
    <vt:vector size="7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Kasrah reading 12-kaf</dc:title>
  <dc:subject>PptxGenJS Presentation</dc:subject>
  <dc:creator>PptxGenJS</dc:creator>
  <cp:lastModifiedBy>PptxGenJS</cp:lastModifiedBy>
  <cp:revision>1</cp:revision>
  <dcterms:created xsi:type="dcterms:W3CDTF">2026-10-21T00:09:47Z</dcterms:created>
  <dcterms:modified xsi:type="dcterms:W3CDTF">2026-10-21T00:09:47Z</dcterms:modified>
</cp:coreProperties>
</file>