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1100" dirty="0"/>
          </a:p>
        </p:txBody>
      </p:sp>
      <p:sp>
        <p:nvSpPr>
          <p:cNvPr id="13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111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4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864"/>
          </a:solidFill>
          <a:ln w="12700">
            <a:solidFill>
              <a:srgbClr val="2B5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879"/>
          </a:solidFill>
          <a:ln w="12700">
            <a:solidFill>
              <a:srgbClr val="344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إِبِ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إِتِ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75E"/>
          </a:solidFill>
          <a:ln w="12700">
            <a:solidFill>
              <a:srgbClr val="EDE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إِثِ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E52E0"/>
          </a:solidFill>
          <a:ln w="12700">
            <a:solidFill>
              <a:srgbClr val="5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F70"/>
          </a:solidFill>
          <a:ln w="12700">
            <a:solidFill>
              <a:srgbClr val="DBA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C8547"/>
          </a:solidFill>
          <a:ln w="12700">
            <a:solidFill>
              <a:srgbClr val="4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إِجِ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664"/>
          </a:solidFill>
          <a:ln w="12700">
            <a:solidFill>
              <a:srgbClr val="D88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947"/>
          </a:solidFill>
          <a:ln w="12700">
            <a:solidFill>
              <a:srgbClr val="D15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إِحِ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إِخِ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2B64"/>
          </a:solidFill>
          <a:ln w="12700">
            <a:solidFill>
              <a:srgbClr val="6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A"/>
          </a:solidFill>
          <a:ln w="12700">
            <a:solidFill>
              <a:srgbClr val="79345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إِدِ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بِإِتِ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4"/>
          </a:solidFill>
          <a:ln w="12700">
            <a:solidFill>
              <a:srgbClr val="5EEDC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تِإِثِ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9"/>
          </a:solidFill>
          <a:ln w="12700">
            <a:solidFill>
              <a:srgbClr val="E0526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4"/>
          </a:solidFill>
          <a:ln w="12700">
            <a:solidFill>
              <a:srgbClr val="70DB9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C85"/>
          </a:solidFill>
          <a:ln w="12700">
            <a:solidFill>
              <a:srgbClr val="475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ثِإِجِ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9"/>
          </a:solidFill>
          <a:ln w="12700">
            <a:solidFill>
              <a:srgbClr val="64D86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8D147"/>
          </a:solidFill>
          <a:ln w="12700">
            <a:solidFill>
              <a:srgbClr val="5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جِإِحِ</a:t>
            </a:r>
            <a:endParaRPr lang="ar-SA" sz="5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حِإِخِ</a:t>
            </a:r>
            <a:endParaRPr lang="ar-SA" sz="5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32B"/>
          </a:solidFill>
          <a:ln w="12700">
            <a:solidFill>
              <a:srgbClr val="645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B7934"/>
          </a:solidFill>
          <a:ln w="12700">
            <a:solidFill>
              <a:srgbClr val="6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خِإِدِ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دِإِبِ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05EED"/>
          </a:solidFill>
          <a:ln w="12700">
            <a:solidFill>
              <a:srgbClr val="A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بِإِ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DE052"/>
          </a:solidFill>
          <a:ln w="12700">
            <a:solidFill>
              <a:srgbClr val="8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970DB"/>
          </a:solidFill>
          <a:ln w="12700">
            <a:solidFill>
              <a:srgbClr val="7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B"/>
          </a:solidFill>
          <a:ln w="12700">
            <a:solidFill>
              <a:srgbClr val="85476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تِإِ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CD8"/>
          </a:solidFill>
          <a:ln w="12700">
            <a:solidFill>
              <a:srgbClr val="647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BD1"/>
          </a:solidFill>
          <a:ln w="12700">
            <a:solidFill>
              <a:srgbClr val="477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ثِإِ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جِإِ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5"/>
          </a:solidFill>
          <a:ln w="12700">
            <a:solidFill>
              <a:srgbClr val="2B644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7"/>
          </a:solidFill>
          <a:ln w="12700">
            <a:solidFill>
              <a:srgbClr val="34797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حِإِ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خِإِ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C5E"/>
          </a:solidFill>
          <a:ln w="12700">
            <a:solidFill>
              <a:srgbClr val="ED7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دِإِ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4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0E0"/>
          </a:solidFill>
          <a:ln w="12700">
            <a:solidFill>
              <a:srgbClr val="52B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2"/>
          </a:solidFill>
          <a:ln w="12700">
            <a:solidFill>
              <a:srgbClr val="DB708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A8547"/>
          </a:solidFill>
          <a:ln w="12700">
            <a:solidFill>
              <a:srgbClr val="7A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871513" y="896112"/>
            <a:ext cx="161525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8C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871513" y="896112"/>
            <a:ext cx="161525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أَمِنَ</a:t>
            </a:r>
            <a:endParaRPr lang="ar-SA" sz="4400" dirty="0"/>
          </a:p>
        </p:txBody>
      </p:sp>
      <p:sp>
        <p:nvSpPr>
          <p:cNvPr id="17" name="C2 W2 pill"/>
          <p:cNvSpPr/>
          <p:nvPr/>
        </p:nvSpPr>
        <p:spPr>
          <a:xfrm>
            <a:off x="2657231" y="896112"/>
            <a:ext cx="189424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C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657231" y="896112"/>
            <a:ext cx="189424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وَفَرِحَ</a:t>
            </a:r>
            <a:endParaRPr lang="ar-SA" sz="4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7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999405" y="2834640"/>
            <a:ext cx="314519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999405" y="2834640"/>
            <a:ext cx="314519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أَمِنَ وَفَرِحَ</a:t>
            </a:r>
            <a:endParaRPr lang="ar-SA" sz="4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9"/>
          </a:solidFill>
          <a:ln w="12700">
            <a:solidFill>
              <a:srgbClr val="D8649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D"/>
          </a:solidFill>
          <a:ln w="12700">
            <a:solidFill>
              <a:srgbClr val="D1479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95592" y="896112"/>
            <a:ext cx="158537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5A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95592" y="896112"/>
            <a:ext cx="158537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أَكَلَ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2663034" y="896112"/>
            <a:ext cx="191251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A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63034" y="896112"/>
            <a:ext cx="191251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وَشَبِعَ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012507" y="2834640"/>
            <a:ext cx="311898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012507" y="2834640"/>
            <a:ext cx="311898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أَكَلَ وَشَبِعَ</a:t>
            </a:r>
            <a:endParaRPr lang="ar-SA" sz="4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928735" y="896112"/>
            <a:ext cx="146683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45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928735" y="896112"/>
            <a:ext cx="146683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قَرَأَ</a:t>
            </a:r>
            <a:endParaRPr lang="ar-SA" sz="4400" dirty="0"/>
          </a:p>
        </p:txBody>
      </p:sp>
      <p:sp>
        <p:nvSpPr>
          <p:cNvPr id="13" name="C2 W2 pill"/>
          <p:cNvSpPr/>
          <p:nvPr/>
        </p:nvSpPr>
        <p:spPr>
          <a:xfrm>
            <a:off x="2748429" y="896112"/>
            <a:ext cx="18602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53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748429" y="896112"/>
            <a:ext cx="18602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وَفَهِمَ</a:t>
            </a:r>
            <a:endParaRPr lang="ar-SA" sz="44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113189" y="2834640"/>
            <a:ext cx="291762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113189" y="2834640"/>
            <a:ext cx="291762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قَرَأَ وَفَهِمَ</a:t>
            </a:r>
            <a:endParaRPr lang="ar-SA" sz="4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72B64"/>
          </a:solidFill>
          <a:ln w="12700">
            <a:solidFill>
              <a:srgbClr val="3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53479"/>
          </a:solidFill>
          <a:ln w="12700">
            <a:solidFill>
              <a:srgbClr val="65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787217" y="896112"/>
            <a:ext cx="166955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7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787217" y="896112"/>
            <a:ext cx="166955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سَأَلَ</a:t>
            </a:r>
            <a:endParaRPr lang="ar-SA" sz="4100" dirty="0"/>
          </a:p>
        </p:txBody>
      </p:sp>
      <p:sp>
        <p:nvSpPr>
          <p:cNvPr id="14" name="C2 W2 pill"/>
          <p:cNvSpPr/>
          <p:nvPr/>
        </p:nvSpPr>
        <p:spPr>
          <a:xfrm>
            <a:off x="2687225" y="896112"/>
            <a:ext cx="17799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7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687225" y="896112"/>
            <a:ext cx="17799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وَعَلِمَ</a:t>
            </a:r>
            <a:endParaRPr lang="ar-SA" sz="41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3014584" y="2834640"/>
            <a:ext cx="311483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3014584" y="2834640"/>
            <a:ext cx="311483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سَأَلَ وَعَلِمَ</a:t>
            </a:r>
            <a:endParaRPr lang="ar-SA" sz="4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01-alif</dc:title>
  <dc:subject>PptxGenJS Presentation</dc:subject>
  <dc:creator>PptxGenJS</dc:creator>
  <cp:lastModifiedBy>PptxGenJS</cp:lastModifiedBy>
  <cp:revision>1</cp:revision>
  <dcterms:created xsi:type="dcterms:W3CDTF">2026-10-21T16:51:25Z</dcterms:created>
  <dcterms:modified xsi:type="dcterms:W3CDTF">2026-10-21T16:51:25Z</dcterms:modified>
</cp:coreProperties>
</file>