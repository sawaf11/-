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1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11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75E"/>
          </a:solidFill>
          <a:ln w="12700">
            <a:solidFill>
              <a:srgbClr val="EDE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E52E0"/>
          </a:solidFill>
          <a:ln w="12700">
            <a:solidFill>
              <a:srgbClr val="5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إِجِ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664"/>
          </a:solidFill>
          <a:ln w="12700">
            <a:solidFill>
              <a:srgbClr val="D88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947"/>
          </a:solidFill>
          <a:ln w="12700">
            <a:solidFill>
              <a:srgbClr val="D15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إِحِ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إِخِ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بِإِتِ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4"/>
          </a:solidFill>
          <a:ln w="12700">
            <a:solidFill>
              <a:srgbClr val="5EED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تِإِثِ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9"/>
          </a:solidFill>
          <a:ln w="12700">
            <a:solidFill>
              <a:srgbClr val="E0526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4"/>
          </a:solidFill>
          <a:ln w="12700">
            <a:solidFill>
              <a:srgbClr val="70DB9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ثِإِجِ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9"/>
          </a:solidFill>
          <a:ln w="12700">
            <a:solidFill>
              <a:srgbClr val="64D8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8D147"/>
          </a:solidFill>
          <a:ln w="12700">
            <a:solidFill>
              <a:srgbClr val="5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B7934"/>
          </a:solidFill>
          <a:ln w="12700">
            <a:solidFill>
              <a:srgbClr val="6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خِإِدِ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دِإِبِ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5EED"/>
          </a:solidFill>
          <a:ln w="12700">
            <a:solidFill>
              <a:srgbClr val="A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E052"/>
          </a:solidFill>
          <a:ln w="12700">
            <a:solidFill>
              <a:srgbClr val="8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70DB"/>
          </a:solidFill>
          <a:ln w="12700">
            <a:solidFill>
              <a:srgbClr val="7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B"/>
          </a:solidFill>
          <a:ln w="12700">
            <a:solidFill>
              <a:srgbClr val="8547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CD8"/>
          </a:solidFill>
          <a:ln w="12700">
            <a:solidFill>
              <a:srgbClr val="647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BD1"/>
          </a:solidFill>
          <a:ln w="12700">
            <a:solidFill>
              <a:srgbClr val="477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جِإِ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حِإِ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خِإِ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C5E"/>
          </a:solidFill>
          <a:ln w="12700">
            <a:solidFill>
              <a:srgbClr val="ED7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0E0"/>
          </a:solidFill>
          <a:ln w="12700">
            <a:solidFill>
              <a:srgbClr val="52B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2"/>
          </a:solidFill>
          <a:ln w="12700">
            <a:solidFill>
              <a:srgbClr val="DB708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71513" y="896112"/>
            <a:ext cx="161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C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71513" y="896112"/>
            <a:ext cx="161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657231" y="896112"/>
            <a:ext cx="18942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C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57231" y="896112"/>
            <a:ext cx="18942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99405" y="2834640"/>
            <a:ext cx="31451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99405" y="2834640"/>
            <a:ext cx="31451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أَمِنَ وَفَرِحَ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9"/>
          </a:solidFill>
          <a:ln w="12700">
            <a:solidFill>
              <a:srgbClr val="D8649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D"/>
          </a:solidFill>
          <a:ln w="12700">
            <a:solidFill>
              <a:srgbClr val="D1479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5592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5592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3034" y="896112"/>
            <a:ext cx="1912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3034" y="896112"/>
            <a:ext cx="1912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وَشَبِعَ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12507" y="2834640"/>
            <a:ext cx="311898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12507" y="2834640"/>
            <a:ext cx="311898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وَشَبِعَ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8735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5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8735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48429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5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48429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3189" y="2834640"/>
            <a:ext cx="29176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3189" y="2834640"/>
            <a:ext cx="29176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وَفَهِمَ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2B64"/>
          </a:solidFill>
          <a:ln w="12700">
            <a:solidFill>
              <a:srgbClr val="3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87217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87217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687225" y="896112"/>
            <a:ext cx="17799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225" y="896112"/>
            <a:ext cx="17799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وَعَلِمَ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4584" y="2834640"/>
            <a:ext cx="31148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4584" y="2834640"/>
            <a:ext cx="31148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وَعَلِمَ</a:t>
            </a:r>
            <a:endParaRPr lang="ar-SA" sz="4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01-alif</dc:title>
  <dc:subject>PptxGenJS Presentation</dc:subject>
  <dc:creator>PptxGenJS</dc:creator>
  <cp:lastModifiedBy>PptxGenJS</cp:lastModifiedBy>
  <cp:revision>1</cp:revision>
  <dcterms:created xsi:type="dcterms:W3CDTF">2026-10-21T16:51:25Z</dcterms:created>
  <dcterms:modified xsi:type="dcterms:W3CDTF">2026-10-21T16:51:25Z</dcterms:modified>
</cp:coreProperties>
</file>