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7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3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هِكِ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هِمِ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إِهِبِ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تِهِثِ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ثِهِجِ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جِهِحِ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حِهِخِ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خِهِدِ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دِهِذِ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ذِهِرِ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رِهِزِ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زِهِسِ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سِهِشِ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شِهِصِ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صِهِضِ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ضِهِطِ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طِهِظِ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ظِهِعِ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عِهِغِ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غِهِفِ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فِهِقِ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قِهِكِ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كِهِلِ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لِهِمِ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مِهِنِ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نِهِإِ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6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63922" y="896112"/>
            <a:ext cx="17454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63922" y="896112"/>
            <a:ext cx="17454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434642" y="896112"/>
            <a:ext cx="2209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4642" y="896112"/>
            <a:ext cx="2209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1777" y="2834640"/>
            <a:ext cx="35804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1777" y="2834640"/>
            <a:ext cx="35804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 وَصَدَقَ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8224" y="896112"/>
            <a:ext cx="2166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8224" y="896112"/>
            <a:ext cx="2166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89653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89653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7573" y="2834640"/>
            <a:ext cx="41088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7573" y="2834640"/>
            <a:ext cx="41088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وَلَعِبَ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0629" y="896112"/>
            <a:ext cx="17866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0629" y="896112"/>
            <a:ext cx="17866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96753" y="896112"/>
            <a:ext cx="20438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96753" y="896112"/>
            <a:ext cx="20438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8604" y="2834640"/>
            <a:ext cx="33467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8604" y="2834640"/>
            <a:ext cx="33467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 وَتَعِبَ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15-ha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