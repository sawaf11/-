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37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137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8"/>
          </a:solidFill>
          <a:ln w="12700">
            <a:solidFill>
              <a:srgbClr val="5EEDC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5"/>
          </a:solidFill>
          <a:ln w="12700">
            <a:solidFill>
              <a:srgbClr val="E0526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7"/>
          </a:solidFill>
          <a:ln w="12700">
            <a:solidFill>
              <a:srgbClr val="70DB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هِبِ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D"/>
          </a:solidFill>
          <a:ln w="12700">
            <a:solidFill>
              <a:srgbClr val="64D8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4D147"/>
          </a:solidFill>
          <a:ln w="12700">
            <a:solidFill>
              <a:srgbClr val="5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هِتِ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هِثِ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هِحِ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55EED"/>
          </a:solidFill>
          <a:ln w="12700">
            <a:solidFill>
              <a:srgbClr val="A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هِخِ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8E052"/>
          </a:solidFill>
          <a:ln w="12700">
            <a:solidFill>
              <a:srgbClr val="8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D70DB"/>
          </a:solidFill>
          <a:ln w="12700">
            <a:solidFill>
              <a:srgbClr val="7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9"/>
          </a:solidFill>
          <a:ln w="12700">
            <a:solidFill>
              <a:srgbClr val="8547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7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1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7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هِدِ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8D8"/>
          </a:solidFill>
          <a:ln w="12700">
            <a:solidFill>
              <a:srgbClr val="647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6D1"/>
          </a:solidFill>
          <a:ln w="12700">
            <a:solidFill>
              <a:srgbClr val="477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7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1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7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هِذِ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هِرِ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7"/>
          </a:solidFill>
          <a:ln w="12700">
            <a:solidFill>
              <a:srgbClr val="2B64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هِزِ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هِسِ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15E"/>
          </a:solidFill>
          <a:ln w="12700">
            <a:solidFill>
              <a:srgbClr val="ED8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هِشِ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CE0"/>
          </a:solidFill>
          <a:ln w="12700">
            <a:solidFill>
              <a:srgbClr val="52A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E"/>
          </a:solidFill>
          <a:ln w="12700">
            <a:solidFill>
              <a:srgbClr val="DB707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8547"/>
          </a:solidFill>
          <a:ln w="12700">
            <a:solidFill>
              <a:srgbClr val="7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هِصِ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5"/>
          </a:solidFill>
          <a:ln w="12700">
            <a:solidFill>
              <a:srgbClr val="D8649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9"/>
          </a:solidFill>
          <a:ln w="12700">
            <a:solidFill>
              <a:srgbClr val="D1479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هِضِ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هِطِ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2B64"/>
          </a:solidFill>
          <a:ln w="12700">
            <a:solidFill>
              <a:srgbClr val="3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3479"/>
          </a:solidFill>
          <a:ln w="12700">
            <a:solidFill>
              <a:srgbClr val="6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هِظِ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هِعِ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FED5E"/>
          </a:solidFill>
          <a:ln w="12700">
            <a:solidFill>
              <a:srgbClr val="5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هِغِ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F"/>
          </a:solidFill>
          <a:ln w="12700">
            <a:solidFill>
              <a:srgbClr val="E052C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9DB70"/>
          </a:solidFill>
          <a:ln w="12700">
            <a:solidFill>
              <a:srgbClr val="9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2"/>
          </a:solidFill>
          <a:ln w="12700">
            <a:solidFill>
              <a:srgbClr val="4785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هِفِ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2D864"/>
          </a:solidFill>
          <a:ln w="12700">
            <a:solidFill>
              <a:srgbClr val="B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BD147"/>
          </a:solidFill>
          <a:ln w="12700">
            <a:solidFill>
              <a:srgbClr val="B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هِقِ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هِكِ</a:t>
            </a:r>
            <a:endParaRPr lang="ar-SA" sz="9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هِلِ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هِمِ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3ED"/>
          </a:solidFill>
          <a:ln w="12700">
            <a:solidFill>
              <a:srgbClr val="5E8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هِنِ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E52"/>
          </a:solidFill>
          <a:ln w="12700">
            <a:solidFill>
              <a:srgbClr val="E0C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4DB"/>
          </a:solidFill>
          <a:ln w="12700">
            <a:solidFill>
              <a:srgbClr val="70B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8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إِهِبِ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FD8"/>
          </a:solidFill>
          <a:ln w="12700">
            <a:solidFill>
              <a:srgbClr val="64C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5"/>
          </a:solidFill>
          <a:ln w="12700">
            <a:solidFill>
              <a:srgbClr val="47D1C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بِهِتِ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تِهِثِ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642B"/>
          </a:solidFill>
          <a:ln w="12700">
            <a:solidFill>
              <a:srgbClr val="3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5"/>
          </a:solidFill>
          <a:ln w="12700">
            <a:solidFill>
              <a:srgbClr val="34794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ثِهِجِ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جِهِحِ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6"/>
          </a:solidFill>
          <a:ln w="12700">
            <a:solidFill>
              <a:srgbClr val="ED5EA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حِهِخِ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A"/>
          </a:solidFill>
          <a:ln w="12700">
            <a:solidFill>
              <a:srgbClr val="52E0A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E"/>
          </a:solidFill>
          <a:ln w="12700">
            <a:solidFill>
              <a:srgbClr val="DB70C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347"/>
          </a:solidFill>
          <a:ln w="12700">
            <a:solidFill>
              <a:srgbClr val="856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خِهِدِ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464D8"/>
          </a:solidFill>
          <a:ln w="12700">
            <a:solidFill>
              <a:srgbClr val="C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347D1"/>
          </a:solidFill>
          <a:ln w="12700">
            <a:solidFill>
              <a:srgbClr val="A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دِهِذِ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ذِهِرِ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479"/>
          </a:solidFill>
          <a:ln w="12700">
            <a:solidFill>
              <a:srgbClr val="3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رِهِزِ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زِهِسِ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AED5E"/>
          </a:solidFill>
          <a:ln w="12700">
            <a:solidFill>
              <a:srgbClr val="C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5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سِهِشِ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752E0"/>
          </a:solidFill>
          <a:ln w="12700">
            <a:solidFill>
              <a:srgbClr val="8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E70"/>
          </a:solidFill>
          <a:ln w="12700">
            <a:solidFill>
              <a:srgbClr val="DBC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4"/>
          </a:solidFill>
          <a:ln w="12700">
            <a:solidFill>
              <a:srgbClr val="4785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شِهِصِ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764"/>
          </a:solidFill>
          <a:ln w="12700">
            <a:solidFill>
              <a:srgbClr val="D8A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047"/>
          </a:solidFill>
          <a:ln w="12700">
            <a:solidFill>
              <a:srgbClr val="D18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صِهِضِ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ضِهِطِ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6"/>
          </a:solidFill>
          <a:ln w="12700">
            <a:solidFill>
              <a:srgbClr val="7934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7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طِهِظِ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ظِهِعِ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D"/>
          </a:solidFill>
          <a:ln w="12700">
            <a:solidFill>
              <a:srgbClr val="5EE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عِهِغِ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352"/>
          </a:solidFill>
          <a:ln w="12700">
            <a:solidFill>
              <a:srgbClr val="E06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3"/>
          </a:solidFill>
          <a:ln w="12700">
            <a:solidFill>
              <a:srgbClr val="70DBB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A85"/>
          </a:solidFill>
          <a:ln w="12700">
            <a:solidFill>
              <a:srgbClr val="474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غِهِفِ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A"/>
          </a:solidFill>
          <a:ln w="12700">
            <a:solidFill>
              <a:srgbClr val="64D88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E"/>
          </a:solidFill>
          <a:ln w="12700">
            <a:solidFill>
              <a:srgbClr val="47D15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فِهِقِ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قِهِكِ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42B"/>
          </a:solidFill>
          <a:ln w="12700">
            <a:solidFill>
              <a:srgbClr val="6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7934"/>
          </a:solidFill>
          <a:ln w="12700">
            <a:solidFill>
              <a:srgbClr val="5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كِهِلِ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لِهِمِ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95EED"/>
          </a:solidFill>
          <a:ln w="12700">
            <a:solidFill>
              <a:srgbClr val="C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مِهِنِ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4E052"/>
          </a:solidFill>
          <a:ln w="12700">
            <a:solidFill>
              <a:srgbClr val="6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870DB"/>
          </a:solidFill>
          <a:ln w="12700">
            <a:solidFill>
              <a:srgbClr val="9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9"/>
          </a:solidFill>
          <a:ln w="12700">
            <a:solidFill>
              <a:srgbClr val="8547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نِهِإِ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D64D8"/>
          </a:solidFill>
          <a:ln w="12700">
            <a:solidFill>
              <a:srgbClr val="6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3D1"/>
          </a:solidFill>
          <a:ln w="12700">
            <a:solidFill>
              <a:srgbClr val="475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إِهِ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بِهِ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6"/>
          </a:solidFill>
          <a:ln w="12700">
            <a:solidFill>
              <a:srgbClr val="2B64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879"/>
          </a:solidFill>
          <a:ln w="12700">
            <a:solidFill>
              <a:srgbClr val="346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تِهِ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ثِهِ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65E"/>
          </a:solidFill>
          <a:ln w="12700">
            <a:solidFill>
              <a:srgbClr val="EDA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جِهِ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7E0"/>
          </a:solidFill>
          <a:ln w="12700">
            <a:solidFill>
              <a:srgbClr val="528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D70"/>
          </a:solidFill>
          <a:ln w="12700">
            <a:solidFill>
              <a:srgbClr val="DB7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8547"/>
          </a:solidFill>
          <a:ln w="12700">
            <a:solidFill>
              <a:srgbClr val="6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حِهِ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7"/>
          </a:solidFill>
          <a:ln w="12700">
            <a:solidFill>
              <a:srgbClr val="D8647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5"/>
          </a:solidFill>
          <a:ln w="12700">
            <a:solidFill>
              <a:srgbClr val="D1477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خِهِ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1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7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7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دِهِ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2B64"/>
          </a:solidFill>
          <a:ln w="12700">
            <a:solidFill>
              <a:srgbClr val="4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1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7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7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ذِهِ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رِهِ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2"/>
          </a:solidFill>
          <a:ln w="12700">
            <a:solidFill>
              <a:srgbClr val="5EED8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زِهِ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B"/>
          </a:solidFill>
          <a:ln w="12700">
            <a:solidFill>
              <a:srgbClr val="E052A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EDB70"/>
          </a:solidFill>
          <a:ln w="12700">
            <a:solidFill>
              <a:srgbClr val="7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885"/>
          </a:solidFill>
          <a:ln w="12700">
            <a:solidFill>
              <a:srgbClr val="477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سِهِ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4D864"/>
          </a:solidFill>
          <a:ln w="12700">
            <a:solidFill>
              <a:srgbClr val="9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8D147"/>
          </a:solidFill>
          <a:ln w="12700">
            <a:solidFill>
              <a:srgbClr val="9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شِهِ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صِهِ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92B"/>
          </a:solidFill>
          <a:ln w="12700">
            <a:solidFill>
              <a:srgbClr val="643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834"/>
          </a:solidFill>
          <a:ln w="12700">
            <a:solidFill>
              <a:srgbClr val="796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ضِهِ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طِهِ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5EED"/>
          </a:solidFill>
          <a:ln w="12700">
            <a:solidFill>
              <a:srgbClr val="5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ظِهِ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EE052"/>
          </a:solidFill>
          <a:ln w="12700">
            <a:solidFill>
              <a:srgbClr val="C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8DB"/>
          </a:solidFill>
          <a:ln w="12700">
            <a:solidFill>
              <a:srgbClr val="709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4785"/>
          </a:solidFill>
          <a:ln w="12700">
            <a:solidFill>
              <a:srgbClr val="8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عِهِ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1D8"/>
          </a:solidFill>
          <a:ln w="12700">
            <a:solidFill>
              <a:srgbClr val="64B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AD1"/>
          </a:solidFill>
          <a:ln w="12700">
            <a:solidFill>
              <a:srgbClr val="47B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غِهِ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فِهِ</a:t>
            </a:r>
            <a:endParaRPr lang="ar-SA" sz="9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B"/>
          </a:solidFill>
          <a:ln w="12700">
            <a:solidFill>
              <a:srgbClr val="2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7"/>
          </a:solidFill>
          <a:ln w="12700">
            <a:solidFill>
              <a:srgbClr val="34795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قِهِ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كِهِ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2"/>
          </a:solidFill>
          <a:ln w="12700">
            <a:solidFill>
              <a:srgbClr val="ED5E8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لِهِ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F"/>
          </a:solidFill>
          <a:ln w="12700">
            <a:solidFill>
              <a:srgbClr val="52E0C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3"/>
          </a:solidFill>
          <a:ln w="12700">
            <a:solidFill>
              <a:srgbClr val="DB70B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347"/>
          </a:solidFill>
          <a:ln w="12700">
            <a:solidFill>
              <a:srgbClr val="857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مِهِ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E"/>
          </a:solidFill>
          <a:ln w="12700">
            <a:solidFill>
              <a:srgbClr val="D864C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647D1"/>
          </a:solidFill>
          <a:ln w="12700">
            <a:solidFill>
              <a:srgbClr val="C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نِهِ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92148" y="896112"/>
            <a:ext cx="15963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6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92148" y="896112"/>
            <a:ext cx="15963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555492" y="896112"/>
            <a:ext cx="211661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555492" y="896112"/>
            <a:ext cx="211661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وَحَفِظَ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74505" y="2834640"/>
            <a:ext cx="339498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74505" y="2834640"/>
            <a:ext cx="339498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 وَحَفِظَ</a:t>
            </a:r>
            <a:endParaRPr lang="ar-SA" sz="4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964"/>
          </a:solidFill>
          <a:ln w="12700">
            <a:solidFill>
              <a:srgbClr val="2B3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53479"/>
          </a:solidFill>
          <a:ln w="12700">
            <a:solidFill>
              <a:srgbClr val="45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63922" y="896112"/>
            <a:ext cx="17454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4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63922" y="896112"/>
            <a:ext cx="17454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شَهِدَ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434642" y="896112"/>
            <a:ext cx="22092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4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34642" y="896112"/>
            <a:ext cx="22092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وَصَدَقَ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81777" y="2834640"/>
            <a:ext cx="358044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81777" y="2834640"/>
            <a:ext cx="358044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شَهِدَ وَصَدَقَ</a:t>
            </a:r>
            <a:endParaRPr lang="ar-SA" sz="4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88224" y="896112"/>
            <a:ext cx="21661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A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88224" y="896112"/>
            <a:ext cx="21661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189653" y="896112"/>
            <a:ext cx="22785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A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189653" y="896112"/>
            <a:ext cx="22785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وَلَعِبَ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17573" y="2834640"/>
            <a:ext cx="410885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17573" y="2834640"/>
            <a:ext cx="410885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 وَلَعِبَ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5ED5E"/>
          </a:solidFill>
          <a:ln w="12700">
            <a:solidFill>
              <a:srgbClr val="A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60629" y="896112"/>
            <a:ext cx="17866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D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60629" y="896112"/>
            <a:ext cx="17866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سَهِرَ</a:t>
            </a:r>
            <a:endParaRPr lang="ar-SA" sz="4400" dirty="0"/>
          </a:p>
        </p:txBody>
      </p:sp>
      <p:sp>
        <p:nvSpPr>
          <p:cNvPr id="20" name="C2 W2 pill"/>
          <p:cNvSpPr/>
          <p:nvPr/>
        </p:nvSpPr>
        <p:spPr>
          <a:xfrm>
            <a:off x="2496753" y="896112"/>
            <a:ext cx="204383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D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96753" y="896112"/>
            <a:ext cx="204383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وَتَعِبَ</a:t>
            </a:r>
            <a:endParaRPr lang="ar-SA" sz="4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98604" y="2834640"/>
            <a:ext cx="334679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98604" y="2834640"/>
            <a:ext cx="334679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سَهِرَ وَتَعِبَ</a:t>
            </a:r>
            <a:endParaRPr lang="ar-SA" sz="4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15-ha</dc:title>
  <dc:subject>PptxGenJS Presentation</dc:subject>
  <dc:creator>PptxGenJS</dc:creator>
  <cp:lastModifiedBy>PptxGenJS</cp:lastModifiedBy>
  <cp:revision>1</cp:revision>
  <dcterms:created xsi:type="dcterms:W3CDTF">2026-10-21T16:51:26Z</dcterms:created>
  <dcterms:modified xsi:type="dcterms:W3CDTF">2026-10-21T16:51:26Z</dcterms:modified>
</cp:coreProperties>
</file>