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B"/>
          </a:solidFill>
          <a:ln w="12700">
            <a:solidFill>
              <a:srgbClr val="D864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13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11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رِتِ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رِثِ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52E0"/>
          </a:solidFill>
          <a:ln w="12700">
            <a:solidFill>
              <a:srgbClr val="C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A47"/>
          </a:solidFill>
          <a:ln w="12700">
            <a:solidFill>
              <a:srgbClr val="D1B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رِدِ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رِذِ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1ED"/>
          </a:solidFill>
          <a:ln w="12700">
            <a:solidFill>
              <a:srgbClr val="5EB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إِرِبِ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7DB"/>
          </a:solidFill>
          <a:ln w="12700">
            <a:solidFill>
              <a:srgbClr val="70D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بِرِتِ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B"/>
          </a:solidFill>
          <a:ln w="12700">
            <a:solidFill>
              <a:srgbClr val="64D8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8"/>
          </a:solidFill>
          <a:ln w="12700">
            <a:solidFill>
              <a:srgbClr val="47D1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تِرِثِ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ثِرِجِ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جِرِحِ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حِرِخِ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5"/>
          </a:solidFill>
          <a:ln w="12700">
            <a:solidFill>
              <a:srgbClr val="ED5E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خِرِدِ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C"/>
          </a:solidFill>
          <a:ln w="12700">
            <a:solidFill>
              <a:srgbClr val="52E0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دِرِذِ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64D8"/>
          </a:solidFill>
          <a:ln w="12700">
            <a:solidFill>
              <a:srgbClr val="9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647D1"/>
          </a:solidFill>
          <a:ln w="12700">
            <a:solidFill>
              <a:srgbClr val="7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ذِرِإِ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إِرِ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تِرِ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25E"/>
          </a:solidFill>
          <a:ln w="12700">
            <a:solidFill>
              <a:srgbClr val="EDE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ثِرِ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جِرِ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حِرِ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خِرِ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دِرِ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ذِرِ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1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11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زِإِ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زِبِ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زِتِ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زِثِ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زِجِ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زِحِ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E052"/>
          </a:solidFill>
          <a:ln w="12700">
            <a:solidFill>
              <a:srgbClr val="9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زِخِ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0D8"/>
          </a:solidFill>
          <a:ln w="12700">
            <a:solidFill>
              <a:srgbClr val="648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0D1"/>
          </a:solidFill>
          <a:ln w="12700">
            <a:solidFill>
              <a:srgbClr val="478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زِدِ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زِذِ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زِرِ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إِزِبِ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75E"/>
          </a:solidFill>
          <a:ln w="12700">
            <a:solidFill>
              <a:srgbClr val="ED7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بِزِتِ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تِزِثِ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D"/>
          </a:solidFill>
          <a:ln w="12700">
            <a:solidFill>
              <a:srgbClr val="D864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2"/>
          </a:solidFill>
          <a:ln w="12700">
            <a:solidFill>
              <a:srgbClr val="D147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ثِزِجِ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جِزِحِ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حِزِخِ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خِزِدِ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ED5E"/>
          </a:solidFill>
          <a:ln w="12700">
            <a:solidFill>
              <a:srgbClr val="6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دِزِذِ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ذِزِرِ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رِزِإِ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إِزِ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بِزِ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ثِزِ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452"/>
          </a:solidFill>
          <a:ln w="12700">
            <a:solidFill>
              <a:srgbClr val="E0C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جِزِ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7D8"/>
          </a:solidFill>
          <a:ln w="12700">
            <a:solidFill>
              <a:srgbClr val="64D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حِزِ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خِزِ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دِزِ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ذِزِ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رِزِ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68675" y="896112"/>
            <a:ext cx="18721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68675" y="896112"/>
            <a:ext cx="18721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03205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03205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4788" y="2834640"/>
            <a:ext cx="35144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4788" y="2834640"/>
            <a:ext cx="35144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وَفَرِحَ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47D1"/>
          </a:solidFill>
          <a:ln w="12700">
            <a:solidFill>
              <a:srgbClr val="9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47839" y="896112"/>
            <a:ext cx="17998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47839" y="896112"/>
            <a:ext cx="17998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96290" y="896112"/>
            <a:ext cx="20315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96290" y="896112"/>
            <a:ext cx="20315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وَصَبَرَ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04739" y="2834640"/>
            <a:ext cx="35345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04739" y="2834640"/>
            <a:ext cx="35345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 وَصَبَرَ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24135" y="896112"/>
            <a:ext cx="20214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F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24135" y="896112"/>
            <a:ext cx="20214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2298375" y="896112"/>
            <a:ext cx="2205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F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98375" y="896112"/>
            <a:ext cx="2205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وَرَضِيَ</a:t>
            </a:r>
            <a:endParaRPr lang="ar-SA" sz="45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40481" y="2834640"/>
            <a:ext cx="386303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40481" y="2834640"/>
            <a:ext cx="386303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وَرَضِيَ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44832" y="896112"/>
            <a:ext cx="17702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44832" y="896112"/>
            <a:ext cx="17702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528884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28884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41025" y="2834640"/>
            <a:ext cx="346195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41025" y="2834640"/>
            <a:ext cx="346195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 وَرَزَقَ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06-ra-zay</dc:title>
  <dc:subject>PptxGenJS Presentation</dc:subject>
  <dc:creator>PptxGenJS</dc:creator>
  <cp:lastModifiedBy>PptxGenJS</cp:lastModifiedBy>
  <cp:revision>1</cp:revision>
  <dcterms:created xsi:type="dcterms:W3CDTF">2026-10-21T16:51:25Z</dcterms:created>
  <dcterms:modified xsi:type="dcterms:W3CDTF">2026-10-21T16:51:25Z</dcterms:modified>
</cp:coreProperties>
</file>