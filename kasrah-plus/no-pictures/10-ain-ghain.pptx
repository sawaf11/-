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إِعِبِ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تِعِثِ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ثِعِجِ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جِعِحِ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حِعِخِ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خِعِدِ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دِعِذِ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ذِعِرِ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رِعِزِ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زِعِسِ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سِعِشِ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شِعِصِ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صِعِضِ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ضِعِطِ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طِعِظِ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غِإِ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غِدِ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غِذِ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غِرِ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غِزِ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غِسِ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غِشِ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غِصِ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غِضِ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غِطِ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غِظِ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غِعِ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إِغِبِ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7"/>
          </a:solidFill>
          <a:ln w="12700">
            <a:solidFill>
              <a:srgbClr val="854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تِغِثِ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ثِغِجِ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جِغِحِ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خِغِدِ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دِغِذِ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ذِغِرِ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رِغِزِ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زِغِسِ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سِغِشِ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شِغِصِ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صِغِضِ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ضِغِطِ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طِغِظِ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ظِغِعِ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2475" y="896112"/>
            <a:ext cx="1842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2475" y="896112"/>
            <a:ext cx="1842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39086" y="896112"/>
            <a:ext cx="1903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39086" y="896112"/>
            <a:ext cx="1903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998" y="2834640"/>
            <a:ext cx="34240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998" y="2834640"/>
            <a:ext cx="34240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وَعَلِمَ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528" y="896112"/>
            <a:ext cx="20418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528" y="896112"/>
            <a:ext cx="20418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3670" y="896112"/>
            <a:ext cx="21348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3670" y="896112"/>
            <a:ext cx="21348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وَلَبِسَ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0434" y="2834640"/>
            <a:ext cx="38231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0434" y="2834640"/>
            <a:ext cx="38231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وَلَبِسَ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2777" y="896112"/>
            <a:ext cx="1705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2777" y="896112"/>
            <a:ext cx="1705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66071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66071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99916" y="2834640"/>
            <a:ext cx="33441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99916" y="2834640"/>
            <a:ext cx="33441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 وَحَمِدَ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10-ain-ghain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