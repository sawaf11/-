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3"/>
          </a:solidFill>
          <a:ln w="12700">
            <a:solidFill>
              <a:srgbClr val="5EED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A"/>
          </a:solidFill>
          <a:ln w="12700">
            <a:solidFill>
              <a:srgbClr val="E052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D147"/>
          </a:solidFill>
          <a:ln w="12700">
            <a:solidFill>
              <a:srgbClr val="B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352"/>
          </a:solidFill>
          <a:ln w="12700">
            <a:solidFill>
              <a:srgbClr val="E0D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A"/>
          </a:solidFill>
          <a:ln w="12700">
            <a:solidFill>
              <a:srgbClr val="47D1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1"/>
          </a:solidFill>
          <a:ln w="12700">
            <a:solidFill>
              <a:srgbClr val="ED5E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إِعِبِ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52E0"/>
          </a:solidFill>
          <a:ln w="12700">
            <a:solidFill>
              <a:srgbClr val="8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بِعِتِ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تِعِثِ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ثِعِجِ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جِعِحِ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حِعِخِ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خِعِدِ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دِعِذِ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ذِعِرِ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رِعِزِ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زِعِسِ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سِعِشِ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شِعِصِ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صِعِضِ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ED1"/>
          </a:solidFill>
          <a:ln w="12700">
            <a:solidFill>
              <a:srgbClr val="474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ضِعِطِ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طِعِظِ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ظِعِإِ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إِعِ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بِعِ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2E0"/>
          </a:solidFill>
          <a:ln w="12700">
            <a:solidFill>
              <a:srgbClr val="528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تِعِ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جِعِ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حِعِ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خِعِ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دِعِ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ذِعِ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D864"/>
          </a:solidFill>
          <a:ln w="12700">
            <a:solidFill>
              <a:srgbClr val="9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رِعِ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زِعِ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سِعِ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شِعِ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E052"/>
          </a:solidFill>
          <a:ln w="12700">
            <a:solidFill>
              <a:srgbClr val="C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ضِعِ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5D1"/>
          </a:solidFill>
          <a:ln w="12700">
            <a:solidFill>
              <a:srgbClr val="47B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طِعِ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ظِعِ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غِإِ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غِبِ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4"/>
          </a:solidFill>
          <a:ln w="12700">
            <a:solidFill>
              <a:srgbClr val="52E0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غِتِ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47D1"/>
          </a:solidFill>
          <a:ln w="12700">
            <a:solidFill>
              <a:srgbClr val="C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غِثِ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غِجِ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غِحِ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غِخِ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غِدِ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غِذِ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غِرِ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غِزِ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غِسِ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غِشِ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غِصِ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D52"/>
          </a:solidFill>
          <a:ln w="12700">
            <a:solidFill>
              <a:srgbClr val="E08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2"/>
          </a:solidFill>
          <a:ln w="12700">
            <a:solidFill>
              <a:srgbClr val="70DB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غِضِ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غِطِ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غِظِ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غِعِ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إِغِبِ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7"/>
          </a:solidFill>
          <a:ln w="12700">
            <a:solidFill>
              <a:srgbClr val="ED5E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بِغِتِ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A"/>
          </a:solidFill>
          <a:ln w="12700">
            <a:solidFill>
              <a:srgbClr val="52E0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70DB"/>
          </a:solidFill>
          <a:ln w="12700">
            <a:solidFill>
              <a:srgbClr val="B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7"/>
          </a:solidFill>
          <a:ln w="12700">
            <a:solidFill>
              <a:srgbClr val="854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تِغِثِ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64D8"/>
          </a:solidFill>
          <a:ln w="12700">
            <a:solidFill>
              <a:srgbClr val="9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47D1"/>
          </a:solidFill>
          <a:ln w="12700">
            <a:solidFill>
              <a:srgbClr val="6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ثِغِجِ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جِغِحِ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حِغِخِ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خِغِدِ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05E"/>
          </a:solidFill>
          <a:ln w="12700">
            <a:solidFill>
              <a:srgbClr val="EDD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دِغِذِ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DE0"/>
          </a:solidFill>
          <a:ln w="12700">
            <a:solidFill>
              <a:srgbClr val="525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D70"/>
          </a:solidFill>
          <a:ln w="12700">
            <a:solidFill>
              <a:srgbClr val="DB9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ذِغِرِ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D"/>
          </a:solidFill>
          <a:ln w="12700">
            <a:solidFill>
              <a:srgbClr val="D147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رِغِزِ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زِغِسِ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سِغِشِ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شِغِصِ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C"/>
          </a:solidFill>
          <a:ln w="12700">
            <a:solidFill>
              <a:srgbClr val="5EED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صِغِضِ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1"/>
          </a:solidFill>
          <a:ln w="12700">
            <a:solidFill>
              <a:srgbClr val="E052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2"/>
          </a:solidFill>
          <a:ln w="12700">
            <a:solidFill>
              <a:srgbClr val="70DB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ضِغِطِ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D864"/>
          </a:solidFill>
          <a:ln w="12700">
            <a:solidFill>
              <a:srgbClr val="7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D147"/>
          </a:solidFill>
          <a:ln w="12700">
            <a:solidFill>
              <a:srgbClr val="6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طِغِظِ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ظِغِعِ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عِغِإِ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بِغِ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9DB"/>
          </a:solidFill>
          <a:ln w="12700">
            <a:solidFill>
              <a:srgbClr val="707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تِغِ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FD8"/>
          </a:solidFill>
          <a:ln w="12700">
            <a:solidFill>
              <a:srgbClr val="648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ثِغِ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جِغِ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حِغِ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خِغِ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55E"/>
          </a:solidFill>
          <a:ln w="12700">
            <a:solidFill>
              <a:srgbClr val="ED6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دِغِ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8E0"/>
          </a:solidFill>
          <a:ln w="12700">
            <a:solidFill>
              <a:srgbClr val="52C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ذِغِ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C"/>
          </a:solidFill>
          <a:ln w="12700">
            <a:solidFill>
              <a:srgbClr val="D864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4"/>
          </a:solidFill>
          <a:ln w="12700">
            <a:solidFill>
              <a:srgbClr val="D147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رِغِ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سِغِ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شِغِ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صِغِ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52E0"/>
          </a:solidFill>
          <a:ln w="12700">
            <a:solidFill>
              <a:srgbClr val="D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ضِغِ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D864"/>
          </a:solidFill>
          <a:ln w="12700">
            <a:solidFill>
              <a:srgbClr val="C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C47"/>
          </a:solidFill>
          <a:ln w="12700">
            <a:solidFill>
              <a:srgbClr val="D1C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طِغِ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ظِغِ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عِغِ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2475" y="896112"/>
            <a:ext cx="1842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2475" y="896112"/>
            <a:ext cx="1842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39086" y="896112"/>
            <a:ext cx="19033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39086" y="896112"/>
            <a:ext cx="19033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وَعَلِمَ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59998" y="2834640"/>
            <a:ext cx="34240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59998" y="2834640"/>
            <a:ext cx="34240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 وَعَلِمَ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FED"/>
          </a:solidFill>
          <a:ln w="12700">
            <a:solidFill>
              <a:srgbClr val="5E9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87169" y="896112"/>
            <a:ext cx="19944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4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87169" y="896112"/>
            <a:ext cx="19944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262347" y="896112"/>
            <a:ext cx="23047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4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62347" y="896112"/>
            <a:ext cx="23047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91640" y="2834640"/>
            <a:ext cx="39607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91640" y="2834640"/>
            <a:ext cx="39607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وَتَعِبَ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9DB"/>
          </a:solidFill>
          <a:ln w="12700">
            <a:solidFill>
              <a:srgbClr val="70C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01561" y="896112"/>
            <a:ext cx="19946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7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01561" y="896112"/>
            <a:ext cx="19946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</a:t>
            </a:r>
            <a:endParaRPr lang="ar-SA" sz="5400" dirty="0"/>
          </a:p>
        </p:txBody>
      </p:sp>
      <p:sp>
        <p:nvSpPr>
          <p:cNvPr id="17" name="C2 W2 pill"/>
          <p:cNvSpPr/>
          <p:nvPr/>
        </p:nvSpPr>
        <p:spPr>
          <a:xfrm>
            <a:off x="2247745" y="896112"/>
            <a:ext cx="23337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7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47745" y="896112"/>
            <a:ext cx="23337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13585" y="2834640"/>
            <a:ext cx="39168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13585" y="2834640"/>
            <a:ext cx="39168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عَمِلَ وَتَعِبَ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A"/>
          </a:solidFill>
          <a:ln w="12700">
            <a:solidFill>
              <a:srgbClr val="64D8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A"/>
          </a:solidFill>
          <a:ln w="12700">
            <a:solidFill>
              <a:srgbClr val="47D1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78528" y="896112"/>
            <a:ext cx="20418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C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78528" y="896112"/>
            <a:ext cx="20418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323670" y="896112"/>
            <a:ext cx="21348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23670" y="896112"/>
            <a:ext cx="21348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وَلَبِسَ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0434" y="2834640"/>
            <a:ext cx="382313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0434" y="2834640"/>
            <a:ext cx="382313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وَلَبِسَ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72777" y="896112"/>
            <a:ext cx="1705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9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72777" y="896112"/>
            <a:ext cx="1705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شَبِعَ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66071" y="896112"/>
            <a:ext cx="19866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66071" y="896112"/>
            <a:ext cx="19866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وَحَمِدَ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99916" y="2834640"/>
            <a:ext cx="33441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99916" y="2834640"/>
            <a:ext cx="33441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شَبِعَ وَحَمِدَ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10-ain-ghain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