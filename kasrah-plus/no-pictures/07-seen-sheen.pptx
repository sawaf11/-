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notesMaster" Target="notesMasters/notesMaster1.xml"/><Relationship Id="rId78" Type="http://schemas.openxmlformats.org/officeDocument/2006/relationships/presProps" Target="presProps.xml"/><Relationship Id="rId79" Type="http://schemas.openxmlformats.org/officeDocument/2006/relationships/viewProps" Target="viewProps.xml"/><Relationship Id="rId80" Type="http://schemas.openxmlformats.org/officeDocument/2006/relationships/theme" Target="theme/theme1.xml"/><Relationship Id="rId8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C5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2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600" dirty="0"/>
          </a:p>
        </p:txBody>
      </p:sp>
      <p:sp>
        <p:nvSpPr>
          <p:cNvPr id="13" name="C2 K1 kasr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96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8"/>
          </a:solidFill>
          <a:ln w="12700">
            <a:solidFill>
              <a:srgbClr val="2B644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9"/>
          </a:solidFill>
          <a:ln w="12700">
            <a:solidFill>
              <a:srgbClr val="3479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0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سِإِ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0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سِبِ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E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835E"/>
          </a:solidFill>
          <a:ln w="12700">
            <a:solidFill>
              <a:srgbClr val="ED83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0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5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سِتِ</a:t>
            </a:r>
            <a:endParaRPr lang="ar-SA" sz="95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43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AAE0"/>
          </a:solidFill>
          <a:ln w="12700">
            <a:solidFill>
              <a:srgbClr val="52AA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8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D"/>
          </a:solidFill>
          <a:ln w="12700">
            <a:solidFill>
              <a:srgbClr val="DB707D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78547"/>
          </a:solidFill>
          <a:ln w="12700">
            <a:solidFill>
              <a:srgbClr val="77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50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سِثِ</a:t>
            </a:r>
            <a:endParaRPr lang="ar-SA" sz="9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C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3"/>
          </a:solidFill>
          <a:ln w="12700">
            <a:solidFill>
              <a:srgbClr val="D86493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6"/>
          </a:solidFill>
          <a:ln w="12700">
            <a:solidFill>
              <a:srgbClr val="D1479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سِجِ</a:t>
            </a:r>
            <a:endParaRPr lang="ar-SA" sz="6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سِحِ</a:t>
            </a:r>
            <a:endParaRPr lang="ar-SA" sz="61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A2B64"/>
          </a:solidFill>
          <a:ln w="12700">
            <a:solidFill>
              <a:srgbClr val="3A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93479"/>
          </a:solidFill>
          <a:ln w="12700">
            <a:solidFill>
              <a:srgbClr val="69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سِخِ</a:t>
            </a:r>
            <a:endParaRPr lang="ar-SA" sz="6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C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0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5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سِدِ</a:t>
            </a:r>
            <a:endParaRPr lang="ar-SA" sz="95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5F7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60"/>
          </a:solidFill>
          <a:ln w="12700">
            <a:solidFill>
              <a:srgbClr val="5EED60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0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5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سِذِ</a:t>
            </a:r>
            <a:endParaRPr lang="ar-SA" sz="95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2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CD"/>
          </a:solidFill>
          <a:ln w="12700">
            <a:solidFill>
              <a:srgbClr val="E052CD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7DB70"/>
          </a:solidFill>
          <a:ln w="12700">
            <a:solidFill>
              <a:srgbClr val="97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83"/>
          </a:solidFill>
          <a:ln w="12700">
            <a:solidFill>
              <a:srgbClr val="47858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0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0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سِرِ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0D864"/>
          </a:solidFill>
          <a:ln w="12700">
            <a:solidFill>
              <a:srgbClr val="B0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9D147"/>
          </a:solidFill>
          <a:ln w="12700">
            <a:solidFill>
              <a:srgbClr val="B9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0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سِزِ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5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5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5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5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5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إِسِبِ</a:t>
            </a:r>
            <a:endParaRPr lang="ar-SA" sz="62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43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2B"/>
          </a:solidFill>
          <a:ln w="12700">
            <a:solidFill>
              <a:srgbClr val="642B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734"/>
          </a:solidFill>
          <a:ln w="12700">
            <a:solidFill>
              <a:srgbClr val="7957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5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5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5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5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بِسِتِ</a:t>
            </a:r>
            <a:endParaRPr lang="ar-SA" sz="68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5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5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5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5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تِسِثِ</a:t>
            </a:r>
            <a:endParaRPr lang="ar-SA" sz="7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1ED"/>
          </a:solidFill>
          <a:ln w="12700">
            <a:solidFill>
              <a:srgbClr val="5E81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4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ثِسِجِ</a:t>
            </a:r>
            <a:endParaRPr lang="ar-SA" sz="5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432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D052"/>
          </a:solidFill>
          <a:ln w="12700">
            <a:solidFill>
              <a:srgbClr val="E0D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B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2DB"/>
          </a:solidFill>
          <a:ln w="12700">
            <a:solidFill>
              <a:srgbClr val="70B2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34785"/>
          </a:solidFill>
          <a:ln w="12700">
            <a:solidFill>
              <a:srgbClr val="73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4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جِسِحِ</a:t>
            </a:r>
            <a:endParaRPr lang="ar-SA" sz="5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5F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DD8"/>
          </a:solidFill>
          <a:ln w="12700">
            <a:solidFill>
              <a:srgbClr val="64CD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7"/>
          </a:solidFill>
          <a:ln w="12700">
            <a:solidFill>
              <a:srgbClr val="47D1C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حِسِخِ</a:t>
            </a:r>
            <a:endParaRPr lang="ar-SA" sz="5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4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خِسِدِ</a:t>
            </a:r>
            <a:endParaRPr lang="ar-SA" sz="83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37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8642B"/>
          </a:solidFill>
          <a:ln w="12700">
            <a:solidFill>
              <a:srgbClr val="38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6"/>
          </a:solidFill>
          <a:ln w="12700">
            <a:solidFill>
              <a:srgbClr val="34794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5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5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5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35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دِسِذِ</a:t>
            </a:r>
            <a:endParaRPr lang="ar-SA" sz="8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5D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5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5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5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35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ذِسِرِ</a:t>
            </a:r>
            <a:endParaRPr lang="ar-SA" sz="66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C5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4"/>
          </a:solidFill>
          <a:ln w="12700">
            <a:solidFill>
              <a:srgbClr val="ED5EA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5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3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5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5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35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رِسِزِ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4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C"/>
          </a:solidFill>
          <a:ln w="12700">
            <a:solidFill>
              <a:srgbClr val="52E0A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4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D"/>
          </a:solidFill>
          <a:ln w="12700">
            <a:solidFill>
              <a:srgbClr val="DB70CD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447"/>
          </a:solidFill>
          <a:ln w="12700">
            <a:solidFill>
              <a:srgbClr val="8564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5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3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5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5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5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زِسِإِ</a:t>
            </a:r>
            <a:endParaRPr lang="ar-SA" sz="62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D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664D8"/>
          </a:solidFill>
          <a:ln w="12700">
            <a:solidFill>
              <a:srgbClr val="C6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547D1"/>
          </a:solidFill>
          <a:ln w="12700">
            <a:solidFill>
              <a:srgbClr val="A5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0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إِسِ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E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0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بِسِ</a:t>
            </a:r>
            <a:endParaRPr lang="ar-SA" sz="71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4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764"/>
          </a:solidFill>
          <a:ln w="12700">
            <a:solidFill>
              <a:srgbClr val="2B47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53479"/>
          </a:solidFill>
          <a:ln w="12700">
            <a:solidFill>
              <a:srgbClr val="35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0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5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تِسِ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C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5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ثِسِ</a:t>
            </a:r>
            <a:endParaRPr lang="ar-SA" sz="71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D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8ED5E"/>
          </a:solidFill>
          <a:ln w="12700">
            <a:solidFill>
              <a:srgbClr val="C8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جِسِ</a:t>
            </a:r>
            <a:endParaRPr lang="ar-SA" sz="7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1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952E0"/>
          </a:solidFill>
          <a:ln w="12700">
            <a:solidFill>
              <a:srgbClr val="89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7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F70"/>
          </a:solidFill>
          <a:ln w="12700">
            <a:solidFill>
              <a:srgbClr val="DBCF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5"/>
          </a:solidFill>
          <a:ln w="12700">
            <a:solidFill>
              <a:srgbClr val="47855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حِسِ</a:t>
            </a:r>
            <a:endParaRPr lang="ar-SA" sz="71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C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964"/>
          </a:solidFill>
          <a:ln w="12700">
            <a:solidFill>
              <a:srgbClr val="D8A9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247"/>
          </a:solidFill>
          <a:ln w="12700">
            <a:solidFill>
              <a:srgbClr val="D182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خِسِ</a:t>
            </a:r>
            <a:endParaRPr lang="ar-SA" sz="71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C5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0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دِسِ</a:t>
            </a:r>
            <a:endParaRPr lang="ar-SA" sz="71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38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5"/>
          </a:solidFill>
          <a:ln w="12700">
            <a:solidFill>
              <a:srgbClr val="642B55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4"/>
          </a:solidFill>
          <a:ln w="12700">
            <a:solidFill>
              <a:srgbClr val="79344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0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5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ذِسِ</a:t>
            </a:r>
            <a:endParaRPr lang="ar-SA" sz="71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0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رِسِ</a:t>
            </a:r>
            <a:endParaRPr lang="ar-SA" sz="71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C5E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BED"/>
          </a:solidFill>
          <a:ln w="12700">
            <a:solidFill>
              <a:srgbClr val="5EEB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0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زِسِ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4314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552"/>
          </a:solidFill>
          <a:ln w="12700">
            <a:solidFill>
              <a:srgbClr val="E065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D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5"/>
          </a:solidFill>
          <a:ln w="12700">
            <a:solidFill>
              <a:srgbClr val="70DBB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985"/>
          </a:solidFill>
          <a:ln w="12700">
            <a:solidFill>
              <a:srgbClr val="4749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600" dirty="0"/>
          </a:p>
        </p:txBody>
      </p:sp>
      <p:sp>
        <p:nvSpPr>
          <p:cNvPr id="17" name="C2 K1 kasr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96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C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C"/>
          </a:solidFill>
          <a:ln w="12700">
            <a:solidFill>
              <a:srgbClr val="64D88C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0"/>
          </a:solidFill>
          <a:ln w="12700">
            <a:solidFill>
              <a:srgbClr val="47D16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0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شِإِ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D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0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شِبِ</a:t>
            </a:r>
            <a:endParaRPr lang="ar-SA" sz="75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432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3642B"/>
          </a:solidFill>
          <a:ln w="12700">
            <a:solidFill>
              <a:srgbClr val="63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67934"/>
          </a:solidFill>
          <a:ln w="12700">
            <a:solidFill>
              <a:srgbClr val="56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0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5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شِتِ</a:t>
            </a:r>
            <a:endParaRPr lang="ar-SA" sz="9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C5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5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شِثِ</a:t>
            </a:r>
            <a:endParaRPr lang="ar-SA" sz="95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C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B5EED"/>
          </a:solidFill>
          <a:ln w="12700">
            <a:solidFill>
              <a:srgbClr val="CB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شِجِ</a:t>
            </a:r>
            <a:endParaRPr lang="ar-SA" sz="61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3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1E052"/>
          </a:solidFill>
          <a:ln w="12700">
            <a:solidFill>
              <a:srgbClr val="61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A70DB"/>
          </a:solidFill>
          <a:ln w="12700">
            <a:solidFill>
              <a:srgbClr val="9A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8"/>
          </a:solidFill>
          <a:ln w="12700">
            <a:solidFill>
              <a:srgbClr val="854758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شِحِ</a:t>
            </a:r>
            <a:endParaRPr lang="ar-SA" sz="61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C5D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F64D8"/>
          </a:solidFill>
          <a:ln w="12700">
            <a:solidFill>
              <a:srgbClr val="6F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51D1"/>
          </a:solidFill>
          <a:ln w="12700">
            <a:solidFill>
              <a:srgbClr val="4751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شِخِ</a:t>
            </a:r>
            <a:endParaRPr lang="ar-SA" sz="61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C5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0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5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شِدِ</a:t>
            </a:r>
            <a:endParaRPr lang="ar-SA" sz="95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44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6"/>
          </a:solidFill>
          <a:ln w="12700">
            <a:solidFill>
              <a:srgbClr val="2B6456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779"/>
          </a:solidFill>
          <a:ln w="12700">
            <a:solidFill>
              <a:srgbClr val="3467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0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5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شِذِ</a:t>
            </a:r>
            <a:endParaRPr lang="ar-SA" sz="95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E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0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شِرِ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E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85E"/>
          </a:solidFill>
          <a:ln w="12700">
            <a:solidFill>
              <a:srgbClr val="EDA8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0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شِزِ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43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5E0"/>
          </a:solidFill>
          <a:ln w="12700">
            <a:solidFill>
              <a:srgbClr val="5285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A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F70"/>
          </a:solidFill>
          <a:ln w="12700">
            <a:solidFill>
              <a:srgbClr val="DB7F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88547"/>
          </a:solidFill>
          <a:ln w="12700">
            <a:solidFill>
              <a:srgbClr val="68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شِسِ</a:t>
            </a:r>
            <a:endParaRPr lang="ar-SA" sz="71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C5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6"/>
          </a:solidFill>
          <a:ln w="12700">
            <a:solidFill>
              <a:srgbClr val="D8647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73"/>
          </a:solidFill>
          <a:ln w="12700">
            <a:solidFill>
              <a:srgbClr val="D1477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5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5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5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5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إِشِبِ</a:t>
            </a:r>
            <a:endParaRPr lang="ar-SA" sz="6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D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5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5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5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5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بِشِتِ</a:t>
            </a:r>
            <a:endParaRPr lang="ar-SA" sz="68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82B64"/>
          </a:solidFill>
          <a:ln w="12700">
            <a:solidFill>
              <a:srgbClr val="48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8"/>
          </a:solidFill>
          <a:ln w="12700">
            <a:solidFill>
              <a:srgbClr val="79347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5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5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5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5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تِشِثِ</a:t>
            </a:r>
            <a:endParaRPr lang="ar-SA" sz="72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D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ثِشِجِ</a:t>
            </a:r>
            <a:endParaRPr lang="ar-SA" sz="54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C5F7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4"/>
          </a:solidFill>
          <a:ln w="12700">
            <a:solidFill>
              <a:srgbClr val="5EED8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4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جِشِحِ</a:t>
            </a:r>
            <a:endParaRPr lang="ar-SA" sz="5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3E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9"/>
          </a:solidFill>
          <a:ln w="12700">
            <a:solidFill>
              <a:srgbClr val="E052A9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CDB70"/>
          </a:solidFill>
          <a:ln w="12700">
            <a:solidFill>
              <a:srgbClr val="7C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785"/>
          </a:solidFill>
          <a:ln w="12700">
            <a:solidFill>
              <a:srgbClr val="477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4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حِشِخِ</a:t>
            </a:r>
            <a:endParaRPr lang="ar-SA" sz="54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E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3D864"/>
          </a:solidFill>
          <a:ln w="12700">
            <a:solidFill>
              <a:srgbClr val="93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6D147"/>
          </a:solidFill>
          <a:ln w="12700">
            <a:solidFill>
              <a:srgbClr val="96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خِشِدِ</a:t>
            </a:r>
            <a:endParaRPr lang="ar-SA" sz="83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C5D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5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5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5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35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دِشِذِ</a:t>
            </a:r>
            <a:endParaRPr lang="ar-SA" sz="8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43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A2B"/>
          </a:solidFill>
          <a:ln w="12700">
            <a:solidFill>
              <a:srgbClr val="643A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934"/>
          </a:solidFill>
          <a:ln w="12700">
            <a:solidFill>
              <a:srgbClr val="796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5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5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5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35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ذِشِرِ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C5F7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5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5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5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35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رِشِزِ</a:t>
            </a:r>
            <a:endParaRPr lang="ar-SA" sz="66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D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15EED"/>
          </a:solidFill>
          <a:ln w="12700">
            <a:solidFill>
              <a:srgbClr val="61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5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3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5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5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5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زِشِسِ</a:t>
            </a:r>
            <a:endParaRPr lang="ar-SA" sz="6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433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CE052"/>
          </a:solidFill>
          <a:ln w="12700">
            <a:solidFill>
              <a:srgbClr val="CC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1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7DB"/>
          </a:solidFill>
          <a:ln w="12700">
            <a:solidFill>
              <a:srgbClr val="7097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34785"/>
          </a:solidFill>
          <a:ln w="12700">
            <a:solidFill>
              <a:srgbClr val="83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5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5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5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5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سِشِإِ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C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B0D8"/>
          </a:solidFill>
          <a:ln w="12700">
            <a:solidFill>
              <a:srgbClr val="64B0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8D1"/>
          </a:solidFill>
          <a:ln w="12700">
            <a:solidFill>
              <a:srgbClr val="47B8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0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إِشِ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7C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0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بِشِ</a:t>
            </a:r>
            <a:endParaRPr lang="ar-SA" sz="71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2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2C"/>
          </a:solidFill>
          <a:ln w="12700">
            <a:solidFill>
              <a:srgbClr val="2B642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8"/>
          </a:solidFill>
          <a:ln w="12700">
            <a:solidFill>
              <a:srgbClr val="34795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0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5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تِشِ</a:t>
            </a:r>
            <a:endParaRPr lang="ar-SA" sz="71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C5C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5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ثِشِ</a:t>
            </a:r>
            <a:endParaRPr lang="ar-SA" sz="71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7C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80"/>
          </a:solidFill>
          <a:ln w="12700">
            <a:solidFill>
              <a:srgbClr val="ED5E80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جِشِ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44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1"/>
          </a:solidFill>
          <a:ln w="12700">
            <a:solidFill>
              <a:srgbClr val="52E0D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A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1"/>
          </a:solidFill>
          <a:ln w="12700">
            <a:solidFill>
              <a:srgbClr val="DB70B1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447"/>
          </a:solidFill>
          <a:ln w="12700">
            <a:solidFill>
              <a:srgbClr val="8574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حِشِ</a:t>
            </a:r>
            <a:endParaRPr lang="ar-SA" sz="71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E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D"/>
          </a:solidFill>
          <a:ln w="12700">
            <a:solidFill>
              <a:srgbClr val="D864C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847D1"/>
          </a:solidFill>
          <a:ln w="12700">
            <a:solidFill>
              <a:srgbClr val="C8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خِشِ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7F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0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2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دِشِ</a:t>
            </a:r>
            <a:endParaRPr lang="ar-SA" sz="71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43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864"/>
          </a:solidFill>
          <a:ln w="12700">
            <a:solidFill>
              <a:srgbClr val="2B38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73479"/>
          </a:solidFill>
          <a:ln w="12700">
            <a:solidFill>
              <a:srgbClr val="47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0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5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ذِشِ</a:t>
            </a:r>
            <a:endParaRPr lang="ar-SA" sz="7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7C5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0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رِشِ</a:t>
            </a:r>
            <a:endParaRPr lang="ar-SA" sz="71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C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3ED5E"/>
          </a:solidFill>
          <a:ln w="12700">
            <a:solidFill>
              <a:srgbClr val="A3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0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زِشِ</a:t>
            </a:r>
            <a:endParaRPr lang="ar-SA" sz="71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1A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D52E0"/>
          </a:solidFill>
          <a:ln w="12700">
            <a:solidFill>
              <a:srgbClr val="AD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CDB70"/>
          </a:solidFill>
          <a:ln w="12700">
            <a:solidFill>
              <a:srgbClr val="CC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5"/>
          </a:solidFill>
          <a:ln w="12700">
            <a:solidFill>
              <a:srgbClr val="47856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سِشِ</a:t>
            </a:r>
            <a:endParaRPr lang="ar-SA" sz="71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7D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764"/>
          </a:solidFill>
          <a:ln w="12700">
            <a:solidFill>
              <a:srgbClr val="D8C7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A647"/>
          </a:solidFill>
          <a:ln w="12700">
            <a:solidFill>
              <a:srgbClr val="D1A6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764289" y="896112"/>
            <a:ext cx="179572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D1E2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764289" y="896112"/>
            <a:ext cx="17957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سَمِعَ</a:t>
            </a:r>
            <a:endParaRPr lang="ar-SA" sz="4400" dirty="0"/>
          </a:p>
        </p:txBody>
      </p:sp>
      <p:sp>
        <p:nvSpPr>
          <p:cNvPr id="12" name="C2 W2 pill"/>
          <p:cNvSpPr/>
          <p:nvPr/>
        </p:nvSpPr>
        <p:spPr>
          <a:xfrm>
            <a:off x="2583983" y="896112"/>
            <a:ext cx="186026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D1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583983" y="896112"/>
            <a:ext cx="186026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وَفَهِمَ</a:t>
            </a:r>
            <a:endParaRPr lang="ar-SA" sz="44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3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910185" y="2834640"/>
            <a:ext cx="332363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910185" y="2834640"/>
            <a:ext cx="332363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سَمِعَ وَفَهِمَ</a:t>
            </a:r>
            <a:endParaRPr lang="ar-SA" sz="45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C5F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819042" y="896112"/>
            <a:ext cx="185325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9FE2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819042" y="896112"/>
            <a:ext cx="185325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لَبِسَ</a:t>
            </a:r>
            <a:endParaRPr lang="ar-SA" sz="4600" dirty="0"/>
          </a:p>
        </p:txBody>
      </p:sp>
      <p:sp>
        <p:nvSpPr>
          <p:cNvPr id="13" name="C2 W2 pill"/>
          <p:cNvSpPr/>
          <p:nvPr/>
        </p:nvSpPr>
        <p:spPr>
          <a:xfrm>
            <a:off x="2471704" y="896112"/>
            <a:ext cx="202729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9F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471704" y="896112"/>
            <a:ext cx="202729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وَخَرَجَ</a:t>
            </a:r>
            <a:endParaRPr lang="ar-SA" sz="46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6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790160" y="2834640"/>
            <a:ext cx="356368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790160" y="2834640"/>
            <a:ext cx="356368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لَبِسَ وَخَرَجَ</a:t>
            </a:r>
            <a:endParaRPr lang="ar-SA" sz="47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43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6"/>
          </a:solidFill>
          <a:ln w="12700">
            <a:solidFill>
              <a:srgbClr val="642B46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534"/>
          </a:solidFill>
          <a:ln w="12700">
            <a:solidFill>
              <a:srgbClr val="793534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774620" y="896112"/>
            <a:ext cx="224916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6C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774620" y="896112"/>
            <a:ext cx="224916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عَطِشَ</a:t>
            </a:r>
            <a:endParaRPr lang="ar-SA" sz="4600" dirty="0"/>
          </a:p>
        </p:txBody>
      </p:sp>
      <p:sp>
        <p:nvSpPr>
          <p:cNvPr id="14" name="C2 W2 pill"/>
          <p:cNvSpPr/>
          <p:nvPr/>
        </p:nvSpPr>
        <p:spPr>
          <a:xfrm>
            <a:off x="2120212" y="896112"/>
            <a:ext cx="233436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6CE236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120212" y="896112"/>
            <a:ext cx="233436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وَشَرِبَ</a:t>
            </a:r>
            <a:endParaRPr lang="ar-SA" sz="46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423469" y="2834640"/>
            <a:ext cx="429706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423469" y="2834640"/>
            <a:ext cx="429706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عَطِشَ وَشَرِبَ</a:t>
            </a:r>
            <a:endParaRPr lang="ar-SA" sz="47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E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825115" y="896112"/>
            <a:ext cx="175923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AE2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825115" y="896112"/>
            <a:ext cx="175923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سَلِمَ</a:t>
            </a:r>
            <a:endParaRPr lang="ar-SA" sz="4600" dirty="0"/>
          </a:p>
        </p:txBody>
      </p:sp>
      <p:sp>
        <p:nvSpPr>
          <p:cNvPr id="12" name="C2 W2 pill"/>
          <p:cNvSpPr/>
          <p:nvPr/>
        </p:nvSpPr>
        <p:spPr>
          <a:xfrm>
            <a:off x="2559645" y="896112"/>
            <a:ext cx="194543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3A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559645" y="896112"/>
            <a:ext cx="194543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وَفَرِحَ</a:t>
            </a:r>
            <a:endParaRPr lang="ar-SA" sz="4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872455" y="2834640"/>
            <a:ext cx="339909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872455" y="2834640"/>
            <a:ext cx="339909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سَلِمَ وَفَرِحَ</a:t>
            </a:r>
            <a:endParaRPr lang="ar-SA" sz="47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75</Slides>
  <Notes>75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7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Kasrah reading 07-seen-sheen</dc:title>
  <dc:subject>PptxGenJS Presentation</dc:subject>
  <dc:creator>PptxGenJS</dc:creator>
  <cp:lastModifiedBy>PptxGenJS</cp:lastModifiedBy>
  <cp:revision>1</cp:revision>
  <dcterms:created xsi:type="dcterms:W3CDTF">2026-10-21T16:51:26Z</dcterms:created>
  <dcterms:modified xsi:type="dcterms:W3CDTF">2026-10-21T16:51:26Z</dcterms:modified>
</cp:coreProperties>
</file>