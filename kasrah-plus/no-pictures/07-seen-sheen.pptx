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</p:sldIdLst>
  <p:notesMasterIdLst>
    <p:notesMasterId r:id="rId7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notesMaster" Target="notesMasters/notesMaster1.xml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600" dirty="0"/>
          </a:p>
        </p:txBody>
      </p:sp>
      <p:sp>
        <p:nvSpPr>
          <p:cNvPr id="13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8"/>
          </a:solidFill>
          <a:ln w="12700">
            <a:solidFill>
              <a:srgbClr val="2B644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9"/>
          </a:solidFill>
          <a:ln w="12700">
            <a:solidFill>
              <a:srgbClr val="3479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35E"/>
          </a:solidFill>
          <a:ln w="12700">
            <a:solidFill>
              <a:srgbClr val="ED8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AE0"/>
          </a:solidFill>
          <a:ln w="12700">
            <a:solidFill>
              <a:srgbClr val="52A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8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D"/>
          </a:solidFill>
          <a:ln w="12700">
            <a:solidFill>
              <a:srgbClr val="DB707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78547"/>
          </a:solidFill>
          <a:ln w="12700">
            <a:solidFill>
              <a:srgbClr val="7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3"/>
          </a:solidFill>
          <a:ln w="12700">
            <a:solidFill>
              <a:srgbClr val="D86493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6"/>
          </a:solidFill>
          <a:ln w="12700">
            <a:solidFill>
              <a:srgbClr val="D1479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2B64"/>
          </a:solidFill>
          <a:ln w="12700">
            <a:solidFill>
              <a:srgbClr val="3A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3479"/>
          </a:solidFill>
          <a:ln w="12700">
            <a:solidFill>
              <a:srgbClr val="6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60"/>
          </a:solidFill>
          <a:ln w="12700">
            <a:solidFill>
              <a:srgbClr val="5EED6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CD"/>
          </a:solidFill>
          <a:ln w="12700">
            <a:solidFill>
              <a:srgbClr val="E052C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DB70"/>
          </a:solidFill>
          <a:ln w="12700">
            <a:solidFill>
              <a:srgbClr val="97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3"/>
          </a:solidFill>
          <a:ln w="12700">
            <a:solidFill>
              <a:srgbClr val="47858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D864"/>
          </a:solidFill>
          <a:ln w="12700">
            <a:solidFill>
              <a:srgbClr val="B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D147"/>
          </a:solidFill>
          <a:ln w="12700">
            <a:solidFill>
              <a:srgbClr val="B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إِسِبِ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B"/>
          </a:solidFill>
          <a:ln w="12700">
            <a:solidFill>
              <a:srgbClr val="642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734"/>
          </a:solidFill>
          <a:ln w="12700">
            <a:solidFill>
              <a:srgbClr val="7957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بِسِتِ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تِسِثِ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1ED"/>
          </a:solidFill>
          <a:ln w="12700">
            <a:solidFill>
              <a:srgbClr val="5E8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ثِسِجِ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D052"/>
          </a:solidFill>
          <a:ln w="12700">
            <a:solidFill>
              <a:srgbClr val="E0D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2DB"/>
          </a:solidFill>
          <a:ln w="12700">
            <a:solidFill>
              <a:srgbClr val="70B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34785"/>
          </a:solidFill>
          <a:ln w="12700">
            <a:solidFill>
              <a:srgbClr val="7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جِسِحِ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CDD8"/>
          </a:solidFill>
          <a:ln w="12700">
            <a:solidFill>
              <a:srgbClr val="64C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7"/>
          </a:solidFill>
          <a:ln w="12700">
            <a:solidFill>
              <a:srgbClr val="47D1C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حِسِخِ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خِسِدِ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642B"/>
          </a:solidFill>
          <a:ln w="12700">
            <a:solidFill>
              <a:srgbClr val="38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6"/>
          </a:solidFill>
          <a:ln w="12700">
            <a:solidFill>
              <a:srgbClr val="3479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دِسِذِ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ذِسِرِ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4"/>
          </a:solidFill>
          <a:ln w="12700">
            <a:solidFill>
              <a:srgbClr val="ED5EA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رِسِزِ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C"/>
          </a:solidFill>
          <a:ln w="12700">
            <a:solidFill>
              <a:srgbClr val="52E0A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4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D"/>
          </a:solidFill>
          <a:ln w="12700">
            <a:solidFill>
              <a:srgbClr val="DB70C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447"/>
          </a:solidFill>
          <a:ln w="12700">
            <a:solidFill>
              <a:srgbClr val="856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زِسِإِ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664D8"/>
          </a:solidFill>
          <a:ln w="12700">
            <a:solidFill>
              <a:srgbClr val="C6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47D1"/>
          </a:solidFill>
          <a:ln w="12700">
            <a:solidFill>
              <a:srgbClr val="A5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إِسِ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بِسِ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764"/>
          </a:solidFill>
          <a:ln w="12700">
            <a:solidFill>
              <a:srgbClr val="2B4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3479"/>
          </a:solidFill>
          <a:ln w="12700">
            <a:solidFill>
              <a:srgbClr val="3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تِسِ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ثِسِ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ED5E"/>
          </a:solidFill>
          <a:ln w="12700">
            <a:solidFill>
              <a:srgbClr val="C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952E0"/>
          </a:solidFill>
          <a:ln w="12700">
            <a:solidFill>
              <a:srgbClr val="8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7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F70"/>
          </a:solidFill>
          <a:ln w="12700">
            <a:solidFill>
              <a:srgbClr val="DBC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5"/>
          </a:solidFill>
          <a:ln w="12700">
            <a:solidFill>
              <a:srgbClr val="47855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964"/>
          </a:solidFill>
          <a:ln w="12700">
            <a:solidFill>
              <a:srgbClr val="D8A9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8247"/>
          </a:solidFill>
          <a:ln w="12700">
            <a:solidFill>
              <a:srgbClr val="D18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دِسِ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5"/>
          </a:solidFill>
          <a:ln w="12700">
            <a:solidFill>
              <a:srgbClr val="642B5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4"/>
          </a:solidFill>
          <a:ln w="12700">
            <a:solidFill>
              <a:srgbClr val="7934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ذِسِ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BED"/>
          </a:solidFill>
          <a:ln w="12700">
            <a:solidFill>
              <a:srgbClr val="5EEB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زِسِ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5"/>
          </a:solidFill>
          <a:ln w="12700">
            <a:solidFill>
              <a:srgbClr val="70DBB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9600" dirty="0"/>
          </a:p>
        </p:txBody>
      </p:sp>
      <p:sp>
        <p:nvSpPr>
          <p:cNvPr id="17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9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شِإِ</a:t>
            </a:r>
            <a:endParaRPr lang="ar-SA" sz="7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شِبِ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شِتِ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شِثِ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شِجِ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E052"/>
          </a:solidFill>
          <a:ln w="12700">
            <a:solidFill>
              <a:srgbClr val="6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70DB"/>
          </a:solidFill>
          <a:ln w="12700">
            <a:solidFill>
              <a:srgbClr val="9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شِحِ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1D1"/>
          </a:solidFill>
          <a:ln w="12700">
            <a:solidFill>
              <a:srgbClr val="4751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شِخِ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شِدِ</a:t>
            </a:r>
            <a:endParaRPr lang="ar-SA" sz="9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شِذِ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شِرِ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85E"/>
          </a:solidFill>
          <a:ln w="12700">
            <a:solidFill>
              <a:srgbClr val="EDA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شِزِ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5E0"/>
          </a:solidFill>
          <a:ln w="12700">
            <a:solidFill>
              <a:srgbClr val="528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شِسِ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3"/>
          </a:solidFill>
          <a:ln w="12700">
            <a:solidFill>
              <a:srgbClr val="D1477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إِشِبِ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بِشِتِ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8"/>
          </a:solidFill>
          <a:ln w="12700">
            <a:solidFill>
              <a:srgbClr val="7934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تِشِثِ</a:t>
            </a:r>
            <a:endParaRPr lang="ar-SA" sz="7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ثِشِجِ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جِشِحِ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حِشِخِ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خِشِدِ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5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دِشِذِ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ذِشِرِ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رِشِزِ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5EED"/>
          </a:solidFill>
          <a:ln w="12700">
            <a:solidFill>
              <a:srgbClr val="61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زِشِسِ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CE052"/>
          </a:solidFill>
          <a:ln w="12700">
            <a:solidFill>
              <a:srgbClr val="C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8D1"/>
          </a:solidFill>
          <a:ln w="12700">
            <a:solidFill>
              <a:srgbClr val="47B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إِشِ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بِشِ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تِشِ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C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ثِشِ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7C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0"/>
          </a:solidFill>
          <a:ln w="12700">
            <a:solidFill>
              <a:srgbClr val="ED5E8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443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1"/>
          </a:solidFill>
          <a:ln w="12700">
            <a:solidFill>
              <a:srgbClr val="52E0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A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1"/>
          </a:solidFill>
          <a:ln w="12700">
            <a:solidFill>
              <a:srgbClr val="DB70B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447"/>
          </a:solidFill>
          <a:ln w="12700">
            <a:solidFill>
              <a:srgbClr val="857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حِشِ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D"/>
          </a:solidFill>
          <a:ln w="12700">
            <a:solidFill>
              <a:srgbClr val="D864C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47D1"/>
          </a:solidFill>
          <a:ln w="12700">
            <a:solidFill>
              <a:srgbClr val="C8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خِشِ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7F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دِشِ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864"/>
          </a:solidFill>
          <a:ln w="12700">
            <a:solidFill>
              <a:srgbClr val="2B3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ذِشِ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رِشِ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ED5E"/>
          </a:solidFill>
          <a:ln w="12700">
            <a:solidFill>
              <a:srgbClr val="A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زِشِ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D52E0"/>
          </a:solidFill>
          <a:ln w="12700">
            <a:solidFill>
              <a:srgbClr val="A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DB70"/>
          </a:solidFill>
          <a:ln w="12700">
            <a:solidFill>
              <a:srgbClr val="C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سِشِ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764"/>
          </a:solidFill>
          <a:ln w="12700">
            <a:solidFill>
              <a:srgbClr val="D8C7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647"/>
          </a:solidFill>
          <a:ln w="12700">
            <a:solidFill>
              <a:srgbClr val="D1A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64289" y="896112"/>
            <a:ext cx="179572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64289" y="896112"/>
            <a:ext cx="179572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3983" y="896112"/>
            <a:ext cx="186026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D1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3983" y="896112"/>
            <a:ext cx="186026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وَفَهِمَ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10185" y="2834640"/>
            <a:ext cx="332363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10185" y="2834640"/>
            <a:ext cx="332363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سَمِعَ وَفَهِمَ</a:t>
            </a:r>
            <a:endParaRPr lang="ar-SA" sz="4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819042" y="896112"/>
            <a:ext cx="185325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819042" y="896112"/>
            <a:ext cx="185325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</a:t>
            </a:r>
            <a:endParaRPr lang="ar-SA" sz="4600" dirty="0"/>
          </a:p>
        </p:txBody>
      </p:sp>
      <p:sp>
        <p:nvSpPr>
          <p:cNvPr id="13" name="C2 W2 pill"/>
          <p:cNvSpPr/>
          <p:nvPr/>
        </p:nvSpPr>
        <p:spPr>
          <a:xfrm>
            <a:off x="2471704" y="896112"/>
            <a:ext cx="20272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F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471704" y="896112"/>
            <a:ext cx="20272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وَخَرَجَ</a:t>
            </a:r>
            <a:endParaRPr lang="ar-SA" sz="46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2790160" y="2834640"/>
            <a:ext cx="35636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2790160" y="2834640"/>
            <a:ext cx="35636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لَبِسَ وَخَرَجَ</a:t>
            </a:r>
            <a:endParaRPr lang="ar-SA" sz="4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74620" y="896112"/>
            <a:ext cx="224916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C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74620" y="896112"/>
            <a:ext cx="224916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120212" y="896112"/>
            <a:ext cx="23343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C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120212" y="896112"/>
            <a:ext cx="23343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وَشَرِبَ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423469" y="2834640"/>
            <a:ext cx="429706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423469" y="2834640"/>
            <a:ext cx="429706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عَطِشَ وَشَرِبَ</a:t>
            </a:r>
            <a:endParaRPr lang="ar-SA" sz="4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25115" y="896112"/>
            <a:ext cx="17592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25115" y="896112"/>
            <a:ext cx="17592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59645" y="896112"/>
            <a:ext cx="1945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3A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59645" y="896112"/>
            <a:ext cx="1945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872455" y="2834640"/>
            <a:ext cx="33990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872455" y="2834640"/>
            <a:ext cx="33990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سَلِمَ وَفَرِحَ</a:t>
            </a:r>
            <a:endParaRPr lang="ar-SA" sz="4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75</Slides>
  <Notes>75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75</vt:i4>
      </vt:variant>
    </vt:vector>
  </HeadingPairs>
  <TitlesOfParts>
    <vt:vector size="7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07-seen-sheen</dc:title>
  <dc:subject>PptxGenJS Presentation</dc:subject>
  <dc:creator>PptxGenJS</dc:creator>
  <cp:lastModifiedBy>PptxGenJS</cp:lastModifiedBy>
  <cp:revision>1</cp:revision>
  <dcterms:created xsi:type="dcterms:W3CDTF">2026-10-21T16:51:26Z</dcterms:created>
  <dcterms:modified xsi:type="dcterms:W3CDTF">2026-10-21T16:51:26Z</dcterms:modified>
</cp:coreProperties>
</file>