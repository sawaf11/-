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إِجِبِ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تِجِثِ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خِجِدِ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تِحِثِ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ثِحِجِ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جِحِخِ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خِحِدِ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4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إِخِبِ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تِخِثِ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ثِخِجِ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جِخِحِ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حِخِدِ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8502" y="896112"/>
            <a:ext cx="20343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8502" y="896112"/>
            <a:ext cx="20343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1195" y="896112"/>
            <a:ext cx="1907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1195" y="896112"/>
            <a:ext cx="1907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3300" y="2834640"/>
            <a:ext cx="35774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3300" y="2834640"/>
            <a:ext cx="35774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 وَرَجَعَ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68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68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93976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976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3184" y="2834640"/>
            <a:ext cx="37376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3184" y="2834640"/>
            <a:ext cx="37376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وَحَمِدَ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04-jeem-ha-kha</dc:title>
  <dc:subject>PptxGenJS Presentation</dc:subject>
  <dc:creator>PptxGenJS</dc:creator>
  <cp:lastModifiedBy>PptxGenJS</cp:lastModifiedBy>
  <cp:revision>1</cp:revision>
  <dcterms:created xsi:type="dcterms:W3CDTF">2026-10-21T16:51:25Z</dcterms:created>
  <dcterms:modified xsi:type="dcterms:W3CDTF">2026-10-21T16:51:25Z</dcterms:modified>
</cp:coreProperties>
</file>