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7"/>
          </a:solidFill>
          <a:ln w="12700">
            <a:solidFill>
              <a:srgbClr val="5EED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6"/>
          </a:solidFill>
          <a:ln w="12700">
            <a:solidFill>
              <a:srgbClr val="E0526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7"/>
          </a:solidFill>
          <a:ln w="12700">
            <a:solidFill>
              <a:srgbClr val="70DB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C"/>
          </a:solidFill>
          <a:ln w="12700">
            <a:solidFill>
              <a:srgbClr val="64D8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5D147"/>
          </a:solidFill>
          <a:ln w="12700">
            <a:solidFill>
              <a:srgbClr val="5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جِتِ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جِثِ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جِحِ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35EED"/>
          </a:solidFill>
          <a:ln w="12700">
            <a:solidFill>
              <a:srgbClr val="A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جِخِ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9E052"/>
          </a:solidFill>
          <a:ln w="12700">
            <a:solidFill>
              <a:srgbClr val="8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70DB"/>
          </a:solidFill>
          <a:ln w="12700">
            <a:solidFill>
              <a:srgbClr val="7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جِدِ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9D8"/>
          </a:solidFill>
          <a:ln w="12700">
            <a:solidFill>
              <a:srgbClr val="647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7D1"/>
          </a:solidFill>
          <a:ln w="12700">
            <a:solidFill>
              <a:srgbClr val="477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إِجِبِ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بِجِتِ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8"/>
          </a:solidFill>
          <a:ln w="12700">
            <a:solidFill>
              <a:srgbClr val="3479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تِجِثِ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ثِجِحِ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05E"/>
          </a:solidFill>
          <a:ln w="12700">
            <a:solidFill>
              <a:srgbClr val="ED8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حِجِخِ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DE0"/>
          </a:solidFill>
          <a:ln w="12700">
            <a:solidFill>
              <a:srgbClr val="52A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F"/>
          </a:solidFill>
          <a:ln w="12700">
            <a:solidFill>
              <a:srgbClr val="DB707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8547"/>
          </a:solidFill>
          <a:ln w="12700">
            <a:solidFill>
              <a:srgbClr val="7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خِجِدِ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6"/>
          </a:solidFill>
          <a:ln w="12700">
            <a:solidFill>
              <a:srgbClr val="D8649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A"/>
          </a:solidFill>
          <a:ln w="12700">
            <a:solidFill>
              <a:srgbClr val="D147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دِجِإِ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2B64"/>
          </a:solidFill>
          <a:ln w="12700">
            <a:solidFill>
              <a:srgbClr val="3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3479"/>
          </a:solidFill>
          <a:ln w="12700">
            <a:solidFill>
              <a:srgbClr val="6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بِجِ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تِجِ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0ED5E"/>
          </a:solidFill>
          <a:ln w="12700">
            <a:solidFill>
              <a:srgbClr val="6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ثِجِ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1"/>
          </a:solidFill>
          <a:ln w="12700">
            <a:solidFill>
              <a:srgbClr val="E052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DB70"/>
          </a:solidFill>
          <a:ln w="12700">
            <a:solidFill>
              <a:srgbClr val="9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1"/>
          </a:solidFill>
          <a:ln w="12700">
            <a:solidFill>
              <a:srgbClr val="4785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حِجِ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D864"/>
          </a:solidFill>
          <a:ln w="12700">
            <a:solidFill>
              <a:srgbClr val="B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CD147"/>
          </a:solidFill>
          <a:ln w="12700">
            <a:solidFill>
              <a:srgbClr val="B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خِجِ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دِجِ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حِإِ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4ED"/>
          </a:solidFill>
          <a:ln w="12700">
            <a:solidFill>
              <a:srgbClr val="5E8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حِبِ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D52"/>
          </a:solidFill>
          <a:ln w="12700">
            <a:solidFill>
              <a:srgbClr val="E0C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5DB"/>
          </a:solidFill>
          <a:ln w="12700">
            <a:solidFill>
              <a:srgbClr val="70B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حِتِ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0D8"/>
          </a:solidFill>
          <a:ln w="12700">
            <a:solidFill>
              <a:srgbClr val="64D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4"/>
          </a:solidFill>
          <a:ln w="12700">
            <a:solidFill>
              <a:srgbClr val="47D1C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حِثِ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حِجِ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حِخِ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حِدِ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8"/>
          </a:solidFill>
          <a:ln w="12700">
            <a:solidFill>
              <a:srgbClr val="ED5EA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إِحِبِ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9"/>
          </a:solidFill>
          <a:ln w="12700">
            <a:solidFill>
              <a:srgbClr val="52E0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F"/>
          </a:solidFill>
          <a:ln w="12700">
            <a:solidFill>
              <a:srgbClr val="DB70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بِحِتِ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64D8"/>
          </a:solidFill>
          <a:ln w="12700">
            <a:solidFill>
              <a:srgbClr val="C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147D1"/>
          </a:solidFill>
          <a:ln w="12700">
            <a:solidFill>
              <a:srgbClr val="A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تِحِثِ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ثِحِجِ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579"/>
          </a:solidFill>
          <a:ln w="12700">
            <a:solidFill>
              <a:srgbClr val="343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جِحِخِ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خِحِدِ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ED5E"/>
          </a:solidFill>
          <a:ln w="12700">
            <a:solidFill>
              <a:srgbClr val="C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دِحِإِ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52E0"/>
          </a:solidFill>
          <a:ln w="12700">
            <a:solidFill>
              <a:srgbClr val="8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D70"/>
          </a:solidFill>
          <a:ln w="12700">
            <a:solidFill>
              <a:srgbClr val="DBC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إِحِ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664"/>
          </a:solidFill>
          <a:ln w="12700">
            <a:solidFill>
              <a:srgbClr val="D8A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F47"/>
          </a:solidFill>
          <a:ln w="12700">
            <a:solidFill>
              <a:srgbClr val="D17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بِحِ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تِحِ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ثِحِ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جِحِ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C"/>
          </a:solidFill>
          <a:ln w="12700">
            <a:solidFill>
              <a:srgbClr val="5EEDE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خِحِ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252"/>
          </a:solidFill>
          <a:ln w="12700">
            <a:solidFill>
              <a:srgbClr val="E06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2"/>
          </a:solidFill>
          <a:ln w="12700">
            <a:solidFill>
              <a:srgbClr val="70DBB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دِحِ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9"/>
          </a:solidFill>
          <a:ln w="12700">
            <a:solidFill>
              <a:srgbClr val="64D8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D"/>
          </a:solidFill>
          <a:ln w="12700">
            <a:solidFill>
              <a:srgbClr val="47D15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4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خِإِ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خِبِ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خِتِ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5EED"/>
          </a:solidFill>
          <a:ln w="12700">
            <a:solidFill>
              <a:srgbClr val="C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خِثِ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E052"/>
          </a:solidFill>
          <a:ln w="12700">
            <a:solidFill>
              <a:srgbClr val="6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70DB"/>
          </a:solidFill>
          <a:ln w="12700">
            <a:solidFill>
              <a:srgbClr val="9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A"/>
          </a:solidFill>
          <a:ln w="12700">
            <a:solidFill>
              <a:srgbClr val="8547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خِجِ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C64D8"/>
          </a:solidFill>
          <a:ln w="12700">
            <a:solidFill>
              <a:srgbClr val="6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4D1"/>
          </a:solidFill>
          <a:ln w="12700">
            <a:solidFill>
              <a:srgbClr val="475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خِحِ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خِدِ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5"/>
          </a:solidFill>
          <a:ln w="12700">
            <a:solidFill>
              <a:srgbClr val="2B64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979"/>
          </a:solidFill>
          <a:ln w="12700">
            <a:solidFill>
              <a:srgbClr val="346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إِخِبِ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بِخِتِ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45E"/>
          </a:solidFill>
          <a:ln w="12700">
            <a:solidFill>
              <a:srgbClr val="EDA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تِخِثِ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8E0"/>
          </a:solidFill>
          <a:ln w="12700">
            <a:solidFill>
              <a:srgbClr val="528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D70"/>
          </a:solidFill>
          <a:ln w="12700">
            <a:solidFill>
              <a:srgbClr val="DB7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8547"/>
          </a:solidFill>
          <a:ln w="12700">
            <a:solidFill>
              <a:srgbClr val="6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ثِخِجِ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8"/>
          </a:solidFill>
          <a:ln w="12700">
            <a:solidFill>
              <a:srgbClr val="D8647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7"/>
          </a:solidFill>
          <a:ln w="12700">
            <a:solidFill>
              <a:srgbClr val="D1477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جِخِحِ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حِخِدِ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2B64"/>
          </a:solidFill>
          <a:ln w="12700">
            <a:solidFill>
              <a:srgbClr val="4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دِخِإِ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إِخِ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1"/>
          </a:solidFill>
          <a:ln w="12700">
            <a:solidFill>
              <a:srgbClr val="5EED8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بِخِ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C"/>
          </a:solidFill>
          <a:ln w="12700">
            <a:solidFill>
              <a:srgbClr val="E052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FDB70"/>
          </a:solidFill>
          <a:ln w="12700">
            <a:solidFill>
              <a:srgbClr val="7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تِخِ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5D864"/>
          </a:solidFill>
          <a:ln w="12700">
            <a:solidFill>
              <a:srgbClr val="9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9D147"/>
          </a:solidFill>
          <a:ln w="12700">
            <a:solidFill>
              <a:srgbClr val="9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ثِخِ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جِخِ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734"/>
          </a:solidFill>
          <a:ln w="12700">
            <a:solidFill>
              <a:srgbClr val="796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حِخِ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دِخِ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5FED"/>
          </a:solidFill>
          <a:ln w="12700">
            <a:solidFill>
              <a:srgbClr val="5E5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110211" y="896112"/>
            <a:ext cx="16661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1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10211" y="896112"/>
            <a:ext cx="16661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فَرِحَ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67622" y="896112"/>
            <a:ext cx="24225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E1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67622" y="896112"/>
            <a:ext cx="24225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وَضَحِكَ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19412" y="2834640"/>
            <a:ext cx="37051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19412" y="2834640"/>
            <a:ext cx="37051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فَرِحَ وَضَحِكَ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0E052"/>
          </a:solidFill>
          <a:ln w="12700">
            <a:solidFill>
              <a:srgbClr val="D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9DB"/>
          </a:solidFill>
          <a:ln w="12700">
            <a:solidFill>
              <a:srgbClr val="709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37444" y="896112"/>
            <a:ext cx="18494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1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37444" y="896112"/>
            <a:ext cx="18494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حَفِظَ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557138" y="896112"/>
            <a:ext cx="18602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1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57138" y="896112"/>
            <a:ext cx="18602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وَفَهِمَ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71687" y="2834640"/>
            <a:ext cx="340062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71687" y="2834640"/>
            <a:ext cx="340062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حَفِظَ وَفَهِمَ</a:t>
            </a:r>
            <a:endParaRPr lang="ar-SA" sz="4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2D8"/>
          </a:solidFill>
          <a:ln w="12700">
            <a:solidFill>
              <a:srgbClr val="64B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BD1"/>
          </a:solidFill>
          <a:ln w="12700">
            <a:solidFill>
              <a:srgbClr val="47B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68502" y="896112"/>
            <a:ext cx="203430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F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68502" y="896112"/>
            <a:ext cx="203430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خَشِيَ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2441195" y="896112"/>
            <a:ext cx="19072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F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41195" y="896112"/>
            <a:ext cx="19072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وَرَجَعَ</a:t>
            </a:r>
            <a:endParaRPr lang="ar-SA" sz="45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83300" y="2834640"/>
            <a:ext cx="357740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83300" y="2834640"/>
            <a:ext cx="357740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خَشِيَ وَرَجَعَ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00682" y="896112"/>
            <a:ext cx="20493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D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00682" y="896112"/>
            <a:ext cx="20493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393976" y="896112"/>
            <a:ext cx="19866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D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93976" y="896112"/>
            <a:ext cx="19866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وَحَمِدَ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03184" y="2834640"/>
            <a:ext cx="373763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03184" y="2834640"/>
            <a:ext cx="373763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 وَحَمِدَ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04-jeem-ha-kha</dc:title>
  <dc:subject>PptxGenJS Presentation</dc:subject>
  <dc:creator>PptxGenJS</dc:creator>
  <cp:lastModifiedBy>PptxGenJS</cp:lastModifiedBy>
  <cp:revision>1</cp:revision>
  <dcterms:created xsi:type="dcterms:W3CDTF">2026-10-21T16:51:25Z</dcterms:created>
  <dcterms:modified xsi:type="dcterms:W3CDTF">2026-10-21T16:51:25Z</dcterms:modified>
</cp:coreProperties>
</file>