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1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13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EED"/>
          </a:solidFill>
          <a:ln w="12700">
            <a:solidFill>
              <a:srgbClr val="5EA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E"/>
          </a:solidFill>
          <a:ln w="12700">
            <a:solidFill>
              <a:srgbClr val="64D8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B"/>
          </a:solidFill>
          <a:ln w="12700">
            <a:solidFill>
              <a:srgbClr val="47D1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2"/>
          </a:solidFill>
          <a:ln w="12700">
            <a:solidFill>
              <a:srgbClr val="ED5ED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F"/>
          </a:solidFill>
          <a:ln w="12700">
            <a:solidFill>
              <a:srgbClr val="52E0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64D8"/>
          </a:solidFill>
          <a:ln w="12700">
            <a:solidFill>
              <a:srgbClr val="A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47D1"/>
          </a:solidFill>
          <a:ln w="12700">
            <a:solidFill>
              <a:srgbClr val="7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55E"/>
          </a:solidFill>
          <a:ln w="12700">
            <a:solidFill>
              <a:srgbClr val="EDE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D70"/>
          </a:solidFill>
          <a:ln w="12700">
            <a:solidFill>
              <a:srgbClr val="DBA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464"/>
          </a:solidFill>
          <a:ln w="12700">
            <a:solidFill>
              <a:srgbClr val="D88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إِطِبِ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بِطِتِ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تِطِثِ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1"/>
          </a:solidFill>
          <a:ln w="12700">
            <a:solidFill>
              <a:srgbClr val="5EEDC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ثِطِجِ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2"/>
          </a:solidFill>
          <a:ln w="12700">
            <a:solidFill>
              <a:srgbClr val="70DB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جِطِحِ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7"/>
          </a:solidFill>
          <a:ln w="12700">
            <a:solidFill>
              <a:srgbClr val="64D8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D147"/>
          </a:solidFill>
          <a:ln w="12700">
            <a:solidFill>
              <a:srgbClr val="5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حِطِخِ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خِطِدِ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دِطِذِ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ذِطِرِ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5EED"/>
          </a:solidFill>
          <a:ln w="12700">
            <a:solidFill>
              <a:srgbClr val="9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رِطِزِ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E052"/>
          </a:solidFill>
          <a:ln w="12700">
            <a:solidFill>
              <a:srgbClr val="8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زِطِسِ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ED8"/>
          </a:solidFill>
          <a:ln w="12700">
            <a:solidFill>
              <a:srgbClr val="647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DD1"/>
          </a:solidFill>
          <a:ln w="12700">
            <a:solidFill>
              <a:srgbClr val="477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سِطِشِ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شِطِصِ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صِطِضِ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ضِطِإِ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A5E"/>
          </a:solidFill>
          <a:ln w="12700">
            <a:solidFill>
              <a:srgbClr val="ED7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إِطِ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3E0"/>
          </a:solidFill>
          <a:ln w="12700">
            <a:solidFill>
              <a:srgbClr val="52B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بِطِ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B"/>
          </a:solidFill>
          <a:ln w="12700">
            <a:solidFill>
              <a:srgbClr val="D864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F"/>
          </a:solidFill>
          <a:ln w="12700">
            <a:solidFill>
              <a:srgbClr val="D147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تِطِ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ثِطِ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جِطِ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ED5E"/>
          </a:solidFill>
          <a:ln w="12700">
            <a:solidFill>
              <a:srgbClr val="6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خِطِ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6"/>
          </a:solidFill>
          <a:ln w="12700">
            <a:solidFill>
              <a:srgbClr val="E052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دِطِ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D864"/>
          </a:solidFill>
          <a:ln w="12700">
            <a:solidFill>
              <a:srgbClr val="B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ذِطِ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رِطِ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زِطِ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سِطِ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AED"/>
          </a:solidFill>
          <a:ln w="12700">
            <a:solidFill>
              <a:srgbClr val="5E8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شِطِ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752"/>
          </a:solidFill>
          <a:ln w="12700">
            <a:solidFill>
              <a:srgbClr val="E0C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9DB"/>
          </a:solidFill>
          <a:ln w="12700">
            <a:solidFill>
              <a:srgbClr val="70B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صِطِ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5D8"/>
          </a:solidFill>
          <a:ln w="12700">
            <a:solidFill>
              <a:srgbClr val="64D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E"/>
          </a:solidFill>
          <a:ln w="12700">
            <a:solidFill>
              <a:srgbClr val="47D1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ضِطِ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1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13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ظِإِ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ظِبِ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D"/>
          </a:solidFill>
          <a:ln w="12700">
            <a:solidFill>
              <a:srgbClr val="ED5E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ظِتِ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3"/>
          </a:solidFill>
          <a:ln w="12700">
            <a:solidFill>
              <a:srgbClr val="52E0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ظِثِ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47D1"/>
          </a:solidFill>
          <a:ln w="12700">
            <a:solidFill>
              <a:srgbClr val="9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ظِجِ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ظِحِ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ظِخِ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ظِدِ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ED5E"/>
          </a:solidFill>
          <a:ln w="12700">
            <a:solidFill>
              <a:srgbClr val="D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ظِذِ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052E0"/>
          </a:solidFill>
          <a:ln w="12700">
            <a:solidFill>
              <a:srgbClr val="8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870"/>
          </a:solidFill>
          <a:ln w="12700">
            <a:solidFill>
              <a:srgbClr val="DBC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ظِرِ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A47"/>
          </a:solidFill>
          <a:ln w="12700">
            <a:solidFill>
              <a:srgbClr val="D17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ظِزِ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ظِسِ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ظِشِ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ظِصِ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6"/>
          </a:solidFill>
          <a:ln w="12700">
            <a:solidFill>
              <a:srgbClr val="5EED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ظِضِ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C52"/>
          </a:solidFill>
          <a:ln w="12700">
            <a:solidFill>
              <a:srgbClr val="E05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ظِطِ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5"/>
          </a:solidFill>
          <a:ln w="12700">
            <a:solidFill>
              <a:srgbClr val="64D8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7"/>
          </a:solidFill>
          <a:ln w="12700">
            <a:solidFill>
              <a:srgbClr val="47D1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إِظِبِ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بِظِتِ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تِظِثِ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ثِظِجِ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5EED"/>
          </a:solidFill>
          <a:ln w="12700">
            <a:solidFill>
              <a:srgbClr val="C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جِظِحِ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E052"/>
          </a:solidFill>
          <a:ln w="12700">
            <a:solidFill>
              <a:srgbClr val="6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حِظِخِ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64D8"/>
          </a:solidFill>
          <a:ln w="12700">
            <a:solidFill>
              <a:srgbClr val="6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AD1"/>
          </a:solidFill>
          <a:ln w="12700">
            <a:solidFill>
              <a:srgbClr val="475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خِظِدِ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دِظِذِ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ذِظِرِ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رِظِزِ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F5E"/>
          </a:solidFill>
          <a:ln w="12700">
            <a:solidFill>
              <a:srgbClr val="ED9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زِظِسِ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EE0"/>
          </a:solidFill>
          <a:ln w="12700">
            <a:solidFill>
              <a:srgbClr val="528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870"/>
          </a:solidFill>
          <a:ln w="12700">
            <a:solidFill>
              <a:srgbClr val="DB7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سِظِشِ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D"/>
          </a:solidFill>
          <a:ln w="12700">
            <a:solidFill>
              <a:srgbClr val="D864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C"/>
          </a:solidFill>
          <a:ln w="12700">
            <a:solidFill>
              <a:srgbClr val="D1477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شِظِصِ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صِظِضِ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3479"/>
          </a:solidFill>
          <a:ln w="12700">
            <a:solidFill>
              <a:srgbClr val="7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ضِظِطِ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طِظِإِ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B"/>
          </a:solidFill>
          <a:ln w="12700">
            <a:solidFill>
              <a:srgbClr val="5EED7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إِظِ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2"/>
          </a:solidFill>
          <a:ln w="12700">
            <a:solidFill>
              <a:srgbClr val="E052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3DB70"/>
          </a:solidFill>
          <a:ln w="12700">
            <a:solidFill>
              <a:srgbClr val="8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بِظِ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D864"/>
          </a:solidFill>
          <a:ln w="12700">
            <a:solidFill>
              <a:srgbClr val="9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D147"/>
          </a:solidFill>
          <a:ln w="12700">
            <a:solidFill>
              <a:srgbClr val="9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تِظِ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ثِظِ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جِظِ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حِظِ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5ED"/>
          </a:solidFill>
          <a:ln w="12700">
            <a:solidFill>
              <a:srgbClr val="5E6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خِظِ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E052"/>
          </a:solidFill>
          <a:ln w="12700">
            <a:solidFill>
              <a:srgbClr val="D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4785"/>
          </a:solidFill>
          <a:ln w="12700">
            <a:solidFill>
              <a:srgbClr val="7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دِظِ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7D8"/>
          </a:solidFill>
          <a:ln w="12700">
            <a:solidFill>
              <a:srgbClr val="64B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1D1"/>
          </a:solidFill>
          <a:ln w="12700">
            <a:solidFill>
              <a:srgbClr val="47C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رِظِ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زِظِ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سِظِ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9"/>
          </a:solidFill>
          <a:ln w="12700">
            <a:solidFill>
              <a:srgbClr val="ED5E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شِظِ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8"/>
          </a:solidFill>
          <a:ln w="12700">
            <a:solidFill>
              <a:srgbClr val="52E0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8"/>
          </a:solidFill>
          <a:ln w="12700">
            <a:solidFill>
              <a:srgbClr val="DB70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صِظِ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4"/>
          </a:solidFill>
          <a:ln w="12700">
            <a:solidFill>
              <a:srgbClr val="D864D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F47D1"/>
          </a:solidFill>
          <a:ln w="12700">
            <a:solidFill>
              <a:srgbClr val="B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ضِظِ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طِظِ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3479"/>
          </a:solidFill>
          <a:ln w="12700">
            <a:solidFill>
              <a:srgbClr val="42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74620" y="896112"/>
            <a:ext cx="22491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74620" y="896112"/>
            <a:ext cx="22491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120212" y="896112"/>
            <a:ext cx="23343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20212" y="896112"/>
            <a:ext cx="23343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وَشَرِبَ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23469" y="2834640"/>
            <a:ext cx="42970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23469" y="2834640"/>
            <a:ext cx="42970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 وَشَرِبَ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37444" y="896112"/>
            <a:ext cx="18494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37444" y="896112"/>
            <a:ext cx="18494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57138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57138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71687" y="2834640"/>
            <a:ext cx="34006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71687" y="2834640"/>
            <a:ext cx="34006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 وَفَهِمَ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ED5E"/>
          </a:solidFill>
          <a:ln w="12700">
            <a:solidFill>
              <a:srgbClr val="A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912854" y="896112"/>
            <a:ext cx="16790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4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912854" y="896112"/>
            <a:ext cx="16790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3784662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4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784662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22" name="C3 W3 pill"/>
          <p:cNvSpPr/>
          <p:nvPr/>
        </p:nvSpPr>
        <p:spPr>
          <a:xfrm>
            <a:off x="1552104" y="896112"/>
            <a:ext cx="19125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4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552104" y="896112"/>
            <a:ext cx="19125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وَشَبِعَ</a:t>
            </a:r>
            <a:endParaRPr lang="ar-SA" sz="44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323306" y="2834640"/>
            <a:ext cx="449738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323306" y="2834640"/>
            <a:ext cx="449738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 وَأَكَلَ وَشَبِعَ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52E0"/>
          </a:solidFill>
          <a:ln w="12700">
            <a:solidFill>
              <a:srgbClr val="A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DB70"/>
          </a:solidFill>
          <a:ln w="12700">
            <a:solidFill>
              <a:srgbClr val="D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96802" y="896112"/>
            <a:ext cx="19209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7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96802" y="896112"/>
            <a:ext cx="19209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يَقِظَ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426221" y="896112"/>
            <a:ext cx="20505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7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6221" y="896112"/>
            <a:ext cx="20505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وَقَعَدَ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20631" y="2834640"/>
            <a:ext cx="370273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20631" y="2834640"/>
            <a:ext cx="370273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يَقِظَ وَقَعَدَ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09-ta-dha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