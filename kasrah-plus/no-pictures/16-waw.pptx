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1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وِدِ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وِذِ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وِرِ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وِزِ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وِضِ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وِطِ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وِظِ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وِفِ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وِقِ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وِكِ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وِلِ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وِمِ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وِنِ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وِهِ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إِوِبِ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تِوِثِ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ثِوِجِ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خِوِدِ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دِوِذِ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ذِوِرِ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رِوِزِ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زِوِسِ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سِوِشِ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شِوِصِ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صِوِضِ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ضِوِطِ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طِوِظِ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ظِوِعِ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عِوِغِ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غِوِفِ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فِوِقِ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قِوِكِ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كِوِلِ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لِوِمِ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مِوِنِ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نِوِهِ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هِوِإِ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5611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5611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0141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0141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4899" y="2834640"/>
            <a:ext cx="35542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4899" y="2834640"/>
            <a:ext cx="35542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وَفَرِحَ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6886" y="896112"/>
            <a:ext cx="18868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C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6886" y="896112"/>
            <a:ext cx="18868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10275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C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0275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5302" y="2834640"/>
            <a:ext cx="36733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5302" y="2834640"/>
            <a:ext cx="36733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وَسَمِعَ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146" y="896112"/>
            <a:ext cx="15937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146" y="896112"/>
            <a:ext cx="15937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96071" y="896112"/>
            <a:ext cx="18380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6071" y="896112"/>
            <a:ext cx="18380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وَأَمِنَ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5315" y="2834640"/>
            <a:ext cx="30533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5315" y="2834640"/>
            <a:ext cx="30533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 وَأَمِنَ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16-waw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