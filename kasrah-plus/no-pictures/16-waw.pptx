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EED5E"/>
          </a:solidFill>
          <a:ln w="12700">
            <a:solidFill>
              <a:srgbClr val="B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1000" dirty="0"/>
          </a:p>
        </p:txBody>
      </p:sp>
      <p:sp>
        <p:nvSpPr>
          <p:cNvPr id="20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52E0"/>
          </a:solidFill>
          <a:ln w="12700">
            <a:solidFill>
              <a:srgbClr val="9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770"/>
          </a:solidFill>
          <a:ln w="12700">
            <a:solidFill>
              <a:srgbClr val="DBD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264"/>
          </a:solidFill>
          <a:ln w="12700">
            <a:solidFill>
              <a:srgbClr val="D8B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C47"/>
          </a:solidFill>
          <a:ln w="12700">
            <a:solidFill>
              <a:srgbClr val="D18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وِبِ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وِتِ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وِثِ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1ED"/>
          </a:solidFill>
          <a:ln w="12700">
            <a:solidFill>
              <a:srgbClr val="5EE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F52"/>
          </a:solidFill>
          <a:ln w="12700">
            <a:solidFill>
              <a:srgbClr val="E06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C"/>
          </a:solidFill>
          <a:ln w="12700">
            <a:solidFill>
              <a:srgbClr val="70DBB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4785"/>
          </a:solidFill>
          <a:ln w="12700">
            <a:solidFill>
              <a:srgbClr val="4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5"/>
          </a:solidFill>
          <a:ln w="12700">
            <a:solidFill>
              <a:srgbClr val="64D8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A"/>
          </a:solidFill>
          <a:ln w="12700">
            <a:solidFill>
              <a:srgbClr val="47D16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وِدِ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وِذِ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642B"/>
          </a:solidFill>
          <a:ln w="12700">
            <a:solidFill>
              <a:srgbClr val="5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7934"/>
          </a:solidFill>
          <a:ln w="12700">
            <a:solidFill>
              <a:srgbClr val="5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وِرِ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وِزِ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5EED"/>
          </a:solidFill>
          <a:ln w="12700">
            <a:solidFill>
              <a:srgbClr val="D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7E052"/>
          </a:solidFill>
          <a:ln w="12700">
            <a:solidFill>
              <a:srgbClr val="5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70DB"/>
          </a:solidFill>
          <a:ln w="12700">
            <a:solidFill>
              <a:srgbClr val="A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4"/>
          </a:solidFill>
          <a:ln w="12700">
            <a:solidFill>
              <a:srgbClr val="8547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864D8"/>
          </a:solidFill>
          <a:ln w="12700">
            <a:solidFill>
              <a:srgbClr val="7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47D1"/>
          </a:solidFill>
          <a:ln w="12700">
            <a:solidFill>
              <a:srgbClr val="4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وِصِ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وِضِ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279"/>
          </a:solidFill>
          <a:ln w="12700">
            <a:solidFill>
              <a:srgbClr val="346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وِطِ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وِظِ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25E"/>
          </a:solidFill>
          <a:ln w="12700">
            <a:solidFill>
              <a:srgbClr val="EDB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وِعِ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BE0"/>
          </a:solidFill>
          <a:ln w="12700">
            <a:solidFill>
              <a:srgbClr val="527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770"/>
          </a:solidFill>
          <a:ln w="12700">
            <a:solidFill>
              <a:srgbClr val="DB8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8547"/>
          </a:solidFill>
          <a:ln w="12700">
            <a:solidFill>
              <a:srgbClr val="6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وِغِ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D"/>
          </a:solidFill>
          <a:ln w="12700">
            <a:solidFill>
              <a:srgbClr val="D864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9"/>
          </a:solidFill>
          <a:ln w="12700">
            <a:solidFill>
              <a:srgbClr val="D147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وِفِ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وِقِ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3"/>
          </a:solidFill>
          <a:ln w="12700">
            <a:solidFill>
              <a:srgbClr val="7934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وِكِ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وِلِ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E"/>
          </a:solidFill>
          <a:ln w="12700">
            <a:solidFill>
              <a:srgbClr val="5EED8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وِمِ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E"/>
          </a:solidFill>
          <a:ln w="12700">
            <a:solidFill>
              <a:srgbClr val="E052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DB70"/>
          </a:solidFill>
          <a:ln w="12700">
            <a:solidFill>
              <a:srgbClr val="7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وِنِ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D864"/>
          </a:solidFill>
          <a:ln w="12700">
            <a:solidFill>
              <a:srgbClr val="8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CD147"/>
          </a:solidFill>
          <a:ln w="12700">
            <a:solidFill>
              <a:srgbClr val="8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وِهِ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إِوِبِ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E34"/>
          </a:solidFill>
          <a:ln w="12700">
            <a:solidFill>
              <a:srgbClr val="796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8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بِوِتِ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تِوِثِ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B5EED"/>
          </a:solidFill>
          <a:ln w="12700">
            <a:solidFill>
              <a:srgbClr val="6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ثِوِجِ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2E052"/>
          </a:solidFill>
          <a:ln w="12700">
            <a:solidFill>
              <a:srgbClr val="C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FDB"/>
          </a:solidFill>
          <a:ln w="12700">
            <a:solidFill>
              <a:srgbClr val="708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جِوِحِ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7D8"/>
          </a:solidFill>
          <a:ln w="12700">
            <a:solidFill>
              <a:srgbClr val="64A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ED1"/>
          </a:solidFill>
          <a:ln w="12700">
            <a:solidFill>
              <a:srgbClr val="47A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حِوِخِ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خِوِدِ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0"/>
          </a:solidFill>
          <a:ln w="12700">
            <a:solidFill>
              <a:srgbClr val="2B64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D"/>
          </a:solidFill>
          <a:ln w="12700">
            <a:solidFill>
              <a:srgbClr val="3479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دِوِذِ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ذِوِرِ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5"/>
          </a:solidFill>
          <a:ln w="12700">
            <a:solidFill>
              <a:srgbClr val="ED5E7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رِوِزِ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B"/>
          </a:solidFill>
          <a:ln w="12700">
            <a:solidFill>
              <a:srgbClr val="52E0D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A"/>
          </a:solidFill>
          <a:ln w="12700">
            <a:solidFill>
              <a:srgbClr val="DB70A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زِوِسِ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4"/>
          </a:solidFill>
          <a:ln w="12700">
            <a:solidFill>
              <a:srgbClr val="D864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0"/>
          </a:solidFill>
          <a:ln w="12700">
            <a:solidFill>
              <a:srgbClr val="D147D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سِوِشِ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شِوِصِ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464"/>
          </a:solidFill>
          <a:ln w="12700">
            <a:solidFill>
              <a:srgbClr val="2B3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3479"/>
          </a:solidFill>
          <a:ln w="12700">
            <a:solidFill>
              <a:srgbClr val="4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صِوِضِ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ضِوِطِ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9ED5E"/>
          </a:solidFill>
          <a:ln w="12700">
            <a:solidFill>
              <a:srgbClr val="9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طِوِظِ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852E0"/>
          </a:solidFill>
          <a:ln w="12700">
            <a:solidFill>
              <a:srgbClr val="B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DB70"/>
          </a:solidFill>
          <a:ln w="12700">
            <a:solidFill>
              <a:srgbClr val="C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9"/>
          </a:solidFill>
          <a:ln w="12700">
            <a:solidFill>
              <a:srgbClr val="4785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ظِوِعِ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F64"/>
          </a:solidFill>
          <a:ln w="12700">
            <a:solidFill>
              <a:srgbClr val="D8C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F47"/>
          </a:solidFill>
          <a:ln w="12700">
            <a:solidFill>
              <a:srgbClr val="D1A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عِوِغِ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غِوِفِ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2"/>
          </a:solidFill>
          <a:ln w="12700">
            <a:solidFill>
              <a:srgbClr val="642B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فِوِقِ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قِوِكِ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DED"/>
          </a:solidFill>
          <a:ln w="12700">
            <a:solidFill>
              <a:srgbClr val="5EB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كِوِلِ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452"/>
          </a:solidFill>
          <a:ln w="12700">
            <a:solidFill>
              <a:srgbClr val="E09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8"/>
          </a:solidFill>
          <a:ln w="12700">
            <a:solidFill>
              <a:srgbClr val="70DB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4785"/>
          </a:solidFill>
          <a:ln w="12700">
            <a:solidFill>
              <a:srgbClr val="5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لِوِمِ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2"/>
          </a:solidFill>
          <a:ln w="12700">
            <a:solidFill>
              <a:srgbClr val="64D8B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D"/>
          </a:solidFill>
          <a:ln w="12700">
            <a:solidFill>
              <a:srgbClr val="47D18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مِوِنِ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نِوِهِ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642B"/>
          </a:solidFill>
          <a:ln w="12700">
            <a:solidFill>
              <a:srgbClr val="5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7934"/>
          </a:solidFill>
          <a:ln w="12700">
            <a:solidFill>
              <a:srgbClr val="3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هِوِإِ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إِوِ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0"/>
          </a:solidFill>
          <a:ln w="12700">
            <a:solidFill>
              <a:srgbClr val="ED5EE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بِوِ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0"/>
          </a:solidFill>
          <a:ln w="12700">
            <a:solidFill>
              <a:srgbClr val="52E07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D70DB"/>
          </a:solidFill>
          <a:ln w="12700">
            <a:solidFill>
              <a:srgbClr val="B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A47"/>
          </a:solidFill>
          <a:ln w="12700">
            <a:solidFill>
              <a:srgbClr val="854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تِوِ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564D8"/>
          </a:solidFill>
          <a:ln w="12700">
            <a:solidFill>
              <a:srgbClr val="9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B47D1"/>
          </a:solidFill>
          <a:ln w="12700">
            <a:solidFill>
              <a:srgbClr val="6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ثِوِ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جِوِ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079"/>
          </a:solidFill>
          <a:ln w="12700">
            <a:solidFill>
              <a:srgbClr val="345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حِوِ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خِوِ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65E"/>
          </a:solidFill>
          <a:ln w="12700">
            <a:solidFill>
              <a:srgbClr val="EDD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دِوِ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6E0"/>
          </a:solidFill>
          <a:ln w="12700">
            <a:solidFill>
              <a:srgbClr val="525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270"/>
          </a:solidFill>
          <a:ln w="12700">
            <a:solidFill>
              <a:srgbClr val="DBA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8547"/>
          </a:solidFill>
          <a:ln w="12700">
            <a:solidFill>
              <a:srgbClr val="5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ذِوِ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864"/>
          </a:solidFill>
          <a:ln w="12700">
            <a:solidFill>
              <a:srgbClr val="D87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947"/>
          </a:solidFill>
          <a:ln w="12700">
            <a:solidFill>
              <a:srgbClr val="D14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رِوِ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زِوِ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2B64"/>
          </a:solidFill>
          <a:ln w="12700">
            <a:solidFill>
              <a:srgbClr val="5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2"/>
          </a:solidFill>
          <a:ln w="12700">
            <a:solidFill>
              <a:srgbClr val="7934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سِوِ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شِوِ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3"/>
          </a:solidFill>
          <a:ln w="12700">
            <a:solidFill>
              <a:srgbClr val="5EEDB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صِوِ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A"/>
          </a:solidFill>
          <a:ln w="12700">
            <a:solidFill>
              <a:srgbClr val="E0527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7"/>
          </a:solidFill>
          <a:ln w="12700">
            <a:solidFill>
              <a:srgbClr val="70DB8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385"/>
          </a:solidFill>
          <a:ln w="12700">
            <a:solidFill>
              <a:srgbClr val="476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ضِوِ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DD864"/>
          </a:solidFill>
          <a:ln w="12700">
            <a:solidFill>
              <a:srgbClr val="6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9D147"/>
          </a:solidFill>
          <a:ln w="12700">
            <a:solidFill>
              <a:srgbClr val="6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طِوِ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ظِوِ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D2B"/>
          </a:solidFill>
          <a:ln w="12700">
            <a:solidFill>
              <a:srgbClr val="644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7934"/>
          </a:solidFill>
          <a:ln w="12700">
            <a:solidFill>
              <a:srgbClr val="7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عِوِ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غِوِ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F5EED"/>
          </a:solidFill>
          <a:ln w="12700">
            <a:solidFill>
              <a:srgbClr val="8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فِوِ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EE052"/>
          </a:solidFill>
          <a:ln w="12700">
            <a:solidFill>
              <a:srgbClr val="9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4DB"/>
          </a:solidFill>
          <a:ln w="12700">
            <a:solidFill>
              <a:srgbClr val="707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2"/>
          </a:solidFill>
          <a:ln w="12700">
            <a:solidFill>
              <a:srgbClr val="8547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قِوِ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AD8"/>
          </a:solidFill>
          <a:ln w="12700">
            <a:solidFill>
              <a:srgbClr val="648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BD1"/>
          </a:solidFill>
          <a:ln w="12700">
            <a:solidFill>
              <a:srgbClr val="478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كِوِ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لِوِ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E"/>
          </a:solidFill>
          <a:ln w="12700">
            <a:solidFill>
              <a:srgbClr val="2B64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F"/>
          </a:solidFill>
          <a:ln w="12700">
            <a:solidFill>
              <a:srgbClr val="3479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مِوِ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نِوِ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C5E"/>
          </a:solidFill>
          <a:ln w="12700">
            <a:solidFill>
              <a:srgbClr val="ED6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هِوِ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1E0"/>
          </a:solidFill>
          <a:ln w="12700">
            <a:solidFill>
              <a:srgbClr val="52C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E"/>
          </a:solidFill>
          <a:ln w="12700">
            <a:solidFill>
              <a:srgbClr val="DB70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8547"/>
          </a:solidFill>
          <a:ln w="12700">
            <a:solidFill>
              <a:srgbClr val="81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15336" y="896112"/>
            <a:ext cx="18046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0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15336" y="896112"/>
            <a:ext cx="18046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وَرِثَ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24013" y="896112"/>
            <a:ext cx="21712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0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24013" y="896112"/>
            <a:ext cx="21712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33874" y="2834640"/>
            <a:ext cx="36762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33874" y="2834640"/>
            <a:ext cx="36762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وَرِثَ وَشَكَرَ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7"/>
          </a:solidFill>
          <a:ln w="12700">
            <a:solidFill>
              <a:srgbClr val="D864A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D"/>
          </a:solidFill>
          <a:ln w="12700">
            <a:solidFill>
              <a:srgbClr val="D147A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35611" y="896112"/>
            <a:ext cx="19382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E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35611" y="896112"/>
            <a:ext cx="19382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وَصَلَ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70141" y="896112"/>
            <a:ext cx="1945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E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70141" y="896112"/>
            <a:ext cx="1945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94899" y="2834640"/>
            <a:ext cx="35542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94899" y="2834640"/>
            <a:ext cx="35542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وَصَلَ وَفَرِحَ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46886" y="896112"/>
            <a:ext cx="188683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C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46886" y="896112"/>
            <a:ext cx="188683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410275" y="896112"/>
            <a:ext cx="21165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C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10275" y="896112"/>
            <a:ext cx="21165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وَسَمِعَ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35302" y="2834640"/>
            <a:ext cx="36733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35302" y="2834640"/>
            <a:ext cx="36733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 وَسَمِعَ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2B64"/>
          </a:solidFill>
          <a:ln w="12700">
            <a:solidFill>
              <a:srgbClr val="3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3479"/>
          </a:solidFill>
          <a:ln w="12700">
            <a:solidFill>
              <a:srgbClr val="5D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54146" y="896112"/>
            <a:ext cx="15937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3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54146" y="896112"/>
            <a:ext cx="15937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وَثِقَ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696071" y="896112"/>
            <a:ext cx="18380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3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96071" y="896112"/>
            <a:ext cx="18380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وَأَمِنَ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45315" y="2834640"/>
            <a:ext cx="30533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45315" y="2834640"/>
            <a:ext cx="30533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وَثِقَ وَأَمِنَ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16-waw</dc:title>
  <dc:subject>PptxGenJS Presentation</dc:subject>
  <dc:creator>PptxGenJS</dc:creator>
  <cp:lastModifiedBy>PptxGenJS</cp:lastModifiedBy>
  <cp:revision>1</cp:revision>
  <dcterms:created xsi:type="dcterms:W3CDTF">2026-10-21T16:51:26Z</dcterms:created>
  <dcterms:modified xsi:type="dcterms:W3CDTF">2026-10-21T16:51:26Z</dcterms:modified>
</cp:coreProperties>
</file>