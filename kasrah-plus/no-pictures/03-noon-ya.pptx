
<file path=[Content_Types].xml><?xml version="1.0" encoding="utf-8"?>
<Types xmlns="http://schemas.openxmlformats.org/package/2006/content-types">
  <Default Extension="wav" ContentType="audio/wav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slideMasters/slideMaster44.xml" ContentType="application/vnd.openxmlformats-officedocument.presentationml.slideMaster+xml"/>
  <Override PartName="/ppt/slides/slide44.xml" ContentType="application/vnd.openxmlformats-officedocument.presentationml.slide+xml"/>
  <Override PartName="/ppt/slideMasters/slideMaster45.xml" ContentType="application/vnd.openxmlformats-officedocument.presentationml.slideMaster+xml"/>
  <Override PartName="/ppt/slides/slide45.xml" ContentType="application/vnd.openxmlformats-officedocument.presentationml.slide+xml"/>
  <Override PartName="/ppt/slideMasters/slideMaster46.xml" ContentType="application/vnd.openxmlformats-officedocument.presentationml.slideMaster+xml"/>
  <Override PartName="/ppt/slides/slide46.xml" ContentType="application/vnd.openxmlformats-officedocument.presentationml.slide+xml"/>
  <Override PartName="/ppt/slideMasters/slideMaster47.xml" ContentType="application/vnd.openxmlformats-officedocument.presentationml.slideMaster+xml"/>
  <Override PartName="/ppt/slides/slide47.xml" ContentType="application/vnd.openxmlformats-officedocument.presentationml.slide+xml"/>
  <Override PartName="/ppt/slideMasters/slideMaster48.xml" ContentType="application/vnd.openxmlformats-officedocument.presentationml.slideMaster+xml"/>
  <Override PartName="/ppt/slides/slide48.xml" ContentType="application/vnd.openxmlformats-officedocument.presentationml.slide+xml"/>
  <Override PartName="/ppt/slideMasters/slideMaster49.xml" ContentType="application/vnd.openxmlformats-officedocument.presentationml.slideMaster+xml"/>
  <Override PartName="/ppt/slides/slide49.xml" ContentType="application/vnd.openxmlformats-officedocument.presentationml.slide+xml"/>
  <Override PartName="/ppt/slideMasters/slideMaster50.xml" ContentType="application/vnd.openxmlformats-officedocument.presentationml.slideMaster+xml"/>
  <Override PartName="/ppt/slides/slide50.xml" ContentType="application/vnd.openxmlformats-officedocument.presentationml.slide+xml"/>
  <Override PartName="/ppt/slideMasters/slideMaster51.xml" ContentType="application/vnd.openxmlformats-officedocument.presentationml.slideMaster+xml"/>
  <Override PartName="/ppt/slides/slide51.xml" ContentType="application/vnd.openxmlformats-officedocument.presentationml.slide+xml"/>
  <Override PartName="/ppt/slideMasters/slideMaster52.xml" ContentType="application/vnd.openxmlformats-officedocument.presentationml.slideMaster+xml"/>
  <Override PartName="/ppt/slides/slide52.xml" ContentType="application/vnd.openxmlformats-officedocument.presentationml.slide+xml"/>
  <Override PartName="/ppt/slideMasters/slideMaster53.xml" ContentType="application/vnd.openxmlformats-officedocument.presentationml.slideMaster+xml"/>
  <Override PartName="/ppt/slides/slide53.xml" ContentType="application/vnd.openxmlformats-officedocument.presentationml.slide+xml"/>
  <Override PartName="/ppt/slideMasters/slideMaster54.xml" ContentType="application/vnd.openxmlformats-officedocument.presentationml.slideMaster+xml"/>
  <Override PartName="/ppt/slides/slide54.xml" ContentType="application/vnd.openxmlformats-officedocument.presentationml.slide+xml"/>
  <Override PartName="/ppt/slideMasters/slideMaster55.xml" ContentType="application/vnd.openxmlformats-officedocument.presentationml.slideMaster+xml"/>
  <Override PartName="/ppt/slides/slide55.xml" ContentType="application/vnd.openxmlformats-officedocument.presentationml.slide+xml"/>
  <Override PartName="/ppt/slideMasters/slideMaster56.xml" ContentType="application/vnd.openxmlformats-officedocument.presentationml.slideMaster+xml"/>
  <Override PartName="/ppt/slides/slide56.xml" ContentType="application/vnd.openxmlformats-officedocument.presentationml.slide+xml"/>
  <Override PartName="/ppt/slideMasters/slideMaster57.xml" ContentType="application/vnd.openxmlformats-officedocument.presentationml.slideMaster+xml"/>
  <Override PartName="/ppt/slides/slide57.xml" ContentType="application/vnd.openxmlformats-officedocument.presentationml.slide+xml"/>
  <Override PartName="/ppt/slideMasters/slideMaster58.xml" ContentType="application/vnd.openxmlformats-officedocument.presentationml.slideMaster+xml"/>
  <Override PartName="/ppt/slides/slide58.xml" ContentType="application/vnd.openxmlformats-officedocument.presentationml.slide+xml"/>
  <Override PartName="/ppt/slideMasters/slideMaster59.xml" ContentType="application/vnd.openxmlformats-officedocument.presentationml.slideMaster+xml"/>
  <Override PartName="/ppt/slides/slide59.xml" ContentType="application/vnd.openxmlformats-officedocument.presentationml.slide+xml"/>
  <Override PartName="/ppt/slideMasters/slideMaster60.xml" ContentType="application/vnd.openxmlformats-officedocument.presentationml.slideMaster+xml"/>
  <Override PartName="/ppt/slides/slide60.xml" ContentType="application/vnd.openxmlformats-officedocument.presentationml.slide+xml"/>
  <Override PartName="/ppt/slideMasters/slideMaster61.xml" ContentType="application/vnd.openxmlformats-officedocument.presentationml.slideMaster+xml"/>
  <Override PartName="/ppt/slides/slide61.xml" ContentType="application/vnd.openxmlformats-officedocument.presentationml.slide+xml"/>
  <Override PartName="/ppt/slideMasters/slideMaster62.xml" ContentType="application/vnd.openxmlformats-officedocument.presentationml.slideMaster+xml"/>
  <Override PartName="/ppt/slides/slide62.xml" ContentType="application/vnd.openxmlformats-officedocument.presentationml.slide+xml"/>
  <Override PartName="/ppt/slideMasters/slideMaster63.xml" ContentType="application/vnd.openxmlformats-officedocument.presentationml.slideMaster+xml"/>
  <Override PartName="/ppt/slides/slide63.xml" ContentType="application/vnd.openxmlformats-officedocument.presentationml.slide+xml"/>
  <Override PartName="/ppt/slideMasters/slideMaster64.xml" ContentType="application/vnd.openxmlformats-officedocument.presentationml.slideMaster+xml"/>
  <Override PartName="/ppt/slides/slide64.xml" ContentType="application/vnd.openxmlformats-officedocument.presentationml.slide+xml"/>
  <Override PartName="/ppt/slideMasters/slideMaster65.xml" ContentType="application/vnd.openxmlformats-officedocument.presentationml.slideMaster+xml"/>
  <Override PartName="/ppt/slides/slide65.xml" ContentType="application/vnd.openxmlformats-officedocument.presentationml.slide+xml"/>
  <Override PartName="/ppt/slideMasters/slideMaster66.xml" ContentType="application/vnd.openxmlformats-officedocument.presentationml.slideMaster+xml"/>
  <Override PartName="/ppt/slides/slide66.xml" ContentType="application/vnd.openxmlformats-officedocument.presentationml.slide+xml"/>
  <Override PartName="/ppt/slideMasters/slideMaster67.xml" ContentType="application/vnd.openxmlformats-officedocument.presentationml.slideMaster+xml"/>
  <Override PartName="/ppt/slides/slide67.xml" ContentType="application/vnd.openxmlformats-officedocument.presentationml.slide+xml"/>
  <Override PartName="/ppt/slideMasters/slideMaster68.xml" ContentType="application/vnd.openxmlformats-officedocument.presentationml.slideMaster+xml"/>
  <Override PartName="/ppt/slides/slide68.xml" ContentType="application/vnd.openxmlformats-officedocument.presentationml.slide+xml"/>
  <Override PartName="/ppt/slideMasters/slideMaster69.xml" ContentType="application/vnd.openxmlformats-officedocument.presentationml.slideMaster+xml"/>
  <Override PartName="/ppt/slides/slide69.xml" ContentType="application/vnd.openxmlformats-officedocument.presentationml.slide+xml"/>
  <Override PartName="/ppt/slideMasters/slideMaster70.xml" ContentType="application/vnd.openxmlformats-officedocument.presentationml.slideMaster+xml"/>
  <Override PartName="/ppt/slides/slide70.xml" ContentType="application/vnd.openxmlformats-officedocument.presentationml.slide+xml"/>
  <Override PartName="/ppt/slideMasters/slideMaster71.xml" ContentType="application/vnd.openxmlformats-officedocument.presentationml.slideMaster+xml"/>
  <Override PartName="/ppt/slides/slide71.xml" ContentType="application/vnd.openxmlformats-officedocument.presentationml.slide+xml"/>
  <Override PartName="/ppt/slideMasters/slideMaster72.xml" ContentType="application/vnd.openxmlformats-officedocument.presentationml.slideMaster+xml"/>
  <Override PartName="/ppt/slides/slide72.xml" ContentType="application/vnd.openxmlformats-officedocument.presentationml.slide+xml"/>
  <Override PartName="/ppt/slideMasters/slideMaster73.xml" ContentType="application/vnd.openxmlformats-officedocument.presentationml.slideMaster+xml"/>
  <Override PartName="/ppt/slides/slide73.xml" ContentType="application/vnd.openxmlformats-officedocument.presentationml.slide+xml"/>
  <Override PartName="/ppt/slideMasters/slideMaster74.xml" ContentType="application/vnd.openxmlformats-officedocument.presentationml.slideMaster+xml"/>
  <Override PartName="/ppt/slides/slide74.xml" ContentType="application/vnd.openxmlformats-officedocument.presentationml.slide+xml"/>
  <Override PartName="/ppt/slideMasters/slideMaster75.xml" ContentType="application/vnd.openxmlformats-officedocument.presentationml.slideMaster+xml"/>
  <Override PartName="/ppt/slides/slide75.xml" ContentType="application/vnd.openxmlformats-officedocument.presentationml.slide+xml"/>
  <Override PartName="/ppt/slideMasters/slideMaster76.xml" ContentType="application/vnd.openxmlformats-officedocument.presentationml.slideMaster+xml"/>
  <Override PartName="/ppt/slides/slide76.xml" ContentType="application/vnd.openxmlformats-officedocument.presentationml.slide+xml"/>
  <Override PartName="/ppt/slideMasters/slideMaster77.xml" ContentType="application/vnd.openxmlformats-officedocument.presentationml.slideMaster+xml"/>
  <Override PartName="/ppt/slides/slide77.xml" ContentType="application/vnd.openxmlformats-officedocument.presentationml.slide+xml"/>
  <Override PartName="/ppt/slideMasters/slideMaster78.xml" ContentType="application/vnd.openxmlformats-officedocument.presentationml.slideMaster+xml"/>
  <Override PartName="/ppt/slides/slide78.xml" ContentType="application/vnd.openxmlformats-officedocument.presentationml.slide+xml"/>
  <Override PartName="/ppt/slideMasters/slideMaster79.xml" ContentType="application/vnd.openxmlformats-officedocument.presentationml.slideMaster+xml"/>
  <Override PartName="/ppt/slides/slide79.xml" ContentType="application/vnd.openxmlformats-officedocument.presentationml.slide+xml"/>
  <Override PartName="/ppt/slideMasters/slideMaster80.xml" ContentType="application/vnd.openxmlformats-officedocument.presentationml.slideMaster+xml"/>
  <Override PartName="/ppt/slides/slide80.xml" ContentType="application/vnd.openxmlformats-officedocument.presentationml.slide+xml"/>
  <Override PartName="/ppt/slideMasters/slideMaster81.xml" ContentType="application/vnd.openxmlformats-officedocument.presentationml.slideMaster+xml"/>
  <Override PartName="/ppt/slides/slide81.xml" ContentType="application/vnd.openxmlformats-officedocument.presentationml.slide+xml"/>
  <Override PartName="/ppt/slideMasters/slideMaster82.xml" ContentType="application/vnd.openxmlformats-officedocument.presentationml.slideMaster+xml"/>
  <Override PartName="/ppt/slides/slide82.xml" ContentType="application/vnd.openxmlformats-officedocument.presentationml.slide+xml"/>
  <Override PartName="/ppt/slideMasters/slideMaster83.xml" ContentType="application/vnd.openxmlformats-officedocument.presentationml.slideMaster+xml"/>
  <Override PartName="/ppt/slides/slide83.xml" ContentType="application/vnd.openxmlformats-officedocument.presentationml.slide+xml"/>
  <Override PartName="/ppt/slideMasters/slideMaster84.xml" ContentType="application/vnd.openxmlformats-officedocument.presentationml.slideMaster+xml"/>
  <Override PartName="/ppt/slides/slide84.xml" ContentType="application/vnd.openxmlformats-officedocument.presentationml.slide+xml"/>
  <Override PartName="/ppt/slideMasters/slideMaster85.xml" ContentType="application/vnd.openxmlformats-officedocument.presentationml.slideMaster+xml"/>
  <Override PartName="/ppt/slides/slide85.xml" ContentType="application/vnd.openxmlformats-officedocument.presentationml.slide+xml"/>
  <Override PartName="/ppt/slideMasters/slideMaster86.xml" ContentType="application/vnd.openxmlformats-officedocument.presentationml.slideMaster+xml"/>
  <Override PartName="/ppt/slides/slide86.xml" ContentType="application/vnd.openxmlformats-officedocument.presentationml.slide+xml"/>
  <Override PartName="/ppt/slideMasters/slideMaster87.xml" ContentType="application/vnd.openxmlformats-officedocument.presentationml.slideMaster+xml"/>
  <Override PartName="/ppt/slides/slide87.xml" ContentType="application/vnd.openxmlformats-officedocument.presentationml.slide+xml"/>
  <Override PartName="/ppt/slideMasters/slideMaster88.xml" ContentType="application/vnd.openxmlformats-officedocument.presentationml.slideMaster+xml"/>
  <Override PartName="/ppt/slides/slide88.xml" ContentType="application/vnd.openxmlformats-officedocument.presentationml.slide+xml"/>
  <Override PartName="/ppt/slideMasters/slideMaster89.xml" ContentType="application/vnd.openxmlformats-officedocument.presentationml.slideMaster+xml"/>
  <Override PartName="/ppt/slides/slide89.xml" ContentType="application/vnd.openxmlformats-officedocument.presentationml.slide+xml"/>
  <Override PartName="/ppt/slideMasters/slideMaster90.xml" ContentType="application/vnd.openxmlformats-officedocument.presentationml.slideMaster+xml"/>
  <Override PartName="/ppt/slides/slide90.xml" ContentType="application/vnd.openxmlformats-officedocument.presentationml.slide+xml"/>
  <Override PartName="/ppt/slideMasters/slideMaster91.xml" ContentType="application/vnd.openxmlformats-officedocument.presentationml.slideMaster+xml"/>
  <Override PartName="/ppt/slides/slide91.xml" ContentType="application/vnd.openxmlformats-officedocument.presentationml.slide+xml"/>
  <Override PartName="/ppt/slideMasters/slideMaster92.xml" ContentType="application/vnd.openxmlformats-officedocument.presentationml.slideMaster+xml"/>
  <Override PartName="/ppt/slides/slide92.xml" ContentType="application/vnd.openxmlformats-officedocument.presentationml.slide+xml"/>
  <Override PartName="/ppt/slideMasters/slideMaster93.xml" ContentType="application/vnd.openxmlformats-officedocument.presentationml.slideMaster+xml"/>
  <Override PartName="/ppt/slides/slide93.xml" ContentType="application/vnd.openxmlformats-officedocument.presentationml.slide+xml"/>
  <Override PartName="/ppt/slideMasters/slideMaster94.xml" ContentType="application/vnd.openxmlformats-officedocument.presentationml.slideMaster+xml"/>
  <Override PartName="/ppt/slides/slide94.xml" ContentType="application/vnd.openxmlformats-officedocument.presentationml.slide+xml"/>
  <Override PartName="/ppt/slideMasters/slideMaster95.xml" ContentType="application/vnd.openxmlformats-officedocument.presentationml.slideMaster+xml"/>
  <Override PartName="/ppt/slides/slide95.xml" ContentType="application/vnd.openxmlformats-officedocument.presentationml.slide+xml"/>
  <Override PartName="/ppt/slideMasters/slideMaster96.xml" ContentType="application/vnd.openxmlformats-officedocument.presentationml.slideMaster+xml"/>
  <Override PartName="/ppt/slides/slide96.xml" ContentType="application/vnd.openxmlformats-officedocument.presentationml.slide+xml"/>
  <Override PartName="/ppt/slideMasters/slideMaster97.xml" ContentType="application/vnd.openxmlformats-officedocument.presentationml.slideMaster+xml"/>
  <Override PartName="/ppt/slides/slide97.xml" ContentType="application/vnd.openxmlformats-officedocument.presentationml.slide+xml"/>
  <Override PartName="/ppt/slideMasters/slideMaster98.xml" ContentType="application/vnd.openxmlformats-officedocument.presentationml.slideMaster+xml"/>
  <Override PartName="/ppt/slides/slide98.xml" ContentType="application/vnd.openxmlformats-officedocument.presentationml.slide+xml"/>
  <Override PartName="/ppt/slideMasters/slideMaster99.xml" ContentType="application/vnd.openxmlformats-officedocument.presentationml.slideMaster+xml"/>
  <Override PartName="/ppt/slides/slide99.xml" ContentType="application/vnd.openxmlformats-officedocument.presentationml.slide+xml"/>
  <Override PartName="/ppt/slideMasters/slideMaster100.xml" ContentType="application/vnd.openxmlformats-officedocument.presentationml.slideMaster+xml"/>
  <Override PartName="/ppt/slides/slide100.xml" ContentType="application/vnd.openxmlformats-officedocument.presentationml.slide+xml"/>
  <Override PartName="/ppt/slideMasters/slideMaster101.xml" ContentType="application/vnd.openxmlformats-officedocument.presentationml.slideMaster+xml"/>
  <Override PartName="/ppt/slides/slide101.xml" ContentType="application/vnd.openxmlformats-officedocument.presentationml.slide+xml"/>
  <Override PartName="/ppt/slideMasters/slideMaster102.xml" ContentType="application/vnd.openxmlformats-officedocument.presentationml.slideMaster+xml"/>
  <Override PartName="/ppt/slides/slide102.xml" ContentType="application/vnd.openxmlformats-officedocument.presentationml.slide+xml"/>
  <Override PartName="/ppt/slideMasters/slideMaster103.xml" ContentType="application/vnd.openxmlformats-officedocument.presentationml.slideMaster+xml"/>
  <Override PartName="/ppt/slides/slide103.xml" ContentType="application/vnd.openxmlformats-officedocument.presentationml.slide+xml"/>
  <Override PartName="/ppt/slideMasters/slideMaster104.xml" ContentType="application/vnd.openxmlformats-officedocument.presentationml.slideMaster+xml"/>
  <Override PartName="/ppt/slides/slide104.xml" ContentType="application/vnd.openxmlformats-officedocument.presentationml.slide+xml"/>
  <Override PartName="/ppt/slideMasters/slideMaster105.xml" ContentType="application/vnd.openxmlformats-officedocument.presentationml.slideMaster+xml"/>
  <Override PartName="/ppt/slides/slide105.xml" ContentType="application/vnd.openxmlformats-officedocument.presentationml.slide+xml"/>
  <Override PartName="/ppt/slideMasters/slideMaster106.xml" ContentType="application/vnd.openxmlformats-officedocument.presentationml.slideMaster+xml"/>
  <Override PartName="/ppt/slides/slide106.xml" ContentType="application/vnd.openxmlformats-officedocument.presentationml.slide+xml"/>
  <Override PartName="/ppt/slideMasters/slideMaster107.xml" ContentType="application/vnd.openxmlformats-officedocument.presentationml.slideMaster+xml"/>
  <Override PartName="/ppt/slides/slide107.xml" ContentType="application/vnd.openxmlformats-officedocument.presentationml.slide+xml"/>
  <Override PartName="/ppt/slideMasters/slideMaster108.xml" ContentType="application/vnd.openxmlformats-officedocument.presentationml.slideMaster+xml"/>
  <Override PartName="/ppt/slides/slide108.xml" ContentType="application/vnd.openxmlformats-officedocument.presentationml.slide+xml"/>
  <Override PartName="/ppt/slideMasters/slideMaster109.xml" ContentType="application/vnd.openxmlformats-officedocument.presentationml.slideMaster+xml"/>
  <Override PartName="/ppt/slides/slide109.xml" ContentType="application/vnd.openxmlformats-officedocument.presentationml.slide+xml"/>
  <Override PartName="/ppt/slideMasters/slideMaster110.xml" ContentType="application/vnd.openxmlformats-officedocument.presentationml.slideMaster+xml"/>
  <Override PartName="/ppt/slides/slide110.xml" ContentType="application/vnd.openxmlformats-officedocument.presentationml.slide+xml"/>
  <Override PartName="/ppt/slideMasters/slideMaster111.xml" ContentType="application/vnd.openxmlformats-officedocument.presentationml.slideMaster+xml"/>
  <Override PartName="/ppt/slides/slide111.xml" ContentType="application/vnd.openxmlformats-officedocument.presentationml.slide+xml"/>
  <Override PartName="/ppt/slideMasters/slideMaster112.xml" ContentType="application/vnd.openxmlformats-officedocument.presentationml.slideMaster+xml"/>
  <Override PartName="/ppt/slides/slide112.xml" ContentType="application/vnd.openxmlformats-officedocument.presentationml.slide+xml"/>
  <Override PartName="/ppt/slideMasters/slideMaster113.xml" ContentType="application/vnd.openxmlformats-officedocument.presentationml.slideMaster+xml"/>
  <Override PartName="/ppt/slides/slide113.xml" ContentType="application/vnd.openxmlformats-officedocument.presentationml.slide+xml"/>
  <Override PartName="/ppt/slideMasters/slideMaster114.xml" ContentType="application/vnd.openxmlformats-officedocument.presentationml.slideMaster+xml"/>
  <Override PartName="/ppt/slides/slide114.xml" ContentType="application/vnd.openxmlformats-officedocument.presentationml.slide+xml"/>
  <Override PartName="/ppt/slideMasters/slideMaster115.xml" ContentType="application/vnd.openxmlformats-officedocument.presentationml.slideMaster+xml"/>
  <Override PartName="/ppt/slides/slide115.xml" ContentType="application/vnd.openxmlformats-officedocument.presentationml.slide+xml"/>
  <Override PartName="/ppt/slideMasters/slideMaster116.xml" ContentType="application/vnd.openxmlformats-officedocument.presentationml.slideMaster+xml"/>
  <Override PartName="/ppt/slides/slide116.xml" ContentType="application/vnd.openxmlformats-officedocument.presentationml.slide+xml"/>
  <Override PartName="/ppt/slideMasters/slideMaster117.xml" ContentType="application/vnd.openxmlformats-officedocument.presentationml.slideMaster+xml"/>
  <Override PartName="/ppt/slides/slide117.xml" ContentType="application/vnd.openxmlformats-officedocument.presentationml.slide+xml"/>
  <Override PartName="/ppt/slideMasters/slideMaster118.xml" ContentType="application/vnd.openxmlformats-officedocument.presentationml.slideMaster+xml"/>
  <Override PartName="/ppt/slides/slide118.xml" ContentType="application/vnd.openxmlformats-officedocument.presentationml.slide+xml"/>
  <Override PartName="/ppt/slideMasters/slideMaster119.xml" ContentType="application/vnd.openxmlformats-officedocument.presentationml.slideMaster+xml"/>
  <Override PartName="/ppt/slides/slide119.xml" ContentType="application/vnd.openxmlformats-officedocument.presentationml.slide+xml"/>
  <Override PartName="/ppt/slideMasters/slideMaster120.xml" ContentType="application/vnd.openxmlformats-officedocument.presentationml.slideMaster+xml"/>
  <Override PartName="/ppt/slides/slide120.xml" ContentType="application/vnd.openxmlformats-officedocument.presentationml.slide+xml"/>
  <Override PartName="/ppt/slideMasters/slideMaster121.xml" ContentType="application/vnd.openxmlformats-officedocument.presentationml.slideMaster+xml"/>
  <Override PartName="/ppt/slides/slide121.xml" ContentType="application/vnd.openxmlformats-officedocument.presentationml.slide+xml"/>
  <Override PartName="/ppt/slideMasters/slideMaster122.xml" ContentType="application/vnd.openxmlformats-officedocument.presentationml.slideMaster+xml"/>
  <Override PartName="/ppt/slides/slide122.xml" ContentType="application/vnd.openxmlformats-officedocument.presentationml.slide+xml"/>
  <Override PartName="/ppt/slideMasters/slideMaster123.xml" ContentType="application/vnd.openxmlformats-officedocument.presentationml.slideMaster+xml"/>
  <Override PartName="/ppt/slides/slide123.xml" ContentType="application/vnd.openxmlformats-officedocument.presentationml.slide+xml"/>
  <Override PartName="/ppt/slideMasters/slideMaster124.xml" ContentType="application/vnd.openxmlformats-officedocument.presentationml.slideMaster+xml"/>
  <Override PartName="/ppt/slides/slide124.xml" ContentType="application/vnd.openxmlformats-officedocument.presentationml.slide+xml"/>
  <Override PartName="/ppt/slideMasters/slideMaster125.xml" ContentType="application/vnd.openxmlformats-officedocument.presentationml.slideMaster+xml"/>
  <Override PartName="/ppt/slides/slide125.xml" ContentType="application/vnd.openxmlformats-officedocument.presentationml.slide+xml"/>
  <Override PartName="/ppt/slideMasters/slideMaster126.xml" ContentType="application/vnd.openxmlformats-officedocument.presentationml.slideMaster+xml"/>
  <Override PartName="/ppt/slides/slide126.xml" ContentType="application/vnd.openxmlformats-officedocument.presentationml.slide+xml"/>
  <Override PartName="/ppt/slideMasters/slideMaster127.xml" ContentType="application/vnd.openxmlformats-officedocument.presentationml.slideMaster+xml"/>
  <Override PartName="/ppt/slides/slide127.xml" ContentType="application/vnd.openxmlformats-officedocument.presentationml.slide+xml"/>
  <Override PartName="/ppt/slideMasters/slideMaster128.xml" ContentType="application/vnd.openxmlformats-officedocument.presentationml.slideMaster+xml"/>
  <Override PartName="/ppt/slides/slide128.xml" ContentType="application/vnd.openxmlformats-officedocument.presentationml.slide+xml"/>
  <Override PartName="/ppt/slideMasters/slideMaster129.xml" ContentType="application/vnd.openxmlformats-officedocument.presentationml.slideMaster+xml"/>
  <Override PartName="/ppt/slides/slide129.xml" ContentType="application/vnd.openxmlformats-officedocument.presentationml.slide+xml"/>
  <Override PartName="/ppt/slideMasters/slideMaster130.xml" ContentType="application/vnd.openxmlformats-officedocument.presentationml.slideMaster+xml"/>
  <Override PartName="/ppt/slides/slide130.xml" ContentType="application/vnd.openxmlformats-officedocument.presentationml.slide+xml"/>
  <Override PartName="/ppt/slideMasters/slideMaster131.xml" ContentType="application/vnd.openxmlformats-officedocument.presentationml.slideMaster+xml"/>
  <Override PartName="/ppt/slides/slide131.xml" ContentType="application/vnd.openxmlformats-officedocument.presentationml.slide+xml"/>
  <Override PartName="/ppt/slideMasters/slideMaster132.xml" ContentType="application/vnd.openxmlformats-officedocument.presentationml.slideMaster+xml"/>
  <Override PartName="/ppt/slides/slide132.xml" ContentType="application/vnd.openxmlformats-officedocument.presentationml.slide+xml"/>
  <Override PartName="/ppt/slideMasters/slideMaster133.xml" ContentType="application/vnd.openxmlformats-officedocument.presentationml.slideMaster+xml"/>
  <Override PartName="/ppt/slides/slide133.xml" ContentType="application/vnd.openxmlformats-officedocument.presentationml.slide+xml"/>
  <Override PartName="/ppt/slideMasters/slideMaster134.xml" ContentType="application/vnd.openxmlformats-officedocument.presentationml.slideMaster+xml"/>
  <Override PartName="/ppt/slides/slide134.xml" ContentType="application/vnd.openxmlformats-officedocument.presentationml.slide+xml"/>
  <Override PartName="/ppt/slideMasters/slideMaster135.xml" ContentType="application/vnd.openxmlformats-officedocument.presentationml.slideMaster+xml"/>
  <Override PartName="/ppt/slides/slide135.xml" ContentType="application/vnd.openxmlformats-officedocument.presentationml.slide+xml"/>
  <Override PartName="/ppt/slideMasters/slideMaster136.xml" ContentType="application/vnd.openxmlformats-officedocument.presentationml.slideMaster+xml"/>
  <Override PartName="/ppt/slides/slide136.xml" ContentType="application/vnd.openxmlformats-officedocument.presentationml.slide+xml"/>
  <Override PartName="/ppt/slideMasters/slideMaster137.xml" ContentType="application/vnd.openxmlformats-officedocument.presentationml.slideMaster+xml"/>
  <Override PartName="/ppt/slides/slide137.xml" ContentType="application/vnd.openxmlformats-officedocument.presentationml.slide+xml"/>
  <Override PartName="/ppt/slideMasters/slideMaster138.xml" ContentType="application/vnd.openxmlformats-officedocument.presentationml.slideMaster+xml"/>
  <Override PartName="/ppt/slides/slide138.xml" ContentType="application/vnd.openxmlformats-officedocument.presentationml.slide+xml"/>
  <Override PartName="/ppt/slideMasters/slideMaster139.xml" ContentType="application/vnd.openxmlformats-officedocument.presentationml.slideMaster+xml"/>
  <Override PartName="/ppt/slides/slide139.xml" ContentType="application/vnd.openxmlformats-officedocument.presentationml.slide+xml"/>
  <Override PartName="/ppt/slideMasters/slideMaster140.xml" ContentType="application/vnd.openxmlformats-officedocument.presentationml.slideMaster+xml"/>
  <Override PartName="/ppt/slides/slide140.xml" ContentType="application/vnd.openxmlformats-officedocument.presentationml.slide+xml"/>
  <Override PartName="/ppt/slideMasters/slideMaster141.xml" ContentType="application/vnd.openxmlformats-officedocument.presentationml.slideMaster+xml"/>
  <Override PartName="/ppt/slides/slide141.xml" ContentType="application/vnd.openxmlformats-officedocument.presentationml.slide+xml"/>
  <Override PartName="/ppt/slideMasters/slideMaster142.xml" ContentType="application/vnd.openxmlformats-officedocument.presentationml.slideMaster+xml"/>
  <Override PartName="/ppt/slides/slide142.xml" ContentType="application/vnd.openxmlformats-officedocument.presentationml.slide+xml"/>
  <Override PartName="/ppt/slideMasters/slideMaster143.xml" ContentType="application/vnd.openxmlformats-officedocument.presentationml.slideMaster+xml"/>
  <Override PartName="/ppt/slides/slide143.xml" ContentType="application/vnd.openxmlformats-officedocument.presentationml.slide+xml"/>
  <Override PartName="/ppt/slideMasters/slideMaster144.xml" ContentType="application/vnd.openxmlformats-officedocument.presentationml.slideMaster+xml"/>
  <Override PartName="/ppt/slides/slide144.xml" ContentType="application/vnd.openxmlformats-officedocument.presentationml.slide+xml"/>
  <Override PartName="/ppt/slideMasters/slideMaster145.xml" ContentType="application/vnd.openxmlformats-officedocument.presentationml.slideMaster+xml"/>
  <Override PartName="/ppt/slides/slide145.xml" ContentType="application/vnd.openxmlformats-officedocument.presentationml.slide+xml"/>
  <Override PartName="/ppt/slideMasters/slideMaster146.xml" ContentType="application/vnd.openxmlformats-officedocument.presentationml.slideMaster+xml"/>
  <Override PartName="/ppt/slides/slide146.xml" ContentType="application/vnd.openxmlformats-officedocument.presentationml.slide+xml"/>
  <Override PartName="/ppt/slideMasters/slideMaster147.xml" ContentType="application/vnd.openxmlformats-officedocument.presentationml.slideMaster+xml"/>
  <Override PartName="/ppt/slides/slide147.xml" ContentType="application/vnd.openxmlformats-officedocument.presentationml.slide+xml"/>
  <Override PartName="/ppt/slideMasters/slideMaster148.xml" ContentType="application/vnd.openxmlformats-officedocument.presentationml.slideMaster+xml"/>
  <Override PartName="/ppt/slides/slide148.xml" ContentType="application/vnd.openxmlformats-officedocument.presentationml.slide+xml"/>
  <Override PartName="/ppt/slideMasters/slideMaster149.xml" ContentType="application/vnd.openxmlformats-officedocument.presentationml.slideMaster+xml"/>
  <Override PartName="/ppt/slides/slide149.xml" ContentType="application/vnd.openxmlformats-officedocument.presentationml.slide+xml"/>
  <Override PartName="/ppt/slideMasters/slideMaster150.xml" ContentType="application/vnd.openxmlformats-officedocument.presentationml.slideMaster+xml"/>
  <Override PartName="/ppt/slides/slide150.xml" ContentType="application/vnd.openxmlformats-officedocument.presentationml.slide+xml"/>
  <Override PartName="/ppt/slideMasters/slideMaster151.xml" ContentType="application/vnd.openxmlformats-officedocument.presentationml.slideMaster+xml"/>
  <Override PartName="/ppt/slides/slide151.xml" ContentType="application/vnd.openxmlformats-officedocument.presentationml.slide+xml"/>
  <Override PartName="/ppt/slideMasters/slideMaster152.xml" ContentType="application/vnd.openxmlformats-officedocument.presentationml.slideMaster+xml"/>
  <Override PartName="/ppt/slides/slide152.xml" ContentType="application/vnd.openxmlformats-officedocument.presentationml.slide+xml"/>
  <Override PartName="/ppt/slideMasters/slideMaster153.xml" ContentType="application/vnd.openxmlformats-officedocument.presentationml.slideMaster+xml"/>
  <Override PartName="/ppt/slides/slide153.xml" ContentType="application/vnd.openxmlformats-officedocument.presentationml.slide+xml"/>
  <Override PartName="/ppt/slideMasters/slideMaster154.xml" ContentType="application/vnd.openxmlformats-officedocument.presentationml.slideMaster+xml"/>
  <Override PartName="/ppt/slides/slide154.xml" ContentType="application/vnd.openxmlformats-officedocument.presentationml.slide+xml"/>
  <Override PartName="/ppt/slideMasters/slideMaster155.xml" ContentType="application/vnd.openxmlformats-officedocument.presentationml.slideMaster+xml"/>
  <Override PartName="/ppt/slides/slide155.xml" ContentType="application/vnd.openxmlformats-officedocument.presentationml.slide+xml"/>
  <Override PartName="/ppt/slideMasters/slideMaster156.xml" ContentType="application/vnd.openxmlformats-officedocument.presentationml.slideMaster+xml"/>
  <Override PartName="/ppt/slides/slide156.xml" ContentType="application/vnd.openxmlformats-officedocument.presentationml.slide+xml"/>
  <Override PartName="/ppt/slideMasters/slideMaster157.xml" ContentType="application/vnd.openxmlformats-officedocument.presentationml.slideMaster+xml"/>
  <Override PartName="/ppt/slides/slide157.xml" ContentType="application/vnd.openxmlformats-officedocument.presentationml.slide+xml"/>
  <Override PartName="/ppt/slideMasters/slideMaster158.xml" ContentType="application/vnd.openxmlformats-officedocument.presentationml.slideMaster+xml"/>
  <Override PartName="/ppt/slides/slide158.xml" ContentType="application/vnd.openxmlformats-officedocument.presentationml.slide+xml"/>
  <Override PartName="/ppt/slideMasters/slideMaster159.xml" ContentType="application/vnd.openxmlformats-officedocument.presentationml.slideMaster+xml"/>
  <Override PartName="/ppt/slides/slide15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76.xml" ContentType="application/vnd.openxmlformats-officedocument.presentationml.notesSlide+xml"/>
  <Override PartName="/ppt/notesSlides/notesSlide77.xml" ContentType="application/vnd.openxmlformats-officedocument.presentationml.notesSlide+xml"/>
  <Override PartName="/ppt/notesSlides/notesSlide78.xml" ContentType="application/vnd.openxmlformats-officedocument.presentationml.notesSlide+xml"/>
  <Override PartName="/ppt/notesSlides/notesSlide79.xml" ContentType="application/vnd.openxmlformats-officedocument.presentationml.notesSlide+xml"/>
  <Override PartName="/ppt/notesSlides/notesSlide80.xml" ContentType="application/vnd.openxmlformats-officedocument.presentationml.notesSlide+xml"/>
  <Override PartName="/ppt/notesSlides/notesSlide81.xml" ContentType="application/vnd.openxmlformats-officedocument.presentationml.notesSlide+xml"/>
  <Override PartName="/ppt/notesSlides/notesSlide82.xml" ContentType="application/vnd.openxmlformats-officedocument.presentationml.notesSlide+xml"/>
  <Override PartName="/ppt/notesSlides/notesSlide83.xml" ContentType="application/vnd.openxmlformats-officedocument.presentationml.notesSlide+xml"/>
  <Override PartName="/ppt/notesSlides/notesSlide84.xml" ContentType="application/vnd.openxmlformats-officedocument.presentationml.notesSlide+xml"/>
  <Override PartName="/ppt/notesSlides/notesSlide85.xml" ContentType="application/vnd.openxmlformats-officedocument.presentationml.notesSlide+xml"/>
  <Override PartName="/ppt/notesSlides/notesSlide86.xml" ContentType="application/vnd.openxmlformats-officedocument.presentationml.notesSlide+xml"/>
  <Override PartName="/ppt/notesSlides/notesSlide87.xml" ContentType="application/vnd.openxmlformats-officedocument.presentationml.notesSlide+xml"/>
  <Override PartName="/ppt/notesSlides/notesSlide88.xml" ContentType="application/vnd.openxmlformats-officedocument.presentationml.notesSlide+xml"/>
  <Override PartName="/ppt/notesSlides/notesSlide89.xml" ContentType="application/vnd.openxmlformats-officedocument.presentationml.notesSlide+xml"/>
  <Override PartName="/ppt/notesSlides/notesSlide90.xml" ContentType="application/vnd.openxmlformats-officedocument.presentationml.notesSlide+xml"/>
  <Override PartName="/ppt/notesSlides/notesSlide91.xml" ContentType="application/vnd.openxmlformats-officedocument.presentationml.notesSlide+xml"/>
  <Override PartName="/ppt/notesSlides/notesSlide92.xml" ContentType="application/vnd.openxmlformats-officedocument.presentationml.notesSlide+xml"/>
  <Override PartName="/ppt/notesSlides/notesSlide93.xml" ContentType="application/vnd.openxmlformats-officedocument.presentationml.notesSlide+xml"/>
  <Override PartName="/ppt/notesSlides/notesSlide94.xml" ContentType="application/vnd.openxmlformats-officedocument.presentationml.notesSlide+xml"/>
  <Override PartName="/ppt/notesSlides/notesSlide95.xml" ContentType="application/vnd.openxmlformats-officedocument.presentationml.notesSlide+xml"/>
  <Override PartName="/ppt/notesSlides/notesSlide96.xml" ContentType="application/vnd.openxmlformats-officedocument.presentationml.notesSlide+xml"/>
  <Override PartName="/ppt/notesSlides/notesSlide97.xml" ContentType="application/vnd.openxmlformats-officedocument.presentationml.notesSlide+xml"/>
  <Override PartName="/ppt/notesSlides/notesSlide98.xml" ContentType="application/vnd.openxmlformats-officedocument.presentationml.notesSlide+xml"/>
  <Override PartName="/ppt/notesSlides/notesSlide99.xml" ContentType="application/vnd.openxmlformats-officedocument.presentationml.notesSlide+xml"/>
  <Override PartName="/ppt/notesSlides/notesSlide100.xml" ContentType="application/vnd.openxmlformats-officedocument.presentationml.notesSlide+xml"/>
  <Override PartName="/ppt/notesSlides/notesSlide101.xml" ContentType="application/vnd.openxmlformats-officedocument.presentationml.notesSlide+xml"/>
  <Override PartName="/ppt/notesSlides/notesSlide102.xml" ContentType="application/vnd.openxmlformats-officedocument.presentationml.notesSlide+xml"/>
  <Override PartName="/ppt/notesSlides/notesSlide103.xml" ContentType="application/vnd.openxmlformats-officedocument.presentationml.notesSlide+xml"/>
  <Override PartName="/ppt/notesSlides/notesSlide104.xml" ContentType="application/vnd.openxmlformats-officedocument.presentationml.notesSlide+xml"/>
  <Override PartName="/ppt/notesSlides/notesSlide105.xml" ContentType="application/vnd.openxmlformats-officedocument.presentationml.notesSlide+xml"/>
  <Override PartName="/ppt/notesSlides/notesSlide106.xml" ContentType="application/vnd.openxmlformats-officedocument.presentationml.notesSlide+xml"/>
  <Override PartName="/ppt/notesSlides/notesSlide107.xml" ContentType="application/vnd.openxmlformats-officedocument.presentationml.notesSlide+xml"/>
  <Override PartName="/ppt/notesSlides/notesSlide108.xml" ContentType="application/vnd.openxmlformats-officedocument.presentationml.notesSlide+xml"/>
  <Override PartName="/ppt/notesSlides/notesSlide109.xml" ContentType="application/vnd.openxmlformats-officedocument.presentationml.notesSlide+xml"/>
  <Override PartName="/ppt/notesSlides/notesSlide110.xml" ContentType="application/vnd.openxmlformats-officedocument.presentationml.notesSlide+xml"/>
  <Override PartName="/ppt/notesSlides/notesSlide111.xml" ContentType="application/vnd.openxmlformats-officedocument.presentationml.notesSlide+xml"/>
  <Override PartName="/ppt/notesSlides/notesSlide112.xml" ContentType="application/vnd.openxmlformats-officedocument.presentationml.notesSlide+xml"/>
  <Override PartName="/ppt/notesSlides/notesSlide113.xml" ContentType="application/vnd.openxmlformats-officedocument.presentationml.notesSlide+xml"/>
  <Override PartName="/ppt/notesSlides/notesSlide114.xml" ContentType="application/vnd.openxmlformats-officedocument.presentationml.notesSlide+xml"/>
  <Override PartName="/ppt/notesSlides/notesSlide115.xml" ContentType="application/vnd.openxmlformats-officedocument.presentationml.notesSlide+xml"/>
  <Override PartName="/ppt/notesSlides/notesSlide116.xml" ContentType="application/vnd.openxmlformats-officedocument.presentationml.notesSlide+xml"/>
  <Override PartName="/ppt/notesSlides/notesSlide117.xml" ContentType="application/vnd.openxmlformats-officedocument.presentationml.notesSlide+xml"/>
  <Override PartName="/ppt/notesSlides/notesSlide118.xml" ContentType="application/vnd.openxmlformats-officedocument.presentationml.notesSlide+xml"/>
  <Override PartName="/ppt/notesSlides/notesSlide119.xml" ContentType="application/vnd.openxmlformats-officedocument.presentationml.notesSlide+xml"/>
  <Override PartName="/ppt/notesSlides/notesSlide120.xml" ContentType="application/vnd.openxmlformats-officedocument.presentationml.notesSlide+xml"/>
  <Override PartName="/ppt/notesSlides/notesSlide121.xml" ContentType="application/vnd.openxmlformats-officedocument.presentationml.notesSlide+xml"/>
  <Override PartName="/ppt/notesSlides/notesSlide122.xml" ContentType="application/vnd.openxmlformats-officedocument.presentationml.notesSlide+xml"/>
  <Override PartName="/ppt/notesSlides/notesSlide123.xml" ContentType="application/vnd.openxmlformats-officedocument.presentationml.notesSlide+xml"/>
  <Override PartName="/ppt/notesSlides/notesSlide124.xml" ContentType="application/vnd.openxmlformats-officedocument.presentationml.notesSlide+xml"/>
  <Override PartName="/ppt/notesSlides/notesSlide125.xml" ContentType="application/vnd.openxmlformats-officedocument.presentationml.notesSlide+xml"/>
  <Override PartName="/ppt/notesSlides/notesSlide126.xml" ContentType="application/vnd.openxmlformats-officedocument.presentationml.notesSlide+xml"/>
  <Override PartName="/ppt/notesSlides/notesSlide127.xml" ContentType="application/vnd.openxmlformats-officedocument.presentationml.notesSlide+xml"/>
  <Override PartName="/ppt/notesSlides/notesSlide128.xml" ContentType="application/vnd.openxmlformats-officedocument.presentationml.notesSlide+xml"/>
  <Override PartName="/ppt/notesSlides/notesSlide129.xml" ContentType="application/vnd.openxmlformats-officedocument.presentationml.notesSlide+xml"/>
  <Override PartName="/ppt/notesSlides/notesSlide130.xml" ContentType="application/vnd.openxmlformats-officedocument.presentationml.notesSlide+xml"/>
  <Override PartName="/ppt/notesSlides/notesSlide131.xml" ContentType="application/vnd.openxmlformats-officedocument.presentationml.notesSlide+xml"/>
  <Override PartName="/ppt/notesSlides/notesSlide132.xml" ContentType="application/vnd.openxmlformats-officedocument.presentationml.notesSlide+xml"/>
  <Override PartName="/ppt/notesSlides/notesSlide133.xml" ContentType="application/vnd.openxmlformats-officedocument.presentationml.notesSlide+xml"/>
  <Override PartName="/ppt/notesSlides/notesSlide134.xml" ContentType="application/vnd.openxmlformats-officedocument.presentationml.notesSlide+xml"/>
  <Override PartName="/ppt/notesSlides/notesSlide135.xml" ContentType="application/vnd.openxmlformats-officedocument.presentationml.notesSlide+xml"/>
  <Override PartName="/ppt/notesSlides/notesSlide136.xml" ContentType="application/vnd.openxmlformats-officedocument.presentationml.notesSlide+xml"/>
  <Override PartName="/ppt/notesSlides/notesSlide137.xml" ContentType="application/vnd.openxmlformats-officedocument.presentationml.notesSlide+xml"/>
  <Override PartName="/ppt/notesSlides/notesSlide138.xml" ContentType="application/vnd.openxmlformats-officedocument.presentationml.notesSlide+xml"/>
  <Override PartName="/ppt/notesSlides/notesSlide139.xml" ContentType="application/vnd.openxmlformats-officedocument.presentationml.notesSlide+xml"/>
  <Override PartName="/ppt/notesSlides/notesSlide140.xml" ContentType="application/vnd.openxmlformats-officedocument.presentationml.notesSlide+xml"/>
  <Override PartName="/ppt/notesSlides/notesSlide141.xml" ContentType="application/vnd.openxmlformats-officedocument.presentationml.notesSlide+xml"/>
  <Override PartName="/ppt/notesSlides/notesSlide142.xml" ContentType="application/vnd.openxmlformats-officedocument.presentationml.notesSlide+xml"/>
  <Override PartName="/ppt/notesSlides/notesSlide143.xml" ContentType="application/vnd.openxmlformats-officedocument.presentationml.notesSlide+xml"/>
  <Override PartName="/ppt/notesSlides/notesSlide144.xml" ContentType="application/vnd.openxmlformats-officedocument.presentationml.notesSlide+xml"/>
  <Override PartName="/ppt/notesSlides/notesSlide145.xml" ContentType="application/vnd.openxmlformats-officedocument.presentationml.notesSlide+xml"/>
  <Override PartName="/ppt/notesSlides/notesSlide146.xml" ContentType="application/vnd.openxmlformats-officedocument.presentationml.notesSlide+xml"/>
  <Override PartName="/ppt/notesSlides/notesSlide147.xml" ContentType="application/vnd.openxmlformats-officedocument.presentationml.notesSlide+xml"/>
  <Override PartName="/ppt/notesSlides/notesSlide148.xml" ContentType="application/vnd.openxmlformats-officedocument.presentationml.notesSlide+xml"/>
  <Override PartName="/ppt/notesSlides/notesSlide149.xml" ContentType="application/vnd.openxmlformats-officedocument.presentationml.notesSlide+xml"/>
  <Override PartName="/ppt/notesSlides/notesSlide150.xml" ContentType="application/vnd.openxmlformats-officedocument.presentationml.notesSlide+xml"/>
  <Override PartName="/ppt/notesSlides/notesSlide151.xml" ContentType="application/vnd.openxmlformats-officedocument.presentationml.notesSlide+xml"/>
  <Override PartName="/ppt/notesSlides/notesSlide152.xml" ContentType="application/vnd.openxmlformats-officedocument.presentationml.notesSlide+xml"/>
  <Override PartName="/ppt/notesSlides/notesSlide153.xml" ContentType="application/vnd.openxmlformats-officedocument.presentationml.notesSlide+xml"/>
  <Override PartName="/ppt/notesSlides/notesSlide154.xml" ContentType="application/vnd.openxmlformats-officedocument.presentationml.notesSlide+xml"/>
  <Override PartName="/ppt/notesSlides/notesSlide155.xml" ContentType="application/vnd.openxmlformats-officedocument.presentationml.notesSlide+xml"/>
  <Override PartName="/ppt/notesSlides/notesSlide156.xml" ContentType="application/vnd.openxmlformats-officedocument.presentationml.notesSlide+xml"/>
  <Override PartName="/ppt/notesSlides/notesSlide157.xml" ContentType="application/vnd.openxmlformats-officedocument.presentationml.notesSlide+xml"/>
  <Override PartName="/ppt/notesSlides/notesSlide158.xml" ContentType="application/vnd.openxmlformats-officedocument.presentationml.notesSlide+xml"/>
  <Override PartName="/ppt/notesSlides/notesSlide15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61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00" r:id="rId46"/>
    <p:sldId id="301" r:id="rId47"/>
    <p:sldId id="302" r:id="rId48"/>
    <p:sldId id="303" r:id="rId49"/>
    <p:sldId id="304" r:id="rId50"/>
    <p:sldId id="305" r:id="rId51"/>
    <p:sldId id="306" r:id="rId52"/>
    <p:sldId id="307" r:id="rId53"/>
    <p:sldId id="308" r:id="rId54"/>
    <p:sldId id="309" r:id="rId55"/>
    <p:sldId id="310" r:id="rId56"/>
    <p:sldId id="311" r:id="rId57"/>
    <p:sldId id="312" r:id="rId58"/>
    <p:sldId id="313" r:id="rId59"/>
    <p:sldId id="314" r:id="rId60"/>
    <p:sldId id="315" r:id="rId61"/>
    <p:sldId id="316" r:id="rId62"/>
    <p:sldId id="317" r:id="rId63"/>
    <p:sldId id="318" r:id="rId64"/>
    <p:sldId id="319" r:id="rId65"/>
    <p:sldId id="320" r:id="rId66"/>
    <p:sldId id="321" r:id="rId67"/>
    <p:sldId id="322" r:id="rId68"/>
    <p:sldId id="323" r:id="rId69"/>
    <p:sldId id="324" r:id="rId70"/>
    <p:sldId id="325" r:id="rId71"/>
    <p:sldId id="326" r:id="rId72"/>
    <p:sldId id="327" r:id="rId73"/>
    <p:sldId id="328" r:id="rId74"/>
    <p:sldId id="329" r:id="rId75"/>
    <p:sldId id="330" r:id="rId76"/>
    <p:sldId id="331" r:id="rId77"/>
    <p:sldId id="332" r:id="rId78"/>
    <p:sldId id="333" r:id="rId79"/>
    <p:sldId id="334" r:id="rId80"/>
    <p:sldId id="335" r:id="rId81"/>
    <p:sldId id="336" r:id="rId82"/>
    <p:sldId id="337" r:id="rId83"/>
    <p:sldId id="338" r:id="rId84"/>
    <p:sldId id="339" r:id="rId85"/>
    <p:sldId id="340" r:id="rId86"/>
    <p:sldId id="341" r:id="rId87"/>
    <p:sldId id="342" r:id="rId88"/>
    <p:sldId id="343" r:id="rId89"/>
    <p:sldId id="344" r:id="rId90"/>
    <p:sldId id="345" r:id="rId91"/>
    <p:sldId id="346" r:id="rId92"/>
    <p:sldId id="347" r:id="rId93"/>
    <p:sldId id="348" r:id="rId94"/>
    <p:sldId id="349" r:id="rId95"/>
    <p:sldId id="350" r:id="rId96"/>
    <p:sldId id="351" r:id="rId97"/>
    <p:sldId id="352" r:id="rId98"/>
    <p:sldId id="353" r:id="rId99"/>
    <p:sldId id="354" r:id="rId100"/>
    <p:sldId id="355" r:id="rId101"/>
    <p:sldId id="356" r:id="rId102"/>
    <p:sldId id="357" r:id="rId103"/>
    <p:sldId id="358" r:id="rId104"/>
    <p:sldId id="359" r:id="rId105"/>
    <p:sldId id="360" r:id="rId106"/>
    <p:sldId id="361" r:id="rId107"/>
    <p:sldId id="362" r:id="rId108"/>
    <p:sldId id="363" r:id="rId109"/>
    <p:sldId id="364" r:id="rId110"/>
    <p:sldId id="365" r:id="rId111"/>
    <p:sldId id="366" r:id="rId112"/>
    <p:sldId id="367" r:id="rId113"/>
    <p:sldId id="368" r:id="rId114"/>
    <p:sldId id="369" r:id="rId115"/>
    <p:sldId id="370" r:id="rId116"/>
    <p:sldId id="371" r:id="rId117"/>
    <p:sldId id="372" r:id="rId118"/>
    <p:sldId id="373" r:id="rId119"/>
    <p:sldId id="374" r:id="rId120"/>
    <p:sldId id="375" r:id="rId121"/>
    <p:sldId id="376" r:id="rId122"/>
    <p:sldId id="377" r:id="rId123"/>
    <p:sldId id="378" r:id="rId124"/>
    <p:sldId id="379" r:id="rId125"/>
    <p:sldId id="380" r:id="rId126"/>
    <p:sldId id="381" r:id="rId127"/>
    <p:sldId id="382" r:id="rId128"/>
    <p:sldId id="383" r:id="rId129"/>
    <p:sldId id="384" r:id="rId130"/>
    <p:sldId id="385" r:id="rId131"/>
    <p:sldId id="386" r:id="rId132"/>
    <p:sldId id="387" r:id="rId133"/>
    <p:sldId id="388" r:id="rId134"/>
    <p:sldId id="389" r:id="rId135"/>
    <p:sldId id="390" r:id="rId136"/>
    <p:sldId id="391" r:id="rId137"/>
    <p:sldId id="392" r:id="rId138"/>
    <p:sldId id="393" r:id="rId139"/>
    <p:sldId id="394" r:id="rId140"/>
    <p:sldId id="395" r:id="rId141"/>
    <p:sldId id="396" r:id="rId142"/>
    <p:sldId id="397" r:id="rId143"/>
    <p:sldId id="398" r:id="rId144"/>
    <p:sldId id="399" r:id="rId145"/>
    <p:sldId id="400" r:id="rId146"/>
    <p:sldId id="401" r:id="rId147"/>
    <p:sldId id="402" r:id="rId148"/>
    <p:sldId id="403" r:id="rId149"/>
    <p:sldId id="404" r:id="rId150"/>
    <p:sldId id="405" r:id="rId151"/>
    <p:sldId id="406" r:id="rId152"/>
    <p:sldId id="407" r:id="rId153"/>
    <p:sldId id="408" r:id="rId154"/>
    <p:sldId id="409" r:id="rId155"/>
    <p:sldId id="410" r:id="rId156"/>
    <p:sldId id="411" r:id="rId157"/>
    <p:sldId id="412" r:id="rId158"/>
    <p:sldId id="413" r:id="rId159"/>
    <p:sldId id="414" r:id="rId160"/>
  </p:sld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slide" Target="slides/slide44.xml"/><Relationship Id="rId46" Type="http://schemas.openxmlformats.org/officeDocument/2006/relationships/slide" Target="slides/slide45.xml"/><Relationship Id="rId47" Type="http://schemas.openxmlformats.org/officeDocument/2006/relationships/slide" Target="slides/slide46.xml"/><Relationship Id="rId48" Type="http://schemas.openxmlformats.org/officeDocument/2006/relationships/slide" Target="slides/slide47.xml"/><Relationship Id="rId49" Type="http://schemas.openxmlformats.org/officeDocument/2006/relationships/slide" Target="slides/slide48.xml"/><Relationship Id="rId50" Type="http://schemas.openxmlformats.org/officeDocument/2006/relationships/slide" Target="slides/slide49.xml"/><Relationship Id="rId51" Type="http://schemas.openxmlformats.org/officeDocument/2006/relationships/slide" Target="slides/slide50.xml"/><Relationship Id="rId52" Type="http://schemas.openxmlformats.org/officeDocument/2006/relationships/slide" Target="slides/slide51.xml"/><Relationship Id="rId53" Type="http://schemas.openxmlformats.org/officeDocument/2006/relationships/slide" Target="slides/slide52.xml"/><Relationship Id="rId54" Type="http://schemas.openxmlformats.org/officeDocument/2006/relationships/slide" Target="slides/slide53.xml"/><Relationship Id="rId55" Type="http://schemas.openxmlformats.org/officeDocument/2006/relationships/slide" Target="slides/slide54.xml"/><Relationship Id="rId56" Type="http://schemas.openxmlformats.org/officeDocument/2006/relationships/slide" Target="slides/slide55.xml"/><Relationship Id="rId57" Type="http://schemas.openxmlformats.org/officeDocument/2006/relationships/slide" Target="slides/slide56.xml"/><Relationship Id="rId58" Type="http://schemas.openxmlformats.org/officeDocument/2006/relationships/slide" Target="slides/slide57.xml"/><Relationship Id="rId59" Type="http://schemas.openxmlformats.org/officeDocument/2006/relationships/slide" Target="slides/slide58.xml"/><Relationship Id="rId60" Type="http://schemas.openxmlformats.org/officeDocument/2006/relationships/slide" Target="slides/slide59.xml"/><Relationship Id="rId61" Type="http://schemas.openxmlformats.org/officeDocument/2006/relationships/slide" Target="slides/slide60.xml"/><Relationship Id="rId62" Type="http://schemas.openxmlformats.org/officeDocument/2006/relationships/slide" Target="slides/slide61.xml"/><Relationship Id="rId63" Type="http://schemas.openxmlformats.org/officeDocument/2006/relationships/slide" Target="slides/slide62.xml"/><Relationship Id="rId64" Type="http://schemas.openxmlformats.org/officeDocument/2006/relationships/slide" Target="slides/slide63.xml"/><Relationship Id="rId65" Type="http://schemas.openxmlformats.org/officeDocument/2006/relationships/slide" Target="slides/slide64.xml"/><Relationship Id="rId66" Type="http://schemas.openxmlformats.org/officeDocument/2006/relationships/slide" Target="slides/slide65.xml"/><Relationship Id="rId67" Type="http://schemas.openxmlformats.org/officeDocument/2006/relationships/slide" Target="slides/slide66.xml"/><Relationship Id="rId68" Type="http://schemas.openxmlformats.org/officeDocument/2006/relationships/slide" Target="slides/slide67.xml"/><Relationship Id="rId69" Type="http://schemas.openxmlformats.org/officeDocument/2006/relationships/slide" Target="slides/slide68.xml"/><Relationship Id="rId70" Type="http://schemas.openxmlformats.org/officeDocument/2006/relationships/slide" Target="slides/slide69.xml"/><Relationship Id="rId71" Type="http://schemas.openxmlformats.org/officeDocument/2006/relationships/slide" Target="slides/slide70.xml"/><Relationship Id="rId72" Type="http://schemas.openxmlformats.org/officeDocument/2006/relationships/slide" Target="slides/slide71.xml"/><Relationship Id="rId73" Type="http://schemas.openxmlformats.org/officeDocument/2006/relationships/slide" Target="slides/slide72.xml"/><Relationship Id="rId74" Type="http://schemas.openxmlformats.org/officeDocument/2006/relationships/slide" Target="slides/slide73.xml"/><Relationship Id="rId75" Type="http://schemas.openxmlformats.org/officeDocument/2006/relationships/slide" Target="slides/slide74.xml"/><Relationship Id="rId76" Type="http://schemas.openxmlformats.org/officeDocument/2006/relationships/slide" Target="slides/slide75.xml"/><Relationship Id="rId77" Type="http://schemas.openxmlformats.org/officeDocument/2006/relationships/slide" Target="slides/slide76.xml"/><Relationship Id="rId78" Type="http://schemas.openxmlformats.org/officeDocument/2006/relationships/slide" Target="slides/slide77.xml"/><Relationship Id="rId79" Type="http://schemas.openxmlformats.org/officeDocument/2006/relationships/slide" Target="slides/slide78.xml"/><Relationship Id="rId80" Type="http://schemas.openxmlformats.org/officeDocument/2006/relationships/slide" Target="slides/slide79.xml"/><Relationship Id="rId81" Type="http://schemas.openxmlformats.org/officeDocument/2006/relationships/slide" Target="slides/slide80.xml"/><Relationship Id="rId82" Type="http://schemas.openxmlformats.org/officeDocument/2006/relationships/slide" Target="slides/slide81.xml"/><Relationship Id="rId83" Type="http://schemas.openxmlformats.org/officeDocument/2006/relationships/slide" Target="slides/slide82.xml"/><Relationship Id="rId84" Type="http://schemas.openxmlformats.org/officeDocument/2006/relationships/slide" Target="slides/slide83.xml"/><Relationship Id="rId85" Type="http://schemas.openxmlformats.org/officeDocument/2006/relationships/slide" Target="slides/slide84.xml"/><Relationship Id="rId86" Type="http://schemas.openxmlformats.org/officeDocument/2006/relationships/slide" Target="slides/slide85.xml"/><Relationship Id="rId87" Type="http://schemas.openxmlformats.org/officeDocument/2006/relationships/slide" Target="slides/slide86.xml"/><Relationship Id="rId88" Type="http://schemas.openxmlformats.org/officeDocument/2006/relationships/slide" Target="slides/slide87.xml"/><Relationship Id="rId89" Type="http://schemas.openxmlformats.org/officeDocument/2006/relationships/slide" Target="slides/slide88.xml"/><Relationship Id="rId90" Type="http://schemas.openxmlformats.org/officeDocument/2006/relationships/slide" Target="slides/slide89.xml"/><Relationship Id="rId91" Type="http://schemas.openxmlformats.org/officeDocument/2006/relationships/slide" Target="slides/slide90.xml"/><Relationship Id="rId92" Type="http://schemas.openxmlformats.org/officeDocument/2006/relationships/slide" Target="slides/slide91.xml"/><Relationship Id="rId93" Type="http://schemas.openxmlformats.org/officeDocument/2006/relationships/slide" Target="slides/slide92.xml"/><Relationship Id="rId94" Type="http://schemas.openxmlformats.org/officeDocument/2006/relationships/slide" Target="slides/slide93.xml"/><Relationship Id="rId95" Type="http://schemas.openxmlformats.org/officeDocument/2006/relationships/slide" Target="slides/slide94.xml"/><Relationship Id="rId96" Type="http://schemas.openxmlformats.org/officeDocument/2006/relationships/slide" Target="slides/slide95.xml"/><Relationship Id="rId97" Type="http://schemas.openxmlformats.org/officeDocument/2006/relationships/slide" Target="slides/slide96.xml"/><Relationship Id="rId98" Type="http://schemas.openxmlformats.org/officeDocument/2006/relationships/slide" Target="slides/slide97.xml"/><Relationship Id="rId99" Type="http://schemas.openxmlformats.org/officeDocument/2006/relationships/slide" Target="slides/slide98.xml"/><Relationship Id="rId100" Type="http://schemas.openxmlformats.org/officeDocument/2006/relationships/slide" Target="slides/slide99.xml"/><Relationship Id="rId101" Type="http://schemas.openxmlformats.org/officeDocument/2006/relationships/slide" Target="slides/slide100.xml"/><Relationship Id="rId102" Type="http://schemas.openxmlformats.org/officeDocument/2006/relationships/slide" Target="slides/slide101.xml"/><Relationship Id="rId103" Type="http://schemas.openxmlformats.org/officeDocument/2006/relationships/slide" Target="slides/slide102.xml"/><Relationship Id="rId104" Type="http://schemas.openxmlformats.org/officeDocument/2006/relationships/slide" Target="slides/slide103.xml"/><Relationship Id="rId105" Type="http://schemas.openxmlformats.org/officeDocument/2006/relationships/slide" Target="slides/slide104.xml"/><Relationship Id="rId106" Type="http://schemas.openxmlformats.org/officeDocument/2006/relationships/slide" Target="slides/slide105.xml"/><Relationship Id="rId107" Type="http://schemas.openxmlformats.org/officeDocument/2006/relationships/slide" Target="slides/slide106.xml"/><Relationship Id="rId108" Type="http://schemas.openxmlformats.org/officeDocument/2006/relationships/slide" Target="slides/slide107.xml"/><Relationship Id="rId109" Type="http://schemas.openxmlformats.org/officeDocument/2006/relationships/slide" Target="slides/slide108.xml"/><Relationship Id="rId110" Type="http://schemas.openxmlformats.org/officeDocument/2006/relationships/slide" Target="slides/slide109.xml"/><Relationship Id="rId111" Type="http://schemas.openxmlformats.org/officeDocument/2006/relationships/slide" Target="slides/slide110.xml"/><Relationship Id="rId112" Type="http://schemas.openxmlformats.org/officeDocument/2006/relationships/slide" Target="slides/slide111.xml"/><Relationship Id="rId113" Type="http://schemas.openxmlformats.org/officeDocument/2006/relationships/slide" Target="slides/slide112.xml"/><Relationship Id="rId114" Type="http://schemas.openxmlformats.org/officeDocument/2006/relationships/slide" Target="slides/slide113.xml"/><Relationship Id="rId115" Type="http://schemas.openxmlformats.org/officeDocument/2006/relationships/slide" Target="slides/slide114.xml"/><Relationship Id="rId116" Type="http://schemas.openxmlformats.org/officeDocument/2006/relationships/slide" Target="slides/slide115.xml"/><Relationship Id="rId117" Type="http://schemas.openxmlformats.org/officeDocument/2006/relationships/slide" Target="slides/slide116.xml"/><Relationship Id="rId118" Type="http://schemas.openxmlformats.org/officeDocument/2006/relationships/slide" Target="slides/slide117.xml"/><Relationship Id="rId119" Type="http://schemas.openxmlformats.org/officeDocument/2006/relationships/slide" Target="slides/slide118.xml"/><Relationship Id="rId120" Type="http://schemas.openxmlformats.org/officeDocument/2006/relationships/slide" Target="slides/slide119.xml"/><Relationship Id="rId121" Type="http://schemas.openxmlformats.org/officeDocument/2006/relationships/slide" Target="slides/slide120.xml"/><Relationship Id="rId122" Type="http://schemas.openxmlformats.org/officeDocument/2006/relationships/slide" Target="slides/slide121.xml"/><Relationship Id="rId123" Type="http://schemas.openxmlformats.org/officeDocument/2006/relationships/slide" Target="slides/slide122.xml"/><Relationship Id="rId124" Type="http://schemas.openxmlformats.org/officeDocument/2006/relationships/slide" Target="slides/slide123.xml"/><Relationship Id="rId125" Type="http://schemas.openxmlformats.org/officeDocument/2006/relationships/slide" Target="slides/slide124.xml"/><Relationship Id="rId126" Type="http://schemas.openxmlformats.org/officeDocument/2006/relationships/slide" Target="slides/slide125.xml"/><Relationship Id="rId127" Type="http://schemas.openxmlformats.org/officeDocument/2006/relationships/slide" Target="slides/slide126.xml"/><Relationship Id="rId128" Type="http://schemas.openxmlformats.org/officeDocument/2006/relationships/slide" Target="slides/slide127.xml"/><Relationship Id="rId129" Type="http://schemas.openxmlformats.org/officeDocument/2006/relationships/slide" Target="slides/slide128.xml"/><Relationship Id="rId130" Type="http://schemas.openxmlformats.org/officeDocument/2006/relationships/slide" Target="slides/slide129.xml"/><Relationship Id="rId131" Type="http://schemas.openxmlformats.org/officeDocument/2006/relationships/slide" Target="slides/slide130.xml"/><Relationship Id="rId132" Type="http://schemas.openxmlformats.org/officeDocument/2006/relationships/slide" Target="slides/slide131.xml"/><Relationship Id="rId133" Type="http://schemas.openxmlformats.org/officeDocument/2006/relationships/slide" Target="slides/slide132.xml"/><Relationship Id="rId134" Type="http://schemas.openxmlformats.org/officeDocument/2006/relationships/slide" Target="slides/slide133.xml"/><Relationship Id="rId135" Type="http://schemas.openxmlformats.org/officeDocument/2006/relationships/slide" Target="slides/slide134.xml"/><Relationship Id="rId136" Type="http://schemas.openxmlformats.org/officeDocument/2006/relationships/slide" Target="slides/slide135.xml"/><Relationship Id="rId137" Type="http://schemas.openxmlformats.org/officeDocument/2006/relationships/slide" Target="slides/slide136.xml"/><Relationship Id="rId138" Type="http://schemas.openxmlformats.org/officeDocument/2006/relationships/slide" Target="slides/slide137.xml"/><Relationship Id="rId139" Type="http://schemas.openxmlformats.org/officeDocument/2006/relationships/slide" Target="slides/slide138.xml"/><Relationship Id="rId140" Type="http://schemas.openxmlformats.org/officeDocument/2006/relationships/slide" Target="slides/slide139.xml"/><Relationship Id="rId141" Type="http://schemas.openxmlformats.org/officeDocument/2006/relationships/slide" Target="slides/slide140.xml"/><Relationship Id="rId142" Type="http://schemas.openxmlformats.org/officeDocument/2006/relationships/slide" Target="slides/slide141.xml"/><Relationship Id="rId143" Type="http://schemas.openxmlformats.org/officeDocument/2006/relationships/slide" Target="slides/slide142.xml"/><Relationship Id="rId144" Type="http://schemas.openxmlformats.org/officeDocument/2006/relationships/slide" Target="slides/slide143.xml"/><Relationship Id="rId145" Type="http://schemas.openxmlformats.org/officeDocument/2006/relationships/slide" Target="slides/slide144.xml"/><Relationship Id="rId146" Type="http://schemas.openxmlformats.org/officeDocument/2006/relationships/slide" Target="slides/slide145.xml"/><Relationship Id="rId147" Type="http://schemas.openxmlformats.org/officeDocument/2006/relationships/slide" Target="slides/slide146.xml"/><Relationship Id="rId148" Type="http://schemas.openxmlformats.org/officeDocument/2006/relationships/slide" Target="slides/slide147.xml"/><Relationship Id="rId149" Type="http://schemas.openxmlformats.org/officeDocument/2006/relationships/slide" Target="slides/slide148.xml"/><Relationship Id="rId150" Type="http://schemas.openxmlformats.org/officeDocument/2006/relationships/slide" Target="slides/slide149.xml"/><Relationship Id="rId151" Type="http://schemas.openxmlformats.org/officeDocument/2006/relationships/slide" Target="slides/slide150.xml"/><Relationship Id="rId152" Type="http://schemas.openxmlformats.org/officeDocument/2006/relationships/slide" Target="slides/slide151.xml"/><Relationship Id="rId153" Type="http://schemas.openxmlformats.org/officeDocument/2006/relationships/slide" Target="slides/slide152.xml"/><Relationship Id="rId154" Type="http://schemas.openxmlformats.org/officeDocument/2006/relationships/slide" Target="slides/slide153.xml"/><Relationship Id="rId155" Type="http://schemas.openxmlformats.org/officeDocument/2006/relationships/slide" Target="slides/slide154.xml"/><Relationship Id="rId156" Type="http://schemas.openxmlformats.org/officeDocument/2006/relationships/slide" Target="slides/slide155.xml"/><Relationship Id="rId157" Type="http://schemas.openxmlformats.org/officeDocument/2006/relationships/slide" Target="slides/slide156.xml"/><Relationship Id="rId158" Type="http://schemas.openxmlformats.org/officeDocument/2006/relationships/slide" Target="slides/slide157.xml"/><Relationship Id="rId159" Type="http://schemas.openxmlformats.org/officeDocument/2006/relationships/slide" Target="slides/slide158.xml"/><Relationship Id="rId160" Type="http://schemas.openxmlformats.org/officeDocument/2006/relationships/slide" Target="slides/slide159.xml"/><Relationship Id="rId161" Type="http://schemas.openxmlformats.org/officeDocument/2006/relationships/notesMaster" Target="notesMasters/notesMaster1.xml"/><Relationship Id="rId162" Type="http://schemas.openxmlformats.org/officeDocument/2006/relationships/presProps" Target="presProps.xml"/><Relationship Id="rId163" Type="http://schemas.openxmlformats.org/officeDocument/2006/relationships/viewProps" Target="viewProps.xml"/><Relationship Id="rId164" Type="http://schemas.openxmlformats.org/officeDocument/2006/relationships/theme" Target="theme/theme1.xml"/><Relationship Id="rId16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_rels/notesSlide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4.xml"/>
		</Relationships>
</file>

<file path=ppt/notesSlides/_rels/notesSlide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5.xml"/>
		</Relationships>
</file>

<file path=ppt/notesSlides/_rels/notesSlide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6.xml"/>
		</Relationships>
</file>

<file path=ppt/notesSlides/_rels/notesSlide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7.xml"/>
		</Relationships>
</file>

<file path=ppt/notesSlides/_rels/notesSlide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8.xml"/>
		</Relationships>
</file>

<file path=ppt/notesSlides/_rels/notesSlide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9.xml"/>
		</Relationships>
</file>

<file path=ppt/notesSlides/_rels/notesSlide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0.xml"/>
		</Relationships>
</file>

<file path=ppt/notesSlides/_rels/notesSlide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1.xml"/>
		</Relationships>
</file>

<file path=ppt/notesSlides/_rels/notesSlide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2.xml"/>
		</Relationships>
</file>

<file path=ppt/notesSlides/_rels/notesSlide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3.xml"/>
		</Relationships>
</file>

<file path=ppt/notesSlides/_rels/notesSlide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4.xml"/>
		</Relationships>
</file>

<file path=ppt/notesSlides/_rels/notesSlide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5.xml"/>
		</Relationships>
</file>

<file path=ppt/notesSlides/_rels/notesSlide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6.xml"/>
		</Relationships>
</file>

<file path=ppt/notesSlides/_rels/notesSlide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7.xml"/>
		</Relationships>
</file>

<file path=ppt/notesSlides/_rels/notesSlide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8.xml"/>
		</Relationships>
</file>

<file path=ppt/notesSlides/_rels/notesSlide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9.xml"/>
		</Relationships>
</file>

<file path=ppt/notesSlides/_rels/notesSlide6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0.xml"/>
		</Relationships>
</file>

<file path=ppt/notesSlides/_rels/notesSlide6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1.xml"/>
		</Relationships>
</file>

<file path=ppt/notesSlides/_rels/notesSlide6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2.xml"/>
		</Relationships>
</file>

<file path=ppt/notesSlides/_rels/notesSlide6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3.xml"/>
		</Relationships>
</file>

<file path=ppt/notesSlides/_rels/notesSlide6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4.xml"/>
		</Relationships>
</file>

<file path=ppt/notesSlides/_rels/notesSlide6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5.xml"/>
		</Relationships>
</file>

<file path=ppt/notesSlides/_rels/notesSlide6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6.xml"/>
		</Relationships>
</file>

<file path=ppt/notesSlides/_rels/notesSlide6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7.xml"/>
		</Relationships>
</file>

<file path=ppt/notesSlides/_rels/notesSlide6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8.xml"/>
		</Relationships>
</file>

<file path=ppt/notesSlides/_rels/notesSlide6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9.xml"/>
		</Relationships>
</file>

<file path=ppt/notesSlides/_rels/notesSlide7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0.xml"/>
		</Relationships>
</file>

<file path=ppt/notesSlides/_rels/notesSlide7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1.xml"/>
		</Relationships>
</file>

<file path=ppt/notesSlides/_rels/notesSlide7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2.xml"/>
		</Relationships>
</file>

<file path=ppt/notesSlides/_rels/notesSlide7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3.xml"/>
		</Relationships>
</file>

<file path=ppt/notesSlides/_rels/notesSlide7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4.xml"/>
		</Relationships>
</file>

<file path=ppt/notesSlides/_rels/notesSlide7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5.xml"/>
		</Relationships>
</file>

<file path=ppt/notesSlides/_rels/notesSlide7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6.xml"/>
		</Relationships>
</file>

<file path=ppt/notesSlides/_rels/notesSlide7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7.xml"/>
		</Relationships>
</file>

<file path=ppt/notesSlides/_rels/notesSlide7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8.xml"/>
		</Relationships>
</file>

<file path=ppt/notesSlides/_rels/notesSlide7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9.xml"/>
		</Relationships>
</file>

<file path=ppt/notesSlides/_rels/notesSlide8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0.xml"/>
		</Relationships>
</file>

<file path=ppt/notesSlides/_rels/notesSlide8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1.xml"/>
		</Relationships>
</file>

<file path=ppt/notesSlides/_rels/notesSlide8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2.xml"/>
		</Relationships>
</file>

<file path=ppt/notesSlides/_rels/notesSlide8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3.xml"/>
		</Relationships>
</file>

<file path=ppt/notesSlides/_rels/notesSlide8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4.xml"/>
		</Relationships>
</file>

<file path=ppt/notesSlides/_rels/notesSlide8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5.xml"/>
		</Relationships>
</file>

<file path=ppt/notesSlides/_rels/notesSlide8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6.xml"/>
		</Relationships>
</file>

<file path=ppt/notesSlides/_rels/notesSlide8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7.xml"/>
		</Relationships>
</file>

<file path=ppt/notesSlides/_rels/notesSlide8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8.xml"/>
		</Relationships>
</file>

<file path=ppt/notesSlides/_rels/notesSlide8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9.xml"/>
		</Relationships>
</file>

<file path=ppt/notesSlides/_rels/notesSlide9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0.xml"/>
		</Relationships>
</file>

<file path=ppt/notesSlides/_rels/notesSlide9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1.xml"/>
		</Relationships>
</file>

<file path=ppt/notesSlides/_rels/notesSlide9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2.xml"/>
		</Relationships>
</file>

<file path=ppt/notesSlides/_rels/notesSlide9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3.xml"/>
		</Relationships>
</file>

<file path=ppt/notesSlides/_rels/notesSlide9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4.xml"/>
		</Relationships>
</file>

<file path=ppt/notesSlides/_rels/notesSlide9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5.xml"/>
		</Relationships>
</file>

<file path=ppt/notesSlides/_rels/notesSlide9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6.xml"/>
		</Relationships>
</file>

<file path=ppt/notesSlides/_rels/notesSlide9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7.xml"/>
		</Relationships>
</file>

<file path=ppt/notesSlides/_rels/notesSlide9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8.xml"/>
		</Relationships>
</file>

<file path=ppt/notesSlides/_rels/notesSlide9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9.xml"/>
		</Relationships>
</file>

<file path=ppt/notesSlides/_rels/notesSlide10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0.xml"/>
		</Relationships>
</file>

<file path=ppt/notesSlides/_rels/notesSlide10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1.xml"/>
		</Relationships>
</file>

<file path=ppt/notesSlides/_rels/notesSlide10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2.xml"/>
		</Relationships>
</file>

<file path=ppt/notesSlides/_rels/notesSlide10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3.xml"/>
		</Relationships>
</file>

<file path=ppt/notesSlides/_rels/notesSlide10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4.xml"/>
		</Relationships>
</file>

<file path=ppt/notesSlides/_rels/notesSlide10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5.xml"/>
		</Relationships>
</file>

<file path=ppt/notesSlides/_rels/notesSlide10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6.xml"/>
		</Relationships>
</file>

<file path=ppt/notesSlides/_rels/notesSlide10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7.xml"/>
		</Relationships>
</file>

<file path=ppt/notesSlides/_rels/notesSlide10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8.xml"/>
		</Relationships>
</file>

<file path=ppt/notesSlides/_rels/notesSlide10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9.xml"/>
		</Relationships>
</file>

<file path=ppt/notesSlides/_rels/notesSlide1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0.xml"/>
		</Relationships>
</file>

<file path=ppt/notesSlides/_rels/notesSlide1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1.xml"/>
		</Relationships>
</file>

<file path=ppt/notesSlides/_rels/notesSlide1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2.xml"/>
		</Relationships>
</file>

<file path=ppt/notesSlides/_rels/notesSlide1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3.xml"/>
		</Relationships>
</file>

<file path=ppt/notesSlides/_rels/notesSlide1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4.xml"/>
		</Relationships>
</file>

<file path=ppt/notesSlides/_rels/notesSlide1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5.xml"/>
		</Relationships>
</file>

<file path=ppt/notesSlides/_rels/notesSlide1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6.xml"/>
		</Relationships>
</file>

<file path=ppt/notesSlides/_rels/notesSlide1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7.xml"/>
		</Relationships>
</file>

<file path=ppt/notesSlides/_rels/notesSlide1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8.xml"/>
		</Relationships>
</file>

<file path=ppt/notesSlides/_rels/notesSlide1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9.xml"/>
		</Relationships>
</file>

<file path=ppt/notesSlides/_rels/notesSlide1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0.xml"/>
		</Relationships>
</file>

<file path=ppt/notesSlides/_rels/notesSlide1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1.xml"/>
		</Relationships>
</file>

<file path=ppt/notesSlides/_rels/notesSlide1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2.xml"/>
		</Relationships>
</file>

<file path=ppt/notesSlides/_rels/notesSlide1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3.xml"/>
		</Relationships>
</file>

<file path=ppt/notesSlides/_rels/notesSlide1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4.xml"/>
		</Relationships>
</file>

<file path=ppt/notesSlides/_rels/notesSlide1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5.xml"/>
		</Relationships>
</file>

<file path=ppt/notesSlides/_rels/notesSlide1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6.xml"/>
		</Relationships>
</file>

<file path=ppt/notesSlides/_rels/notesSlide1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7.xml"/>
		</Relationships>
</file>

<file path=ppt/notesSlides/_rels/notesSlide1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8.xml"/>
		</Relationships>
</file>

<file path=ppt/notesSlides/_rels/notesSlide1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9.xml"/>
		</Relationships>
</file>

<file path=ppt/notesSlides/_rels/notesSlide1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0.xml"/>
		</Relationships>
</file>

<file path=ppt/notesSlides/_rels/notesSlide1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1.xml"/>
		</Relationships>
</file>

<file path=ppt/notesSlides/_rels/notesSlide1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2.xml"/>
		</Relationships>
</file>

<file path=ppt/notesSlides/_rels/notesSlide1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3.xml"/>
		</Relationships>
</file>

<file path=ppt/notesSlides/_rels/notesSlide1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4.xml"/>
		</Relationships>
</file>

<file path=ppt/notesSlides/_rels/notesSlide1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5.xml"/>
		</Relationships>
</file>

<file path=ppt/notesSlides/_rels/notesSlide1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6.xml"/>
		</Relationships>
</file>

<file path=ppt/notesSlides/_rels/notesSlide1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7.xml"/>
		</Relationships>
</file>

<file path=ppt/notesSlides/_rels/notesSlide1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8.xml"/>
		</Relationships>
</file>

<file path=ppt/notesSlides/_rels/notesSlide1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9.xml"/>
		</Relationships>
</file>

<file path=ppt/notesSlides/_rels/notesSlide1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0.xml"/>
		</Relationships>
</file>

<file path=ppt/notesSlides/_rels/notesSlide1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1.xml"/>
		</Relationships>
</file>

<file path=ppt/notesSlides/_rels/notesSlide1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2.xml"/>
		</Relationships>
</file>

<file path=ppt/notesSlides/_rels/notesSlide1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3.xml"/>
		</Relationships>
</file>

<file path=ppt/notesSlides/_rels/notesSlide14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4.xml"/>
		</Relationships>
</file>

<file path=ppt/notesSlides/_rels/notesSlide14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5.xml"/>
		</Relationships>
</file>

<file path=ppt/notesSlides/_rels/notesSlide14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6.xml"/>
		</Relationships>
</file>

<file path=ppt/notesSlides/_rels/notesSlide14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7.xml"/>
		</Relationships>
</file>

<file path=ppt/notesSlides/_rels/notesSlide14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8.xml"/>
		</Relationships>
</file>

<file path=ppt/notesSlides/_rels/notesSlide14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9.xml"/>
		</Relationships>
</file>

<file path=ppt/notesSlides/_rels/notesSlide15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0.xml"/>
		</Relationships>
</file>

<file path=ppt/notesSlides/_rels/notesSlide15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1.xml"/>
		</Relationships>
</file>

<file path=ppt/notesSlides/_rels/notesSlide15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2.xml"/>
		</Relationships>
</file>

<file path=ppt/notesSlides/_rels/notesSlide15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3.xml"/>
		</Relationships>
</file>

<file path=ppt/notesSlides/_rels/notesSlide15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4.xml"/>
		</Relationships>
</file>

<file path=ppt/notesSlides/_rels/notesSlide15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5.xml"/>
		</Relationships>
</file>

<file path=ppt/notesSlides/_rels/notesSlide15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6.xml"/>
		</Relationships>
</file>

<file path=ppt/notesSlides/_rels/notesSlide15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7.xml"/>
		</Relationships>
</file>

<file path=ppt/notesSlides/_rels/notesSlide15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8.xml"/>
		</Relationships>
</file>

<file path=ppt/notesSlides/_rels/notesSlide15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TrSnd" Type="http://schemas.openxmlformats.org/officeDocument/2006/relationships/audio" Target="../media/whoosh.wav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TrSnd" Type="http://schemas.openxmlformats.org/officeDocument/2006/relationships/audio" Target="../media/bubbles.wav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TrSnd" Type="http://schemas.openxmlformats.org/officeDocument/2006/relationships/audio" Target="../media/sparkle.wav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TrSnd" Type="http://schemas.openxmlformats.org/officeDocument/2006/relationships/audio" Target="../media/marimba.wav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Relationship Id="rIdTrSnd" Type="http://schemas.openxmlformats.org/officeDocument/2006/relationships/audio" Target="../media/harp.wav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TrSnd" Type="http://schemas.openxmlformats.org/officeDocument/2006/relationships/audio" Target="../media/chime.wav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Relationship Id="rIdTrSnd" Type="http://schemas.openxmlformats.org/officeDocument/2006/relationships/audio" Target="../media/whoosh.wav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Relationship Id="rIdTrSnd" Type="http://schemas.openxmlformats.org/officeDocument/2006/relationships/audio" Target="../media/bubbles.wav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TrSnd" Type="http://schemas.openxmlformats.org/officeDocument/2006/relationships/audio" Target="../media/sparkle.wav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Relationship Id="rIdTrSnd" Type="http://schemas.openxmlformats.org/officeDocument/2006/relationships/audio" Target="../media/marimba.wav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Relationship Id="rIdTrSnd" Type="http://schemas.openxmlformats.org/officeDocument/2006/relationships/audio" Target="../media/harp.wav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Relationship Id="rIdTrSnd" Type="http://schemas.openxmlformats.org/officeDocument/2006/relationships/audio" Target="../media/chime.wav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Relationship Id="rIdTrSnd" Type="http://schemas.openxmlformats.org/officeDocument/2006/relationships/audio" Target="../media/whoosh.wav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Relationship Id="rIdTrSnd" Type="http://schemas.openxmlformats.org/officeDocument/2006/relationships/audio" Target="../media/bubbles.wav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Relationship Id="rIdTrSnd" Type="http://schemas.openxmlformats.org/officeDocument/2006/relationships/audio" Target="../media/sparkle.wav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Relationship Id="rIdTrSnd" Type="http://schemas.openxmlformats.org/officeDocument/2006/relationships/audio" Target="../media/marimba.wav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Relationship Id="rIdTrSnd" Type="http://schemas.openxmlformats.org/officeDocument/2006/relationships/audio" Target="../media/harp.wav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Relationship Id="rIdTrSnd" Type="http://schemas.openxmlformats.org/officeDocument/2006/relationships/audio" Target="../media/chime.wav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Relationship Id="rIdTrSnd" Type="http://schemas.openxmlformats.org/officeDocument/2006/relationships/audio" Target="../media/whoosh.wav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Relationship Id="rIdTrSnd" Type="http://schemas.openxmlformats.org/officeDocument/2006/relationships/audio" Target="../media/bubbles.wav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Relationship Id="rIdTrSnd" Type="http://schemas.openxmlformats.org/officeDocument/2006/relationships/audio" Target="../media/sparkle.wav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Relationship Id="rIdTrSnd" Type="http://schemas.openxmlformats.org/officeDocument/2006/relationships/audio" Target="../media/marimba.wav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Relationship Id="rIdTrSnd" Type="http://schemas.openxmlformats.org/officeDocument/2006/relationships/audio" Target="../media/harp.wav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Relationship Id="rIdTrSnd" Type="http://schemas.openxmlformats.org/officeDocument/2006/relationships/audio" Target="../media/chime.wav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Relationship Id="rIdTrSnd" Type="http://schemas.openxmlformats.org/officeDocument/2006/relationships/audio" Target="../media/whoosh.wav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Relationship Id="rIdTrSnd" Type="http://schemas.openxmlformats.org/officeDocument/2006/relationships/audio" Target="../media/bubbles.wav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Relationship Id="rIdTrSnd" Type="http://schemas.openxmlformats.org/officeDocument/2006/relationships/audio" Target="../media/sparkle.wav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Relationship Id="rIdTrSnd" Type="http://schemas.openxmlformats.org/officeDocument/2006/relationships/audio" Target="../media/marimba.wav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Relationship Id="rIdTrSnd" Type="http://schemas.openxmlformats.org/officeDocument/2006/relationships/audio" Target="../media/harp.wav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Relationship Id="rIdTrSnd" Type="http://schemas.openxmlformats.org/officeDocument/2006/relationships/audio" Target="../media/chime.wav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Relationship Id="rIdTrSnd" Type="http://schemas.openxmlformats.org/officeDocument/2006/relationships/audio" Target="../media/whoosh.wav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Relationship Id="rIdTrSnd" Type="http://schemas.openxmlformats.org/officeDocument/2006/relationships/audio" Target="../media/bubbles.wav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Relationship Id="rIdTrSnd" Type="http://schemas.openxmlformats.org/officeDocument/2006/relationships/audio" Target="../media/sparkle.wav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Relationship Id="rIdTrSnd" Type="http://schemas.openxmlformats.org/officeDocument/2006/relationships/audio" Target="../media/marimba.wav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Relationship Id="rIdTrSnd" Type="http://schemas.openxmlformats.org/officeDocument/2006/relationships/audio" Target="../media/harp.wav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Relationship Id="rIdTrSnd" Type="http://schemas.openxmlformats.org/officeDocument/2006/relationships/audio" Target="../media/chime.wav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8.xml"/><Relationship Id="rIdTrSnd" Type="http://schemas.openxmlformats.org/officeDocument/2006/relationships/audio" Target="../media/whoosh.wav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Relationship Id="rIdTrSnd" Type="http://schemas.openxmlformats.org/officeDocument/2006/relationships/audio" Target="../media/bubbles.wav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Relationship Id="rIdTrSnd" Type="http://schemas.openxmlformats.org/officeDocument/2006/relationships/audio" Target="../media/sparkle.wav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Relationship Id="rIdTrSnd" Type="http://schemas.openxmlformats.org/officeDocument/2006/relationships/audio" Target="../media/marimba.wav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Relationship Id="rIdTrSnd" Type="http://schemas.openxmlformats.org/officeDocument/2006/relationships/audio" Target="../media/harp.wav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Relationship Id="rIdTrSnd" Type="http://schemas.openxmlformats.org/officeDocument/2006/relationships/audio" Target="../media/chime.wav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4.xml"/><Relationship Id="rIdTrSnd" Type="http://schemas.openxmlformats.org/officeDocument/2006/relationships/audio" Target="../media/whoosh.wav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5.xml"/><Relationship Id="rIdTrSnd" Type="http://schemas.openxmlformats.org/officeDocument/2006/relationships/audio" Target="../media/bubbles.wav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6.xml"/><Relationship Id="rIdTrSnd" Type="http://schemas.openxmlformats.org/officeDocument/2006/relationships/audio" Target="../media/sparkle.wav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7.xml"/><Relationship Id="rIdTrSnd" Type="http://schemas.openxmlformats.org/officeDocument/2006/relationships/audio" Target="../media/marimba.wav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8.xml"/><Relationship Id="rIdTrSnd" Type="http://schemas.openxmlformats.org/officeDocument/2006/relationships/audio" Target="../media/harp.wav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9.xml"/><Relationship Id="rIdTrSnd" Type="http://schemas.openxmlformats.org/officeDocument/2006/relationships/audio" Target="../media/chime.wav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0.xml"/><Relationship Id="rIdTrSnd" Type="http://schemas.openxmlformats.org/officeDocument/2006/relationships/audio" Target="../media/whoosh.wav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1.xml"/><Relationship Id="rIdTrSnd" Type="http://schemas.openxmlformats.org/officeDocument/2006/relationships/audio" Target="../media/bubbles.wav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2.xml"/><Relationship Id="rIdTrSnd" Type="http://schemas.openxmlformats.org/officeDocument/2006/relationships/audio" Target="../media/sparkle.wav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3.xml"/><Relationship Id="rIdTrSnd" Type="http://schemas.openxmlformats.org/officeDocument/2006/relationships/audio" Target="../media/marimba.wav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4.xml"/><Relationship Id="rIdTrSnd" Type="http://schemas.openxmlformats.org/officeDocument/2006/relationships/audio" Target="../media/harp.wav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5.xml"/><Relationship Id="rIdTrSnd" Type="http://schemas.openxmlformats.org/officeDocument/2006/relationships/audio" Target="../media/chime.wav"/></Relationships>
</file>

<file path=ppt/slides/_rels/slide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6.xml"/><Relationship Id="rIdTrSnd" Type="http://schemas.openxmlformats.org/officeDocument/2006/relationships/audio" Target="../media/whoosh.wav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7.xml"/><Relationship Id="rIdTrSnd" Type="http://schemas.openxmlformats.org/officeDocument/2006/relationships/audio" Target="../media/bubbles.wav"/></Relationships>
</file>

<file path=ppt/slides/_rels/slide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8.xml"/><Relationship Id="rIdTrSnd" Type="http://schemas.openxmlformats.org/officeDocument/2006/relationships/audio" Target="../media/sparkle.wav"/></Relationships>
</file>

<file path=ppt/slides/_rels/slide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9.xml"/><Relationship Id="rIdTrSnd" Type="http://schemas.openxmlformats.org/officeDocument/2006/relationships/audio" Target="../media/marimba.wav"/></Relationships>
</file>

<file path=ppt/slides/_rels/slide6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0.xml"/><Relationship Id="rIdTrSnd" Type="http://schemas.openxmlformats.org/officeDocument/2006/relationships/audio" Target="../media/harp.wav"/></Relationships>
</file>

<file path=ppt/slides/_rels/slide6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1.xml"/><Relationship Id="rIdTrSnd" Type="http://schemas.openxmlformats.org/officeDocument/2006/relationships/audio" Target="../media/chime.wav"/></Relationships>
</file>

<file path=ppt/slides/_rels/slide6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2.xml"/><Relationship Id="rIdTrSnd" Type="http://schemas.openxmlformats.org/officeDocument/2006/relationships/audio" Target="../media/whoosh.wav"/></Relationships>
</file>

<file path=ppt/slides/_rels/slide6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3.xml"/><Relationship Id="rIdTrSnd" Type="http://schemas.openxmlformats.org/officeDocument/2006/relationships/audio" Target="../media/bubbles.wav"/></Relationships>
</file>

<file path=ppt/slides/_rels/slide6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4.xml"/><Relationship Id="rIdTrSnd" Type="http://schemas.openxmlformats.org/officeDocument/2006/relationships/audio" Target="../media/sparkle.wav"/></Relationships>
</file>

<file path=ppt/slides/_rels/slide6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5.xml"/><Relationship Id="rIdTrSnd" Type="http://schemas.openxmlformats.org/officeDocument/2006/relationships/audio" Target="../media/marimba.wav"/></Relationships>
</file>

<file path=ppt/slides/_rels/slide6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6.xml"/><Relationship Id="rIdTrSnd" Type="http://schemas.openxmlformats.org/officeDocument/2006/relationships/audio" Target="../media/harp.wav"/></Relationships>
</file>

<file path=ppt/slides/_rels/slide6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7.xml"/><Relationship Id="rIdTrSnd" Type="http://schemas.openxmlformats.org/officeDocument/2006/relationships/audio" Target="../media/chime.wav"/></Relationships>
</file>

<file path=ppt/slides/_rels/slide6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8.xml"/><Relationship Id="rIdTrSnd" Type="http://schemas.openxmlformats.org/officeDocument/2006/relationships/audio" Target="../media/whoosh.wav"/></Relationships>
</file>

<file path=ppt/slides/_rels/slide6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9.xml"/><Relationship Id="rIdTrSnd" Type="http://schemas.openxmlformats.org/officeDocument/2006/relationships/audio" Target="../media/bubbles.wav"/></Relationships>
</file>

<file path=ppt/slides/_rels/slide7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0.xml"/><Relationship Id="rIdTrSnd" Type="http://schemas.openxmlformats.org/officeDocument/2006/relationships/audio" Target="../media/sparkle.wav"/></Relationships>
</file>

<file path=ppt/slides/_rels/slide7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1.xml"/><Relationship Id="rIdTrSnd" Type="http://schemas.openxmlformats.org/officeDocument/2006/relationships/audio" Target="../media/marimba.wav"/></Relationships>
</file>

<file path=ppt/slides/_rels/slide7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2.xml"/><Relationship Id="rIdTrSnd" Type="http://schemas.openxmlformats.org/officeDocument/2006/relationships/audio" Target="../media/harp.wav"/></Relationships>
</file>

<file path=ppt/slides/_rels/slide7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3.xml"/><Relationship Id="rIdTrSnd" Type="http://schemas.openxmlformats.org/officeDocument/2006/relationships/audio" Target="../media/chime.wav"/></Relationships>
</file>

<file path=ppt/slides/_rels/slide7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4.xml"/><Relationship Id="rIdTrSnd" Type="http://schemas.openxmlformats.org/officeDocument/2006/relationships/audio" Target="../media/whoosh.wav"/></Relationships>
</file>

<file path=ppt/slides/_rels/slide7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5.xml"/><Relationship Id="rIdTrSnd" Type="http://schemas.openxmlformats.org/officeDocument/2006/relationships/audio" Target="../media/bubbles.wav"/></Relationships>
</file>

<file path=ppt/slides/_rels/slide7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6.xml"/><Relationship Id="rIdTrSnd" Type="http://schemas.openxmlformats.org/officeDocument/2006/relationships/audio" Target="../media/sparkle.wav"/></Relationships>
</file>

<file path=ppt/slides/_rels/slide7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7.xml"/><Relationship Id="rIdTrSnd" Type="http://schemas.openxmlformats.org/officeDocument/2006/relationships/audio" Target="../media/marimba.wav"/></Relationships>
</file>

<file path=ppt/slides/_rels/slide7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8.xml"/><Relationship Id="rIdTrSnd" Type="http://schemas.openxmlformats.org/officeDocument/2006/relationships/audio" Target="../media/harp.wav"/></Relationships>
</file>

<file path=ppt/slides/_rels/slide7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9.xml"/><Relationship Id="rIdTrSnd" Type="http://schemas.openxmlformats.org/officeDocument/2006/relationships/audio" Target="../media/chime.wav"/></Relationships>
</file>

<file path=ppt/slides/_rels/slide8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0.xml"/><Relationship Id="rIdTrSnd" Type="http://schemas.openxmlformats.org/officeDocument/2006/relationships/audio" Target="../media/whoosh.wav"/></Relationships>
</file>

<file path=ppt/slides/_rels/slide8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1.xml"/><Relationship Id="rIdTrSnd" Type="http://schemas.openxmlformats.org/officeDocument/2006/relationships/audio" Target="../media/bubbles.wav"/></Relationships>
</file>

<file path=ppt/slides/_rels/slide8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2.xml"/><Relationship Id="rIdTrSnd" Type="http://schemas.openxmlformats.org/officeDocument/2006/relationships/audio" Target="../media/sparkle.wav"/></Relationships>
</file>

<file path=ppt/slides/_rels/slide8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3.xml"/><Relationship Id="rIdTrSnd" Type="http://schemas.openxmlformats.org/officeDocument/2006/relationships/audio" Target="../media/marimba.wav"/></Relationships>
</file>

<file path=ppt/slides/_rels/slide8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4.xml"/><Relationship Id="rIdTrSnd" Type="http://schemas.openxmlformats.org/officeDocument/2006/relationships/audio" Target="../media/harp.wav"/></Relationships>
</file>

<file path=ppt/slides/_rels/slide8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5.xml"/><Relationship Id="rIdTrSnd" Type="http://schemas.openxmlformats.org/officeDocument/2006/relationships/audio" Target="../media/chime.wav"/></Relationships>
</file>

<file path=ppt/slides/_rels/slide8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6.xml"/><Relationship Id="rIdTrSnd" Type="http://schemas.openxmlformats.org/officeDocument/2006/relationships/audio" Target="../media/whoosh.wav"/></Relationships>
</file>

<file path=ppt/slides/_rels/slide8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7.xml"/><Relationship Id="rIdTrSnd" Type="http://schemas.openxmlformats.org/officeDocument/2006/relationships/audio" Target="../media/bubbles.wav"/></Relationships>
</file>

<file path=ppt/slides/_rels/slide8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8.xml"/><Relationship Id="rIdTrSnd" Type="http://schemas.openxmlformats.org/officeDocument/2006/relationships/audio" Target="../media/sparkle.wav"/></Relationships>
</file>

<file path=ppt/slides/_rels/slide8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9.xml"/><Relationship Id="rIdTrSnd" Type="http://schemas.openxmlformats.org/officeDocument/2006/relationships/audio" Target="../media/marimba.wav"/></Relationships>
</file>

<file path=ppt/slides/_rels/slide9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0.xml"/><Relationship Id="rIdTrSnd" Type="http://schemas.openxmlformats.org/officeDocument/2006/relationships/audio" Target="../media/harp.wav"/></Relationships>
</file>

<file path=ppt/slides/_rels/slide9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1.xml"/><Relationship Id="rIdTrSnd" Type="http://schemas.openxmlformats.org/officeDocument/2006/relationships/audio" Target="../media/chime.wav"/></Relationships>
</file>

<file path=ppt/slides/_rels/slide9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2.xml"/><Relationship Id="rIdTrSnd" Type="http://schemas.openxmlformats.org/officeDocument/2006/relationships/audio" Target="../media/whoosh.wav"/></Relationships>
</file>

<file path=ppt/slides/_rels/slide9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3.xml"/><Relationship Id="rIdTrSnd" Type="http://schemas.openxmlformats.org/officeDocument/2006/relationships/audio" Target="../media/bubbles.wav"/></Relationships>
</file>

<file path=ppt/slides/_rels/slide9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4.xml"/><Relationship Id="rIdTrSnd" Type="http://schemas.openxmlformats.org/officeDocument/2006/relationships/audio" Target="../media/sparkle.wav"/></Relationships>
</file>

<file path=ppt/slides/_rels/slide9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5.xml"/><Relationship Id="rIdTrSnd" Type="http://schemas.openxmlformats.org/officeDocument/2006/relationships/audio" Target="../media/marimba.wav"/></Relationships>
</file>

<file path=ppt/slides/_rels/slide9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6.xml"/><Relationship Id="rIdTrSnd" Type="http://schemas.openxmlformats.org/officeDocument/2006/relationships/audio" Target="../media/harp.wav"/></Relationships>
</file>

<file path=ppt/slides/_rels/slide9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7.xml"/><Relationship Id="rIdTrSnd" Type="http://schemas.openxmlformats.org/officeDocument/2006/relationships/audio" Target="../media/chime.wav"/></Relationships>
</file>

<file path=ppt/slides/_rels/slide9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8.xml"/><Relationship Id="rIdTrSnd" Type="http://schemas.openxmlformats.org/officeDocument/2006/relationships/audio" Target="../media/whoosh.wav"/></Relationships>
</file>

<file path=ppt/slides/_rels/slide9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9.xml"/><Relationship Id="rIdTrSnd" Type="http://schemas.openxmlformats.org/officeDocument/2006/relationships/audio" Target="../media/bubbles.wav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0.xml"/><Relationship Id="rIdTrSnd" Type="http://schemas.openxmlformats.org/officeDocument/2006/relationships/audio" Target="../media/sparkle.wav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1.xml"/><Relationship Id="rIdTrSnd" Type="http://schemas.openxmlformats.org/officeDocument/2006/relationships/audio" Target="../media/marimba.wav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2.xml"/><Relationship Id="rIdTrSnd" Type="http://schemas.openxmlformats.org/officeDocument/2006/relationships/audio" Target="../media/harp.wav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3.xml"/><Relationship Id="rIdTrSnd" Type="http://schemas.openxmlformats.org/officeDocument/2006/relationships/audio" Target="../media/chime.wav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4.xml"/><Relationship Id="rIdTrSnd" Type="http://schemas.openxmlformats.org/officeDocument/2006/relationships/audio" Target="../media/whoosh.wav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5.xml"/><Relationship Id="rIdTrSnd" Type="http://schemas.openxmlformats.org/officeDocument/2006/relationships/audio" Target="../media/bubbles.wav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6.xml"/><Relationship Id="rIdTrSnd" Type="http://schemas.openxmlformats.org/officeDocument/2006/relationships/audio" Target="../media/sparkle.wav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7.xml"/><Relationship Id="rIdTrSnd" Type="http://schemas.openxmlformats.org/officeDocument/2006/relationships/audio" Target="../media/marimba.wav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8.xml"/><Relationship Id="rIdTrSnd" Type="http://schemas.openxmlformats.org/officeDocument/2006/relationships/audio" Target="../media/harp.wav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9.xml"/><Relationship Id="rIdTrSnd" Type="http://schemas.openxmlformats.org/officeDocument/2006/relationships/audio" Target="../media/chime.wav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0.xml"/><Relationship Id="rIdTrSnd" Type="http://schemas.openxmlformats.org/officeDocument/2006/relationships/audio" Target="../media/whoosh.wav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1.xml"/><Relationship Id="rIdTrSnd" Type="http://schemas.openxmlformats.org/officeDocument/2006/relationships/audio" Target="../media/bubbles.wav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2.xml"/><Relationship Id="rIdTrSnd" Type="http://schemas.openxmlformats.org/officeDocument/2006/relationships/audio" Target="../media/sparkle.wav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3.xml"/><Relationship Id="rIdTrSnd" Type="http://schemas.openxmlformats.org/officeDocument/2006/relationships/audio" Target="../media/marimba.wav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4.xml"/><Relationship Id="rIdTrSnd" Type="http://schemas.openxmlformats.org/officeDocument/2006/relationships/audio" Target="../media/harp.wav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5.xml"/><Relationship Id="rIdTrSnd" Type="http://schemas.openxmlformats.org/officeDocument/2006/relationships/audio" Target="../media/chime.wav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6.xml"/><Relationship Id="rIdTrSnd" Type="http://schemas.openxmlformats.org/officeDocument/2006/relationships/audio" Target="../media/whoosh.wav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7.xml"/><Relationship Id="rIdTrSnd" Type="http://schemas.openxmlformats.org/officeDocument/2006/relationships/audio" Target="../media/bubbles.wav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8.xml"/><Relationship Id="rIdTrSnd" Type="http://schemas.openxmlformats.org/officeDocument/2006/relationships/audio" Target="../media/sparkle.wav"/></Relationships>
</file>

<file path=ppt/slides/_rels/slide1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9.xml"/><Relationship Id="rIdTrSnd" Type="http://schemas.openxmlformats.org/officeDocument/2006/relationships/audio" Target="../media/marimba.wav"/></Relationships>
</file>

<file path=ppt/slides/_rels/slide1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0.xml"/><Relationship Id="rIdTrSnd" Type="http://schemas.openxmlformats.org/officeDocument/2006/relationships/audio" Target="../media/harp.wav"/></Relationships>
</file>

<file path=ppt/slides/_rels/slide1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1.xml"/><Relationship Id="rIdTrSnd" Type="http://schemas.openxmlformats.org/officeDocument/2006/relationships/audio" Target="../media/chime.wav"/></Relationships>
</file>

<file path=ppt/slides/_rels/slide1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2.xml"/><Relationship Id="rIdTrSnd" Type="http://schemas.openxmlformats.org/officeDocument/2006/relationships/audio" Target="../media/whoosh.wav"/></Relationships>
</file>

<file path=ppt/slides/_rels/slide1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3.xml"/><Relationship Id="rIdTrSnd" Type="http://schemas.openxmlformats.org/officeDocument/2006/relationships/audio" Target="../media/bubbles.wav"/></Relationships>
</file>

<file path=ppt/slides/_rels/slide1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4.xml"/><Relationship Id="rIdTrSnd" Type="http://schemas.openxmlformats.org/officeDocument/2006/relationships/audio" Target="../media/sparkle.wav"/></Relationships>
</file>

<file path=ppt/slides/_rels/slide1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5.xml"/><Relationship Id="rIdTrSnd" Type="http://schemas.openxmlformats.org/officeDocument/2006/relationships/audio" Target="../media/marimba.wav"/></Relationships>
</file>

<file path=ppt/slides/_rels/slide1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6.xml"/><Relationship Id="rIdTrSnd" Type="http://schemas.openxmlformats.org/officeDocument/2006/relationships/audio" Target="../media/harp.wav"/></Relationships>
</file>

<file path=ppt/slides/_rels/slide1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7.xml"/><Relationship Id="rIdTrSnd" Type="http://schemas.openxmlformats.org/officeDocument/2006/relationships/audio" Target="../media/chime.wav"/></Relationships>
</file>

<file path=ppt/slides/_rels/slide1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8.xml"/><Relationship Id="rIdTrSnd" Type="http://schemas.openxmlformats.org/officeDocument/2006/relationships/audio" Target="../media/whoosh.wav"/></Relationships>
</file>

<file path=ppt/slides/_rels/slide1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9.xml"/><Relationship Id="rIdTrSnd" Type="http://schemas.openxmlformats.org/officeDocument/2006/relationships/audio" Target="../media/bubbles.wav"/></Relationships>
</file>

<file path=ppt/slides/_rels/slide1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0.xml"/><Relationship Id="rIdTrSnd" Type="http://schemas.openxmlformats.org/officeDocument/2006/relationships/audio" Target="../media/sparkle.wav"/></Relationships>
</file>

<file path=ppt/slides/_rels/slide1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1.xml"/><Relationship Id="rIdTrSnd" Type="http://schemas.openxmlformats.org/officeDocument/2006/relationships/audio" Target="../media/marimba.wav"/></Relationships>
</file>

<file path=ppt/slides/_rels/slide1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2.xml"/><Relationship Id="rIdTrSnd" Type="http://schemas.openxmlformats.org/officeDocument/2006/relationships/audio" Target="../media/harp.wav"/></Relationships>
</file>

<file path=ppt/slides/_rels/slide1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3.xml"/><Relationship Id="rIdTrSnd" Type="http://schemas.openxmlformats.org/officeDocument/2006/relationships/audio" Target="../media/chime.wav"/></Relationships>
</file>

<file path=ppt/slides/_rels/slide1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4.xml"/><Relationship Id="rIdTrSnd" Type="http://schemas.openxmlformats.org/officeDocument/2006/relationships/audio" Target="../media/whoosh.wav"/></Relationships>
</file>

<file path=ppt/slides/_rels/slide1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5.xml"/><Relationship Id="rIdTrSnd" Type="http://schemas.openxmlformats.org/officeDocument/2006/relationships/audio" Target="../media/bubbles.wav"/></Relationships>
</file>

<file path=ppt/slides/_rels/slide1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6.xml"/><Relationship Id="rIdTrSnd" Type="http://schemas.openxmlformats.org/officeDocument/2006/relationships/audio" Target="../media/sparkle.wav"/></Relationships>
</file>

<file path=ppt/slides/_rels/slide1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7.xml"/><Relationship Id="rIdTrSnd" Type="http://schemas.openxmlformats.org/officeDocument/2006/relationships/audio" Target="../media/marimba.wav"/></Relationships>
</file>

<file path=ppt/slides/_rels/slide1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8.xml"/><Relationship Id="rIdTrSnd" Type="http://schemas.openxmlformats.org/officeDocument/2006/relationships/audio" Target="../media/harp.wav"/></Relationships>
</file>

<file path=ppt/slides/_rels/slide1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9.xml"/><Relationship Id="rIdTrSnd" Type="http://schemas.openxmlformats.org/officeDocument/2006/relationships/audio" Target="../media/chime.wav"/></Relationships>
</file>

<file path=ppt/slides/_rels/slide1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0.xml"/><Relationship Id="rIdTrSnd" Type="http://schemas.openxmlformats.org/officeDocument/2006/relationships/audio" Target="../media/whoosh.wav"/></Relationships>
</file>

<file path=ppt/slides/_rels/slide1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1.xml"/><Relationship Id="rIdTrSnd" Type="http://schemas.openxmlformats.org/officeDocument/2006/relationships/audio" Target="../media/bubbles.wav"/></Relationships>
</file>

<file path=ppt/slides/_rels/slide1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2.xml"/><Relationship Id="rIdTrSnd" Type="http://schemas.openxmlformats.org/officeDocument/2006/relationships/audio" Target="../media/sparkle.wav"/></Relationships>
</file>

<file path=ppt/slides/_rels/slide1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3.xml"/><Relationship Id="rIdTrSnd" Type="http://schemas.openxmlformats.org/officeDocument/2006/relationships/audio" Target="../media/marimba.wav"/></Relationships>
</file>

<file path=ppt/slides/_rels/slide1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4.xml"/><Relationship Id="rIdTrSnd" Type="http://schemas.openxmlformats.org/officeDocument/2006/relationships/audio" Target="../media/harp.wav"/></Relationships>
</file>

<file path=ppt/slides/_rels/slide1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5.xml"/><Relationship Id="rIdTrSnd" Type="http://schemas.openxmlformats.org/officeDocument/2006/relationships/audio" Target="../media/chime.wav"/></Relationships>
</file>

<file path=ppt/slides/_rels/slide1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6.xml"/><Relationship Id="rIdTrSnd" Type="http://schemas.openxmlformats.org/officeDocument/2006/relationships/audio" Target="../media/whoosh.wav"/></Relationships>
</file>

<file path=ppt/slides/_rels/slide1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7.xml"/><Relationship Id="rIdTrSnd" Type="http://schemas.openxmlformats.org/officeDocument/2006/relationships/audio" Target="../media/bubbles.wav"/></Relationships>
</file>

<file path=ppt/slides/_rels/slide1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8.xml"/><Relationship Id="rIdTrSnd" Type="http://schemas.openxmlformats.org/officeDocument/2006/relationships/audio" Target="../media/sparkle.wav"/></Relationships>
</file>

<file path=ppt/slides/_rels/slide1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9.xml"/><Relationship Id="rIdTrSnd" Type="http://schemas.openxmlformats.org/officeDocument/2006/relationships/audio" Target="../media/marimba.wav"/></Relationships>
</file>

<file path=ppt/slides/_rels/slide1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0.xml"/><Relationship Id="rIdTrSnd" Type="http://schemas.openxmlformats.org/officeDocument/2006/relationships/audio" Target="../media/harp.wav"/></Relationships>
</file>

<file path=ppt/slides/_rels/slide1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1.xml"/><Relationship Id="rIdTrSnd" Type="http://schemas.openxmlformats.org/officeDocument/2006/relationships/audio" Target="../media/chime.wav"/></Relationships>
</file>

<file path=ppt/slides/_rels/slide1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2.xml"/><Relationship Id="rIdTrSnd" Type="http://schemas.openxmlformats.org/officeDocument/2006/relationships/audio" Target="../media/whoosh.wav"/></Relationships>
</file>

<file path=ppt/slides/_rels/slide1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3.xml"/><Relationship Id="rIdTrSnd" Type="http://schemas.openxmlformats.org/officeDocument/2006/relationships/audio" Target="../media/bubbles.wav"/></Relationships>
</file>

<file path=ppt/slides/_rels/slide1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4.xml"/><Relationship Id="rIdTrSnd" Type="http://schemas.openxmlformats.org/officeDocument/2006/relationships/audio" Target="../media/sparkle.wav"/></Relationships>
</file>

<file path=ppt/slides/_rels/slide1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5.xml"/><Relationship Id="rIdTrSnd" Type="http://schemas.openxmlformats.org/officeDocument/2006/relationships/audio" Target="../media/marimba.wav"/></Relationships>
</file>

<file path=ppt/slides/_rels/slide15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6.xml"/><Relationship Id="rIdTrSnd" Type="http://schemas.openxmlformats.org/officeDocument/2006/relationships/audio" Target="../media/harp.wav"/></Relationships>
</file>

<file path=ppt/slides/_rels/slide1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7.xml"/><Relationship Id="rIdTrSnd" Type="http://schemas.openxmlformats.org/officeDocument/2006/relationships/audio" Target="../media/chime.wav"/></Relationships>
</file>

<file path=ppt/slides/_rels/slide15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8.xml"/><Relationship Id="rIdTrSnd" Type="http://schemas.openxmlformats.org/officeDocument/2006/relationships/audio" Target="../media/whoosh.wav"/></Relationships>
</file>

<file path=ppt/slides/_rels/slide15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9.xml"/><Relationship Id="rIdTrSnd" Type="http://schemas.openxmlformats.org/officeDocument/2006/relationships/audio" Target="../media/bubbles.wav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5F7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1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11000" dirty="0"/>
          </a:p>
        </p:txBody>
      </p:sp>
      <p:sp>
        <p:nvSpPr>
          <p:cNvPr id="12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11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11000" dirty="0"/>
          </a:p>
        </p:txBody>
      </p:sp>
    </p:spTree>
  </p:cSld>
  <p:clrMapOvr>
    <a:masterClrMapping/>
  </p:clrMapOvr>
  <p:transition spd="med">
    <p:cover dir="l"/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 animBg="1"/>
      <p:bldP spid="12" grpId="0" animBg="1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D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35EED"/>
          </a:solidFill>
          <a:ln w="12700">
            <a:solidFill>
              <a:srgbClr val="73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نِإِ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4338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AE052"/>
          </a:solidFill>
          <a:ln w="12700">
            <a:solidFill>
              <a:srgbClr val="BA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4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9DB"/>
          </a:solidFill>
          <a:ln w="12700">
            <a:solidFill>
              <a:srgbClr val="708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E"/>
          </a:solidFill>
          <a:ln w="12700">
            <a:solidFill>
              <a:srgbClr val="85477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نِبِ</a:t>
            </a:r>
            <a:endParaRPr lang="ar-SA" sz="7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5F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A1D8"/>
          </a:solidFill>
          <a:ln w="12700">
            <a:solidFill>
              <a:srgbClr val="64A1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7D1"/>
          </a:solidFill>
          <a:ln w="12700">
            <a:solidFill>
              <a:srgbClr val="47A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نِتِ</a:t>
            </a:r>
            <a:endParaRPr lang="ar-SA" sz="95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C5E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نِثِ</a:t>
            </a:r>
            <a:endParaRPr lang="ar-SA" sz="95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25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3"/>
          </a:solidFill>
          <a:ln w="12700">
            <a:solidFill>
              <a:srgbClr val="2B6433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1"/>
          </a:solidFill>
          <a:ln w="12700">
            <a:solidFill>
              <a:srgbClr val="347961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9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نِجِ</a:t>
            </a:r>
            <a:endParaRPr lang="ar-SA" sz="6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C5C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D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نِحِ</a:t>
            </a:r>
            <a:endParaRPr lang="ar-SA" sz="6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D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E"/>
          </a:solidFill>
          <a:ln w="12700">
            <a:solidFill>
              <a:srgbClr val="ED5E6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نِخِ</a:t>
            </a:r>
            <a:endParaRPr lang="ar-SA" sz="6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432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EE0"/>
          </a:solidFill>
          <a:ln w="12700">
            <a:solidFill>
              <a:srgbClr val="52DE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D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4"/>
          </a:solidFill>
          <a:ln w="12700">
            <a:solidFill>
              <a:srgbClr val="DB70A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B47"/>
          </a:solidFill>
          <a:ln w="12700">
            <a:solidFill>
              <a:srgbClr val="857B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نِدِ</a:t>
            </a:r>
            <a:endParaRPr lang="ar-SA" sz="9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ED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E"/>
          </a:solidFill>
          <a:ln w="12700">
            <a:solidFill>
              <a:srgbClr val="D864BE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9"/>
          </a:solidFill>
          <a:ln w="12700">
            <a:solidFill>
              <a:srgbClr val="D147C9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8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نِذِ</a:t>
            </a:r>
            <a:endParaRPr lang="ar-SA" sz="95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8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نِرِ</a:t>
            </a:r>
            <a:endParaRPr lang="ar-SA" sz="74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430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164"/>
          </a:solidFill>
          <a:ln w="12700">
            <a:solidFill>
              <a:srgbClr val="2B31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F3479"/>
          </a:solidFill>
          <a:ln w="12700">
            <a:solidFill>
              <a:srgbClr val="4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F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نِزِ</a:t>
            </a:r>
            <a:endParaRPr lang="ar-SA" sz="7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C5D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7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نِسِ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C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1ED5E"/>
          </a:solidFill>
          <a:ln w="12700">
            <a:solidFill>
              <a:srgbClr val="91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5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نِشِ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20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F52E0"/>
          </a:solidFill>
          <a:ln w="12700">
            <a:solidFill>
              <a:srgbClr val="BF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7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FDB70"/>
          </a:solidFill>
          <a:ln w="12700">
            <a:solidFill>
              <a:srgbClr val="BF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C"/>
          </a:solidFill>
          <a:ln w="12700">
            <a:solidFill>
              <a:srgbClr val="47856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نِصِ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7E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D664"/>
          </a:solidFill>
          <a:ln w="12700">
            <a:solidFill>
              <a:srgbClr val="D8D6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B747"/>
          </a:solidFill>
          <a:ln w="12700">
            <a:solidFill>
              <a:srgbClr val="D1B7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7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نِضِ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C5F7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نِطِ</a:t>
            </a:r>
            <a:endParaRPr lang="ar-SA" sz="9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43143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F"/>
          </a:solidFill>
          <a:ln w="12700">
            <a:solidFill>
              <a:srgbClr val="642B3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E34"/>
          </a:solidFill>
          <a:ln w="12700">
            <a:solidFill>
              <a:srgbClr val="793E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نِظِ</a:t>
            </a:r>
            <a:endParaRPr lang="ar-SA" sz="95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E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نِعِ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C5D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B5ED"/>
          </a:solidFill>
          <a:ln w="12700">
            <a:solidFill>
              <a:srgbClr val="5EB5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A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1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نِغِ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4314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9C52"/>
          </a:solidFill>
          <a:ln w="12700">
            <a:solidFill>
              <a:srgbClr val="E09C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0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9DB"/>
          </a:solidFill>
          <a:ln w="12700">
            <a:solidFill>
              <a:srgbClr val="70D9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D4785"/>
          </a:solidFill>
          <a:ln w="12700">
            <a:solidFill>
              <a:srgbClr val="5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9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نِفِ</a:t>
            </a:r>
            <a:endParaRPr lang="ar-SA" sz="92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C5F7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B9"/>
          </a:solidFill>
          <a:ln w="12700">
            <a:solidFill>
              <a:srgbClr val="64D8B9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95"/>
          </a:solidFill>
          <a:ln w="12700">
            <a:solidFill>
              <a:srgbClr val="47D195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نِقِ</a:t>
            </a:r>
            <a:endParaRPr lang="ar-SA" sz="7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E3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D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نِكِ</a:t>
            </a:r>
            <a:endParaRPr lang="ar-SA" sz="92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433E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D642B"/>
          </a:solidFill>
          <a:ln w="12700">
            <a:solidFill>
              <a:srgbClr val="4D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B7934"/>
          </a:solidFill>
          <a:ln w="12700">
            <a:solidFill>
              <a:srgbClr val="3B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9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نِلِ</a:t>
            </a:r>
            <a:endParaRPr lang="ar-SA" sz="7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C5ED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4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نِمِ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7C5D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D8"/>
          </a:solidFill>
          <a:ln w="12700">
            <a:solidFill>
              <a:srgbClr val="ED5ED8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8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8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8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8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إِنِبِ</a:t>
            </a:r>
            <a:endParaRPr lang="ar-SA" sz="62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1E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78"/>
          </a:solidFill>
          <a:ln w="12700">
            <a:solidFill>
              <a:srgbClr val="52E07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DB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C370DB"/>
          </a:solidFill>
          <a:ln w="12700">
            <a:solidFill>
              <a:srgbClr val="C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E47"/>
          </a:solidFill>
          <a:ln w="12700">
            <a:solidFill>
              <a:srgbClr val="854E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8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8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8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8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0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8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8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7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بِنِتِ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C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C64D8"/>
          </a:solidFill>
          <a:ln w="12700">
            <a:solidFill>
              <a:srgbClr val="9C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7247D1"/>
          </a:solidFill>
          <a:ln w="12700">
            <a:solidFill>
              <a:srgbClr val="7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تِنِثِ</a:t>
            </a:r>
            <a:endParaRPr lang="ar-SA" sz="8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7D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4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4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4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1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ثِنِجِ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14433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5C64"/>
          </a:solidFill>
          <a:ln w="12700">
            <a:solidFill>
              <a:srgbClr val="2B5C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4D79"/>
          </a:solidFill>
          <a:ln w="12700">
            <a:solidFill>
              <a:srgbClr val="344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جِنِحِ</a:t>
            </a:r>
            <a:endParaRPr lang="ar-SA" sz="54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4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8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حِنِخِ</a:t>
            </a:r>
            <a:endParaRPr lang="ar-SA" sz="54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E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DE5E"/>
          </a:solidFill>
          <a:ln w="12700">
            <a:solidFill>
              <a:srgbClr val="EDDE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خِنِدِ</a:t>
            </a:r>
            <a:endParaRPr lang="ar-SA" sz="84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142A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552E0"/>
          </a:solidFill>
          <a:ln w="12700">
            <a:solidFill>
              <a:srgbClr val="55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C1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A870"/>
          </a:solidFill>
          <a:ln w="12700">
            <a:solidFill>
              <a:srgbClr val="DBA8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08547"/>
          </a:solidFill>
          <a:ln w="12700">
            <a:solidFill>
              <a:srgbClr val="50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0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0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0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8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0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9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دِنِذِ</a:t>
            </a:r>
            <a:endParaRPr lang="ar-SA" sz="84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7C5C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7F64"/>
          </a:solidFill>
          <a:ln w="12700">
            <a:solidFill>
              <a:srgbClr val="D87F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5047"/>
          </a:solidFill>
          <a:ln w="12700">
            <a:solidFill>
              <a:srgbClr val="D150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0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0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0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0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ذِنِرِ</a:t>
            </a:r>
            <a:endParaRPr lang="ar-SA" sz="66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C5F7C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0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4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رِنِزِ</a:t>
            </a:r>
            <a:endParaRPr lang="ar-SA" sz="66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26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E2B64"/>
          </a:solidFill>
          <a:ln w="12700">
            <a:solidFill>
              <a:srgbClr val="5E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5E"/>
          </a:solidFill>
          <a:ln w="12700">
            <a:solidFill>
              <a:srgbClr val="79345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5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5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5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5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زِنِسِ</a:t>
            </a:r>
            <a:endParaRPr lang="ar-SA" sz="63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7E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5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5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5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5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5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5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5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F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سِنِشِ</a:t>
            </a:r>
            <a:endParaRPr lang="ar-SA" sz="6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bg>
      <p:bgPr>
        <a:solidFill>
          <a:srgbClr val="C5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BB"/>
          </a:solidFill>
          <a:ln w="12700">
            <a:solidFill>
              <a:srgbClr val="5EEDB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7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شِنِصِ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43143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72"/>
          </a:solidFill>
          <a:ln w="12700">
            <a:solidFill>
              <a:srgbClr val="E0527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A8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8D"/>
          </a:solidFill>
          <a:ln w="12700">
            <a:solidFill>
              <a:srgbClr val="70DB8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085"/>
          </a:solidFill>
          <a:ln w="12700">
            <a:solidFill>
              <a:srgbClr val="476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صِنِضِ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DB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6D864"/>
          </a:solidFill>
          <a:ln w="12700">
            <a:solidFill>
              <a:srgbClr val="66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61D147"/>
          </a:solidFill>
          <a:ln w="12700">
            <a:solidFill>
              <a:srgbClr val="61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8B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ضِنِطِ</a:t>
            </a:r>
            <a:endParaRPr lang="ar-SA" sz="78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bg>
      <p:bgPr>
        <a:solidFill>
          <a:srgbClr val="C5CC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BF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0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طِنِظِ</a:t>
            </a:r>
            <a:endParaRPr lang="ar-SA" sz="83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bg>
      <p:bgPr>
        <a:solidFill>
          <a:srgbClr val="431B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02B"/>
          </a:solidFill>
          <a:ln w="12700">
            <a:solidFill>
              <a:srgbClr val="6450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F7934"/>
          </a:solidFill>
          <a:ln w="12700">
            <a:solidFill>
              <a:srgbClr val="6F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4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4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4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B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4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ظِنِعِ</a:t>
            </a:r>
            <a:endParaRPr lang="ar-SA" sz="54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bg>
      <p:bgPr>
        <a:solidFill>
          <a:srgbClr val="C5F7D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4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4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4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3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عِنِغِ</a:t>
            </a:r>
            <a:endParaRPr lang="ar-SA" sz="54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4">
    <p:bg>
      <p:bgPr>
        <a:solidFill>
          <a:srgbClr val="E9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975EED"/>
          </a:solidFill>
          <a:ln w="12700">
            <a:solidFill>
              <a:srgbClr val="97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4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4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4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4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56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4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4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6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غِنِفِ</a:t>
            </a:r>
            <a:endParaRPr lang="ar-SA" sz="8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5">
    <p:bg>
      <p:bgPr>
        <a:solidFill>
          <a:srgbClr val="42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6E052"/>
          </a:solidFill>
          <a:ln w="12700">
            <a:solidFill>
              <a:srgbClr val="96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8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370DB"/>
          </a:solidFill>
          <a:ln w="12700">
            <a:solidFill>
              <a:srgbClr val="73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6F"/>
          </a:solidFill>
          <a:ln w="12700">
            <a:solidFill>
              <a:srgbClr val="85476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9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9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9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D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فِنِقِ</a:t>
            </a:r>
            <a:endParaRPr lang="ar-SA" sz="62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6">
    <p:bg>
      <p:bgPr>
        <a:solidFill>
          <a:srgbClr val="C5E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83D8"/>
          </a:solidFill>
          <a:ln w="12700">
            <a:solidFill>
              <a:srgbClr val="6483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83D1"/>
          </a:solidFill>
          <a:ln w="12700">
            <a:solidFill>
              <a:srgbClr val="4783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5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B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8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قِنِكِ</a:t>
            </a:r>
            <a:endParaRPr lang="ar-SA" sz="8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7">
    <p:bg>
      <p:bgPr>
        <a:solidFill>
          <a:srgbClr val="F7C5D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0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0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0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0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0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0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9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كِنِلِ</a:t>
            </a:r>
            <a:endParaRPr lang="ar-SA" sz="65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8">
    <p:bg>
      <p:bgPr>
        <a:solidFill>
          <a:srgbClr val="18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42"/>
          </a:solidFill>
          <a:ln w="12700">
            <a:solidFill>
              <a:srgbClr val="2B6442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72"/>
          </a:solidFill>
          <a:ln w="12700">
            <a:solidFill>
              <a:srgbClr val="34797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9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9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9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7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لِنِمِ</a:t>
            </a:r>
            <a:endParaRPr lang="ar-SA" sz="6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9">
    <p:bg>
      <p:bgPr>
        <a:solidFill>
          <a:srgbClr val="C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9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9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9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9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B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9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9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مِنِإِ</a:t>
            </a:r>
            <a:endParaRPr lang="ar-SA" sz="62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0">
    <p:bg>
      <p:bgPr>
        <a:solidFill>
          <a:srgbClr val="F7DD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745E"/>
          </a:solidFill>
          <a:ln w="12700">
            <a:solidFill>
              <a:srgbClr val="ED74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58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58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إِنِ</a:t>
            </a:r>
            <a:endParaRPr lang="ar-SA" sz="7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1">
    <p:bg>
      <p:bgPr>
        <a:solidFill>
          <a:srgbClr val="14433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B9E0"/>
          </a:solidFill>
          <a:ln w="12700">
            <a:solidFill>
              <a:srgbClr val="52B9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A3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88"/>
          </a:solidFill>
          <a:ln w="12700">
            <a:solidFill>
              <a:srgbClr val="DB7088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E8547"/>
          </a:solidFill>
          <a:ln w="12700">
            <a:solidFill>
              <a:srgbClr val="7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55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55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5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5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بِنِ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2">
    <p:bg>
      <p:bgPr>
        <a:solidFill>
          <a:srgbClr val="F7C5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A0"/>
          </a:solidFill>
          <a:ln w="12700">
            <a:solidFill>
              <a:srgbClr val="D864A0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A6"/>
          </a:solidFill>
          <a:ln w="12700">
            <a:solidFill>
              <a:srgbClr val="D147A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9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تِنِ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3">
    <p:bg>
      <p:bgPr>
        <a:solidFill>
          <a:srgbClr val="E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B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ثِنِ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4">
    <p:bg>
      <p:bgPr>
        <a:solidFill>
          <a:srgbClr val="142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32B64"/>
          </a:solidFill>
          <a:ln w="12700">
            <a:solidFill>
              <a:srgbClr val="33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613479"/>
          </a:solidFill>
          <a:ln w="12700">
            <a:solidFill>
              <a:srgbClr val="61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9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9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C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جِنِ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5">
    <p:bg>
      <p:bgPr>
        <a:solidFill>
          <a:srgbClr val="F7C5C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4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حِنِ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6">
    <p:bg>
      <p:bgPr>
        <a:solidFill>
          <a:srgbClr val="C5F7D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6DED5E"/>
          </a:solidFill>
          <a:ln w="12700">
            <a:solidFill>
              <a:srgbClr val="6D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A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3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خِنِ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7">
    <p:bg>
      <p:bgPr>
        <a:solidFill>
          <a:srgbClr val="2D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DD"/>
          </a:solidFill>
          <a:ln w="12700">
            <a:solidFill>
              <a:srgbClr val="E052D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BD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3DB70"/>
          </a:solidFill>
          <a:ln w="12700">
            <a:solidFill>
              <a:srgbClr val="A3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7C"/>
          </a:solidFill>
          <a:ln w="12700">
            <a:solidFill>
              <a:srgbClr val="47857C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5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7B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دِنِ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8">
    <p:bg>
      <p:bgPr>
        <a:solidFill>
          <a:srgbClr val="F7EE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DD864"/>
          </a:solidFill>
          <a:ln w="12700">
            <a:solidFill>
              <a:srgbClr val="BD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C8D147"/>
          </a:solidFill>
          <a:ln w="12700">
            <a:solidFill>
              <a:srgbClr val="C8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58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58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7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ذِنِ</a:t>
            </a:r>
            <a:endParaRPr lang="ar-SA" sz="73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9">
    <p:bg>
      <p:bgPr>
        <a:solidFill>
          <a:srgbClr val="C5F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66CC"/>
          </a:solidFill>
          <a:ln w="12700">
            <a:solidFill>
              <a:srgbClr val="AA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BF"/>
          </a:solidFill>
          <a:ln w="12700">
            <a:solidFill>
              <a:srgbClr val="BF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9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رِنِ</a:t>
            </a:r>
            <a:endParaRPr lang="ar-SA" sz="73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0">
    <p:bg>
      <p:bgPr>
        <a:solidFill>
          <a:srgbClr val="4314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31"/>
          </a:solidFill>
          <a:ln w="12700">
            <a:solidFill>
              <a:srgbClr val="642B31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5034"/>
          </a:solidFill>
          <a:ln w="12700">
            <a:solidFill>
              <a:srgbClr val="7950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5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A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زِنِ</a:t>
            </a:r>
            <a:endParaRPr lang="ar-SA" sz="73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1">
    <p:bg>
      <p:bgPr>
        <a:solidFill>
          <a:srgbClr val="D4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50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50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2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0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سِنِ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2">
    <p:bg>
      <p:bgPr>
        <a:solidFill>
          <a:srgbClr val="C5C6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90ED"/>
          </a:solidFill>
          <a:ln w="12700">
            <a:solidFill>
              <a:srgbClr val="5E90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50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50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6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0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0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E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شِنِ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3">
    <p:bg>
      <p:bgPr>
        <a:solidFill>
          <a:srgbClr val="4321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C052"/>
          </a:solidFill>
          <a:ln w="12700">
            <a:solidFill>
              <a:srgbClr val="E0C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6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BEDB"/>
          </a:solidFill>
          <a:ln w="12700">
            <a:solidFill>
              <a:srgbClr val="70BE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D4785"/>
          </a:solidFill>
          <a:ln w="12700">
            <a:solidFill>
              <a:srgbClr val="6D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9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9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صِنِ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4">
    <p:bg>
      <p:bgPr>
        <a:solidFill>
          <a:srgbClr val="C5F7E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D6"/>
          </a:solidFill>
          <a:ln w="12700">
            <a:solidFill>
              <a:srgbClr val="64D8D6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B8"/>
          </a:solidFill>
          <a:ln w="12700">
            <a:solidFill>
              <a:srgbClr val="47D1B8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ضِنِ</a:t>
            </a:r>
            <a:endParaRPr lang="ar-SA" sz="71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5">
    <p:bg>
      <p:bgPr>
        <a:solidFill>
          <a:srgbClr val="F0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طِنِ</a:t>
            </a:r>
            <a:endParaRPr lang="ar-SA" sz="71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6">
    <p:bg>
      <p:bgPr>
        <a:solidFill>
          <a:srgbClr val="3C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F642B"/>
          </a:solidFill>
          <a:ln w="12700">
            <a:solidFill>
              <a:srgbClr val="3F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3E"/>
          </a:solidFill>
          <a:ln w="12700">
            <a:solidFill>
              <a:srgbClr val="34793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58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58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ظِنِ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7">
    <p:bg>
      <p:bgPr>
        <a:solidFill>
          <a:srgbClr val="C5E1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855C"/>
          </a:solidFill>
          <a:ln w="12700">
            <a:solidFill>
              <a:srgbClr val="D685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7333"/>
          </a:solidFill>
          <a:ln w="12700">
            <a:solidFill>
              <a:srgbClr val="CC73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9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9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7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A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عِنِ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8">
    <p:bg>
      <p:bgPr>
        <a:solidFill>
          <a:srgbClr val="F7C5D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B4"/>
          </a:solidFill>
          <a:ln w="12700">
            <a:solidFill>
              <a:srgbClr val="ED5EB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9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9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A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9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9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9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80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غِنِ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6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9">
    <p:bg>
      <p:bgPr>
        <a:solidFill>
          <a:srgbClr val="14431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9D"/>
          </a:solidFill>
          <a:ln w="12700">
            <a:solidFill>
              <a:srgbClr val="52E09D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0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D9"/>
          </a:solidFill>
          <a:ln w="12700">
            <a:solidFill>
              <a:srgbClr val="DB70D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5D47"/>
          </a:solidFill>
          <a:ln w="12700">
            <a:solidFill>
              <a:srgbClr val="855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58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58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D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5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فِنِ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0">
    <p:bg>
      <p:bgPr>
        <a:solidFill>
          <a:srgbClr val="D5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B964D8"/>
          </a:solidFill>
          <a:ln w="12700">
            <a:solidFill>
              <a:srgbClr val="B9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9647D1"/>
          </a:solidFill>
          <a:ln w="12700">
            <a:solidFill>
              <a:srgbClr val="96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5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5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A0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قِنِ</a:t>
            </a:r>
            <a:endParaRPr lang="ar-SA" sz="71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1">
    <p:bg>
      <p:bgPr>
        <a:solidFill>
          <a:srgbClr val="F7E3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58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58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6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8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8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5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كِنِ</a:t>
            </a:r>
            <a:endParaRPr lang="ar-SA" sz="71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2">
    <p:bg>
      <p:bgPr>
        <a:solidFill>
          <a:srgbClr val="14433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4D64"/>
          </a:solidFill>
          <a:ln w="12700">
            <a:solidFill>
              <a:srgbClr val="2B4D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3B79"/>
          </a:solidFill>
          <a:ln w="12700">
            <a:solidFill>
              <a:srgbClr val="343B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5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5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3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7C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لِنِ</a:t>
            </a:r>
            <a:endParaRPr lang="ar-SA" sz="71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3">
    <p:bg>
      <p:bgPr>
        <a:solidFill>
          <a:srgbClr val="F7C5E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56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56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4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56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56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A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مِنِ</a:t>
            </a:r>
            <a:endParaRPr lang="ar-SA" sz="71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4">
    <p:bg>
      <p:bgPr>
        <a:solidFill>
          <a:srgbClr val="DF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D8ED5E"/>
          </a:solidFill>
          <a:ln w="12700">
            <a:solidFill>
              <a:srgbClr val="D8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3063240" y="1051560"/>
            <a:ext cx="3017520" cy="3017520"/>
          </a:xfrm>
          <a:prstGeom prst="ellipse">
            <a:avLst/>
          </a:prstGeom>
          <a:solidFill>
            <a:srgbClr val="FFFFFF"/>
          </a:solidFill>
          <a:ln w="127000">
            <a:solidFill>
              <a:srgbClr val="3A8FD9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9100" dirty="0"/>
          </a:p>
        </p:txBody>
      </p:sp>
      <p:sp>
        <p:nvSpPr>
          <p:cNvPr id="20" name="C2 K1 kasrah"/>
          <p:cNvSpPr txBox="1"/>
          <p:nvPr/>
        </p:nvSpPr>
        <p:spPr>
          <a:xfrm>
            <a:off x="3063240" y="1051560"/>
            <a:ext cx="3017520" cy="30175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9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91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</p:bldLst>
  </p:timing>
</p:sld>
</file>

<file path=ppt/slides/slide7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5">
    <p:bg>
      <p:bgPr>
        <a:solidFill>
          <a:srgbClr val="141E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952E0"/>
          </a:solidFill>
          <a:ln w="12700">
            <a:solidFill>
              <a:srgbClr val="79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DB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C370"/>
          </a:solidFill>
          <a:ln w="12700">
            <a:solidFill>
              <a:srgbClr val="DBC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4E"/>
          </a:solidFill>
          <a:ln w="12700">
            <a:solidFill>
              <a:srgbClr val="47854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1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يِإِ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7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6">
    <p:bg>
      <p:bgPr>
        <a:solidFill>
          <a:srgbClr val="F7C8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9C64"/>
          </a:solidFill>
          <a:ln w="12700">
            <a:solidFill>
              <a:srgbClr val="D89C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7347"/>
          </a:solidFill>
          <a:ln w="12700">
            <a:solidFill>
              <a:srgbClr val="D173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52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يِبِ</a:t>
            </a:r>
            <a:endParaRPr lang="ar-SA" sz="7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7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7">
    <p:bg>
      <p:bgPr>
        <a:solidFill>
          <a:srgbClr val="C5F7D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2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يِتِ</a:t>
            </a:r>
            <a:endParaRPr lang="ar-SA" sz="77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7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8">
    <p:bg>
      <p:bgPr>
        <a:solidFill>
          <a:srgbClr val="33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5B"/>
          </a:solidFill>
          <a:ln w="12700">
            <a:solidFill>
              <a:srgbClr val="642B5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4C"/>
          </a:solidFill>
          <a:ln w="12700">
            <a:solidFill>
              <a:srgbClr val="79344C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4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5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يِثِ</a:t>
            </a:r>
            <a:endParaRPr lang="ar-SA" sz="77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7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9">
    <p:bg>
      <p:bgPr>
        <a:solidFill>
          <a:srgbClr val="F7F4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70D6"/>
          </a:solidFill>
          <a:ln w="12700">
            <a:solidFill>
              <a:srgbClr val="5C70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40CC"/>
          </a:solidFill>
          <a:ln w="12700">
            <a:solidFill>
              <a:srgbClr val="3340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30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2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يِجِ</a:t>
            </a:r>
            <a:endParaRPr lang="ar-SA" sz="61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0">
    <p:bg>
      <p:bgPr>
        <a:solidFill>
          <a:srgbClr val="C5EB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DF"/>
          </a:solidFill>
          <a:ln w="12700">
            <a:solidFill>
              <a:srgbClr val="5EEDD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A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يِحِ</a:t>
            </a:r>
            <a:endParaRPr lang="ar-SA" sz="61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1">
    <p:bg>
      <p:bgPr>
        <a:solidFill>
          <a:srgbClr val="43142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652"/>
          </a:solidFill>
          <a:ln w="12700">
            <a:solidFill>
              <a:srgbClr val="E056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C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A9"/>
          </a:solidFill>
          <a:ln w="12700">
            <a:solidFill>
              <a:srgbClr val="70DBA9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5085"/>
          </a:solidFill>
          <a:ln w="12700">
            <a:solidFill>
              <a:srgbClr val="4750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يِخِ</a:t>
            </a:r>
            <a:endParaRPr lang="ar-SA" sz="61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2">
    <p:bg>
      <p:bgPr>
        <a:solidFill>
          <a:srgbClr val="CE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7F"/>
          </a:solidFill>
          <a:ln w="12700">
            <a:solidFill>
              <a:srgbClr val="64D87F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51"/>
          </a:solidFill>
          <a:ln w="12700">
            <a:solidFill>
              <a:srgbClr val="47D15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7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يِدِ</a:t>
            </a:r>
            <a:endParaRPr lang="ar-SA" sz="77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3">
    <p:bg>
      <p:bgPr>
        <a:solidFill>
          <a:srgbClr val="C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يِذِ</a:t>
            </a:r>
            <a:endParaRPr lang="ar-SA" sz="77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8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4">
    <p:bg>
      <p:bgPr>
        <a:solidFill>
          <a:srgbClr val="4327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5E2B"/>
          </a:solidFill>
          <a:ln w="12700">
            <a:solidFill>
              <a:srgbClr val="645E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D7934"/>
          </a:solidFill>
          <a:ln w="12700">
            <a:solidFill>
              <a:srgbClr val="5D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91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يِرِ</a:t>
            </a:r>
            <a:endParaRPr lang="ar-SA" sz="74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8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5">
    <p:bg>
      <p:bgPr>
        <a:solidFill>
          <a:srgbClr val="C5F7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0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يِزِ</a:t>
            </a:r>
            <a:endParaRPr lang="ar-SA" sz="74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6">
    <p:bg>
      <p:bgPr>
        <a:solidFill>
          <a:srgbClr val="F6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C5EED"/>
          </a:solidFill>
          <a:ln w="12700">
            <a:solidFill>
              <a:srgbClr val="BC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يِسِ</a:t>
            </a:r>
            <a:endParaRPr lang="ar-SA" sz="71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8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7">
    <p:bg>
      <p:bgPr>
        <a:solidFill>
          <a:srgbClr val="36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71E052"/>
          </a:solidFill>
          <a:ln w="12700">
            <a:solidFill>
              <a:srgbClr val="71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A9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E70DB"/>
          </a:solidFill>
          <a:ln w="12700">
            <a:solidFill>
              <a:srgbClr val="8E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F"/>
          </a:solidFill>
          <a:ln w="12700">
            <a:solidFill>
              <a:srgbClr val="85475F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8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0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يِشِ</a:t>
            </a:r>
            <a:endParaRPr lang="ar-SA" sz="71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8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8">
    <p:bg>
      <p:bgPr>
        <a:solidFill>
          <a:srgbClr val="C5D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66D8"/>
          </a:solidFill>
          <a:ln w="12700">
            <a:solidFill>
              <a:srgbClr val="6466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60D1"/>
          </a:solidFill>
          <a:ln w="12700">
            <a:solidFill>
              <a:srgbClr val="4760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8C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يِصِ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8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9">
    <p:bg>
      <p:bgPr>
        <a:solidFill>
          <a:srgbClr val="F7C5C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يِضِ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0">
    <p:bg>
      <p:bgPr>
        <a:solidFill>
          <a:srgbClr val="1443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0"/>
          </a:solidFill>
          <a:ln w="12700">
            <a:solidFill>
              <a:srgbClr val="2B6450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6F79"/>
          </a:solidFill>
          <a:ln w="12700">
            <a:solidFill>
              <a:srgbClr val="346F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يِطِ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1">
    <p:bg>
      <p:bgPr>
        <a:solidFill>
          <a:srgbClr val="DB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ADD65C"/>
          </a:solidFill>
          <a:ln w="12700">
            <a:solidFill>
              <a:srgbClr val="AD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8CCC33"/>
          </a:solidFill>
          <a:ln w="12700">
            <a:solidFill>
              <a:srgbClr val="8C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9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3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يِظِ</a:t>
            </a:r>
            <a:endParaRPr lang="ar-SA" sz="77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2">
    <p:bg>
      <p:bgPr>
        <a:solidFill>
          <a:srgbClr val="F7EA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985E"/>
          </a:solidFill>
          <a:ln w="12700">
            <a:solidFill>
              <a:srgbClr val="ED98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55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6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يِعِ</a:t>
            </a:r>
            <a:endParaRPr lang="ar-SA" sz="61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3">
    <p:bg>
      <p:bgPr>
        <a:solidFill>
          <a:srgbClr val="1442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95E0"/>
          </a:solidFill>
          <a:ln w="12700">
            <a:solidFill>
              <a:srgbClr val="5295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F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370"/>
          </a:solidFill>
          <a:ln w="12700">
            <a:solidFill>
              <a:srgbClr val="DB73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6E8547"/>
          </a:solidFill>
          <a:ln w="12700">
            <a:solidFill>
              <a:srgbClr val="6E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B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8E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يِغِ</a:t>
            </a:r>
            <a:endParaRPr lang="ar-SA" sz="61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9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4">
    <p:bg>
      <p:bgPr>
        <a:solidFill>
          <a:srgbClr val="F7C5E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82"/>
          </a:solidFill>
          <a:ln w="12700">
            <a:solidFill>
              <a:srgbClr val="D86482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83"/>
          </a:solidFill>
          <a:ln w="12700">
            <a:solidFill>
              <a:srgbClr val="D14783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B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يِفِ</a:t>
            </a:r>
            <a:endParaRPr lang="ar-SA" sz="77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5">
    <p:bg>
      <p:bgPr>
        <a:solidFill>
          <a:srgbClr val="D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4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يِقِ</a:t>
            </a:r>
            <a:endParaRPr lang="ar-SA" sz="7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9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6">
    <p:bg>
      <p:bgPr>
        <a:solidFill>
          <a:srgbClr val="1418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422B64"/>
          </a:solidFill>
          <a:ln w="12700">
            <a:solidFill>
              <a:srgbClr val="42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33479"/>
          </a:solidFill>
          <a:ln w="12700">
            <a:solidFill>
              <a:srgbClr val="73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C8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9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يِكِ</a:t>
            </a:r>
            <a:endParaRPr lang="ar-SA" sz="77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9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7">
    <p:bg>
      <p:bgPr>
        <a:solidFill>
          <a:srgbClr val="F7CF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B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1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يِلِ</a:t>
            </a:r>
            <a:endParaRPr lang="ar-SA" sz="73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9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8">
    <p:bg>
      <p:bgPr>
        <a:solidFill>
          <a:srgbClr val="C5F7D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66C6"/>
          </a:solidFill>
          <a:ln w="12700">
            <a:solidFill>
              <a:srgbClr val="5366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74"/>
          </a:solidFill>
          <a:ln w="12700">
            <a:solidFill>
              <a:srgbClr val="5EED74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8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يِمِ</a:t>
            </a:r>
            <a:endParaRPr lang="ar-SA" sz="71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9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9">
    <p:bg>
      <p:bgPr>
        <a:solidFill>
          <a:srgbClr val="39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B8"/>
          </a:solidFill>
          <a:ln w="12700">
            <a:solidFill>
              <a:srgbClr val="E052B8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A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88DB70"/>
          </a:solidFill>
          <a:ln w="12700">
            <a:solidFill>
              <a:srgbClr val="8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7E85"/>
          </a:solidFill>
          <a:ln w="12700">
            <a:solidFill>
              <a:srgbClr val="477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يِنِ</a:t>
            </a:r>
            <a:endParaRPr lang="ar-SA" sz="71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0">
    <p:bg>
      <p:bgPr>
        <a:solidFill>
          <a:srgbClr val="F3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9FD864"/>
          </a:solidFill>
          <a:ln w="12700">
            <a:solidFill>
              <a:srgbClr val="9F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A5D147"/>
          </a:solidFill>
          <a:ln w="12700">
            <a:solidFill>
              <a:srgbClr val="A5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3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4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يِهِ</a:t>
            </a:r>
            <a:endParaRPr lang="ar-SA" sz="77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0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1">
    <p:bg>
      <p:bgPr>
        <a:solidFill>
          <a:srgbClr val="C5E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67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3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7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يِوِ</a:t>
            </a:r>
            <a:endParaRPr lang="ar-SA" sz="72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0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2">
    <p:bg>
      <p:bgPr>
        <a:solidFill>
          <a:srgbClr val="43142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342B"/>
          </a:solidFill>
          <a:ln w="12700">
            <a:solidFill>
              <a:srgbClr val="643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6134"/>
          </a:solidFill>
          <a:ln w="12700">
            <a:solidFill>
              <a:srgbClr val="7961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9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8B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إِيِبِ</a:t>
            </a:r>
            <a:endParaRPr lang="ar-SA" sz="62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3">
    <p:bg>
      <p:bgPr>
        <a:solidFill>
          <a:srgbClr val="C8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C25CD6"/>
          </a:solidFill>
          <a:ln w="12700">
            <a:solidFill>
              <a:srgbClr val="C2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BF33CC"/>
          </a:solidFill>
          <a:ln w="12700">
            <a:solidFill>
              <a:srgbClr val="BF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C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63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بِيِتِ</a:t>
            </a:r>
            <a:endParaRPr lang="ar-SA" sz="68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4">
    <p:bg>
      <p:bgPr>
        <a:solidFill>
          <a:srgbClr val="D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6CED"/>
          </a:solidFill>
          <a:ln w="12700">
            <a:solidFill>
              <a:srgbClr val="5E6C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E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3B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تِيِثِ</a:t>
            </a:r>
            <a:endParaRPr lang="ar-SA" sz="68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0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5">
    <p:bg>
      <p:bgPr>
        <a:solidFill>
          <a:srgbClr val="432D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DCE052"/>
          </a:solidFill>
          <a:ln w="12700">
            <a:solidFill>
              <a:srgbClr val="DC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BC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A2DB"/>
          </a:solidFill>
          <a:ln w="12700">
            <a:solidFill>
              <a:srgbClr val="70A2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7C4785"/>
          </a:solidFill>
          <a:ln w="12700">
            <a:solidFill>
              <a:srgbClr val="7C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7A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4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ثِيِجِ</a:t>
            </a:r>
            <a:endParaRPr lang="ar-SA" sz="54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0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6">
    <p:bg>
      <p:bgPr>
        <a:solidFill>
          <a:srgbClr val="C5F7E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BCD8"/>
          </a:solidFill>
          <a:ln w="12700">
            <a:solidFill>
              <a:srgbClr val="64BC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C7D1"/>
          </a:solidFill>
          <a:ln w="12700">
            <a:solidFill>
              <a:srgbClr val="47C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4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7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جِيِحِ</a:t>
            </a:r>
            <a:endParaRPr lang="ar-SA" sz="54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0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7">
    <p:bg>
      <p:bgPr>
        <a:solidFill>
          <a:srgbClr val="F7C5F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AA66"/>
          </a:solidFill>
          <a:ln w="12700">
            <a:solidFill>
              <a:srgbClr val="CCAA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BF40"/>
          </a:solidFill>
          <a:ln w="12700">
            <a:solidFill>
              <a:srgbClr val="BF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3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9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حِيِخِ</a:t>
            </a:r>
            <a:endParaRPr lang="ar-SA" sz="54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0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8">
    <p:bg>
      <p:bgPr>
        <a:solidFill>
          <a:srgbClr val="30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30642B"/>
          </a:solidFill>
          <a:ln w="12700">
            <a:solidFill>
              <a:srgbClr val="30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50"/>
          </a:solidFill>
          <a:ln w="12700">
            <a:solidFill>
              <a:srgbClr val="347950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6F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A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خِيِدِ</a:t>
            </a:r>
            <a:endParaRPr lang="ar-SA" sz="6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0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9">
    <p:bg>
      <p:bgPr>
        <a:solidFill>
          <a:srgbClr val="C5D4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A3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85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دِيِذِ</a:t>
            </a:r>
            <a:endParaRPr lang="ar-SA" sz="68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0">
    <p:bg>
      <p:bgPr>
        <a:solidFill>
          <a:srgbClr val="F7C5C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B3C653"/>
          </a:solidFill>
          <a:ln w="12700">
            <a:solidFill>
              <a:srgbClr val="B3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8F"/>
          </a:solidFill>
          <a:ln w="12700">
            <a:solidFill>
              <a:srgbClr val="ED5E8F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D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5D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ذِيِرِ</a:t>
            </a:r>
            <a:endParaRPr lang="ar-SA" sz="66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1">
    <p:bg>
      <p:bgPr>
        <a:solidFill>
          <a:srgbClr val="14432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C1"/>
          </a:solidFill>
          <a:ln w="12700">
            <a:solidFill>
              <a:srgbClr val="52E0C1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D6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BD"/>
          </a:solidFill>
          <a:ln w="12700">
            <a:solidFill>
              <a:srgbClr val="DB70BD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6D47"/>
          </a:solidFill>
          <a:ln w="12700">
            <a:solidFill>
              <a:srgbClr val="856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A7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3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6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رِيِزِ</a:t>
            </a:r>
            <a:endParaRPr lang="ar-SA" sz="66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2">
    <p:bg>
      <p:bgPr>
        <a:solidFill>
          <a:srgbClr val="E1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764D8"/>
          </a:solidFill>
          <a:ln w="12700">
            <a:solidFill>
              <a:srgbClr val="D7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B947D1"/>
          </a:solidFill>
          <a:ln w="12700">
            <a:solidFill>
              <a:srgbClr val="B9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72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4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زِيِسِ</a:t>
            </a:r>
            <a:endParaRPr lang="ar-SA" sz="63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3">
    <p:bg>
      <p:bgPr>
        <a:solidFill>
          <a:srgbClr val="F7F0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3E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7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سِيِشِ</a:t>
            </a:r>
            <a:endParaRPr lang="ar-SA" sz="63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4">
    <p:bg>
      <p:bgPr>
        <a:solidFill>
          <a:srgbClr val="14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E64"/>
          </a:solidFill>
          <a:ln w="12700">
            <a:solidFill>
              <a:srgbClr val="2B3E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F3479"/>
          </a:solidFill>
          <a:ln w="12700">
            <a:solidFill>
              <a:srgbClr val="3F34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42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9F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شِيِصِ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5">
    <p:bg>
      <p:bgPr>
        <a:solidFill>
          <a:srgbClr val="F7C5E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85"/>
          </a:solidFill>
          <a:ln w="12700">
            <a:solidFill>
              <a:srgbClr val="5CD685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73"/>
          </a:solidFill>
          <a:ln w="12700">
            <a:solidFill>
              <a:srgbClr val="33CC7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7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A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1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صِيِضِ</a:t>
            </a:r>
            <a:endParaRPr lang="ar-SA" sz="61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6">
    <p:bg>
      <p:bgPr>
        <a:solidFill>
          <a:srgbClr val="D2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B3ED5E"/>
          </a:solidFill>
          <a:ln w="12700">
            <a:solidFill>
              <a:srgbClr val="B3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A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8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ضِيِطِ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7">
    <p:bg>
      <p:bgPr>
        <a:solidFill>
          <a:srgbClr val="15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9E52E0"/>
          </a:solidFill>
          <a:ln w="12700">
            <a:solidFill>
              <a:srgbClr val="9E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EF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8DB70"/>
          </a:solidFill>
          <a:ln w="12700">
            <a:solidFill>
              <a:srgbClr val="D8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5E"/>
          </a:solidFill>
          <a:ln w="12700">
            <a:solidFill>
              <a:srgbClr val="47855E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3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7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طِيِظِ</a:t>
            </a:r>
            <a:endParaRPr lang="ar-SA" sz="68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8">
    <p:bg>
      <p:bgPr>
        <a:solidFill>
          <a:srgbClr val="F7D5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BA64"/>
          </a:solidFill>
          <a:ln w="12700">
            <a:solidFill>
              <a:srgbClr val="D8BA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9647"/>
          </a:solidFill>
          <a:ln w="12700">
            <a:solidFill>
              <a:srgbClr val="D196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9F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2F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ظِيِعِ</a:t>
            </a:r>
            <a:endParaRPr lang="ar-SA" sz="54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9">
    <p:bg>
      <p:bgPr>
        <a:solidFill>
          <a:srgbClr val="C5F7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66CC"/>
          </a:solidFill>
          <a:ln w="12700">
            <a:solidFill>
              <a:srgbClr val="6666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40BF"/>
          </a:solidFill>
          <a:ln w="12700">
            <a:solidFill>
              <a:srgbClr val="6A40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6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55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5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عِيِغِ</a:t>
            </a:r>
            <a:endParaRPr lang="ar-SA" sz="54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0">
    <p:bg>
      <p:bgPr>
        <a:solidFill>
          <a:srgbClr val="3F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2B4D"/>
          </a:solidFill>
          <a:ln w="12700">
            <a:solidFill>
              <a:srgbClr val="642B4D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3A"/>
          </a:solidFill>
          <a:ln w="12700">
            <a:solidFill>
              <a:srgbClr val="79343A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3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7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غِيِفِ</a:t>
            </a:r>
            <a:endParaRPr lang="ar-SA" sz="68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1">
    <p:bg>
      <p:bgPr>
        <a:solidFill>
          <a:srgbClr val="ED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855CD6"/>
          </a:solidFill>
          <a:ln w="12700">
            <a:solidFill>
              <a:srgbClr val="855C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7333CC"/>
          </a:solidFill>
          <a:ln w="12700">
            <a:solidFill>
              <a:srgbClr val="7333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4A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5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فِيِقِ</a:t>
            </a:r>
            <a:endParaRPr lang="ar-SA" sz="62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2">
    <p:bg>
      <p:bgPr>
        <a:solidFill>
          <a:srgbClr val="C5D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B3"/>
          </a:solidFill>
          <a:ln w="12700">
            <a:solidFill>
              <a:srgbClr val="C653B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D7ED"/>
          </a:solidFill>
          <a:ln w="12700">
            <a:solidFill>
              <a:srgbClr val="5ED7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7E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A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قِيِكِ</a:t>
            </a:r>
            <a:endParaRPr lang="ar-SA" sz="68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3">
    <p:bg>
      <p:bgPr>
        <a:solidFill>
          <a:srgbClr val="43141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7A52"/>
          </a:solidFill>
          <a:ln w="12700">
            <a:solidFill>
              <a:srgbClr val="E07A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DC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C4"/>
          </a:solidFill>
          <a:ln w="12700">
            <a:solidFill>
              <a:srgbClr val="70DBC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F4785"/>
          </a:solidFill>
          <a:ln w="12700">
            <a:solidFill>
              <a:srgbClr val="4F47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7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8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9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3300" dirty="0"/>
          </a:p>
        </p:txBody>
      </p:sp>
      <p:sp>
        <p:nvSpPr>
          <p:cNvPr id="20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3300" dirty="0"/>
          </a:p>
        </p:txBody>
      </p:sp>
      <p:sp>
        <p:nvSpPr>
          <p:cNvPr id="21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3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4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B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300" dirty="0"/>
          </a:p>
        </p:txBody>
      </p:sp>
      <p:sp>
        <p:nvSpPr>
          <p:cNvPr id="26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300" dirty="0"/>
          </a:p>
        </p:txBody>
      </p:sp>
      <p:sp>
        <p:nvSpPr>
          <p:cNvPr id="27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7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كِيِلِ</a:t>
            </a:r>
            <a:endParaRPr lang="ar-SA" sz="65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</p:bldLst>
  </p:timing>
</p:sld>
</file>

<file path=ppt/slides/slide1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4">
    <p:bg>
      <p:bgPr>
        <a:solidFill>
          <a:srgbClr val="C5F7C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D89D"/>
          </a:solidFill>
          <a:ln w="12700">
            <a:solidFill>
              <a:srgbClr val="64D89D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D174"/>
          </a:solidFill>
          <a:ln w="12700">
            <a:solidFill>
              <a:srgbClr val="47D174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C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2E5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لِيِمِ</a:t>
            </a:r>
            <a:endParaRPr lang="ar-SA" sz="63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5">
    <p:bg>
      <p:bgPr>
        <a:solidFill>
          <a:srgbClr val="D7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66"/>
          </a:solidFill>
          <a:ln w="12700">
            <a:solidFill>
              <a:srgbClr val="CC66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6A40"/>
          </a:solidFill>
          <a:ln w="12700">
            <a:solidFill>
              <a:srgbClr val="BF6A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3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3300" dirty="0"/>
          </a:p>
        </p:txBody>
      </p:sp>
      <p:sp>
        <p:nvSpPr>
          <p:cNvPr id="16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3300" dirty="0"/>
          </a:p>
        </p:txBody>
      </p:sp>
      <p:sp>
        <p:nvSpPr>
          <p:cNvPr id="17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9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0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97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300" dirty="0"/>
          </a:p>
        </p:txBody>
      </p:sp>
      <p:sp>
        <p:nvSpPr>
          <p:cNvPr id="22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300" dirty="0"/>
          </a:p>
        </p:txBody>
      </p:sp>
      <p:sp>
        <p:nvSpPr>
          <p:cNvPr id="23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3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مِيِنِ</a:t>
            </a:r>
            <a:endParaRPr lang="ar-SA" sz="63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6">
    <p:bg>
      <p:bgPr>
        <a:solidFill>
          <a:srgbClr val="433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B642B"/>
          </a:solidFill>
          <a:ln w="12700">
            <a:solidFill>
              <a:srgbClr val="5B64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4C7934"/>
          </a:solidFill>
          <a:ln w="12700">
            <a:solidFill>
              <a:srgbClr val="4C79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4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5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3300" dirty="0"/>
          </a:p>
        </p:txBody>
      </p:sp>
      <p:sp>
        <p:nvSpPr>
          <p:cNvPr id="17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3300" dirty="0"/>
          </a:p>
        </p:txBody>
      </p:sp>
      <p:sp>
        <p:nvSpPr>
          <p:cNvPr id="18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0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1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63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2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300" dirty="0"/>
          </a:p>
        </p:txBody>
      </p:sp>
      <p:sp>
        <p:nvSpPr>
          <p:cNvPr id="23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300" dirty="0"/>
          </a:p>
        </p:txBody>
      </p:sp>
      <p:sp>
        <p:nvSpPr>
          <p:cNvPr id="24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5B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نِيِهِ</a:t>
            </a:r>
            <a:endParaRPr lang="ar-SA" sz="68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  <p:bldP spid="25" grpId="0" animBg="1"/>
    </p:bldLst>
  </p:timing>
</p:sld>
</file>

<file path=ppt/slides/slide1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7">
    <p:bg>
      <p:bgPr>
        <a:solidFill>
          <a:srgbClr val="C5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70"/>
          </a:solidFill>
          <a:ln w="12700">
            <a:solidFill>
              <a:srgbClr val="D65C70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40"/>
          </a:solidFill>
          <a:ln w="12700">
            <a:solidFill>
              <a:srgbClr val="CC3340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12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3300" dirty="0"/>
          </a:p>
        </p:txBody>
      </p:sp>
      <p:sp>
        <p:nvSpPr>
          <p:cNvPr id="15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3300" dirty="0"/>
          </a:p>
        </p:txBody>
      </p:sp>
      <p:sp>
        <p:nvSpPr>
          <p:cNvPr id="16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18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19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D9262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300" dirty="0"/>
          </a:p>
        </p:txBody>
      </p:sp>
      <p:sp>
        <p:nvSpPr>
          <p:cNvPr id="21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300" dirty="0"/>
          </a:p>
        </p:txBody>
      </p:sp>
      <p:sp>
        <p:nvSpPr>
          <p:cNvPr id="22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B883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4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هِيِوِ</a:t>
            </a:r>
            <a:endParaRPr lang="ar-SA" sz="64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</p:bldLst>
  </p:timing>
</p:sld>
</file>

<file path=ppt/slides/slide1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8">
    <p:bg>
      <p:bgPr>
        <a:solidFill>
          <a:srgbClr val="F7C5E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8C53"/>
          </a:solidFill>
          <a:ln w="12700">
            <a:solidFill>
              <a:srgbClr val="C68C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05EED"/>
          </a:solidFill>
          <a:ln w="12700">
            <a:solidFill>
              <a:srgbClr val="E0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726948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548640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3A8FD9"/>
            </a:solidFill>
            <a:prstDash val="solid"/>
          </a:ln>
        </p:spPr>
      </p:sp>
      <p:sp>
        <p:nvSpPr>
          <p:cNvPr id="20" name="Circle 3"/>
          <p:cNvSpPr/>
          <p:nvPr/>
        </p:nvSpPr>
        <p:spPr>
          <a:xfrm>
            <a:off x="3703320" y="1897380"/>
            <a:ext cx="1325880" cy="132588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1" name="Result panel"/>
          <p:cNvSpPr/>
          <p:nvPr/>
        </p:nvSpPr>
        <p:spPr>
          <a:xfrm>
            <a:off x="502920" y="1645920"/>
            <a:ext cx="2423160" cy="1828800"/>
          </a:xfrm>
          <a:prstGeom prst="roundRect">
            <a:avLst>
              <a:gd name="adj" fmla="val 15000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2" name="C1 L1 letter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3300" dirty="0"/>
          </a:p>
        </p:txBody>
      </p:sp>
      <p:sp>
        <p:nvSpPr>
          <p:cNvPr id="23" name="C2 K1 kasrah"/>
          <p:cNvSpPr txBox="1"/>
          <p:nvPr/>
        </p:nvSpPr>
        <p:spPr>
          <a:xfrm>
            <a:off x="726948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3300" dirty="0"/>
          </a:p>
        </p:txBody>
      </p:sp>
      <p:sp>
        <p:nvSpPr>
          <p:cNvPr id="24" name="C3 P1 plus"/>
          <p:cNvSpPr/>
          <p:nvPr/>
        </p:nvSpPr>
        <p:spPr>
          <a:xfrm>
            <a:off x="687628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5" name="C4 L2 letter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3300" dirty="0"/>
          </a:p>
        </p:txBody>
      </p:sp>
      <p:sp>
        <p:nvSpPr>
          <p:cNvPr id="26" name="C5 K2 kasrah"/>
          <p:cNvSpPr txBox="1"/>
          <p:nvPr/>
        </p:nvSpPr>
        <p:spPr>
          <a:xfrm>
            <a:off x="548640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3300" dirty="0"/>
          </a:p>
        </p:txBody>
      </p:sp>
      <p:sp>
        <p:nvSpPr>
          <p:cNvPr id="27" name="C6 P2 plus"/>
          <p:cNvSpPr/>
          <p:nvPr/>
        </p:nvSpPr>
        <p:spPr>
          <a:xfrm>
            <a:off x="5093208" y="2395728"/>
            <a:ext cx="329184" cy="329184"/>
          </a:xfrm>
          <a:prstGeom prst="mathPlus">
            <a:avLst/>
          </a:prstGeom>
          <a:solidFill>
            <a:srgbClr val="26D95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8" name="C7 L3 letter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3300" dirty="0"/>
          </a:p>
        </p:txBody>
      </p:sp>
      <p:sp>
        <p:nvSpPr>
          <p:cNvPr id="29" name="C8 K3 kasrah"/>
          <p:cNvSpPr txBox="1"/>
          <p:nvPr/>
        </p:nvSpPr>
        <p:spPr>
          <a:xfrm>
            <a:off x="3703320" y="1897380"/>
            <a:ext cx="1325880" cy="13258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33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3300" dirty="0"/>
          </a:p>
        </p:txBody>
      </p:sp>
      <p:sp>
        <p:nvSpPr>
          <p:cNvPr id="30" name="C9 A arrow"/>
          <p:cNvSpPr/>
          <p:nvPr/>
        </p:nvSpPr>
        <p:spPr>
          <a:xfrm>
            <a:off x="3040380" y="2304288"/>
            <a:ext cx="548640" cy="512064"/>
          </a:xfrm>
          <a:prstGeom prst="leftArrow">
            <a:avLst/>
          </a:prstGeom>
          <a:solidFill>
            <a:srgbClr val="2EB8AB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31" name="C10 R result"/>
          <p:cNvSpPr txBox="1"/>
          <p:nvPr/>
        </p:nvSpPr>
        <p:spPr>
          <a:xfrm>
            <a:off x="502920" y="1645920"/>
            <a:ext cx="2423160" cy="18288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2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وِيِإِ</a:t>
            </a:r>
            <a:endParaRPr lang="ar-SA" sz="62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8" fill="hold">
                      <p:stCondLst>
                        <p:cond delay="indefinite"/>
                      </p:stCondLst>
                      <p:childTnLst>
                        <p:par>
                          <p:cTn id="39" fill="hold">
                            <p:stCondLst>
                              <p:cond delay="0"/>
                            </p:stCondLst>
                            <p:childTnLst>
                              <p:par>
                                <p:cTn id="4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2" dur="350"/>
                                        <p:tgtEl>
                                          <p:spTgt spid="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3" fill="hold">
                      <p:stCondLst>
                        <p:cond delay="indefinite"/>
                      </p:stCondLst>
                      <p:childTnLst>
                        <p:par>
                          <p:cTn id="44" fill="hold">
                            <p:stCondLst>
                              <p:cond delay="0"/>
                            </p:stCondLst>
                            <p:childTnLst>
                              <p:par>
                                <p:cTn id="4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4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47" dur="350"/>
                                        <p:tgtEl>
                                          <p:spTgt spid="3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48" fill="hold">
                      <p:stCondLst>
                        <p:cond delay="indefinite"/>
                      </p:stCondLst>
                      <p:childTnLst>
                        <p:par>
                          <p:cTn id="49" fill="hold">
                            <p:stCondLst>
                              <p:cond delay="0"/>
                            </p:stCondLst>
                            <p:childTnLst>
                              <p:par>
                                <p:cTn id="5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5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52" dur="350"/>
                                        <p:tgtEl>
                                          <p:spTgt spid="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  <p:bldP spid="28" grpId="0" animBg="1"/>
      <p:bldP spid="29" grpId="0" animBg="1"/>
      <p:bldP spid="30" grpId="0" animBg="1"/>
      <p:bldP spid="31" grpId="0" animBg="1"/>
    </p:bldLst>
  </p:timing>
</p:sld>
</file>

<file path=ppt/slides/slide1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9">
    <p:bg>
      <p:bgPr>
        <a:solidFill>
          <a:srgbClr val="2A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E056"/>
          </a:solidFill>
          <a:ln w="12700">
            <a:solidFill>
              <a:srgbClr val="52E056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F2C3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A970DB"/>
          </a:solidFill>
          <a:ln w="12700">
            <a:solidFill>
              <a:srgbClr val="A970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50"/>
          </a:solidFill>
          <a:ln w="12700">
            <a:solidFill>
              <a:srgbClr val="854750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ا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6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9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إِيِ</a:t>
            </a:r>
            <a:endParaRPr lang="ar-SA" sz="60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0">
    <p:bg>
      <p:bgPr>
        <a:solidFill>
          <a:srgbClr val="C5CE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064D8"/>
          </a:solidFill>
          <a:ln w="12700">
            <a:solidFill>
              <a:srgbClr val="8064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5247D1"/>
          </a:solidFill>
          <a:ln w="12700">
            <a:solidFill>
              <a:srgbClr val="5247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BA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7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بِيِ</a:t>
            </a:r>
            <a:endParaRPr lang="ar-SA" sz="6000" dirty="0"/>
          </a:p>
        </p:txBody>
      </p:sp>
    </p:spTree>
  </p:cSld>
  <p:clrMapOvr>
    <a:masterClrMapping/>
  </p:clrMapOvr>
  <p:transition spd="med">
    <p:fade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1">
    <p:bg>
      <p:bgPr>
        <a:solidFill>
          <a:srgbClr val="F7C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66"/>
          </a:solidFill>
          <a:ln w="12700">
            <a:solidFill>
              <a:srgbClr val="66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6A"/>
          </a:solidFill>
          <a:ln w="12700">
            <a:solidFill>
              <a:srgbClr val="40BF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C4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4C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تِيِ</a:t>
            </a:r>
            <a:endParaRPr lang="ar-SA" sz="6000" dirty="0"/>
          </a:p>
        </p:txBody>
      </p:sp>
    </p:spTree>
  </p:cSld>
  <p:clrMapOvr>
    <a:masterClrMapping/>
  </p:clrMapOvr>
  <p:transition spd="med">
    <p:cover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2">
    <p:bg>
      <p:bgPr>
        <a:solidFill>
          <a:srgbClr val="14432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5F"/>
          </a:solidFill>
          <a:ln w="12700">
            <a:solidFill>
              <a:srgbClr val="2B645F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5D79"/>
          </a:solidFill>
          <a:ln w="12700">
            <a:solidFill>
              <a:srgbClr val="345D79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9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3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ثِيِ</a:t>
            </a:r>
            <a:endParaRPr lang="ar-SA" sz="6000" dirty="0"/>
          </a:p>
        </p:txBody>
      </p:sp>
    </p:spTree>
  </p:cSld>
  <p:clrMapOvr>
    <a:masterClrMapping/>
  </p:clrMapOvr>
  <p:transition spd="med">
    <p:zoom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3">
    <p:bg>
      <p:bgPr>
        <a:solidFill>
          <a:srgbClr val="E8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70D65C"/>
          </a:solidFill>
          <a:ln w="12700">
            <a:solidFill>
              <a:srgbClr val="70D6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40CC33"/>
          </a:solidFill>
          <a:ln w="12700">
            <a:solidFill>
              <a:srgbClr val="40CC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5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61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جِيِ</a:t>
            </a:r>
            <a:endParaRPr lang="ar-SA" sz="6000" dirty="0"/>
          </a:p>
        </p:txBody>
      </p:sp>
    </p:spTree>
  </p:cSld>
  <p:clrMapOvr>
    <a:masterClrMapping/>
  </p:clrMapOvr>
  <p:transition spd="med">
    <p:wheel spokes="4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4">
    <p:bg>
      <p:bgPr>
        <a:solidFill>
          <a:srgbClr val="F7F6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C68C"/>
          </a:solidFill>
          <a:ln w="12700">
            <a:solidFill>
              <a:srgbClr val="53C68C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BD5E"/>
          </a:solidFill>
          <a:ln w="12700">
            <a:solidFill>
              <a:srgbClr val="EDB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2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89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حِيِ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5">
    <p:bg>
      <p:bgPr>
        <a:solidFill>
          <a:srgbClr val="1436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70E0"/>
          </a:solidFill>
          <a:ln w="12700">
            <a:solidFill>
              <a:srgbClr val="5270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98C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8F70"/>
          </a:solidFill>
          <a:ln w="12700">
            <a:solidFill>
              <a:srgbClr val="DB8F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5F8547"/>
          </a:solidFill>
          <a:ln w="12700">
            <a:solidFill>
              <a:srgbClr val="5F85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5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B1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خِيِ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6">
    <p:bg>
      <p:bgPr>
        <a:solidFill>
          <a:srgbClr val="F7C5D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65"/>
          </a:solidFill>
          <a:ln w="12700">
            <a:solidFill>
              <a:srgbClr val="D86465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5F"/>
          </a:solidFill>
          <a:ln w="12700">
            <a:solidFill>
              <a:srgbClr val="D1475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8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96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دِيِ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7">
    <p:bg>
      <p:bgPr>
        <a:solidFill>
          <a:srgbClr val="CC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AACC"/>
          </a:solidFill>
          <a:ln w="12700">
            <a:solidFill>
              <a:srgbClr val="66AACC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6ABF"/>
          </a:solidFill>
          <a:ln w="12700">
            <a:solidFill>
              <a:srgbClr val="406A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C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6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ذِيِ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8">
    <p:bg>
      <p:bgPr>
        <a:solidFill>
          <a:srgbClr val="1B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512B64"/>
          </a:solidFill>
          <a:ln w="12700">
            <a:solidFill>
              <a:srgbClr val="512B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346E"/>
          </a:solidFill>
          <a:ln w="12700">
            <a:solidFill>
              <a:srgbClr val="79346E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BC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46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رِيِ</a:t>
            </a:r>
            <a:endParaRPr lang="ar-SA" sz="6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9">
    <p:bg>
      <p:bgPr>
        <a:solidFill>
          <a:srgbClr val="F7DB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ADD6"/>
          </a:solidFill>
          <a:ln w="12700">
            <a:solidFill>
              <a:srgbClr val="5CADD6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8CCC"/>
          </a:solidFill>
          <a:ln w="12700">
            <a:solidFill>
              <a:srgbClr val="338CC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88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3E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زِيِ</a:t>
            </a:r>
            <a:endParaRPr lang="ar-SA" sz="6000" dirty="0"/>
          </a:p>
        </p:txBody>
      </p:sp>
    </p:spTree>
  </p:cSld>
  <p:clrMapOvr>
    <a:masterClrMapping/>
  </p:clrMapOvr>
  <p:transition spd="med">
    <p:pull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0">
    <p:bg>
      <p:bgPr>
        <a:solidFill>
          <a:srgbClr val="C5F7E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8C53C6"/>
          </a:solidFill>
          <a:ln w="12700">
            <a:solidFill>
              <a:srgbClr val="8C5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5EED99"/>
          </a:solidFill>
          <a:ln w="12700">
            <a:solidFill>
              <a:srgbClr val="5EED99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5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66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سِيِ</a:t>
            </a:r>
            <a:endParaRPr lang="ar-SA" sz="6000" dirty="0"/>
          </a:p>
        </p:txBody>
      </p:sp>
    </p:spTree>
  </p:cSld>
  <p:clrMapOvr>
    <a:masterClrMapping/>
  </p:clrMapOvr>
  <p:transition spd="med">
    <p:fade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1">
    <p:bg>
      <p:bgPr>
        <a:solidFill>
          <a:srgbClr val="4314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E05294"/>
          </a:solidFill>
          <a:ln w="12700">
            <a:solidFill>
              <a:srgbClr val="E05294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90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DB74"/>
          </a:solidFill>
          <a:ln w="12700">
            <a:solidFill>
              <a:srgbClr val="70DB74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6E85"/>
          </a:solidFill>
          <a:ln w="12700">
            <a:solidFill>
              <a:srgbClr val="476E85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2D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8F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شِيِ</a:t>
            </a:r>
            <a:endParaRPr lang="ar-SA" sz="6000" dirty="0"/>
          </a:p>
        </p:txBody>
      </p:sp>
    </p:spTree>
  </p:cSld>
  <p:clrMapOvr>
    <a:masterClrMapping/>
  </p:clrMapOvr>
  <p:transition spd="med">
    <p:cover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2">
    <p:bg>
      <p:bgPr>
        <a:solidFill>
          <a:srgbClr val="E6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82D864"/>
          </a:solidFill>
          <a:ln w="12700">
            <a:solidFill>
              <a:srgbClr val="82D864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82D147"/>
          </a:solidFill>
          <a:ln w="12700">
            <a:solidFill>
              <a:srgbClr val="82D147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61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7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صِيِ</a:t>
            </a:r>
            <a:endParaRPr lang="ar-SA" sz="6000" dirty="0"/>
          </a:p>
        </p:txBody>
      </p:sp>
    </p:spTree>
  </p:cSld>
  <p:clrMapOvr>
    <a:masterClrMapping/>
  </p:clrMapOvr>
  <p:transition spd="med">
    <p:zoom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3">
    <p:bg>
      <p:bgPr>
        <a:solidFill>
          <a:srgbClr val="C5D8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CC66AA"/>
          </a:solidFill>
          <a:ln w="12700">
            <a:solidFill>
              <a:srgbClr val="CC66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BF406A"/>
          </a:solidFill>
          <a:ln w="12700">
            <a:solidFill>
              <a:srgbClr val="BF406A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95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0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ضِيِ</a:t>
            </a:r>
            <a:endParaRPr lang="ar-SA" sz="6000" dirty="0"/>
          </a:p>
        </p:txBody>
      </p:sp>
    </p:spTree>
  </p:cSld>
  <p:clrMapOvr>
    <a:masterClrMapping/>
  </p:clrMapOvr>
  <p:transition spd="med">
    <p:wheel spokes="4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4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4">
    <p:bg>
      <p:bgPr>
        <a:solidFill>
          <a:srgbClr val="43141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64422B"/>
          </a:solidFill>
          <a:ln w="12700">
            <a:solidFill>
              <a:srgbClr val="64422B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797334"/>
          </a:solidFill>
          <a:ln w="12700">
            <a:solidFill>
              <a:srgbClr val="797334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C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68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طِيِ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4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5">
    <p:bg>
      <p:bgPr>
        <a:solidFill>
          <a:srgbClr val="C5F7C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5CAD"/>
          </a:solidFill>
          <a:ln w="12700">
            <a:solidFill>
              <a:srgbClr val="D65CAD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338C"/>
          </a:solidFill>
          <a:ln w="12700">
            <a:solidFill>
              <a:srgbClr val="CC338C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B5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40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ظِيِ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6">
    <p:bg>
      <p:bgPr>
        <a:solidFill>
          <a:srgbClr val="D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C65366"/>
          </a:solidFill>
          <a:ln w="12700">
            <a:solidFill>
              <a:srgbClr val="C6536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755EED"/>
          </a:solidFill>
          <a:ln w="12700">
            <a:solidFill>
              <a:srgbClr val="755EED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81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44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عِيِ</a:t>
            </a:r>
            <a:endParaRPr lang="ar-SA" sz="60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4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7">
    <p:bg>
      <p:bgPr>
        <a:solidFill>
          <a:srgbClr val="4339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B8E052"/>
          </a:solidFill>
          <a:ln w="12700">
            <a:solidFill>
              <a:srgbClr val="B8E052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A2F28C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7087DB"/>
          </a:solidFill>
          <a:ln w="12700">
            <a:solidFill>
              <a:srgbClr val="7087DB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477D"/>
          </a:solidFill>
          <a:ln w="12700">
            <a:solidFill>
              <a:srgbClr val="85477D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4C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C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غِيِ</a:t>
            </a:r>
            <a:endParaRPr lang="ar-SA" sz="6000" dirty="0"/>
          </a:p>
        </p:txBody>
      </p:sp>
    </p:spTree>
  </p:cSld>
  <p:clrMapOvr>
    <a:masterClrMapping/>
  </p:clrMapOvr>
  <p:transition spd="med">
    <p:push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4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8">
    <p:bg>
      <p:bgPr>
        <a:solidFill>
          <a:srgbClr val="C5F3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649FD8"/>
          </a:solidFill>
          <a:ln w="12700">
            <a:solidFill>
              <a:srgbClr val="649FD8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47A4D1"/>
          </a:solidFill>
          <a:ln w="12700">
            <a:solidFill>
              <a:srgbClr val="47A4D1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34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94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فِيِ</a:t>
            </a:r>
            <a:endParaRPr lang="ar-SA" sz="60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4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9">
    <p:bg>
      <p:bgPr>
        <a:solidFill>
          <a:srgbClr val="F7C5E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AACC66"/>
          </a:solidFill>
          <a:ln w="12700">
            <a:solidFill>
              <a:srgbClr val="AACC66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6ABF40"/>
          </a:solidFill>
          <a:ln w="12700">
            <a:solidFill>
              <a:srgbClr val="6ABF40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D96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3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قِيِ</a:t>
            </a:r>
            <a:endParaRPr lang="ar-SA" sz="6000" dirty="0"/>
          </a:p>
        </p:txBody>
      </p:sp>
    </p:spTree>
  </p:cSld>
  <p:clrMapOvr>
    <a:masterClrMapping/>
  </p:clrMapOvr>
  <p:transition spd="med">
    <p:pull dir="l"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0">
    <p:bg>
      <p:bgPr>
        <a:solidFill>
          <a:srgbClr val="24431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6434"/>
          </a:solidFill>
          <a:ln w="12700">
            <a:solidFill>
              <a:srgbClr val="2B643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347962"/>
          </a:solidFill>
          <a:ln w="12700">
            <a:solidFill>
              <a:srgbClr val="347962"/>
            </a:solidFill>
            <a:prstDash val="solid"/>
          </a:ln>
        </p:spPr>
      </p:sp>
      <p:sp>
        <p:nvSpPr>
          <p:cNvPr id="12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3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4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5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</a:t>
            </a:r>
            <a:endParaRPr lang="ar-SA" sz="4700" dirty="0"/>
          </a:p>
        </p:txBody>
      </p:sp>
      <p:sp>
        <p:nvSpPr>
          <p:cNvPr id="16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</a:t>
            </a:r>
            <a:endParaRPr lang="ar-SA" sz="4700" dirty="0"/>
          </a:p>
        </p:txBody>
      </p:sp>
      <p:sp>
        <p:nvSpPr>
          <p:cNvPr id="17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9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8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9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0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2E8A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كِيِ</a:t>
            </a:r>
            <a:endParaRPr lang="ar-SA" sz="6000" dirty="0"/>
          </a:p>
        </p:txBody>
      </p:sp>
    </p:spTree>
  </p:cSld>
  <p:clrMapOvr>
    <a:masterClrMapping/>
  </p:clrMapOvr>
  <p:transition spd="med">
    <p:fade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slides/slide15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1">
    <p:bg>
      <p:bgPr>
        <a:solidFill>
          <a:srgbClr val="C5C7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D6C25C"/>
          </a:solidFill>
          <a:ln w="12700">
            <a:solidFill>
              <a:srgbClr val="D6C25C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CCBF33"/>
          </a:solidFill>
          <a:ln w="12700">
            <a:solidFill>
              <a:srgbClr val="CCBF33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D0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62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لِيِ</a:t>
            </a:r>
            <a:endParaRPr lang="ar-SA" sz="6000" dirty="0"/>
          </a:p>
        </p:txBody>
      </p:sp>
    </p:spTree>
  </p:cSld>
  <p:clrMapOvr>
    <a:masterClrMapping/>
  </p:clrMapOvr>
  <p:transition spd="med">
    <p:cover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2">
    <p:bg>
      <p:bgPr>
        <a:solidFill>
          <a:srgbClr val="F7D1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66C653"/>
          </a:solidFill>
          <a:ln w="12700">
            <a:solidFill>
              <a:srgbClr val="66C653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ED5E6B"/>
          </a:solidFill>
          <a:ln w="12700">
            <a:solidFill>
              <a:srgbClr val="ED5E6B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9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20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</a:t>
            </a:r>
            <a:endParaRPr lang="ar-SA" sz="4700" dirty="0"/>
          </a:p>
        </p:txBody>
      </p:sp>
      <p:sp>
        <p:nvSpPr>
          <p:cNvPr id="22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</a:t>
            </a:r>
            <a:endParaRPr lang="ar-SA" sz="4700" dirty="0"/>
          </a:p>
        </p:txBody>
      </p:sp>
      <p:sp>
        <p:nvSpPr>
          <p:cNvPr id="23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26AD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5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6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3A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7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مِيِ</a:t>
            </a:r>
            <a:endParaRPr lang="ar-SA" sz="6000" dirty="0"/>
          </a:p>
        </p:txBody>
      </p:sp>
    </p:spTree>
  </p:cSld>
  <p:clrMapOvr>
    <a:masterClrMapping/>
  </p:clrMapOvr>
  <p:transition spd="med">
    <p:zoom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1" grpId="0" animBg="1"/>
      <p:bldP spid="22" grpId="0" animBg="1"/>
      <p:bldP spid="23" grpId="0" animBg="1"/>
      <p:bldP spid="24" grpId="0" animBg="1"/>
      <p:bldP spid="25" grpId="0" animBg="1"/>
      <p:bldP spid="26" grpId="0" animBg="1"/>
      <p:bldP spid="27" grpId="0" animBg="1"/>
    </p:bldLst>
  </p:timing>
</p:sld>
</file>

<file path=ppt/slides/slide15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3">
    <p:bg>
      <p:bgPr>
        <a:solidFill>
          <a:srgbClr val="1443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52DBE0"/>
          </a:solidFill>
          <a:ln w="12700">
            <a:solidFill>
              <a:srgbClr val="52DB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8CBBF2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DB70A2"/>
          </a:solidFill>
          <a:ln w="12700">
            <a:solidFill>
              <a:srgbClr val="DB70A2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857D47"/>
          </a:solidFill>
          <a:ln w="12700">
            <a:solidFill>
              <a:srgbClr val="857D47"/>
            </a:solidFill>
            <a:prstDash val="solid"/>
          </a:ln>
        </p:spPr>
      </p:sp>
      <p:sp>
        <p:nvSpPr>
          <p:cNvPr id="15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6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7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</a:t>
            </a:r>
            <a:endParaRPr lang="ar-SA" sz="4700" dirty="0"/>
          </a:p>
        </p:txBody>
      </p:sp>
      <p:sp>
        <p:nvSpPr>
          <p:cNvPr id="19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</a:t>
            </a:r>
            <a:endParaRPr lang="ar-SA" sz="4700" dirty="0"/>
          </a:p>
        </p:txBody>
      </p:sp>
      <p:sp>
        <p:nvSpPr>
          <p:cNvPr id="20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D9267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1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22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23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B84A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4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نِيِ</a:t>
            </a:r>
            <a:endParaRPr lang="ar-SA" sz="6000" dirty="0"/>
          </a:p>
        </p:txBody>
      </p:sp>
    </p:spTree>
  </p:cSld>
  <p:clrMapOvr>
    <a:masterClrMapping/>
  </p:clrMapOvr>
  <p:transition spd="med">
    <p:wheel spokes="4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4">
    <p:bg>
      <p:bgPr>
        <a:solidFill>
          <a:srgbClr val="EEC5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sun low"/>
          <p:cNvSpPr/>
          <p:nvPr/>
        </p:nvSpPr>
        <p:spPr>
          <a:xfrm>
            <a:off x="3566160" y="4343400"/>
            <a:ext cx="2011680" cy="2011680"/>
          </a:xfrm>
          <a:prstGeom prst="ellipse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3" name="Deco dune left"/>
          <p:cNvSpPr/>
          <p:nvPr/>
        </p:nvSpPr>
        <p:spPr>
          <a:xfrm>
            <a:off x="-1097280" y="4572000"/>
            <a:ext cx="4572000" cy="1280160"/>
          </a:xfrm>
          <a:prstGeom prst="ellipse">
            <a:avLst/>
          </a:prstGeom>
          <a:solidFill>
            <a:srgbClr val="D864BC"/>
          </a:solidFill>
          <a:ln w="12700">
            <a:solidFill>
              <a:srgbClr val="D864BC"/>
            </a:solidFill>
            <a:prstDash val="solid"/>
          </a:ln>
        </p:spPr>
      </p:sp>
      <p:sp>
        <p:nvSpPr>
          <p:cNvPr id="4" name="Deco dune right"/>
          <p:cNvSpPr/>
          <p:nvPr/>
        </p:nvSpPr>
        <p:spPr>
          <a:xfrm>
            <a:off x="5303520" y="4617720"/>
            <a:ext cx="5120640" cy="1280160"/>
          </a:xfrm>
          <a:prstGeom prst="ellipse">
            <a:avLst/>
          </a:prstGeom>
          <a:solidFill>
            <a:srgbClr val="D147C6"/>
          </a:solidFill>
          <a:ln w="12700">
            <a:solidFill>
              <a:srgbClr val="D147C6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320040" y="137160"/>
            <a:ext cx="1371600" cy="59436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right"/>
          <p:cNvSpPr/>
          <p:nvPr/>
        </p:nvSpPr>
        <p:spPr>
          <a:xfrm>
            <a:off x="7223760" y="182880"/>
            <a:ext cx="1280160" cy="548640"/>
          </a:xfrm>
          <a:prstGeom prst="cloud">
            <a:avLst/>
          </a:prstGeom>
          <a:solidFill>
            <a:srgbClr val="FFF3E8"/>
          </a:solidFill>
          <a:ln w="12700">
            <a:solidFill>
              <a:srgbClr val="FFF3E8"/>
            </a:solidFill>
            <a:prstDash val="solid"/>
          </a:ln>
        </p:spPr>
      </p:sp>
      <p:sp>
        <p:nvSpPr>
          <p:cNvPr id="7" name="Deco bird 0"/>
          <p:cNvSpPr/>
          <p:nvPr/>
        </p:nvSpPr>
        <p:spPr>
          <a:xfrm rot="5400000">
            <a:off x="2926080" y="32004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8" name="Deco bird 1"/>
          <p:cNvSpPr/>
          <p:nvPr/>
        </p:nvSpPr>
        <p:spPr>
          <a:xfrm rot="5400000">
            <a:off x="3291840" y="22860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9" name="Deco bird 2"/>
          <p:cNvSpPr/>
          <p:nvPr/>
        </p:nvSpPr>
        <p:spPr>
          <a:xfrm rot="5400000">
            <a:off x="5394960" y="365760"/>
            <a:ext cx="274320" cy="128016"/>
          </a:xfrm>
          <a:prstGeom prst="chevron">
            <a:avLst/>
          </a:prstGeom>
          <a:solidFill>
            <a:srgbClr val="6B4A3A"/>
          </a:solidFill>
          <a:ln w="12700">
            <a:solidFill>
              <a:srgbClr val="6B4A3A"/>
            </a:solidFill>
            <a:prstDash val="solid"/>
          </a:ln>
        </p:spPr>
      </p:sp>
      <p:sp>
        <p:nvSpPr>
          <p:cNvPr id="10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1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2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3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</a:t>
            </a:r>
            <a:endParaRPr lang="ar-SA" sz="4700" dirty="0"/>
          </a:p>
        </p:txBody>
      </p:sp>
      <p:sp>
        <p:nvSpPr>
          <p:cNvPr id="14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</a:t>
            </a:r>
            <a:endParaRPr lang="ar-SA" sz="4700" dirty="0"/>
          </a:p>
        </p:txBody>
      </p:sp>
      <p:sp>
        <p:nvSpPr>
          <p:cNvPr id="15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45D926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6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7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8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2EB872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9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هِيِ</a:t>
            </a:r>
            <a:endParaRPr lang="ar-SA" sz="6000" dirty="0"/>
          </a:p>
        </p:txBody>
      </p:sp>
    </p:spTree>
  </p:cSld>
  <p:clrMapOvr>
    <a:masterClrMapping/>
  </p:clrMapOvr>
  <p:transition spd="med">
    <p:wipe dir="l"/>
    <p:sndAc>
      <p:stSnd>
        <p:snd r:embed="rIdTrSnd" name="sparkl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</p:bldLst>
  </p:timing>
</p:sld>
</file>

<file path=ppt/slides/slide15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5">
    <p:bg>
      <p:bgPr>
        <a:solidFill>
          <a:srgbClr val="F1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hill left"/>
          <p:cNvSpPr/>
          <p:nvPr/>
        </p:nvSpPr>
        <p:spPr>
          <a:xfrm>
            <a:off x="-914400" y="4434840"/>
            <a:ext cx="4754880" cy="1463040"/>
          </a:xfrm>
          <a:prstGeom prst="ellipse">
            <a:avLst/>
          </a:prstGeom>
          <a:solidFill>
            <a:srgbClr val="66CCAA"/>
          </a:solidFill>
          <a:ln w="12700">
            <a:solidFill>
              <a:srgbClr val="66CCAA"/>
            </a:solidFill>
            <a:prstDash val="solid"/>
          </a:ln>
        </p:spPr>
      </p:sp>
      <p:sp>
        <p:nvSpPr>
          <p:cNvPr id="3" name="Deco hill right"/>
          <p:cNvSpPr/>
          <p:nvPr/>
        </p:nvSpPr>
        <p:spPr>
          <a:xfrm>
            <a:off x="4023360" y="4526280"/>
            <a:ext cx="5852160" cy="1463040"/>
          </a:xfrm>
          <a:prstGeom prst="ellipse">
            <a:avLst/>
          </a:prstGeom>
          <a:solidFill>
            <a:srgbClr val="40BFBF"/>
          </a:solidFill>
          <a:ln w="12700">
            <a:solidFill>
              <a:srgbClr val="40BFBF"/>
            </a:solidFill>
            <a:prstDash val="solid"/>
          </a:ln>
        </p:spPr>
      </p:sp>
      <p:sp>
        <p:nvSpPr>
          <p:cNvPr id="4" name="Deco sun"/>
          <p:cNvSpPr/>
          <p:nvPr/>
        </p:nvSpPr>
        <p:spPr>
          <a:xfrm>
            <a:off x="274320" y="91440"/>
            <a:ext cx="731520" cy="73152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5" name="Deco cloud"/>
          <p:cNvSpPr/>
          <p:nvPr/>
        </p:nvSpPr>
        <p:spPr>
          <a:xfrm>
            <a:off x="685800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6" name="Deco cloud small"/>
          <p:cNvSpPr/>
          <p:nvPr/>
        </p:nvSpPr>
        <p:spPr>
          <a:xfrm>
            <a:off x="7863840" y="457200"/>
            <a:ext cx="822960" cy="365760"/>
          </a:xfrm>
          <a:prstGeom prst="cloud">
            <a:avLst/>
          </a:prstGeom>
          <a:solidFill>
            <a:srgbClr val="F4FAFF"/>
          </a:solidFill>
          <a:ln w="12700">
            <a:solidFill>
              <a:srgbClr val="F4FAFF"/>
            </a:solidFill>
            <a:prstDash val="solid"/>
          </a:ln>
        </p:spPr>
      </p:sp>
      <p:sp>
        <p:nvSpPr>
          <p:cNvPr id="7" name="Deco flower 0"/>
          <p:cNvSpPr/>
          <p:nvPr/>
        </p:nvSpPr>
        <p:spPr>
          <a:xfrm>
            <a:off x="128016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8" name="Deco flower 1"/>
          <p:cNvSpPr/>
          <p:nvPr/>
        </p:nvSpPr>
        <p:spPr>
          <a:xfrm>
            <a:off x="1828800" y="4526280"/>
            <a:ext cx="292608" cy="292608"/>
          </a:xfrm>
          <a:prstGeom prst="star5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9" name="Deco flower 2"/>
          <p:cNvSpPr/>
          <p:nvPr/>
        </p:nvSpPr>
        <p:spPr>
          <a:xfrm>
            <a:off x="7315200" y="4526280"/>
            <a:ext cx="292608" cy="292608"/>
          </a:xfrm>
          <a:prstGeom prst="star5">
            <a:avLst/>
          </a:prstGeom>
          <a:solidFill>
            <a:srgbClr val="8E5BD0"/>
          </a:solidFill>
          <a:ln w="12700">
            <a:solidFill>
              <a:srgbClr val="8E5BD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7955280" y="4526280"/>
            <a:ext cx="292608" cy="292608"/>
          </a:xfrm>
          <a:prstGeom prst="star5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11" name="Circle 1"/>
          <p:cNvSpPr/>
          <p:nvPr/>
        </p:nvSpPr>
        <p:spPr>
          <a:xfrm>
            <a:off x="672084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E8604C"/>
            </a:solidFill>
            <a:prstDash val="solid"/>
          </a:ln>
        </p:spPr>
      </p:sp>
      <p:sp>
        <p:nvSpPr>
          <p:cNvPr id="12" name="Circle 2"/>
          <p:cNvSpPr/>
          <p:nvPr/>
        </p:nvSpPr>
        <p:spPr>
          <a:xfrm>
            <a:off x="4343400" y="1691640"/>
            <a:ext cx="1737360" cy="1737360"/>
          </a:xfrm>
          <a:prstGeom prst="ellipse">
            <a:avLst/>
          </a:prstGeom>
          <a:solidFill>
            <a:srgbClr val="FFFFFF"/>
          </a:solidFill>
          <a:ln w="101600">
            <a:solidFill>
              <a:srgbClr val="2FB57A"/>
            </a:solidFill>
            <a:prstDash val="solid"/>
          </a:ln>
        </p:spPr>
      </p:sp>
      <p:sp>
        <p:nvSpPr>
          <p:cNvPr id="13" name="Result panel"/>
          <p:cNvSpPr/>
          <p:nvPr/>
        </p:nvSpPr>
        <p:spPr>
          <a:xfrm>
            <a:off x="685800" y="1554480"/>
            <a:ext cx="2743200" cy="2011680"/>
          </a:xfrm>
          <a:prstGeom prst="roundRect">
            <a:avLst>
              <a:gd name="adj" fmla="val 13636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4" name="C1 L1 letter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</a:t>
            </a:r>
            <a:endParaRPr lang="ar-SA" sz="4700" dirty="0"/>
          </a:p>
        </p:txBody>
      </p:sp>
      <p:sp>
        <p:nvSpPr>
          <p:cNvPr id="15" name="C2 K1 kasrah"/>
          <p:cNvSpPr txBox="1"/>
          <p:nvPr/>
        </p:nvSpPr>
        <p:spPr>
          <a:xfrm>
            <a:off x="672084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</a:t>
            </a:r>
            <a:endParaRPr lang="ar-SA" sz="4700" dirty="0"/>
          </a:p>
        </p:txBody>
      </p:sp>
      <p:sp>
        <p:nvSpPr>
          <p:cNvPr id="16" name="C3 P1 plus"/>
          <p:cNvSpPr/>
          <p:nvPr/>
        </p:nvSpPr>
        <p:spPr>
          <a:xfrm>
            <a:off x="6195060" y="2354580"/>
            <a:ext cx="411480" cy="411480"/>
          </a:xfrm>
          <a:prstGeom prst="mathPlus">
            <a:avLst/>
          </a:prstGeom>
          <a:solidFill>
            <a:srgbClr val="3C26D9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4 L2 letter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</a:t>
            </a:r>
            <a:endParaRPr lang="ar-SA" sz="4700" dirty="0"/>
          </a:p>
        </p:txBody>
      </p:sp>
      <p:sp>
        <p:nvSpPr>
          <p:cNvPr id="18" name="C5 K2 kasrah"/>
          <p:cNvSpPr txBox="1"/>
          <p:nvPr/>
        </p:nvSpPr>
        <p:spPr>
          <a:xfrm>
            <a:off x="4343400" y="1691640"/>
            <a:ext cx="1737360" cy="173736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7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يِ</a:t>
            </a:r>
            <a:endParaRPr lang="ar-SA" sz="4700" dirty="0"/>
          </a:p>
        </p:txBody>
      </p:sp>
      <p:sp>
        <p:nvSpPr>
          <p:cNvPr id="19" name="C6 A arrow"/>
          <p:cNvSpPr/>
          <p:nvPr/>
        </p:nvSpPr>
        <p:spPr>
          <a:xfrm>
            <a:off x="3566160" y="2304288"/>
            <a:ext cx="640080" cy="512064"/>
          </a:xfrm>
          <a:prstGeom prst="leftArrow">
            <a:avLst/>
          </a:prstGeom>
          <a:solidFill>
            <a:srgbClr val="9A2E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7 R result"/>
          <p:cNvSpPr txBox="1"/>
          <p:nvPr/>
        </p:nvSpPr>
        <p:spPr>
          <a:xfrm>
            <a:off x="685800" y="1554480"/>
            <a:ext cx="2743200" cy="201168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60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وِيِ</a:t>
            </a:r>
            <a:endParaRPr lang="ar-SA" sz="6000" dirty="0"/>
          </a:p>
        </p:txBody>
      </p:sp>
    </p:spTree>
  </p:cSld>
  <p:clrMapOvr>
    <a:masterClrMapping/>
  </p:clrMapOvr>
  <p:transition spd="med">
    <p:circle/>
    <p:sndAc>
      <p:stSnd>
        <p:snd r:embed="rIdTrSnd" name="marimba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3" fill="hold">
                      <p:stCondLst>
                        <p:cond delay="indefinite"/>
                      </p:stCondLst>
                      <p:childTnLst>
                        <p:par>
                          <p:cTn id="34" fill="hold">
                            <p:stCondLst>
                              <p:cond delay="0"/>
                            </p:stCondLst>
                            <p:childTnLst>
                              <p:par>
                                <p:cTn id="3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7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 animBg="1"/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</p:bldLst>
  </p:timing>
</p:sld>
</file>

<file path=ppt/slides/slide15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6">
    <p:bg>
      <p:bgPr>
        <a:solidFill>
          <a:srgbClr val="14314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moon"/>
          <p:cNvSpPr/>
          <p:nvPr/>
        </p:nvSpPr>
        <p:spPr>
          <a:xfrm>
            <a:off x="365760" y="91440"/>
            <a:ext cx="502920" cy="731520"/>
          </a:xfrm>
          <a:prstGeom prst="moon">
            <a:avLst/>
          </a:prstGeom>
          <a:solidFill>
            <a:srgbClr val="FFE88A"/>
          </a:solidFill>
          <a:ln w="12700">
            <a:solidFill>
              <a:srgbClr val="FFE88A"/>
            </a:solidFill>
            <a:prstDash val="solid"/>
          </a:ln>
        </p:spPr>
      </p:sp>
      <p:sp>
        <p:nvSpPr>
          <p:cNvPr id="3" name="Deco star 0"/>
          <p:cNvSpPr/>
          <p:nvPr/>
        </p:nvSpPr>
        <p:spPr>
          <a:xfrm>
            <a:off x="1280160" y="18288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4" name="Deco star 1"/>
          <p:cNvSpPr/>
          <p:nvPr/>
        </p:nvSpPr>
        <p:spPr>
          <a:xfrm>
            <a:off x="2194560" y="50292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5" name="Deco star 2"/>
          <p:cNvSpPr/>
          <p:nvPr/>
        </p:nvSpPr>
        <p:spPr>
          <a:xfrm>
            <a:off x="3291840" y="137160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6" name="Deco star 3"/>
          <p:cNvSpPr/>
          <p:nvPr/>
        </p:nvSpPr>
        <p:spPr>
          <a:xfrm>
            <a:off x="5760720" y="457200"/>
            <a:ext cx="365760" cy="36576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7" name="Deco star 4"/>
          <p:cNvSpPr/>
          <p:nvPr/>
        </p:nvSpPr>
        <p:spPr>
          <a:xfrm>
            <a:off x="6766560" y="109728"/>
            <a:ext cx="274320" cy="27432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8" name="Deco star 5"/>
          <p:cNvSpPr/>
          <p:nvPr/>
        </p:nvSpPr>
        <p:spPr>
          <a:xfrm>
            <a:off x="7772400" y="411480"/>
            <a:ext cx="274320" cy="274320"/>
          </a:xfrm>
          <a:prstGeom prst="star4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9" name="Deco star 6"/>
          <p:cNvSpPr/>
          <p:nvPr/>
        </p:nvSpPr>
        <p:spPr>
          <a:xfrm>
            <a:off x="8503920" y="137160"/>
            <a:ext cx="365760" cy="365760"/>
          </a:xfrm>
          <a:prstGeom prst="star5">
            <a:avLst/>
          </a:prstGeom>
          <a:solidFill>
            <a:srgbClr val="FFF3A3"/>
          </a:solidFill>
          <a:ln w="12700">
            <a:solidFill>
              <a:srgbClr val="FFF3A3"/>
            </a:solidFill>
            <a:prstDash val="solid"/>
          </a:ln>
        </p:spPr>
      </p:sp>
      <p:sp>
        <p:nvSpPr>
          <p:cNvPr id="10" name="Deco hill left"/>
          <p:cNvSpPr/>
          <p:nvPr/>
        </p:nvSpPr>
        <p:spPr>
          <a:xfrm>
            <a:off x="-914400" y="4480560"/>
            <a:ext cx="4937760" cy="1463040"/>
          </a:xfrm>
          <a:prstGeom prst="ellipse">
            <a:avLst/>
          </a:prstGeom>
          <a:solidFill>
            <a:srgbClr val="2B3064"/>
          </a:solidFill>
          <a:ln w="12700">
            <a:solidFill>
              <a:srgbClr val="2B3064"/>
            </a:solidFill>
            <a:prstDash val="solid"/>
          </a:ln>
        </p:spPr>
      </p:sp>
      <p:sp>
        <p:nvSpPr>
          <p:cNvPr id="11" name="Deco hill right"/>
          <p:cNvSpPr/>
          <p:nvPr/>
        </p:nvSpPr>
        <p:spPr>
          <a:xfrm>
            <a:off x="4206240" y="4572000"/>
            <a:ext cx="5669280" cy="1463040"/>
          </a:xfrm>
          <a:prstGeom prst="ellipse">
            <a:avLst/>
          </a:prstGeom>
          <a:solidFill>
            <a:srgbClr val="513479"/>
          </a:solidFill>
          <a:ln w="12700">
            <a:solidFill>
              <a:srgbClr val="513479"/>
            </a:solidFill>
            <a:prstDash val="solid"/>
          </a:ln>
        </p:spPr>
      </p:sp>
      <p:sp>
        <p:nvSpPr>
          <p:cNvPr id="12" name="C1 W1 pill"/>
          <p:cNvSpPr/>
          <p:nvPr/>
        </p:nvSpPr>
        <p:spPr>
          <a:xfrm>
            <a:off x="4812806" y="896112"/>
            <a:ext cx="1889140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4436E2"/>
            </a:solidFill>
            <a:prstDash val="solid"/>
          </a:ln>
        </p:spPr>
      </p:sp>
      <p:sp>
        <p:nvSpPr>
          <p:cNvPr id="13" name="C1 W1 word"/>
          <p:cNvSpPr txBox="1"/>
          <p:nvPr/>
        </p:nvSpPr>
        <p:spPr>
          <a:xfrm>
            <a:off x="4812806" y="896112"/>
            <a:ext cx="1889140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نَسِيَ</a:t>
            </a:r>
            <a:endParaRPr lang="ar-SA" sz="4500" dirty="0"/>
          </a:p>
        </p:txBody>
      </p:sp>
      <p:sp>
        <p:nvSpPr>
          <p:cNvPr id="14" name="C2 W2 pill"/>
          <p:cNvSpPr/>
          <p:nvPr/>
        </p:nvSpPr>
        <p:spPr>
          <a:xfrm>
            <a:off x="2442054" y="896112"/>
            <a:ext cx="205071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4436"/>
            </a:solidFill>
            <a:prstDash val="solid"/>
          </a:ln>
        </p:spPr>
      </p:sp>
      <p:sp>
        <p:nvSpPr>
          <p:cNvPr id="15" name="C2 W2 word"/>
          <p:cNvSpPr txBox="1"/>
          <p:nvPr/>
        </p:nvSpPr>
        <p:spPr>
          <a:xfrm>
            <a:off x="2442054" y="896112"/>
            <a:ext cx="205071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وَحَزِنَ</a:t>
            </a:r>
            <a:endParaRPr lang="ar-SA" sz="4500" dirty="0"/>
          </a:p>
        </p:txBody>
      </p:sp>
      <p:sp>
        <p:nvSpPr>
          <p:cNvPr id="16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AD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7" name="C3 S panel"/>
          <p:cNvSpPr/>
          <p:nvPr/>
        </p:nvSpPr>
        <p:spPr>
          <a:xfrm>
            <a:off x="2784159" y="2834640"/>
            <a:ext cx="3575681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8" name="C3 S sentence"/>
          <p:cNvSpPr txBox="1"/>
          <p:nvPr/>
        </p:nvSpPr>
        <p:spPr>
          <a:xfrm>
            <a:off x="2784159" y="2834640"/>
            <a:ext cx="3575681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نَسِيَ وَحَزِنَ</a:t>
            </a:r>
            <a:endParaRPr lang="ar-SA" sz="4500" dirty="0"/>
          </a:p>
        </p:txBody>
      </p:sp>
    </p:spTree>
  </p:cSld>
  <p:clrMapOvr>
    <a:masterClrMapping/>
  </p:clrMapOvr>
  <p:transition spd="med">
    <p:randomBar dir="vert"/>
    <p:sndAc>
      <p:stSnd>
        <p:snd r:embed="rIdTrSnd" name="harp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 animBg="1"/>
      <p:bldP spid="13" grpId="0" animBg="1"/>
      <p:bldP spid="14" grpId="0" animBg="1"/>
      <p:bldP spid="15" grpId="0" animBg="1"/>
      <p:bldP spid="16" grpId="0" animBg="1"/>
      <p:bldP spid="17" grpId="0" animBg="1"/>
      <p:bldP spid="18" grpId="0" animBg="1"/>
    </p:bldLst>
  </p:timing>
</p:sld>
</file>

<file path=ppt/slides/slide15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7">
    <p:bg>
      <p:bgPr>
        <a:solidFill>
          <a:srgbClr val="F7C5D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wave back"/>
          <p:cNvSpPr/>
          <p:nvPr/>
        </p:nvSpPr>
        <p:spPr>
          <a:xfrm>
            <a:off x="-182880" y="4389120"/>
            <a:ext cx="9509760" cy="548640"/>
          </a:xfrm>
          <a:prstGeom prst="wave">
            <a:avLst/>
          </a:prstGeom>
          <a:solidFill>
            <a:srgbClr val="5CD6C2"/>
          </a:solidFill>
          <a:ln w="12700">
            <a:solidFill>
              <a:srgbClr val="5CD6C2"/>
            </a:solidFill>
            <a:prstDash val="solid"/>
          </a:ln>
        </p:spPr>
      </p:sp>
      <p:sp>
        <p:nvSpPr>
          <p:cNvPr id="3" name="Deco sea floor"/>
          <p:cNvSpPr/>
          <p:nvPr/>
        </p:nvSpPr>
        <p:spPr>
          <a:xfrm>
            <a:off x="0" y="4709160"/>
            <a:ext cx="9144000" cy="457200"/>
          </a:xfrm>
          <a:prstGeom prst="rect">
            <a:avLst/>
          </a:prstGeom>
          <a:solidFill>
            <a:srgbClr val="33CCBF"/>
          </a:solidFill>
          <a:ln w="12700">
            <a:solidFill>
              <a:srgbClr val="33CCBF"/>
            </a:solidFill>
            <a:prstDash val="solid"/>
          </a:ln>
        </p:spPr>
      </p:sp>
      <p:sp>
        <p:nvSpPr>
          <p:cNvPr id="4" name="Deco bubble 0"/>
          <p:cNvSpPr/>
          <p:nvPr/>
        </p:nvSpPr>
        <p:spPr>
          <a:xfrm>
            <a:off x="365760" y="182880"/>
            <a:ext cx="411480" cy="4114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5" name="Deco bubble 1"/>
          <p:cNvSpPr/>
          <p:nvPr/>
        </p:nvSpPr>
        <p:spPr>
          <a:xfrm>
            <a:off x="914400" y="502920"/>
            <a:ext cx="256032" cy="256032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6" name="Deco bubble 2"/>
          <p:cNvSpPr/>
          <p:nvPr/>
        </p:nvSpPr>
        <p:spPr>
          <a:xfrm>
            <a:off x="8138160" y="137160"/>
            <a:ext cx="457200" cy="4572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7" name="Deco bubble 3"/>
          <p:cNvSpPr/>
          <p:nvPr/>
        </p:nvSpPr>
        <p:spPr>
          <a:xfrm>
            <a:off x="7680960" y="548640"/>
            <a:ext cx="228600" cy="22860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8" name="Deco bubble 4"/>
          <p:cNvSpPr/>
          <p:nvPr/>
        </p:nvSpPr>
        <p:spPr>
          <a:xfrm>
            <a:off x="8686800" y="566928"/>
            <a:ext cx="182880" cy="182880"/>
          </a:xfrm>
          <a:prstGeom prst="ellipse">
            <a:avLst/>
          </a:prstGeom>
          <a:solidFill>
            <a:srgbClr val="FFFFFF">
              <a:alpha val="55000"/>
            </a:srgbClr>
          </a:solidFill>
          <a:ln w="19050">
            <a:solidFill>
              <a:srgbClr val="FFFFFF"/>
            </a:solidFill>
            <a:prstDash val="solid"/>
          </a:ln>
        </p:spPr>
      </p:sp>
      <p:sp>
        <p:nvSpPr>
          <p:cNvPr id="9" name="Deco sun"/>
          <p:cNvSpPr/>
          <p:nvPr/>
        </p:nvSpPr>
        <p:spPr>
          <a:xfrm>
            <a:off x="4206240" y="109728"/>
            <a:ext cx="685800" cy="685800"/>
          </a:xfrm>
          <a:prstGeom prst="sun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0" name="C1 W1 pill"/>
          <p:cNvSpPr/>
          <p:nvPr/>
        </p:nvSpPr>
        <p:spPr>
          <a:xfrm>
            <a:off x="4852152" y="896112"/>
            <a:ext cx="1679572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7636"/>
            </a:solidFill>
            <a:prstDash val="solid"/>
          </a:ln>
        </p:spPr>
      </p:sp>
      <p:sp>
        <p:nvSpPr>
          <p:cNvPr id="11" name="C1 W1 word"/>
          <p:cNvSpPr txBox="1"/>
          <p:nvPr/>
        </p:nvSpPr>
        <p:spPr>
          <a:xfrm>
            <a:off x="4852152" y="896112"/>
            <a:ext cx="1679572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لَقِيَ</a:t>
            </a:r>
            <a:endParaRPr lang="ar-SA" sz="4500" dirty="0"/>
          </a:p>
        </p:txBody>
      </p:sp>
      <p:sp>
        <p:nvSpPr>
          <p:cNvPr id="12" name="C2 W2 pill"/>
          <p:cNvSpPr/>
          <p:nvPr/>
        </p:nvSpPr>
        <p:spPr>
          <a:xfrm>
            <a:off x="2612276" y="896112"/>
            <a:ext cx="1919836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76"/>
            </a:solidFill>
            <a:prstDash val="solid"/>
          </a:ln>
        </p:spPr>
      </p:sp>
      <p:sp>
        <p:nvSpPr>
          <p:cNvPr id="13" name="C2 W2 word"/>
          <p:cNvSpPr txBox="1"/>
          <p:nvPr/>
        </p:nvSpPr>
        <p:spPr>
          <a:xfrm>
            <a:off x="2612276" y="896112"/>
            <a:ext cx="1919836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وَفَرِحَ</a:t>
            </a:r>
            <a:endParaRPr lang="ar-SA" sz="4500" dirty="0"/>
          </a:p>
        </p:txBody>
      </p:sp>
      <p:sp>
        <p:nvSpPr>
          <p:cNvPr id="14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2E85B8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15" name="C3 S panel"/>
          <p:cNvSpPr/>
          <p:nvPr/>
        </p:nvSpPr>
        <p:spPr>
          <a:xfrm>
            <a:off x="2954382" y="2834640"/>
            <a:ext cx="3235237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16" name="C3 S sentence"/>
          <p:cNvSpPr txBox="1"/>
          <p:nvPr/>
        </p:nvSpPr>
        <p:spPr>
          <a:xfrm>
            <a:off x="2954382" y="2834640"/>
            <a:ext cx="3235237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لَقِيَ وَفَرِحَ</a:t>
            </a:r>
            <a:endParaRPr lang="ar-SA" sz="4500" dirty="0"/>
          </a:p>
        </p:txBody>
      </p:sp>
    </p:spTree>
  </p:cSld>
  <p:clrMapOvr>
    <a:masterClrMapping/>
  </p:clrMapOvr>
  <p:transition spd="med">
    <p:push dir="l"/>
    <p:sndAc>
      <p:stSnd>
        <p:snd r:embed="rIdTrSnd" name="chime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 animBg="1"/>
      <p:bldP spid="11" grpId="0" animBg="1"/>
      <p:bldP spid="12" grpId="0" animBg="1"/>
      <p:bldP spid="13" grpId="0" animBg="1"/>
      <p:bldP spid="14" grpId="0" animBg="1"/>
      <p:bldP spid="15" grpId="0" animBg="1"/>
      <p:bldP spid="16" grpId="0" animBg="1"/>
    </p:bldLst>
  </p:timing>
</p:sld>
</file>

<file path=ppt/slides/slide15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8">
    <p:bg>
      <p:bgPr>
        <a:solidFill>
          <a:srgbClr val="C5F7C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grass"/>
          <p:cNvSpPr/>
          <p:nvPr/>
        </p:nvSpPr>
        <p:spPr>
          <a:xfrm>
            <a:off x="0" y="4617720"/>
            <a:ext cx="9144000" cy="548640"/>
          </a:xfrm>
          <a:prstGeom prst="rect">
            <a:avLst/>
          </a:prstGeom>
          <a:solidFill>
            <a:srgbClr val="53B3C6"/>
          </a:solidFill>
          <a:ln w="12700">
            <a:solidFill>
              <a:srgbClr val="53B3C6"/>
            </a:solidFill>
            <a:prstDash val="solid"/>
          </a:ln>
        </p:spPr>
      </p:sp>
      <p:sp>
        <p:nvSpPr>
          <p:cNvPr id="3" name="Deco stem 0"/>
          <p:cNvSpPr/>
          <p:nvPr/>
        </p:nvSpPr>
        <p:spPr>
          <a:xfrm>
            <a:off x="57607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4" name="Deco flower 0"/>
          <p:cNvSpPr/>
          <p:nvPr/>
        </p:nvSpPr>
        <p:spPr>
          <a:xfrm>
            <a:off x="457200" y="4370832"/>
            <a:ext cx="274320" cy="274320"/>
          </a:xfrm>
          <a:prstGeom prst="flowChartConnector">
            <a:avLst/>
          </a:prstGeom>
          <a:solidFill>
            <a:srgbClr val="FF7A90"/>
          </a:solidFill>
          <a:ln w="12700">
            <a:solidFill>
              <a:srgbClr val="FF7A90"/>
            </a:solidFill>
            <a:prstDash val="solid"/>
          </a:ln>
        </p:spPr>
      </p:sp>
      <p:sp>
        <p:nvSpPr>
          <p:cNvPr id="5" name="Deco stem 1"/>
          <p:cNvSpPr/>
          <p:nvPr/>
        </p:nvSpPr>
        <p:spPr>
          <a:xfrm>
            <a:off x="13990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6" name="Deco flower 1"/>
          <p:cNvSpPr/>
          <p:nvPr/>
        </p:nvSpPr>
        <p:spPr>
          <a:xfrm>
            <a:off x="1280160" y="4370832"/>
            <a:ext cx="274320" cy="274320"/>
          </a:xfrm>
          <a:prstGeom prst="flowChartConnector">
            <a:avLst/>
          </a:prstGeom>
          <a:solidFill>
            <a:srgbClr val="FFB347"/>
          </a:solidFill>
          <a:ln w="12700">
            <a:solidFill>
              <a:srgbClr val="FFB347"/>
            </a:solidFill>
            <a:prstDash val="solid"/>
          </a:ln>
        </p:spPr>
      </p:sp>
      <p:sp>
        <p:nvSpPr>
          <p:cNvPr id="7" name="Deco stem 2"/>
          <p:cNvSpPr/>
          <p:nvPr/>
        </p:nvSpPr>
        <p:spPr>
          <a:xfrm>
            <a:off x="22219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8" name="Deco flower 2"/>
          <p:cNvSpPr/>
          <p:nvPr/>
        </p:nvSpPr>
        <p:spPr>
          <a:xfrm>
            <a:off x="2103120" y="4370832"/>
            <a:ext cx="274320" cy="274320"/>
          </a:xfrm>
          <a:prstGeom prst="flowChartConnector">
            <a:avLst/>
          </a:prstGeom>
          <a:solidFill>
            <a:srgbClr val="B892FF"/>
          </a:solidFill>
          <a:ln w="12700">
            <a:solidFill>
              <a:srgbClr val="B892FF"/>
            </a:solidFill>
            <a:prstDash val="solid"/>
          </a:ln>
        </p:spPr>
      </p:sp>
      <p:sp>
        <p:nvSpPr>
          <p:cNvPr id="9" name="Deco stem 3"/>
          <p:cNvSpPr/>
          <p:nvPr/>
        </p:nvSpPr>
        <p:spPr>
          <a:xfrm>
            <a:off x="688543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0" name="Deco flower 3"/>
          <p:cNvSpPr/>
          <p:nvPr/>
        </p:nvSpPr>
        <p:spPr>
          <a:xfrm>
            <a:off x="6766560" y="4370832"/>
            <a:ext cx="274320" cy="274320"/>
          </a:xfrm>
          <a:prstGeom prst="flowChartConnector">
            <a:avLst/>
          </a:prstGeom>
          <a:solidFill>
            <a:srgbClr val="FF6F91"/>
          </a:solidFill>
          <a:ln w="12700">
            <a:solidFill>
              <a:srgbClr val="FF6F91"/>
            </a:solidFill>
            <a:prstDash val="solid"/>
          </a:ln>
        </p:spPr>
      </p:sp>
      <p:sp>
        <p:nvSpPr>
          <p:cNvPr id="11" name="Deco stem 4"/>
          <p:cNvSpPr/>
          <p:nvPr/>
        </p:nvSpPr>
        <p:spPr>
          <a:xfrm>
            <a:off x="770839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2" name="Deco flower 4"/>
          <p:cNvSpPr/>
          <p:nvPr/>
        </p:nvSpPr>
        <p:spPr>
          <a:xfrm>
            <a:off x="7589520" y="4370832"/>
            <a:ext cx="274320" cy="274320"/>
          </a:xfrm>
          <a:prstGeom prst="flowChartConnector">
            <a:avLst/>
          </a:prstGeom>
          <a:solidFill>
            <a:srgbClr val="FFD23F"/>
          </a:solidFill>
          <a:ln w="12700">
            <a:solidFill>
              <a:srgbClr val="FFD23F"/>
            </a:solidFill>
            <a:prstDash val="solid"/>
          </a:ln>
        </p:spPr>
      </p:sp>
      <p:sp>
        <p:nvSpPr>
          <p:cNvPr id="13" name="Deco stem 5"/>
          <p:cNvSpPr/>
          <p:nvPr/>
        </p:nvSpPr>
        <p:spPr>
          <a:xfrm>
            <a:off x="8439912" y="4736592"/>
            <a:ext cx="36576" cy="365760"/>
          </a:xfrm>
          <a:prstGeom prst="ellipse">
            <a:avLst/>
          </a:prstGeom>
          <a:solidFill>
            <a:srgbClr val="3C8D40"/>
          </a:solidFill>
          <a:ln w="12700">
            <a:solidFill>
              <a:srgbClr val="3C8D40"/>
            </a:solidFill>
            <a:prstDash val="solid"/>
          </a:ln>
        </p:spPr>
      </p:sp>
      <p:sp>
        <p:nvSpPr>
          <p:cNvPr id="14" name="Deco flower 5"/>
          <p:cNvSpPr/>
          <p:nvPr/>
        </p:nvSpPr>
        <p:spPr>
          <a:xfrm>
            <a:off x="8321040" y="4370832"/>
            <a:ext cx="274320" cy="274320"/>
          </a:xfrm>
          <a:prstGeom prst="flowChartConnector">
            <a:avLst/>
          </a:prstGeom>
          <a:solidFill>
            <a:srgbClr val="7EC8FF"/>
          </a:solidFill>
          <a:ln w="12700">
            <a:solidFill>
              <a:srgbClr val="7EC8FF"/>
            </a:solidFill>
            <a:prstDash val="solid"/>
          </a:ln>
        </p:spPr>
      </p:sp>
      <p:sp>
        <p:nvSpPr>
          <p:cNvPr id="15" name="Deco heart"/>
          <p:cNvSpPr/>
          <p:nvPr/>
        </p:nvSpPr>
        <p:spPr>
          <a:xfrm>
            <a:off x="411480" y="228600"/>
            <a:ext cx="457200" cy="411480"/>
          </a:xfrm>
          <a:prstGeom prst="heart">
            <a:avLst/>
          </a:prstGeom>
          <a:solidFill>
            <a:srgbClr val="8FED5E"/>
          </a:solidFill>
          <a:ln w="12700">
            <a:solidFill>
              <a:srgbClr val="8FED5E"/>
            </a:solidFill>
            <a:prstDash val="solid"/>
          </a:ln>
        </p:spPr>
      </p:sp>
      <p:sp>
        <p:nvSpPr>
          <p:cNvPr id="16" name="Deco cloud"/>
          <p:cNvSpPr/>
          <p:nvPr/>
        </p:nvSpPr>
        <p:spPr>
          <a:xfrm>
            <a:off x="7132320" y="109728"/>
            <a:ext cx="1463040" cy="640080"/>
          </a:xfrm>
          <a:prstGeom prst="cloud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Deco friend"/>
          <p:cNvSpPr/>
          <p:nvPr/>
        </p:nvSpPr>
        <p:spPr>
          <a:xfrm>
            <a:off x="6309360" y="182880"/>
            <a:ext cx="548640" cy="548640"/>
          </a:xfrm>
          <a:prstGeom prst="smileyFace">
            <a:avLst/>
          </a:prstGeom>
          <a:solidFill>
            <a:srgbClr val="FFD166"/>
          </a:solidFill>
          <a:ln w="12700">
            <a:solidFill>
              <a:srgbClr val="FFD166"/>
            </a:solidFill>
            <a:prstDash val="solid"/>
          </a:ln>
        </p:spPr>
      </p:sp>
      <p:sp>
        <p:nvSpPr>
          <p:cNvPr id="18" name="C1 W1 pill"/>
          <p:cNvSpPr/>
          <p:nvPr/>
        </p:nvSpPr>
        <p:spPr>
          <a:xfrm>
            <a:off x="4964370" y="896112"/>
            <a:ext cx="190845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36E2A8"/>
            </a:solidFill>
            <a:prstDash val="solid"/>
          </a:ln>
        </p:spPr>
      </p:sp>
      <p:sp>
        <p:nvSpPr>
          <p:cNvPr id="19" name="C1 W1 word"/>
          <p:cNvSpPr txBox="1"/>
          <p:nvPr/>
        </p:nvSpPr>
        <p:spPr>
          <a:xfrm>
            <a:off x="4964370" y="896112"/>
            <a:ext cx="190845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يَبِسَ</a:t>
            </a:r>
            <a:endParaRPr lang="ar-SA" sz="4800" dirty="0"/>
          </a:p>
        </p:txBody>
      </p:sp>
      <p:sp>
        <p:nvSpPr>
          <p:cNvPr id="20" name="C2 W2 pill"/>
          <p:cNvSpPr/>
          <p:nvPr/>
        </p:nvSpPr>
        <p:spPr>
          <a:xfrm>
            <a:off x="2271176" y="896112"/>
            <a:ext cx="2373154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A836E2"/>
            </a:solidFill>
            <a:prstDash val="solid"/>
          </a:ln>
        </p:spPr>
      </p:sp>
      <p:sp>
        <p:nvSpPr>
          <p:cNvPr id="21" name="C2 W2 word"/>
          <p:cNvSpPr txBox="1"/>
          <p:nvPr/>
        </p:nvSpPr>
        <p:spPr>
          <a:xfrm>
            <a:off x="2271176" y="896112"/>
            <a:ext cx="2373154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وَسَقَطَ</a:t>
            </a:r>
            <a:endParaRPr lang="ar-SA" sz="4800" dirty="0"/>
          </a:p>
        </p:txBody>
      </p:sp>
      <p:sp>
        <p:nvSpPr>
          <p:cNvPr id="22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B82E5C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3" name="C3 S panel"/>
          <p:cNvSpPr/>
          <p:nvPr/>
        </p:nvSpPr>
        <p:spPr>
          <a:xfrm>
            <a:off x="2622375" y="2834640"/>
            <a:ext cx="3899249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4" name="C3 S sentence"/>
          <p:cNvSpPr txBox="1"/>
          <p:nvPr/>
        </p:nvSpPr>
        <p:spPr>
          <a:xfrm>
            <a:off x="2622375" y="2834640"/>
            <a:ext cx="3899249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8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يَبِسَ وَسَقَطَ</a:t>
            </a:r>
            <a:endParaRPr lang="ar-SA" sz="4800" dirty="0"/>
          </a:p>
        </p:txBody>
      </p:sp>
    </p:spTree>
  </p:cSld>
  <p:clrMapOvr>
    <a:masterClrMapping/>
  </p:clrMapOvr>
  <p:transition spd="med">
    <p:split orient="vert" dir="out"/>
    <p:sndAc>
      <p:stSnd>
        <p:snd r:embed="rIdTrSnd" name="whoosh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2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 animBg="1"/>
      <p:bldP spid="19" grpId="0" animBg="1"/>
      <p:bldP spid="20" grpId="0" animBg="1"/>
      <p:bldP spid="21" grpId="0" animBg="1"/>
      <p:bldP spid="22" grpId="0" animBg="1"/>
      <p:bldP spid="23" grpId="0" animBg="1"/>
      <p:bldP spid="24" grpId="0" animBg="1"/>
    </p:bldLst>
  </p:timing>
</p:sld>
</file>

<file path=ppt/slides/slide15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9">
    <p:bg>
      <p:bgPr>
        <a:solidFill>
          <a:srgbClr val="2114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eco planet"/>
          <p:cNvSpPr/>
          <p:nvPr/>
        </p:nvSpPr>
        <p:spPr>
          <a:xfrm>
            <a:off x="7680960" y="91440"/>
            <a:ext cx="731520" cy="731520"/>
          </a:xfrm>
          <a:prstGeom prst="ellipse">
            <a:avLst/>
          </a:prstGeom>
          <a:solidFill>
            <a:srgbClr val="C252E0"/>
          </a:solidFill>
          <a:ln w="12700">
            <a:solidFill>
              <a:srgbClr val="C252E0"/>
            </a:solidFill>
            <a:prstDash val="solid"/>
          </a:ln>
        </p:spPr>
      </p:sp>
      <p:sp>
        <p:nvSpPr>
          <p:cNvPr id="3" name="Deco planet ring"/>
          <p:cNvSpPr/>
          <p:nvPr/>
        </p:nvSpPr>
        <p:spPr>
          <a:xfrm>
            <a:off x="7452360" y="384048"/>
            <a:ext cx="1188720" cy="164592"/>
          </a:xfrm>
          <a:prstGeom prst="ellipse">
            <a:avLst/>
          </a:prstGeom>
          <a:solidFill>
            <a:srgbClr val="FFFFFF">
              <a:alpha val="0"/>
            </a:srgbClr>
          </a:solidFill>
          <a:ln w="25400">
            <a:solidFill>
              <a:srgbClr val="F28CD5"/>
            </a:solidFill>
            <a:prstDash val="solid"/>
          </a:ln>
        </p:spPr>
      </p:sp>
      <p:sp>
        <p:nvSpPr>
          <p:cNvPr id="4" name="Deco small planet"/>
          <p:cNvSpPr/>
          <p:nvPr/>
        </p:nvSpPr>
        <p:spPr>
          <a:xfrm>
            <a:off x="274320" y="182880"/>
            <a:ext cx="502920" cy="502920"/>
          </a:xfrm>
          <a:prstGeom prst="ellipse">
            <a:avLst/>
          </a:prstGeom>
          <a:solidFill>
            <a:srgbClr val="BCDB70"/>
          </a:solidFill>
          <a:ln w="12700">
            <a:solidFill>
              <a:srgbClr val="BCDB70"/>
            </a:solidFill>
            <a:prstDash val="solid"/>
          </a:ln>
        </p:spPr>
      </p:sp>
      <p:sp>
        <p:nvSpPr>
          <p:cNvPr id="5" name="Deco star 0"/>
          <p:cNvSpPr/>
          <p:nvPr/>
        </p:nvSpPr>
        <p:spPr>
          <a:xfrm>
            <a:off x="1371600" y="27432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6" name="Deco star 1"/>
          <p:cNvSpPr/>
          <p:nvPr/>
        </p:nvSpPr>
        <p:spPr>
          <a:xfrm>
            <a:off x="2468880" y="91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7" name="Deco star 2"/>
          <p:cNvSpPr/>
          <p:nvPr/>
        </p:nvSpPr>
        <p:spPr>
          <a:xfrm>
            <a:off x="3840480" y="50292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8" name="Deco star 3"/>
          <p:cNvSpPr/>
          <p:nvPr/>
        </p:nvSpPr>
        <p:spPr>
          <a:xfrm>
            <a:off x="5120640" y="137160"/>
            <a:ext cx="256032" cy="256032"/>
          </a:xfrm>
          <a:prstGeom prst="star4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9" name="Deco star 4"/>
          <p:cNvSpPr/>
          <p:nvPr/>
        </p:nvSpPr>
        <p:spPr>
          <a:xfrm>
            <a:off x="6583680" y="4572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Deco star 5"/>
          <p:cNvSpPr/>
          <p:nvPr/>
        </p:nvSpPr>
        <p:spPr>
          <a:xfrm>
            <a:off x="1097280" y="457200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1" name="Deco star 6"/>
          <p:cNvSpPr/>
          <p:nvPr/>
        </p:nvSpPr>
        <p:spPr>
          <a:xfrm>
            <a:off x="2743200" y="4754880"/>
            <a:ext cx="256032" cy="256032"/>
          </a:xfrm>
          <a:prstGeom prst="star5">
            <a:avLst/>
          </a:prstGeom>
          <a:solidFill>
            <a:srgbClr val="FFE066"/>
          </a:solidFill>
          <a:ln w="12700">
            <a:solidFill>
              <a:srgbClr val="FFE066"/>
            </a:solidFill>
            <a:prstDash val="solid"/>
          </a:ln>
        </p:spPr>
      </p:sp>
      <p:sp>
        <p:nvSpPr>
          <p:cNvPr id="12" name="Deco star 7"/>
          <p:cNvSpPr/>
          <p:nvPr/>
        </p:nvSpPr>
        <p:spPr>
          <a:xfrm>
            <a:off x="6217920" y="4663440"/>
            <a:ext cx="256032" cy="256032"/>
          </a:xfrm>
          <a:prstGeom prst="star4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3" name="Deco star 8"/>
          <p:cNvSpPr/>
          <p:nvPr/>
        </p:nvSpPr>
        <p:spPr>
          <a:xfrm>
            <a:off x="8138160" y="4572000"/>
            <a:ext cx="256032" cy="256032"/>
          </a:xfrm>
          <a:prstGeom prst="star5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Deco moon surface"/>
          <p:cNvSpPr/>
          <p:nvPr/>
        </p:nvSpPr>
        <p:spPr>
          <a:xfrm>
            <a:off x="3200400" y="4709160"/>
            <a:ext cx="2743200" cy="1097280"/>
          </a:xfrm>
          <a:prstGeom prst="ellipse">
            <a:avLst/>
          </a:prstGeom>
          <a:solidFill>
            <a:srgbClr val="47856D"/>
          </a:solidFill>
          <a:ln w="12700">
            <a:solidFill>
              <a:srgbClr val="47856D"/>
            </a:solidFill>
            <a:prstDash val="solid"/>
          </a:ln>
        </p:spPr>
      </p:sp>
      <p:sp>
        <p:nvSpPr>
          <p:cNvPr id="15" name="C1 W1 pill"/>
          <p:cNvSpPr/>
          <p:nvPr/>
        </p:nvSpPr>
        <p:spPr>
          <a:xfrm>
            <a:off x="4789611" y="896112"/>
            <a:ext cx="1777441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DA36E2"/>
            </a:solidFill>
            <a:prstDash val="solid"/>
          </a:ln>
        </p:spPr>
      </p:sp>
      <p:sp>
        <p:nvSpPr>
          <p:cNvPr id="16" name="C1 W1 word"/>
          <p:cNvSpPr txBox="1"/>
          <p:nvPr/>
        </p:nvSpPr>
        <p:spPr>
          <a:xfrm>
            <a:off x="4789611" y="896112"/>
            <a:ext cx="1777441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حَزِنَ</a:t>
            </a:r>
            <a:endParaRPr lang="ar-SA" sz="4500" dirty="0"/>
          </a:p>
        </p:txBody>
      </p:sp>
      <p:sp>
        <p:nvSpPr>
          <p:cNvPr id="17" name="C2 W2 pill"/>
          <p:cNvSpPr/>
          <p:nvPr/>
        </p:nvSpPr>
        <p:spPr>
          <a:xfrm>
            <a:off x="2576948" y="896112"/>
            <a:ext cx="1892623" cy="1371600"/>
          </a:xfrm>
          <a:prstGeom prst="roundRect">
            <a:avLst>
              <a:gd name="adj" fmla="val 26667"/>
            </a:avLst>
          </a:prstGeom>
          <a:solidFill>
            <a:srgbClr val="FFFFFF"/>
          </a:solidFill>
          <a:ln w="76200">
            <a:solidFill>
              <a:srgbClr val="E2DA36"/>
            </a:solidFill>
            <a:prstDash val="solid"/>
          </a:ln>
        </p:spPr>
      </p:sp>
      <p:sp>
        <p:nvSpPr>
          <p:cNvPr id="18" name="C2 W2 word"/>
          <p:cNvSpPr txBox="1"/>
          <p:nvPr/>
        </p:nvSpPr>
        <p:spPr>
          <a:xfrm>
            <a:off x="2576948" y="896112"/>
            <a:ext cx="1892623" cy="137160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وَبَقِيَ</a:t>
            </a:r>
            <a:endParaRPr lang="ar-SA" sz="4500" dirty="0"/>
          </a:p>
        </p:txBody>
      </p:sp>
      <p:sp>
        <p:nvSpPr>
          <p:cNvPr id="19" name="C3 A arrow"/>
          <p:cNvSpPr/>
          <p:nvPr/>
        </p:nvSpPr>
        <p:spPr>
          <a:xfrm>
            <a:off x="4297680" y="2340864"/>
            <a:ext cx="548640" cy="457200"/>
          </a:xfrm>
          <a:prstGeom prst="downArrow">
            <a:avLst/>
          </a:prstGeom>
          <a:solidFill>
            <a:srgbClr val="34B82E"/>
          </a:solidFill>
          <a:ln w="12700">
            <a:solidFill>
              <a:srgbClr val="333333"/>
            </a:solidFill>
            <a:prstDash val="solid"/>
          </a:ln>
        </p:spPr>
      </p:sp>
      <p:sp>
        <p:nvSpPr>
          <p:cNvPr id="20" name="C3 S panel"/>
          <p:cNvSpPr/>
          <p:nvPr/>
        </p:nvSpPr>
        <p:spPr>
          <a:xfrm>
            <a:off x="2916196" y="2834640"/>
            <a:ext cx="3311608" cy="1417320"/>
          </a:xfrm>
          <a:prstGeom prst="roundRect">
            <a:avLst>
              <a:gd name="adj" fmla="val 22581"/>
            </a:avLst>
          </a:prstGeom>
          <a:solidFill>
            <a:srgbClr val="FFFBE3"/>
          </a:solidFill>
          <a:ln w="76200">
            <a:solidFill>
              <a:srgbClr val="F2B134"/>
            </a:solidFill>
            <a:prstDash val="solid"/>
          </a:ln>
        </p:spPr>
      </p:sp>
      <p:sp>
        <p:nvSpPr>
          <p:cNvPr id="21" name="C3 S sentence"/>
          <p:cNvSpPr txBox="1"/>
          <p:nvPr/>
        </p:nvSpPr>
        <p:spPr>
          <a:xfrm>
            <a:off x="2916196" y="2834640"/>
            <a:ext cx="3311608" cy="1417320"/>
          </a:xfrm>
          <a:prstGeom prst="rect">
            <a:avLst/>
          </a:prstGeom>
          <a:noFill/>
          <a:ln/>
        </p:spPr>
        <p:txBody>
          <a:bodyPr wrap="none" lIns="0" tIns="0" rIns="0" bIns="0" rtlCol="0" anchor="ctr"/>
          <a:lstStyle/>
          <a:p>
            <a:pPr rtl="1" algn="ctr" indent="0" marL="0">
              <a:buNone/>
            </a:pPr>
            <a:r>
              <a:rPr lang="ar-SA" altLang="en-US" sz="4500" dirty="0">
                <a:solidFill>
                  <a:srgbClr val="16213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حَزِنَ وَبَقِيَ</a:t>
            </a:r>
            <a:endParaRPr lang="ar-SA" sz="4500" dirty="0"/>
          </a:p>
        </p:txBody>
      </p:sp>
    </p:spTree>
  </p:cSld>
  <p:clrMapOvr>
    <a:masterClrMapping/>
  </p:clrMapOvr>
  <p:transition spd="med">
    <p:pull dir="l"/>
    <p:sndAc>
      <p:stSnd>
        <p:snd r:embed="rIdTrSnd" name="bubbles.wav"/>
      </p:stSnd>
    </p:sndAc>
  </p:transition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350"/>
                                        <p:tgtEl>
                                          <p:spTgt spid="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350"/>
                                        <p:tgtEl>
                                          <p:spTgt spid="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350"/>
                                        <p:tgtEl>
                                          <p:spTgt spid="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35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350"/>
                                        <p:tgtEl>
                                          <p:spTgt spid="1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350"/>
                                        <p:tgtEl>
                                          <p:spTgt spid="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350"/>
                                        <p:tgtEl>
                                          <p:spTgt spid="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5" grpId="0" animBg="1"/>
      <p:bldP spid="16" grpId="0" animBg="1"/>
      <p:bldP spid="17" grpId="0" animBg="1"/>
      <p:bldP spid="18" grpId="0" animBg="1"/>
      <p:bldP spid="19" grpId="0" animBg="1"/>
      <p:bldP spid="20" grpId="0" animBg="1"/>
      <p:bldP spid="21" grpId="0" animBg="1"/>
    </p:bld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159</Slides>
  <Notes>159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159</vt:i4>
      </vt:variant>
    </vt:vector>
  </HeadingPairs>
  <TitlesOfParts>
    <vt:vector size="16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  <vt:lpstr>Slide 44</vt:lpstr>
      <vt:lpstr>Slide 45</vt:lpstr>
      <vt:lpstr>Slide 46</vt:lpstr>
      <vt:lpstr>Slide 47</vt:lpstr>
      <vt:lpstr>Slide 48</vt:lpstr>
      <vt:lpstr>Slide 49</vt:lpstr>
      <vt:lpstr>Slide 50</vt:lpstr>
      <vt:lpstr>Slide 51</vt:lpstr>
      <vt:lpstr>Slide 52</vt:lpstr>
      <vt:lpstr>Slide 53</vt:lpstr>
      <vt:lpstr>Slide 54</vt:lpstr>
      <vt:lpstr>Slide 55</vt:lpstr>
      <vt:lpstr>Slide 56</vt:lpstr>
      <vt:lpstr>Slide 57</vt:lpstr>
      <vt:lpstr>Slide 58</vt:lpstr>
      <vt:lpstr>Slide 59</vt:lpstr>
      <vt:lpstr>Slide 60</vt:lpstr>
      <vt:lpstr>Slide 61</vt:lpstr>
      <vt:lpstr>Slide 62</vt:lpstr>
      <vt:lpstr>Slide 63</vt:lpstr>
      <vt:lpstr>Slide 64</vt:lpstr>
      <vt:lpstr>Slide 65</vt:lpstr>
      <vt:lpstr>Slide 66</vt:lpstr>
      <vt:lpstr>Slide 67</vt:lpstr>
      <vt:lpstr>Slide 68</vt:lpstr>
      <vt:lpstr>Slide 69</vt:lpstr>
      <vt:lpstr>Slide 70</vt:lpstr>
      <vt:lpstr>Slide 71</vt:lpstr>
      <vt:lpstr>Slide 72</vt:lpstr>
      <vt:lpstr>Slide 73</vt:lpstr>
      <vt:lpstr>Slide 74</vt:lpstr>
      <vt:lpstr>Slide 75</vt:lpstr>
      <vt:lpstr>Slide 76</vt:lpstr>
      <vt:lpstr>Slide 77</vt:lpstr>
      <vt:lpstr>Slide 78</vt:lpstr>
      <vt:lpstr>Slide 79</vt:lpstr>
      <vt:lpstr>Slide 80</vt:lpstr>
      <vt:lpstr>Slide 81</vt:lpstr>
      <vt:lpstr>Slide 82</vt:lpstr>
      <vt:lpstr>Slide 83</vt:lpstr>
      <vt:lpstr>Slide 84</vt:lpstr>
      <vt:lpstr>Slide 85</vt:lpstr>
      <vt:lpstr>Slide 86</vt:lpstr>
      <vt:lpstr>Slide 87</vt:lpstr>
      <vt:lpstr>Slide 88</vt:lpstr>
      <vt:lpstr>Slide 89</vt:lpstr>
      <vt:lpstr>Slide 90</vt:lpstr>
      <vt:lpstr>Slide 91</vt:lpstr>
      <vt:lpstr>Slide 92</vt:lpstr>
      <vt:lpstr>Slide 93</vt:lpstr>
      <vt:lpstr>Slide 94</vt:lpstr>
      <vt:lpstr>Slide 95</vt:lpstr>
      <vt:lpstr>Slide 96</vt:lpstr>
      <vt:lpstr>Slide 97</vt:lpstr>
      <vt:lpstr>Slide 98</vt:lpstr>
      <vt:lpstr>Slide 99</vt:lpstr>
      <vt:lpstr>Slide 100</vt:lpstr>
      <vt:lpstr>Slide 101</vt:lpstr>
      <vt:lpstr>Slide 102</vt:lpstr>
      <vt:lpstr>Slide 103</vt:lpstr>
      <vt:lpstr>Slide 104</vt:lpstr>
      <vt:lpstr>Slide 105</vt:lpstr>
      <vt:lpstr>Slide 106</vt:lpstr>
      <vt:lpstr>Slide 107</vt:lpstr>
      <vt:lpstr>Slide 108</vt:lpstr>
      <vt:lpstr>Slide 109</vt:lpstr>
      <vt:lpstr>Slide 110</vt:lpstr>
      <vt:lpstr>Slide 111</vt:lpstr>
      <vt:lpstr>Slide 112</vt:lpstr>
      <vt:lpstr>Slide 113</vt:lpstr>
      <vt:lpstr>Slide 114</vt:lpstr>
      <vt:lpstr>Slide 115</vt:lpstr>
      <vt:lpstr>Slide 116</vt:lpstr>
      <vt:lpstr>Slide 117</vt:lpstr>
      <vt:lpstr>Slide 118</vt:lpstr>
      <vt:lpstr>Slide 119</vt:lpstr>
      <vt:lpstr>Slide 120</vt:lpstr>
      <vt:lpstr>Slide 121</vt:lpstr>
      <vt:lpstr>Slide 122</vt:lpstr>
      <vt:lpstr>Slide 123</vt:lpstr>
      <vt:lpstr>Slide 124</vt:lpstr>
      <vt:lpstr>Slide 125</vt:lpstr>
      <vt:lpstr>Slide 126</vt:lpstr>
      <vt:lpstr>Slide 127</vt:lpstr>
      <vt:lpstr>Slide 128</vt:lpstr>
      <vt:lpstr>Slide 129</vt:lpstr>
      <vt:lpstr>Slide 130</vt:lpstr>
      <vt:lpstr>Slide 131</vt:lpstr>
      <vt:lpstr>Slide 132</vt:lpstr>
      <vt:lpstr>Slide 133</vt:lpstr>
      <vt:lpstr>Slide 134</vt:lpstr>
      <vt:lpstr>Slide 135</vt:lpstr>
      <vt:lpstr>Slide 136</vt:lpstr>
      <vt:lpstr>Slide 137</vt:lpstr>
      <vt:lpstr>Slide 138</vt:lpstr>
      <vt:lpstr>Slide 139</vt:lpstr>
      <vt:lpstr>Slide 140</vt:lpstr>
      <vt:lpstr>Slide 141</vt:lpstr>
      <vt:lpstr>Slide 142</vt:lpstr>
      <vt:lpstr>Slide 143</vt:lpstr>
      <vt:lpstr>Slide 144</vt:lpstr>
      <vt:lpstr>Slide 145</vt:lpstr>
      <vt:lpstr>Slide 146</vt:lpstr>
      <vt:lpstr>Slide 147</vt:lpstr>
      <vt:lpstr>Slide 148</vt:lpstr>
      <vt:lpstr>Slide 149</vt:lpstr>
      <vt:lpstr>Slide 150</vt:lpstr>
      <vt:lpstr>Slide 151</vt:lpstr>
      <vt:lpstr>Slide 152</vt:lpstr>
      <vt:lpstr>Slide 153</vt:lpstr>
      <vt:lpstr>Slide 154</vt:lpstr>
      <vt:lpstr>Slide 155</vt:lpstr>
      <vt:lpstr>Slide 156</vt:lpstr>
      <vt:lpstr>Slide 157</vt:lpstr>
      <vt:lpstr>Slide 158</vt:lpstr>
      <vt:lpstr>Slide 159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Kasrah reading 03-noon-ya</dc:title>
  <dc:subject>PptxGenJS Presentation</dc:subject>
  <dc:creator>PptxGenJS</dc:creator>
  <cp:lastModifiedBy>PptxGenJS</cp:lastModifiedBy>
  <cp:revision>1</cp:revision>
  <dcterms:created xsi:type="dcterms:W3CDTF">2026-10-21T16:51:25Z</dcterms:created>
  <dcterms:modified xsi:type="dcterms:W3CDTF">2026-10-21T16:51:25Z</dcterms:modified>
</cp:coreProperties>
</file>