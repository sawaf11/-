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</p:sldIdLst>
  <p:notesMasterIdLst>
    <p:notesMasterId r:id="rId16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notesMaster" Target="notesMasters/notesMaster1.xml"/><Relationship Id="rId162" Type="http://schemas.openxmlformats.org/officeDocument/2006/relationships/presProps" Target="presProps.xml"/><Relationship Id="rId163" Type="http://schemas.openxmlformats.org/officeDocument/2006/relationships/viewProps" Target="viewProps.xml"/><Relationship Id="rId164" Type="http://schemas.openxmlformats.org/officeDocument/2006/relationships/theme" Target="theme/theme1.xml"/><Relationship Id="rId1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TrSnd" Type="http://schemas.openxmlformats.org/officeDocument/2006/relationships/audio" Target="../media/sparkle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TrSnd" Type="http://schemas.openxmlformats.org/officeDocument/2006/relationships/audio" Target="../media/marimba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TrSnd" Type="http://schemas.openxmlformats.org/officeDocument/2006/relationships/audio" Target="../media/harp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TrSnd" Type="http://schemas.openxmlformats.org/officeDocument/2006/relationships/audio" Target="../media/chime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TrSnd" Type="http://schemas.openxmlformats.org/officeDocument/2006/relationships/audio" Target="../media/whoosh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TrSnd" Type="http://schemas.openxmlformats.org/officeDocument/2006/relationships/audio" Target="../media/bubbles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TrSnd" Type="http://schemas.openxmlformats.org/officeDocument/2006/relationships/audio" Target="../media/sparkle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TrSnd" Type="http://schemas.openxmlformats.org/officeDocument/2006/relationships/audio" Target="../media/marimba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TrSnd" Type="http://schemas.openxmlformats.org/officeDocument/2006/relationships/audio" Target="../media/harp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TrSnd" Type="http://schemas.openxmlformats.org/officeDocument/2006/relationships/audio" Target="../media/chime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TrSnd" Type="http://schemas.openxmlformats.org/officeDocument/2006/relationships/audio" Target="../media/whoosh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TrSnd" Type="http://schemas.openxmlformats.org/officeDocument/2006/relationships/audio" Target="../media/bubbles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TrSnd" Type="http://schemas.openxmlformats.org/officeDocument/2006/relationships/audio" Target="../media/sparkle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TrSnd" Type="http://schemas.openxmlformats.org/officeDocument/2006/relationships/audio" Target="../media/marimba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TrSnd" Type="http://schemas.openxmlformats.org/officeDocument/2006/relationships/audio" Target="../media/harp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TrSnd" Type="http://schemas.openxmlformats.org/officeDocument/2006/relationships/audio" Target="../media/chime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TrSnd" Type="http://schemas.openxmlformats.org/officeDocument/2006/relationships/audio" Target="../media/whoosh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TrSnd" Type="http://schemas.openxmlformats.org/officeDocument/2006/relationships/audio" Target="../media/bubbles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TrSnd" Type="http://schemas.openxmlformats.org/officeDocument/2006/relationships/audio" Target="../media/sparkle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TrSnd" Type="http://schemas.openxmlformats.org/officeDocument/2006/relationships/audio" Target="../media/marimba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TrSnd" Type="http://schemas.openxmlformats.org/officeDocument/2006/relationships/audio" Target="../media/harp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TrSnd" Type="http://schemas.openxmlformats.org/officeDocument/2006/relationships/audio" Target="../media/chime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TrSnd" Type="http://schemas.openxmlformats.org/officeDocument/2006/relationships/audio" Target="../media/whoosh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TrSnd" Type="http://schemas.openxmlformats.org/officeDocument/2006/relationships/audio" Target="../media/bubbles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TrSnd" Type="http://schemas.openxmlformats.org/officeDocument/2006/relationships/audio" Target="../media/sparkle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TrSnd" Type="http://schemas.openxmlformats.org/officeDocument/2006/relationships/audio" Target="../media/marimba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TrSnd" Type="http://schemas.openxmlformats.org/officeDocument/2006/relationships/audio" Target="../media/harp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TrSnd" Type="http://schemas.openxmlformats.org/officeDocument/2006/relationships/audio" Target="../media/chime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TrSnd" Type="http://schemas.openxmlformats.org/officeDocument/2006/relationships/audio" Target="../media/whoosh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TrSnd" Type="http://schemas.openxmlformats.org/officeDocument/2006/relationships/audio" Target="../media/bubbles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TrSnd" Type="http://schemas.openxmlformats.org/officeDocument/2006/relationships/audio" Target="../media/sparkle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TrSnd" Type="http://schemas.openxmlformats.org/officeDocument/2006/relationships/audio" Target="../media/marimba.wav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TrSnd" Type="http://schemas.openxmlformats.org/officeDocument/2006/relationships/audio" Target="../media/harp.wav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TrSnd" Type="http://schemas.openxmlformats.org/officeDocument/2006/relationships/audio" Target="../media/chime.wav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TrSnd" Type="http://schemas.openxmlformats.org/officeDocument/2006/relationships/audio" Target="../media/whoosh.wav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11000" dirty="0"/>
          </a:p>
        </p:txBody>
      </p:sp>
      <p:sp>
        <p:nvSpPr>
          <p:cNvPr id="12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35EED"/>
          </a:solidFill>
          <a:ln w="12700">
            <a:solidFill>
              <a:srgbClr val="7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نِإِ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3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AE052"/>
          </a:solidFill>
          <a:ln w="12700">
            <a:solidFill>
              <a:srgbClr val="B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9DB"/>
          </a:solidFill>
          <a:ln w="12700">
            <a:solidFill>
              <a:srgbClr val="708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E"/>
          </a:solidFill>
          <a:ln w="12700">
            <a:solidFill>
              <a:srgbClr val="85477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نِبِ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1D8"/>
          </a:solidFill>
          <a:ln w="12700">
            <a:solidFill>
              <a:srgbClr val="64A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7D1"/>
          </a:solidFill>
          <a:ln w="12700">
            <a:solidFill>
              <a:srgbClr val="47A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نِتِ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نِثِ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3"/>
          </a:solidFill>
          <a:ln w="12700">
            <a:solidFill>
              <a:srgbClr val="2B643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1"/>
          </a:solidFill>
          <a:ln w="12700">
            <a:solidFill>
              <a:srgbClr val="34796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نِجِ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نِحِ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E"/>
          </a:solidFill>
          <a:ln w="12700">
            <a:solidFill>
              <a:srgbClr val="ED5E6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نِخِ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4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EE0"/>
          </a:solidFill>
          <a:ln w="12700">
            <a:solidFill>
              <a:srgbClr val="52D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4"/>
          </a:solidFill>
          <a:ln w="12700">
            <a:solidFill>
              <a:srgbClr val="DB70A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B47"/>
          </a:solidFill>
          <a:ln w="12700">
            <a:solidFill>
              <a:srgbClr val="857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نِدِ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E"/>
          </a:solidFill>
          <a:ln w="12700">
            <a:solidFill>
              <a:srgbClr val="D864B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9"/>
          </a:solidFill>
          <a:ln w="12700">
            <a:solidFill>
              <a:srgbClr val="D147C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نِذِ</a:t>
            </a:r>
            <a:endParaRPr lang="ar-SA" sz="9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نِرِ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3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164"/>
          </a:solidFill>
          <a:ln w="12700">
            <a:solidFill>
              <a:srgbClr val="2B3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F3479"/>
          </a:solidFill>
          <a:ln w="12700">
            <a:solidFill>
              <a:srgbClr val="4F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نِزِ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نِسِ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1ED5E"/>
          </a:solidFill>
          <a:ln w="12700">
            <a:solidFill>
              <a:srgbClr val="9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نِشِ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F52E0"/>
          </a:solidFill>
          <a:ln w="12700">
            <a:solidFill>
              <a:srgbClr val="B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FDB70"/>
          </a:solidFill>
          <a:ln w="12700">
            <a:solidFill>
              <a:srgbClr val="B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C"/>
          </a:solidFill>
          <a:ln w="12700">
            <a:solidFill>
              <a:srgbClr val="47856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نِصِ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664"/>
          </a:solidFill>
          <a:ln w="12700">
            <a:solidFill>
              <a:srgbClr val="D8D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747"/>
          </a:solidFill>
          <a:ln w="12700">
            <a:solidFill>
              <a:srgbClr val="D1B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نِضِ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نِطِ</a:t>
            </a:r>
            <a:endParaRPr lang="ar-SA" sz="9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31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F"/>
          </a:solidFill>
          <a:ln w="12700">
            <a:solidFill>
              <a:srgbClr val="642B3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E34"/>
          </a:solidFill>
          <a:ln w="12700">
            <a:solidFill>
              <a:srgbClr val="793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نِظِ</a:t>
            </a:r>
            <a:endParaRPr lang="ar-SA" sz="9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نِعِ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5ED"/>
          </a:solidFill>
          <a:ln w="12700">
            <a:solidFill>
              <a:srgbClr val="5EB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نِغِ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C52"/>
          </a:solidFill>
          <a:ln w="12700">
            <a:solidFill>
              <a:srgbClr val="E09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9DB"/>
          </a:solidFill>
          <a:ln w="12700">
            <a:solidFill>
              <a:srgbClr val="70D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D4785"/>
          </a:solidFill>
          <a:ln w="12700">
            <a:solidFill>
              <a:srgbClr val="5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نِفِ</a:t>
            </a:r>
            <a:endParaRPr lang="ar-SA" sz="9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9"/>
          </a:solidFill>
          <a:ln w="12700">
            <a:solidFill>
              <a:srgbClr val="64D8B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5"/>
          </a:solidFill>
          <a:ln w="12700">
            <a:solidFill>
              <a:srgbClr val="47D19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نِقِ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نِكِ</a:t>
            </a:r>
            <a:endParaRPr lang="ar-SA" sz="9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3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D642B"/>
          </a:solidFill>
          <a:ln w="12700">
            <a:solidFill>
              <a:srgbClr val="4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B7934"/>
          </a:solidFill>
          <a:ln w="12700">
            <a:solidFill>
              <a:srgbClr val="3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نِلِ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نِمِ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8"/>
          </a:solidFill>
          <a:ln w="12700">
            <a:solidFill>
              <a:srgbClr val="ED5ED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8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إِنِبِ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8"/>
          </a:solidFill>
          <a:ln w="12700">
            <a:solidFill>
              <a:srgbClr val="52E07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370DB"/>
          </a:solidFill>
          <a:ln w="12700">
            <a:solidFill>
              <a:srgbClr val="C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E47"/>
          </a:solidFill>
          <a:ln w="12700">
            <a:solidFill>
              <a:srgbClr val="854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8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بِنِتِ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C64D8"/>
          </a:solidFill>
          <a:ln w="12700">
            <a:solidFill>
              <a:srgbClr val="9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247D1"/>
          </a:solidFill>
          <a:ln w="12700">
            <a:solidFill>
              <a:srgbClr val="7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تِنِثِ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ثِنِجِ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C64"/>
          </a:solidFill>
          <a:ln w="12700">
            <a:solidFill>
              <a:srgbClr val="2B5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D79"/>
          </a:solidFill>
          <a:ln w="12700">
            <a:solidFill>
              <a:srgbClr val="344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جِنِحِ</a:t>
            </a:r>
            <a:endParaRPr lang="ar-SA" sz="5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حِنِخِ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E5E"/>
          </a:solidFill>
          <a:ln w="12700">
            <a:solidFill>
              <a:srgbClr val="EDD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خِنِدِ</a:t>
            </a:r>
            <a:endParaRPr lang="ar-SA" sz="8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552E0"/>
          </a:solidFill>
          <a:ln w="12700">
            <a:solidFill>
              <a:srgbClr val="5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870"/>
          </a:solidFill>
          <a:ln w="12700">
            <a:solidFill>
              <a:srgbClr val="DBA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08547"/>
          </a:solidFill>
          <a:ln w="12700">
            <a:solidFill>
              <a:srgbClr val="5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دِنِذِ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F64"/>
          </a:solidFill>
          <a:ln w="12700">
            <a:solidFill>
              <a:srgbClr val="D87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047"/>
          </a:solidFill>
          <a:ln w="12700">
            <a:solidFill>
              <a:srgbClr val="D15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ذِنِرِ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رِنِزِ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E2B64"/>
          </a:solidFill>
          <a:ln w="12700">
            <a:solidFill>
              <a:srgbClr val="5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E"/>
          </a:solidFill>
          <a:ln w="12700">
            <a:solidFill>
              <a:srgbClr val="79345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5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زِنِسِ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سِنِشِ</a:t>
            </a:r>
            <a:endParaRPr lang="ar-SA" sz="6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B"/>
          </a:solidFill>
          <a:ln w="12700">
            <a:solidFill>
              <a:srgbClr val="5EEDB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شِنِصِ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2"/>
          </a:solidFill>
          <a:ln w="12700">
            <a:solidFill>
              <a:srgbClr val="E0527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D"/>
          </a:solidFill>
          <a:ln w="12700">
            <a:solidFill>
              <a:srgbClr val="70DB8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085"/>
          </a:solidFill>
          <a:ln w="12700">
            <a:solidFill>
              <a:srgbClr val="476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3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صِنِضِ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6D864"/>
          </a:solidFill>
          <a:ln w="12700">
            <a:solidFill>
              <a:srgbClr val="6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1D147"/>
          </a:solidFill>
          <a:ln w="12700">
            <a:solidFill>
              <a:srgbClr val="6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ضِنِطِ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طِنِظِ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02B"/>
          </a:solidFill>
          <a:ln w="12700">
            <a:solidFill>
              <a:srgbClr val="645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F7934"/>
          </a:solidFill>
          <a:ln w="12700">
            <a:solidFill>
              <a:srgbClr val="6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ظِنِعِ</a:t>
            </a:r>
            <a:endParaRPr lang="ar-SA" sz="5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عِنِغِ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75EED"/>
          </a:solidFill>
          <a:ln w="12700">
            <a:solidFill>
              <a:srgbClr val="9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غِنِفِ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6E052"/>
          </a:solidFill>
          <a:ln w="12700">
            <a:solidFill>
              <a:srgbClr val="96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8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370DB"/>
          </a:solidFill>
          <a:ln w="12700">
            <a:solidFill>
              <a:srgbClr val="7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F"/>
          </a:solidFill>
          <a:ln w="12700">
            <a:solidFill>
              <a:srgbClr val="85476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فِنِقِ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3D8"/>
          </a:solidFill>
          <a:ln w="12700">
            <a:solidFill>
              <a:srgbClr val="648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3D1"/>
          </a:solidFill>
          <a:ln w="12700">
            <a:solidFill>
              <a:srgbClr val="478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قِنِكِ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كِنِلِ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2"/>
          </a:solidFill>
          <a:ln w="12700">
            <a:solidFill>
              <a:srgbClr val="2B644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2"/>
          </a:solidFill>
          <a:ln w="12700">
            <a:solidFill>
              <a:srgbClr val="34797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لِنِمِ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مِنِإِ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45E"/>
          </a:solidFill>
          <a:ln w="12700">
            <a:solidFill>
              <a:srgbClr val="ED7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إِنِ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9E0"/>
          </a:solidFill>
          <a:ln w="12700">
            <a:solidFill>
              <a:srgbClr val="52B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8"/>
          </a:solidFill>
          <a:ln w="12700">
            <a:solidFill>
              <a:srgbClr val="DB708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E8547"/>
          </a:solidFill>
          <a:ln w="12700">
            <a:solidFill>
              <a:srgbClr val="7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بِنِ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0"/>
          </a:solidFill>
          <a:ln w="12700">
            <a:solidFill>
              <a:srgbClr val="D864A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6"/>
          </a:solidFill>
          <a:ln w="12700">
            <a:solidFill>
              <a:srgbClr val="D147A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تِنِ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ثِنِ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32B64"/>
          </a:solidFill>
          <a:ln w="12700">
            <a:solidFill>
              <a:srgbClr val="3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13479"/>
          </a:solidFill>
          <a:ln w="12700">
            <a:solidFill>
              <a:srgbClr val="6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جِنِ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حِنِ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DED5E"/>
          </a:solidFill>
          <a:ln w="12700">
            <a:solidFill>
              <a:srgbClr val="6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خِنِ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D"/>
          </a:solidFill>
          <a:ln w="12700">
            <a:solidFill>
              <a:srgbClr val="E052D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3DB70"/>
          </a:solidFill>
          <a:ln w="12700">
            <a:solidFill>
              <a:srgbClr val="A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C"/>
          </a:solidFill>
          <a:ln w="12700">
            <a:solidFill>
              <a:srgbClr val="47857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دِنِ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DD864"/>
          </a:solidFill>
          <a:ln w="12700">
            <a:solidFill>
              <a:srgbClr val="B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8D147"/>
          </a:solidFill>
          <a:ln w="12700">
            <a:solidFill>
              <a:srgbClr val="C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ذِنِ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رِنِ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1"/>
          </a:solidFill>
          <a:ln w="12700">
            <a:solidFill>
              <a:srgbClr val="642B3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034"/>
          </a:solidFill>
          <a:ln w="12700">
            <a:solidFill>
              <a:srgbClr val="795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زِنِ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سِنِ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0ED"/>
          </a:solidFill>
          <a:ln w="12700">
            <a:solidFill>
              <a:srgbClr val="5E9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شِنِ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3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052"/>
          </a:solidFill>
          <a:ln w="12700">
            <a:solidFill>
              <a:srgbClr val="E0C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EDB"/>
          </a:solidFill>
          <a:ln w="12700">
            <a:solidFill>
              <a:srgbClr val="70BE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D4785"/>
          </a:solidFill>
          <a:ln w="12700">
            <a:solidFill>
              <a:srgbClr val="6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صِنِ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6"/>
          </a:solidFill>
          <a:ln w="12700">
            <a:solidFill>
              <a:srgbClr val="64D8D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8"/>
          </a:solidFill>
          <a:ln w="12700">
            <a:solidFill>
              <a:srgbClr val="47D1B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ضِنِ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طِنِ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F642B"/>
          </a:solidFill>
          <a:ln w="12700">
            <a:solidFill>
              <a:srgbClr val="3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E"/>
          </a:solidFill>
          <a:ln w="12700">
            <a:solidFill>
              <a:srgbClr val="34793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ظِنِ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عِنِ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4"/>
          </a:solidFill>
          <a:ln w="12700">
            <a:solidFill>
              <a:srgbClr val="ED5EB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غِنِ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44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D"/>
          </a:solidFill>
          <a:ln w="12700">
            <a:solidFill>
              <a:srgbClr val="52E09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9"/>
          </a:solidFill>
          <a:ln w="12700">
            <a:solidFill>
              <a:srgbClr val="DB70D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D47"/>
          </a:solidFill>
          <a:ln w="12700">
            <a:solidFill>
              <a:srgbClr val="855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فِنِ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964D8"/>
          </a:solidFill>
          <a:ln w="12700">
            <a:solidFill>
              <a:srgbClr val="B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647D1"/>
          </a:solidFill>
          <a:ln w="12700">
            <a:solidFill>
              <a:srgbClr val="9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قِنِ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كِنِ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D64"/>
          </a:solidFill>
          <a:ln w="12700">
            <a:solidFill>
              <a:srgbClr val="2B4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B79"/>
          </a:solidFill>
          <a:ln w="12700">
            <a:solidFill>
              <a:srgbClr val="343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لِنِ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مِنِ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8ED5E"/>
          </a:solidFill>
          <a:ln w="12700">
            <a:solidFill>
              <a:srgbClr val="D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100" dirty="0"/>
          </a:p>
        </p:txBody>
      </p:sp>
      <p:sp>
        <p:nvSpPr>
          <p:cNvPr id="20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952E0"/>
          </a:solidFill>
          <a:ln w="12700">
            <a:solidFill>
              <a:srgbClr val="7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370"/>
          </a:solidFill>
          <a:ln w="12700">
            <a:solidFill>
              <a:srgbClr val="DBC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E"/>
          </a:solidFill>
          <a:ln w="12700">
            <a:solidFill>
              <a:srgbClr val="47854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يِإِ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C64"/>
          </a:solidFill>
          <a:ln w="12700">
            <a:solidFill>
              <a:srgbClr val="D89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347"/>
          </a:solidFill>
          <a:ln w="12700">
            <a:solidFill>
              <a:srgbClr val="D17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يِبِ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يِتِ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B"/>
          </a:solidFill>
          <a:ln w="12700">
            <a:solidFill>
              <a:srgbClr val="642B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C"/>
          </a:solidFill>
          <a:ln w="12700">
            <a:solidFill>
              <a:srgbClr val="79344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يِثِ</a:t>
            </a:r>
            <a:endParaRPr lang="ar-SA" sz="7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يِجِ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F"/>
          </a:solidFill>
          <a:ln w="12700">
            <a:solidFill>
              <a:srgbClr val="5EEDD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يِحِ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43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652"/>
          </a:solidFill>
          <a:ln w="12700">
            <a:solidFill>
              <a:srgbClr val="E05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9"/>
          </a:solidFill>
          <a:ln w="12700">
            <a:solidFill>
              <a:srgbClr val="70DBA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085"/>
          </a:solidFill>
          <a:ln w="12700">
            <a:solidFill>
              <a:srgbClr val="475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يِخِ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F"/>
          </a:solidFill>
          <a:ln w="12700">
            <a:solidFill>
              <a:srgbClr val="64D87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1"/>
          </a:solidFill>
          <a:ln w="12700">
            <a:solidFill>
              <a:srgbClr val="47D15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يِدِ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يِذِ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E2B"/>
          </a:solidFill>
          <a:ln w="12700">
            <a:solidFill>
              <a:srgbClr val="645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D7934"/>
          </a:solidFill>
          <a:ln w="12700">
            <a:solidFill>
              <a:srgbClr val="5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يِرِ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يِزِ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C5EED"/>
          </a:solidFill>
          <a:ln w="12700">
            <a:solidFill>
              <a:srgbClr val="B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يِسِ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3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1E052"/>
          </a:solidFill>
          <a:ln w="12700">
            <a:solidFill>
              <a:srgbClr val="7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E70DB"/>
          </a:solidFill>
          <a:ln w="12700">
            <a:solidFill>
              <a:srgbClr val="8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F"/>
          </a:solidFill>
          <a:ln w="12700">
            <a:solidFill>
              <a:srgbClr val="85475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يِشِ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6D8"/>
          </a:solidFill>
          <a:ln w="12700">
            <a:solidFill>
              <a:srgbClr val="646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0D1"/>
          </a:solidFill>
          <a:ln w="12700">
            <a:solidFill>
              <a:srgbClr val="476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يِصِ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يِضِ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44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0"/>
          </a:solidFill>
          <a:ln w="12700">
            <a:solidFill>
              <a:srgbClr val="2B645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F79"/>
          </a:solidFill>
          <a:ln w="12700">
            <a:solidFill>
              <a:srgbClr val="346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يِطِ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يِظِ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85E"/>
          </a:solidFill>
          <a:ln w="12700">
            <a:solidFill>
              <a:srgbClr val="ED9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يِعِ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5E0"/>
          </a:solidFill>
          <a:ln w="12700">
            <a:solidFill>
              <a:srgbClr val="529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370"/>
          </a:solidFill>
          <a:ln w="12700">
            <a:solidFill>
              <a:srgbClr val="DB7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E8547"/>
          </a:solidFill>
          <a:ln w="12700">
            <a:solidFill>
              <a:srgbClr val="6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يِغِ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2"/>
          </a:solidFill>
          <a:ln w="12700">
            <a:solidFill>
              <a:srgbClr val="D8648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3"/>
          </a:solidFill>
          <a:ln w="12700">
            <a:solidFill>
              <a:srgbClr val="D1478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يِفِ</a:t>
            </a:r>
            <a:endParaRPr lang="ar-SA" sz="7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يِقِ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41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22B64"/>
          </a:solidFill>
          <a:ln w="12700">
            <a:solidFill>
              <a:srgbClr val="4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33479"/>
          </a:solidFill>
          <a:ln w="12700">
            <a:solidFill>
              <a:srgbClr val="7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يِكِ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يِلِ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4"/>
          </a:solidFill>
          <a:ln w="12700">
            <a:solidFill>
              <a:srgbClr val="5EED7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يِمِ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8"/>
          </a:solidFill>
          <a:ln w="12700">
            <a:solidFill>
              <a:srgbClr val="E052B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8DB70"/>
          </a:solidFill>
          <a:ln w="12700">
            <a:solidFill>
              <a:srgbClr val="8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E85"/>
          </a:solidFill>
          <a:ln w="12700">
            <a:solidFill>
              <a:srgbClr val="477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يِنِ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FD864"/>
          </a:solidFill>
          <a:ln w="12700">
            <a:solidFill>
              <a:srgbClr val="9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5D147"/>
          </a:solidFill>
          <a:ln w="12700">
            <a:solidFill>
              <a:srgbClr val="A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يِهِ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يِوِ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43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42B"/>
          </a:solidFill>
          <a:ln w="12700">
            <a:solidFill>
              <a:srgbClr val="643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134"/>
          </a:solidFill>
          <a:ln w="12700">
            <a:solidFill>
              <a:srgbClr val="796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3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إِيِبِ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بِيِتِ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CED"/>
          </a:solidFill>
          <a:ln w="12700">
            <a:solidFill>
              <a:srgbClr val="5E6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3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3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تِيِثِ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CE052"/>
          </a:solidFill>
          <a:ln w="12700">
            <a:solidFill>
              <a:srgbClr val="D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2DB"/>
          </a:solidFill>
          <a:ln w="12700">
            <a:solidFill>
              <a:srgbClr val="70A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C4785"/>
          </a:solidFill>
          <a:ln w="12700">
            <a:solidFill>
              <a:srgbClr val="7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3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3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ثِيِجِ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CD8"/>
          </a:solidFill>
          <a:ln w="12700">
            <a:solidFill>
              <a:srgbClr val="64B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7D1"/>
          </a:solidFill>
          <a:ln w="12700">
            <a:solidFill>
              <a:srgbClr val="47C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جِيِحِ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3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3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3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حِيِخِ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3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0642B"/>
          </a:solidFill>
          <a:ln w="12700">
            <a:solidFill>
              <a:srgbClr val="3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0"/>
          </a:solidFill>
          <a:ln w="12700">
            <a:solidFill>
              <a:srgbClr val="34795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3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3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خِيِدِ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دِيِذِ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F"/>
          </a:solidFill>
          <a:ln w="12700">
            <a:solidFill>
              <a:srgbClr val="ED5E8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3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3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ذِيِرِ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1"/>
          </a:solidFill>
          <a:ln w="12700">
            <a:solidFill>
              <a:srgbClr val="52E0C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D"/>
          </a:solidFill>
          <a:ln w="12700">
            <a:solidFill>
              <a:srgbClr val="DB70B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D47"/>
          </a:solidFill>
          <a:ln w="12700">
            <a:solidFill>
              <a:srgbClr val="856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3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3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رِيِزِ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764D8"/>
          </a:solidFill>
          <a:ln w="12700">
            <a:solidFill>
              <a:srgbClr val="D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947D1"/>
          </a:solidFill>
          <a:ln w="12700">
            <a:solidFill>
              <a:srgbClr val="B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زِيِسِ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3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3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3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سِيِشِ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43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E64"/>
          </a:solidFill>
          <a:ln w="12700">
            <a:solidFill>
              <a:srgbClr val="2B3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F3479"/>
          </a:solidFill>
          <a:ln w="12700">
            <a:solidFill>
              <a:srgbClr val="3F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3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شِيِصِ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صِيِضِ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3ED5E"/>
          </a:solidFill>
          <a:ln w="12700">
            <a:solidFill>
              <a:srgbClr val="B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ضِيِطِ</a:t>
            </a:r>
            <a:endParaRPr lang="ar-SA" sz="6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1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E52E0"/>
          </a:solidFill>
          <a:ln w="12700">
            <a:solidFill>
              <a:srgbClr val="9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8DB70"/>
          </a:solidFill>
          <a:ln w="12700">
            <a:solidFill>
              <a:srgbClr val="D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E"/>
          </a:solidFill>
          <a:ln w="12700">
            <a:solidFill>
              <a:srgbClr val="47855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3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طِيِظِ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A64"/>
          </a:solidFill>
          <a:ln w="12700">
            <a:solidFill>
              <a:srgbClr val="D8B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647"/>
          </a:solidFill>
          <a:ln w="12700">
            <a:solidFill>
              <a:srgbClr val="D19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ظِيِعِ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3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3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3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عِيِغِ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D"/>
          </a:solidFill>
          <a:ln w="12700">
            <a:solidFill>
              <a:srgbClr val="642B4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A"/>
          </a:solidFill>
          <a:ln w="12700">
            <a:solidFill>
              <a:srgbClr val="79343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3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غِيِفِ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فِيِقِ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7ED"/>
          </a:solidFill>
          <a:ln w="12700">
            <a:solidFill>
              <a:srgbClr val="5ED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3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3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قِيِكِ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A52"/>
          </a:solidFill>
          <a:ln w="12700">
            <a:solidFill>
              <a:srgbClr val="E07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4"/>
          </a:solidFill>
          <a:ln w="12700">
            <a:solidFill>
              <a:srgbClr val="70DBC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F4785"/>
          </a:solidFill>
          <a:ln w="12700">
            <a:solidFill>
              <a:srgbClr val="4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3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3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كِيِلِ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D"/>
          </a:solidFill>
          <a:ln w="12700">
            <a:solidFill>
              <a:srgbClr val="64D89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4"/>
          </a:solidFill>
          <a:ln w="12700">
            <a:solidFill>
              <a:srgbClr val="47D17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لِيِمِ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3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3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3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مِيِنِ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B642B"/>
          </a:solidFill>
          <a:ln w="12700">
            <a:solidFill>
              <a:srgbClr val="5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C7934"/>
          </a:solidFill>
          <a:ln w="12700">
            <a:solidFill>
              <a:srgbClr val="4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3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3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نِيِهِ</a:t>
            </a:r>
            <a:endParaRPr lang="ar-SA" sz="6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هِيِوِ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05EED"/>
          </a:solidFill>
          <a:ln w="12700">
            <a:solidFill>
              <a:srgbClr val="E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3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وِيِإِ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2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6"/>
          </a:solidFill>
          <a:ln w="12700">
            <a:solidFill>
              <a:srgbClr val="52E05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970DB"/>
          </a:solidFill>
          <a:ln w="12700">
            <a:solidFill>
              <a:srgbClr val="A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0"/>
          </a:solidFill>
          <a:ln w="12700">
            <a:solidFill>
              <a:srgbClr val="85475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إِيِ</a:t>
            </a:r>
            <a:endParaRPr lang="ar-SA" sz="6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064D8"/>
          </a:solidFill>
          <a:ln w="12700">
            <a:solidFill>
              <a:srgbClr val="8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247D1"/>
          </a:solidFill>
          <a:ln w="12700">
            <a:solidFill>
              <a:srgbClr val="5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بِيِ</a:t>
            </a:r>
            <a:endParaRPr lang="ar-SA" sz="6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تِيِ</a:t>
            </a:r>
            <a:endParaRPr lang="ar-SA" sz="6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144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F"/>
          </a:solidFill>
          <a:ln w="12700">
            <a:solidFill>
              <a:srgbClr val="2B645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D79"/>
          </a:solidFill>
          <a:ln w="12700">
            <a:solidFill>
              <a:srgbClr val="345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ثِيِ</a:t>
            </a:r>
            <a:endParaRPr lang="ar-SA" sz="6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جِيِ</a:t>
            </a:r>
            <a:endParaRPr lang="ar-SA" sz="6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D5E"/>
          </a:solidFill>
          <a:ln w="12700">
            <a:solidFill>
              <a:srgbClr val="EDB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حِيِ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143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0E0"/>
          </a:solidFill>
          <a:ln w="12700">
            <a:solidFill>
              <a:srgbClr val="527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F70"/>
          </a:solidFill>
          <a:ln w="12700">
            <a:solidFill>
              <a:srgbClr val="DB8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F8547"/>
          </a:solidFill>
          <a:ln w="12700">
            <a:solidFill>
              <a:srgbClr val="5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خِيِ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5"/>
          </a:solidFill>
          <a:ln w="12700">
            <a:solidFill>
              <a:srgbClr val="D8646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F"/>
          </a:solidFill>
          <a:ln w="12700">
            <a:solidFill>
              <a:srgbClr val="D1475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دِيِ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ذِيِ</a:t>
            </a:r>
            <a:endParaRPr lang="ar-SA" sz="6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1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12B64"/>
          </a:solidFill>
          <a:ln w="12700">
            <a:solidFill>
              <a:srgbClr val="5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E"/>
          </a:solidFill>
          <a:ln w="12700">
            <a:solidFill>
              <a:srgbClr val="79346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رِيِ</a:t>
            </a:r>
            <a:endParaRPr lang="ar-SA" sz="6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زِيِ</a:t>
            </a:r>
            <a:endParaRPr lang="ar-SA" sz="6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9"/>
          </a:solidFill>
          <a:ln w="12700">
            <a:solidFill>
              <a:srgbClr val="5EED9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سِيِ</a:t>
            </a:r>
            <a:endParaRPr lang="ar-SA" sz="6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43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4"/>
          </a:solidFill>
          <a:ln w="12700">
            <a:solidFill>
              <a:srgbClr val="E0529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4"/>
          </a:solidFill>
          <a:ln w="12700">
            <a:solidFill>
              <a:srgbClr val="70DB7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E85"/>
          </a:solidFill>
          <a:ln w="12700">
            <a:solidFill>
              <a:srgbClr val="476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شِيِ</a:t>
            </a:r>
            <a:endParaRPr lang="ar-SA" sz="6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2D864"/>
          </a:solidFill>
          <a:ln w="12700">
            <a:solidFill>
              <a:srgbClr val="8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2D147"/>
          </a:solidFill>
          <a:ln w="12700">
            <a:solidFill>
              <a:srgbClr val="8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صِيِ</a:t>
            </a:r>
            <a:endParaRPr lang="ar-SA" sz="6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ضِيِ</a:t>
            </a:r>
            <a:endParaRPr lang="ar-SA" sz="6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43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22B"/>
          </a:solidFill>
          <a:ln w="12700">
            <a:solidFill>
              <a:srgbClr val="644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334"/>
          </a:solidFill>
          <a:ln w="12700">
            <a:solidFill>
              <a:srgbClr val="797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طِيِ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ظِيِ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55EED"/>
          </a:solidFill>
          <a:ln w="12700">
            <a:solidFill>
              <a:srgbClr val="7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عِيِ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433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8E052"/>
          </a:solidFill>
          <a:ln w="12700">
            <a:solidFill>
              <a:srgbClr val="B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7DB"/>
          </a:solidFill>
          <a:ln w="12700">
            <a:solidFill>
              <a:srgbClr val="708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D"/>
          </a:solidFill>
          <a:ln w="12700">
            <a:solidFill>
              <a:srgbClr val="85477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غِيِ</a:t>
            </a:r>
            <a:endParaRPr lang="ar-SA" sz="6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FD8"/>
          </a:solidFill>
          <a:ln w="12700">
            <a:solidFill>
              <a:srgbClr val="649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4D1"/>
          </a:solidFill>
          <a:ln w="12700">
            <a:solidFill>
              <a:srgbClr val="47A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فِيِ</a:t>
            </a:r>
            <a:endParaRPr lang="ar-SA" sz="6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قِيِ</a:t>
            </a:r>
            <a:endParaRPr lang="ar-SA" sz="6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2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4"/>
          </a:solidFill>
          <a:ln w="12700">
            <a:solidFill>
              <a:srgbClr val="2B643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2"/>
          </a:solidFill>
          <a:ln w="12700">
            <a:solidFill>
              <a:srgbClr val="34796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كِيِ</a:t>
            </a:r>
            <a:endParaRPr lang="ar-SA" sz="6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لِيِ</a:t>
            </a:r>
            <a:endParaRPr lang="ar-SA" sz="6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B"/>
          </a:solidFill>
          <a:ln w="12700">
            <a:solidFill>
              <a:srgbClr val="ED5E6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مِيِ</a:t>
            </a:r>
            <a:endParaRPr lang="ar-SA" sz="6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144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BE0"/>
          </a:solidFill>
          <a:ln w="12700">
            <a:solidFill>
              <a:srgbClr val="52D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2"/>
          </a:solidFill>
          <a:ln w="12700">
            <a:solidFill>
              <a:srgbClr val="DB70A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D47"/>
          </a:solidFill>
          <a:ln w="12700">
            <a:solidFill>
              <a:srgbClr val="857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نِيِ</a:t>
            </a:r>
            <a:endParaRPr lang="ar-SA" sz="6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C"/>
          </a:solidFill>
          <a:ln w="12700">
            <a:solidFill>
              <a:srgbClr val="D864B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6"/>
          </a:solidFill>
          <a:ln w="12700">
            <a:solidFill>
              <a:srgbClr val="D147C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هِيِ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وِيِ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143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064"/>
          </a:solidFill>
          <a:ln w="12700">
            <a:solidFill>
              <a:srgbClr val="2B3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13479"/>
          </a:solidFill>
          <a:ln w="12700">
            <a:solidFill>
              <a:srgbClr val="51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812806" y="896112"/>
            <a:ext cx="188914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4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812806" y="896112"/>
            <a:ext cx="188914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نَسِيَ</a:t>
            </a:r>
            <a:endParaRPr lang="ar-SA" sz="4500" dirty="0"/>
          </a:p>
        </p:txBody>
      </p:sp>
      <p:sp>
        <p:nvSpPr>
          <p:cNvPr id="14" name="C2 W2 pill"/>
          <p:cNvSpPr/>
          <p:nvPr/>
        </p:nvSpPr>
        <p:spPr>
          <a:xfrm>
            <a:off x="2442054" y="896112"/>
            <a:ext cx="205071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4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442054" y="896112"/>
            <a:ext cx="205071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وَحَزِنَ</a:t>
            </a:r>
            <a:endParaRPr lang="ar-SA" sz="45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784159" y="2834640"/>
            <a:ext cx="357568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784159" y="2834640"/>
            <a:ext cx="357568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نَسِيَ وَحَزِنَ</a:t>
            </a:r>
            <a:endParaRPr lang="ar-SA" sz="4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52152" y="896112"/>
            <a:ext cx="167957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6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52152" y="896112"/>
            <a:ext cx="167957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لَقِيَ</a:t>
            </a:r>
            <a:endParaRPr lang="ar-SA" sz="4500" dirty="0"/>
          </a:p>
        </p:txBody>
      </p:sp>
      <p:sp>
        <p:nvSpPr>
          <p:cNvPr id="12" name="C2 W2 pill"/>
          <p:cNvSpPr/>
          <p:nvPr/>
        </p:nvSpPr>
        <p:spPr>
          <a:xfrm>
            <a:off x="2612276" y="896112"/>
            <a:ext cx="191983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12276" y="896112"/>
            <a:ext cx="191983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وَفَرِحَ</a:t>
            </a:r>
            <a:endParaRPr lang="ar-SA" sz="45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8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954382" y="2834640"/>
            <a:ext cx="323523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954382" y="2834640"/>
            <a:ext cx="323523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لَقِيَ وَفَرِحَ</a:t>
            </a:r>
            <a:endParaRPr lang="ar-SA" sz="4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FED5E"/>
          </a:solidFill>
          <a:ln w="12700">
            <a:solidFill>
              <a:srgbClr val="8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964370" y="896112"/>
            <a:ext cx="190845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8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964370" y="896112"/>
            <a:ext cx="190845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يَبِسَ</a:t>
            </a:r>
            <a:endParaRPr lang="ar-SA" sz="4800" dirty="0"/>
          </a:p>
        </p:txBody>
      </p:sp>
      <p:sp>
        <p:nvSpPr>
          <p:cNvPr id="20" name="C2 W2 pill"/>
          <p:cNvSpPr/>
          <p:nvPr/>
        </p:nvSpPr>
        <p:spPr>
          <a:xfrm>
            <a:off x="2271176" y="896112"/>
            <a:ext cx="237315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8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271176" y="896112"/>
            <a:ext cx="237315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وَسَقَطَ</a:t>
            </a:r>
            <a:endParaRPr lang="ar-SA" sz="48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622375" y="2834640"/>
            <a:ext cx="389924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622375" y="2834640"/>
            <a:ext cx="389924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يَبِسَ وَسَقَطَ</a:t>
            </a:r>
            <a:endParaRPr lang="ar-SA" sz="4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2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252E0"/>
          </a:solidFill>
          <a:ln w="12700">
            <a:solidFill>
              <a:srgbClr val="C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CDB70"/>
          </a:solidFill>
          <a:ln w="12700">
            <a:solidFill>
              <a:srgbClr val="B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D"/>
          </a:solidFill>
          <a:ln w="12700">
            <a:solidFill>
              <a:srgbClr val="47856D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789611" y="896112"/>
            <a:ext cx="1777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A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789611" y="896112"/>
            <a:ext cx="1777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حَزِنَ</a:t>
            </a:r>
            <a:endParaRPr lang="ar-SA" sz="4500" dirty="0"/>
          </a:p>
        </p:txBody>
      </p:sp>
      <p:sp>
        <p:nvSpPr>
          <p:cNvPr id="17" name="C2 W2 pill"/>
          <p:cNvSpPr/>
          <p:nvPr/>
        </p:nvSpPr>
        <p:spPr>
          <a:xfrm>
            <a:off x="2576948" y="896112"/>
            <a:ext cx="189262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DA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76948" y="896112"/>
            <a:ext cx="189262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وَبَقِيَ</a:t>
            </a:r>
            <a:endParaRPr lang="ar-SA" sz="45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916196" y="2834640"/>
            <a:ext cx="331160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916196" y="2834640"/>
            <a:ext cx="331160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حَزِنَ وَبَقِيَ</a:t>
            </a:r>
            <a:endParaRPr lang="ar-SA" sz="4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159</Slides>
  <Notes>159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159</vt:i4>
      </vt:variant>
    </vt:vector>
  </HeadingPairs>
  <TitlesOfParts>
    <vt:vector size="1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03-noon-ya</dc:title>
  <dc:subject>PptxGenJS Presentation</dc:subject>
  <dc:creator>PptxGenJS</dc:creator>
  <cp:lastModifiedBy>PptxGenJS</cp:lastModifiedBy>
  <cp:revision>1</cp:revision>
  <dcterms:created xsi:type="dcterms:W3CDTF">2026-10-21T16:51:25Z</dcterms:created>
  <dcterms:modified xsi:type="dcterms:W3CDTF">2026-10-21T16:51:25Z</dcterms:modified>
</cp:coreProperties>
</file>