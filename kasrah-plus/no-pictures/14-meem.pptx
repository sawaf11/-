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0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10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DE0"/>
          </a:solidFill>
          <a:ln w="12700">
            <a:solidFill>
              <a:srgbClr val="52D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8"/>
          </a:solidFill>
          <a:ln w="12700">
            <a:solidFill>
              <a:srgbClr val="D147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ED5E"/>
          </a:solidFill>
          <a:ln w="12700">
            <a:solidFill>
              <a:srgbClr val="9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DB70"/>
          </a:solidFill>
          <a:ln w="12700">
            <a:solidFill>
              <a:srgbClr val="B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847"/>
          </a:solidFill>
          <a:ln w="12700">
            <a:solidFill>
              <a:srgbClr val="D1B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4ED"/>
          </a:solidFill>
          <a:ln w="12700">
            <a:solidFill>
              <a:srgbClr val="5EB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مِفِ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D52"/>
          </a:solidFill>
          <a:ln w="12700">
            <a:solidFill>
              <a:srgbClr val="E09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6"/>
          </a:solidFill>
          <a:ln w="12700">
            <a:solidFill>
              <a:srgbClr val="47D1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مِكِ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مِلِ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إِمِبِ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بِمِتِ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7"/>
          </a:solidFill>
          <a:ln w="12700">
            <a:solidFill>
              <a:srgbClr val="ED5E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تِمِثِ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9"/>
          </a:solidFill>
          <a:ln w="12700">
            <a:solidFill>
              <a:srgbClr val="52E0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70DB"/>
          </a:solidFill>
          <a:ln w="12700">
            <a:solidFill>
              <a:srgbClr val="C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ثِمِجِ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64D8"/>
          </a:solidFill>
          <a:ln w="12700">
            <a:solidFill>
              <a:srgbClr val="9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47D1"/>
          </a:solidFill>
          <a:ln w="12700">
            <a:solidFill>
              <a:srgbClr val="7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جِمِحِ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حِمِخِ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خِمِدِ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دِمِذِ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F5E"/>
          </a:solidFill>
          <a:ln w="12700">
            <a:solidFill>
              <a:srgbClr val="EDD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ذِمِرِ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رِمِزِ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147"/>
          </a:solidFill>
          <a:ln w="12700">
            <a:solidFill>
              <a:srgbClr val="D15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زِمِسِ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سِمِشِ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شِمِصِ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صِمِضِ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ضِمِطِ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E"/>
          </a:solidFill>
          <a:ln w="12700">
            <a:solidFill>
              <a:srgbClr val="70DB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طِمِظِ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ظِمِعِ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عِمِغِ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غِمِفِ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فِمِقِ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5EED"/>
          </a:solidFill>
          <a:ln w="12700">
            <a:solidFill>
              <a:srgbClr val="9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قِمِكِ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5E052"/>
          </a:solidFill>
          <a:ln w="12700">
            <a:solidFill>
              <a:srgbClr val="9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كِمِلِ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لِمِإِ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إِمِ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بِمِ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تِمِ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ثِمِ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جِمِ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5"/>
          </a:solidFill>
          <a:ln w="12700">
            <a:solidFill>
              <a:srgbClr val="D147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حِمِ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خِمِ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دِمِ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ذِمِ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ED5E"/>
          </a:solidFill>
          <a:ln w="12700">
            <a:solidFill>
              <a:srgbClr val="6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رِمِ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C"/>
          </a:solidFill>
          <a:ln w="12700">
            <a:solidFill>
              <a:srgbClr val="E052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زِمِ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7D147"/>
          </a:solidFill>
          <a:ln w="12700">
            <a:solidFill>
              <a:srgbClr val="C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سِمِ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شِمِ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صِمِ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ضِمِ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طِمِ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152"/>
          </a:solidFill>
          <a:ln w="12700">
            <a:solidFill>
              <a:srgbClr val="E0C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ظِمِ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9"/>
          </a:solidFill>
          <a:ln w="12700">
            <a:solidFill>
              <a:srgbClr val="47D1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عِمِ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غِمِ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فِمِ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قِمِ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3"/>
          </a:solidFill>
          <a:ln w="12700">
            <a:solidFill>
              <a:srgbClr val="ED5E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كِمِ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8"/>
          </a:solidFill>
          <a:ln w="12700">
            <a:solidFill>
              <a:srgbClr val="DB70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لِمِ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289" y="896112"/>
            <a:ext cx="17957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289" y="896112"/>
            <a:ext cx="1795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83983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1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83983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10185" y="2834640"/>
            <a:ext cx="33236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10185" y="2834640"/>
            <a:ext cx="33236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 وَفَهِمَ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44832" y="896112"/>
            <a:ext cx="17702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44832" y="896112"/>
            <a:ext cx="17702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28884" y="896112"/>
            <a:ext cx="19959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1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28884" y="896112"/>
            <a:ext cx="19959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41025" y="2834640"/>
            <a:ext cx="346195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41025" y="2834640"/>
            <a:ext cx="346195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 وَرَزَقَ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01561" y="896112"/>
            <a:ext cx="19946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F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01561" y="896112"/>
            <a:ext cx="19946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</a:t>
            </a:r>
            <a:endParaRPr lang="ar-SA" sz="5400" dirty="0"/>
          </a:p>
        </p:txBody>
      </p:sp>
      <p:sp>
        <p:nvSpPr>
          <p:cNvPr id="14" name="C2 W2 pill"/>
          <p:cNvSpPr/>
          <p:nvPr/>
        </p:nvSpPr>
        <p:spPr>
          <a:xfrm>
            <a:off x="2247745" y="896112"/>
            <a:ext cx="23337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F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47745" y="896112"/>
            <a:ext cx="23337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13585" y="2834640"/>
            <a:ext cx="39168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13585" y="2834640"/>
            <a:ext cx="39168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 وَتَعِبَ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6506" y="896112"/>
            <a:ext cx="19273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D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6506" y="896112"/>
            <a:ext cx="19273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10143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10143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05678" y="2834640"/>
            <a:ext cx="41326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05678" y="2834640"/>
            <a:ext cx="41326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 وَشَكَرَ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14-meem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