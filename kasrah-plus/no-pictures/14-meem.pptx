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0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107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5EED"/>
          </a:solidFill>
          <a:ln w="12700">
            <a:solidFill>
              <a:srgbClr val="7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مِبِ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9E052"/>
          </a:solidFill>
          <a:ln w="12700">
            <a:solidFill>
              <a:srgbClr val="B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8DB"/>
          </a:solidFill>
          <a:ln w="12700">
            <a:solidFill>
              <a:srgbClr val="708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مِتِ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0D8"/>
          </a:solidFill>
          <a:ln w="12700">
            <a:solidFill>
              <a:srgbClr val="64A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5D1"/>
          </a:solidFill>
          <a:ln w="12700">
            <a:solidFill>
              <a:srgbClr val="47A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مِثِ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مِجِ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مِحِ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مِخِ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C"/>
          </a:solidFill>
          <a:ln w="12700">
            <a:solidFill>
              <a:srgbClr val="ED5E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مِدِ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DE0"/>
          </a:solidFill>
          <a:ln w="12700">
            <a:solidFill>
              <a:srgbClr val="52D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3"/>
          </a:solidFill>
          <a:ln w="12700">
            <a:solidFill>
              <a:srgbClr val="DB70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مِذِ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D"/>
          </a:solidFill>
          <a:ln w="12700">
            <a:solidFill>
              <a:srgbClr val="D864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8"/>
          </a:solidFill>
          <a:ln w="12700">
            <a:solidFill>
              <a:srgbClr val="D147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مِرِ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مِزِ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مِسِ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مِشِ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ED5E"/>
          </a:solidFill>
          <a:ln w="12700">
            <a:solidFill>
              <a:srgbClr val="9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مِصِ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52E0"/>
          </a:solidFill>
          <a:ln w="12700">
            <a:solidFill>
              <a:srgbClr val="C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EDB70"/>
          </a:solidFill>
          <a:ln w="12700">
            <a:solidFill>
              <a:srgbClr val="B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مِضِ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764"/>
          </a:solidFill>
          <a:ln w="12700">
            <a:solidFill>
              <a:srgbClr val="D8D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847"/>
          </a:solidFill>
          <a:ln w="12700">
            <a:solidFill>
              <a:srgbClr val="D1B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مِطِ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مِظِ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مِعِ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مِغِ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4ED"/>
          </a:solidFill>
          <a:ln w="12700">
            <a:solidFill>
              <a:srgbClr val="5EB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مِفِ</a:t>
            </a:r>
            <a:endParaRPr lang="ar-SA" sz="9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D52"/>
          </a:solidFill>
          <a:ln w="12700">
            <a:solidFill>
              <a:srgbClr val="E09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8DB"/>
          </a:solidFill>
          <a:ln w="12700">
            <a:solidFill>
              <a:srgbClr val="70D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مِقِ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A"/>
          </a:solidFill>
          <a:ln w="12700">
            <a:solidFill>
              <a:srgbClr val="64D8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6"/>
          </a:solidFill>
          <a:ln w="12700">
            <a:solidFill>
              <a:srgbClr val="47D1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مِكِ</a:t>
            </a:r>
            <a:endParaRPr lang="ar-SA" sz="9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مِلِ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إِمِبِ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بِمِتِ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7"/>
          </a:solidFill>
          <a:ln w="12700">
            <a:solidFill>
              <a:srgbClr val="ED5E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تِمِثِ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9"/>
          </a:solidFill>
          <a:ln w="12700">
            <a:solidFill>
              <a:srgbClr val="52E07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70DB"/>
          </a:solidFill>
          <a:ln w="12700">
            <a:solidFill>
              <a:srgbClr val="C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ثِمِجِ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64D8"/>
          </a:solidFill>
          <a:ln w="12700">
            <a:solidFill>
              <a:srgbClr val="9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47D1"/>
          </a:solidFill>
          <a:ln w="12700">
            <a:solidFill>
              <a:srgbClr val="7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جِمِحِ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حِمِخِ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خِمِدِ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دِمِذِ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F5E"/>
          </a:solidFill>
          <a:ln w="12700">
            <a:solidFill>
              <a:srgbClr val="EDD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ذِمِرِ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رِمِزِ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147"/>
          </a:solidFill>
          <a:ln w="12700">
            <a:solidFill>
              <a:srgbClr val="D15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زِمِسِ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سِمِشِ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شِمِصِ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صِمِضِ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ضِمِطِ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1"/>
          </a:solidFill>
          <a:ln w="12700">
            <a:solidFill>
              <a:srgbClr val="E052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E"/>
          </a:solidFill>
          <a:ln w="12700">
            <a:solidFill>
              <a:srgbClr val="70DB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طِمِظِ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D147"/>
          </a:solidFill>
          <a:ln w="12700">
            <a:solidFill>
              <a:srgbClr val="6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ظِمِعِ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عِمِغِ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غِمِفِ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فِمِقِ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5EED"/>
          </a:solidFill>
          <a:ln w="12700">
            <a:solidFill>
              <a:srgbClr val="9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قِمِكِ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5E052"/>
          </a:solidFill>
          <a:ln w="12700">
            <a:solidFill>
              <a:srgbClr val="9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كِمِلِ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لِمِإِ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إِمِ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بِمِ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تِمِ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ثِمِ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جِمِ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5"/>
          </a:solidFill>
          <a:ln w="12700">
            <a:solidFill>
              <a:srgbClr val="D147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حِمِ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خِمِ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دِمِ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ذِمِ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ED5E"/>
          </a:solidFill>
          <a:ln w="12700">
            <a:solidFill>
              <a:srgbClr val="6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رِمِ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C"/>
          </a:solidFill>
          <a:ln w="12700">
            <a:solidFill>
              <a:srgbClr val="E052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زِمِ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7D147"/>
          </a:solidFill>
          <a:ln w="12700">
            <a:solidFill>
              <a:srgbClr val="C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سِمِ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شِمِ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صِمِ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ضِمِ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طِمِ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152"/>
          </a:solidFill>
          <a:ln w="12700">
            <a:solidFill>
              <a:srgbClr val="E0C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ظِمِ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9"/>
          </a:solidFill>
          <a:ln w="12700">
            <a:solidFill>
              <a:srgbClr val="47D1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عِمِ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غِمِ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فِمِ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قِمِ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3"/>
          </a:solidFill>
          <a:ln w="12700">
            <a:solidFill>
              <a:srgbClr val="ED5E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كِمِ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8"/>
          </a:solidFill>
          <a:ln w="12700">
            <a:solidFill>
              <a:srgbClr val="DB70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لِمِ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4289" y="896112"/>
            <a:ext cx="17957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1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4289" y="896112"/>
            <a:ext cx="1795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83983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1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83983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10185" y="2834640"/>
            <a:ext cx="33236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10185" y="2834640"/>
            <a:ext cx="33236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 وَفَهِمَ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44832" y="896112"/>
            <a:ext cx="17702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44832" y="896112"/>
            <a:ext cx="17702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رَحِمَ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28884" y="896112"/>
            <a:ext cx="19959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1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28884" y="896112"/>
            <a:ext cx="19959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وَرَزَقَ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41025" y="2834640"/>
            <a:ext cx="346195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41025" y="2834640"/>
            <a:ext cx="346195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رَحِمَ وَرَزَقَ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01561" y="896112"/>
            <a:ext cx="19946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F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01561" y="896112"/>
            <a:ext cx="19946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عَمِلَ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247745" y="896112"/>
            <a:ext cx="23337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F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47745" y="896112"/>
            <a:ext cx="23337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وَتَعِبَ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613585" y="2834640"/>
            <a:ext cx="39168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613585" y="2834640"/>
            <a:ext cx="39168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عَمِلَ وَتَعِبَ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6506" y="896112"/>
            <a:ext cx="19273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D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6506" y="896112"/>
            <a:ext cx="19273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10143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10143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05678" y="2834640"/>
            <a:ext cx="413264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05678" y="2834640"/>
            <a:ext cx="413264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 وَشَكَرَ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14-meem</dc:title>
  <dc:subject>PptxGenJS Presentation</dc:subject>
  <dc:creator>PptxGenJS</dc:creator>
  <cp:lastModifiedBy>PptxGenJS</cp:lastModifiedBy>
  <cp:revision>1</cp:revision>
  <dcterms:created xsi:type="dcterms:W3CDTF">2026-10-21T16:51:26Z</dcterms:created>
  <dcterms:modified xsi:type="dcterms:W3CDTF">2026-10-21T16:51:26Z</dcterms:modified>
</cp:coreProperties>
</file>