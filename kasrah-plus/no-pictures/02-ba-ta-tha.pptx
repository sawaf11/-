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notesMaster" Target="notesMasters/notesMaster1.xml"/><Relationship Id="rId74" Type="http://schemas.openxmlformats.org/officeDocument/2006/relationships/presProps" Target="presProps.xml"/><Relationship Id="rId75" Type="http://schemas.openxmlformats.org/officeDocument/2006/relationships/viewProps" Target="viewProps.xml"/><Relationship Id="rId76" Type="http://schemas.openxmlformats.org/officeDocument/2006/relationships/theme" Target="theme/theme1.xml"/><Relationship Id="rId7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6642B"/>
          </a:solidFill>
          <a:ln w="12700">
            <a:solidFill>
              <a:srgbClr val="36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9"/>
          </a:solidFill>
          <a:ln w="12700">
            <a:solidFill>
              <a:srgbClr val="34794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10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105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D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بِإِ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F"/>
          </a:solidFill>
          <a:ln w="12700">
            <a:solidFill>
              <a:srgbClr val="ED5E9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5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بِتِ</a:t>
            </a:r>
            <a:endParaRPr lang="ar-SA" sz="7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43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2"/>
          </a:solidFill>
          <a:ln w="12700">
            <a:solidFill>
              <a:srgbClr val="52E0B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0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9"/>
          </a:solidFill>
          <a:ln w="12700">
            <a:solidFill>
              <a:srgbClr val="DB70C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747"/>
          </a:solidFill>
          <a:ln w="12700">
            <a:solidFill>
              <a:srgbClr val="8567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5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بِثِ</a:t>
            </a:r>
            <a:endParaRPr lang="ar-SA" sz="77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B64D8"/>
          </a:solidFill>
          <a:ln w="12700">
            <a:solidFill>
              <a:srgbClr val="CB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A47D1"/>
          </a:solidFill>
          <a:ln w="12700">
            <a:solidFill>
              <a:srgbClr val="AA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بِجِ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بِحِ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4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464"/>
          </a:solidFill>
          <a:ln w="12700">
            <a:solidFill>
              <a:srgbClr val="2B44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83479"/>
          </a:solidFill>
          <a:ln w="12700">
            <a:solidFill>
              <a:srgbClr val="38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بِخِ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C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بِدِ</a:t>
            </a:r>
            <a:endParaRPr lang="ar-SA" sz="7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2ED5E"/>
          </a:solidFill>
          <a:ln w="12700">
            <a:solidFill>
              <a:srgbClr val="C2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8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إِبِتِ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E52E0"/>
          </a:solidFill>
          <a:ln w="12700">
            <a:solidFill>
              <a:srgbClr val="8E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B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370"/>
          </a:solidFill>
          <a:ln w="12700">
            <a:solidFill>
              <a:srgbClr val="DBD3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7"/>
          </a:solidFill>
          <a:ln w="12700">
            <a:solidFill>
              <a:srgbClr val="47855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8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8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تِبِثِ</a:t>
            </a:r>
            <a:endParaRPr lang="ar-SA" sz="68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D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E64"/>
          </a:solidFill>
          <a:ln w="12700">
            <a:solidFill>
              <a:srgbClr val="D8AE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847"/>
          </a:solidFill>
          <a:ln w="12700">
            <a:solidFill>
              <a:srgbClr val="D188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ثِبِجِ</a:t>
            </a:r>
            <a:endParaRPr lang="ar-SA" sz="5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جِبِحِ</a:t>
            </a:r>
            <a:endParaRPr lang="ar-SA" sz="5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3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3"/>
          </a:solidFill>
          <a:ln w="12700">
            <a:solidFill>
              <a:srgbClr val="642B5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2"/>
          </a:solidFill>
          <a:ln w="12700">
            <a:solidFill>
              <a:srgbClr val="79344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حِبِخِ</a:t>
            </a:r>
            <a:endParaRPr lang="ar-SA" sz="5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خِبِدِ</a:t>
            </a:r>
            <a:endParaRPr lang="ar-SA" sz="6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6ED"/>
          </a:solidFill>
          <a:ln w="12700">
            <a:solidFill>
              <a:srgbClr val="5EE6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8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8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دِبِإِ</a:t>
            </a:r>
            <a:endParaRPr lang="ar-SA" sz="6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43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B52"/>
          </a:solidFill>
          <a:ln w="12700">
            <a:solidFill>
              <a:srgbClr val="E06B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1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9"/>
          </a:solidFill>
          <a:ln w="12700">
            <a:solidFill>
              <a:srgbClr val="70DBB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84785"/>
          </a:solidFill>
          <a:ln w="12700">
            <a:solidFill>
              <a:srgbClr val="48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إِبِ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1"/>
          </a:solidFill>
          <a:ln w="12700">
            <a:solidFill>
              <a:srgbClr val="64D89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6"/>
          </a:solidFill>
          <a:ln w="12700">
            <a:solidFill>
              <a:srgbClr val="47D1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تِبِ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ثِبِ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432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1642B"/>
          </a:solidFill>
          <a:ln w="12700">
            <a:solidFill>
              <a:srgbClr val="61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37934"/>
          </a:solidFill>
          <a:ln w="12700">
            <a:solidFill>
              <a:srgbClr val="53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جِبِ</a:t>
            </a:r>
            <a:endParaRPr lang="ar-SA" sz="75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حِبِ</a:t>
            </a:r>
            <a:endParaRPr lang="ar-SA" sz="75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15EED"/>
          </a:solidFill>
          <a:ln w="12700">
            <a:solidFill>
              <a:srgbClr val="D1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خِبِ</a:t>
            </a:r>
            <a:endParaRPr lang="ar-SA" sz="7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CE052"/>
          </a:solidFill>
          <a:ln w="12700">
            <a:solidFill>
              <a:srgbClr val="5C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E70DB"/>
          </a:solidFill>
          <a:ln w="12700">
            <a:solidFill>
              <a:srgbClr val="9E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6"/>
          </a:solidFill>
          <a:ln w="12700">
            <a:solidFill>
              <a:srgbClr val="85475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5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دِبِ</a:t>
            </a:r>
            <a:endParaRPr lang="ar-SA" sz="75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D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464D8"/>
          </a:solidFill>
          <a:ln w="12700">
            <a:solidFill>
              <a:srgbClr val="74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4CD1"/>
          </a:solidFill>
          <a:ln w="12700">
            <a:solidFill>
              <a:srgbClr val="474C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12500" dirty="0"/>
          </a:p>
        </p:txBody>
      </p:sp>
      <p:sp>
        <p:nvSpPr>
          <p:cNvPr id="12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125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C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تِإِ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43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9"/>
          </a:solidFill>
          <a:ln w="12700">
            <a:solidFill>
              <a:srgbClr val="2B645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479"/>
          </a:solidFill>
          <a:ln w="12700">
            <a:solidFill>
              <a:srgbClr val="346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5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تِبِ</a:t>
            </a:r>
            <a:endParaRPr lang="ar-SA" sz="75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تِثِ</a:t>
            </a:r>
            <a:endParaRPr lang="ar-SA" sz="9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D5E"/>
          </a:solidFill>
          <a:ln w="12700">
            <a:solidFill>
              <a:srgbClr val="EDA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تِجِ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3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FE0"/>
          </a:solidFill>
          <a:ln w="12700">
            <a:solidFill>
              <a:srgbClr val="527F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370"/>
          </a:solidFill>
          <a:ln w="12700">
            <a:solidFill>
              <a:srgbClr val="DB83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58547"/>
          </a:solidFill>
          <a:ln w="12700">
            <a:solidFill>
              <a:srgbClr val="65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تِحِ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1"/>
          </a:solidFill>
          <a:ln w="12700">
            <a:solidFill>
              <a:srgbClr val="D8647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E"/>
          </a:solidFill>
          <a:ln w="12700">
            <a:solidFill>
              <a:srgbClr val="D1476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تِخِ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تِدِ</a:t>
            </a:r>
            <a:endParaRPr lang="ar-SA" sz="95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A2B64"/>
          </a:solidFill>
          <a:ln w="12700">
            <a:solidFill>
              <a:srgbClr val="4A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6"/>
          </a:solidFill>
          <a:ln w="12700">
            <a:solidFill>
              <a:srgbClr val="79347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إِتِبِ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D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8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بِتِثِ</a:t>
            </a:r>
            <a:endParaRPr lang="ar-SA" sz="68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A"/>
          </a:solidFill>
          <a:ln w="12700">
            <a:solidFill>
              <a:srgbClr val="5EED8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ثِتِجِ</a:t>
            </a:r>
            <a:endParaRPr lang="ar-SA" sz="5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4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3"/>
          </a:solidFill>
          <a:ln w="12700">
            <a:solidFill>
              <a:srgbClr val="E052A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8DB70"/>
          </a:solidFill>
          <a:ln w="12700">
            <a:solidFill>
              <a:srgbClr val="78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585"/>
          </a:solidFill>
          <a:ln w="12700">
            <a:solidFill>
              <a:srgbClr val="4775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جِتِحِ</a:t>
            </a:r>
            <a:endParaRPr lang="ar-SA" sz="5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ED864"/>
          </a:solidFill>
          <a:ln w="12700">
            <a:solidFill>
              <a:srgbClr val="8E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0D147"/>
          </a:solidFill>
          <a:ln w="12700">
            <a:solidFill>
              <a:srgbClr val="90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حِتِخِ</a:t>
            </a:r>
            <a:endParaRPr lang="ar-SA" sz="5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خِتِدِ</a:t>
            </a:r>
            <a:endParaRPr lang="ar-SA" sz="8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4314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C2B"/>
          </a:solidFill>
          <a:ln w="12700">
            <a:solidFill>
              <a:srgbClr val="643C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C34"/>
          </a:solidFill>
          <a:ln w="12700">
            <a:solidFill>
              <a:srgbClr val="796C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دِتِإِ</a:t>
            </a:r>
            <a:endParaRPr lang="ar-SA" sz="6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إِتِ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65EED"/>
          </a:solidFill>
          <a:ln w="12700">
            <a:solidFill>
              <a:srgbClr val="66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5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بِتِ</a:t>
            </a:r>
            <a:endParaRPr lang="ar-SA" sz="77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433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7E052"/>
          </a:solidFill>
          <a:ln w="12700">
            <a:solidFill>
              <a:srgbClr val="C7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D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2DB"/>
          </a:solidFill>
          <a:ln w="12700">
            <a:solidFill>
              <a:srgbClr val="7092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4"/>
          </a:solidFill>
          <a:ln w="12700">
            <a:solidFill>
              <a:srgbClr val="85478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ثِتِ</a:t>
            </a:r>
            <a:endParaRPr lang="ar-SA" sz="95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BD8"/>
          </a:solidFill>
          <a:ln w="12700">
            <a:solidFill>
              <a:srgbClr val="64AB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3D1"/>
          </a:solidFill>
          <a:ln w="12700">
            <a:solidFill>
              <a:srgbClr val="47B3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جِتِ</a:t>
            </a:r>
            <a:endParaRPr lang="ar-SA" sz="7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C5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حِتِ</a:t>
            </a:r>
            <a:endParaRPr lang="ar-SA" sz="95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2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E"/>
          </a:solidFill>
          <a:ln w="12700">
            <a:solidFill>
              <a:srgbClr val="2B642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B"/>
          </a:solidFill>
          <a:ln w="12700">
            <a:solidFill>
              <a:srgbClr val="34795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خِتِ</a:t>
            </a:r>
            <a:endParaRPr lang="ar-SA" sz="9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دِتِ</a:t>
            </a:r>
            <a:endParaRPr lang="ar-SA" sz="95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A"/>
          </a:solidFill>
          <a:ln w="12700">
            <a:solidFill>
              <a:srgbClr val="ED5E7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12500" dirty="0"/>
          </a:p>
        </p:txBody>
      </p:sp>
      <p:sp>
        <p:nvSpPr>
          <p:cNvPr id="20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12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443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7"/>
          </a:solidFill>
          <a:ln w="12700">
            <a:solidFill>
              <a:srgbClr val="52E0D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6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D"/>
          </a:solidFill>
          <a:ln w="12700">
            <a:solidFill>
              <a:srgbClr val="DB70A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647"/>
          </a:solidFill>
          <a:ln w="12700">
            <a:solidFill>
              <a:srgbClr val="8576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ثِإِ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8"/>
          </a:solidFill>
          <a:ln w="12700">
            <a:solidFill>
              <a:srgbClr val="D864C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D47D1"/>
          </a:solidFill>
          <a:ln w="12700">
            <a:solidFill>
              <a:srgbClr val="CD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ثِبِ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ثِتِ</a:t>
            </a:r>
            <a:endParaRPr lang="ar-SA" sz="9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43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664"/>
          </a:solidFill>
          <a:ln w="12700">
            <a:solidFill>
              <a:srgbClr val="2B36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93479"/>
          </a:solidFill>
          <a:ln w="12700">
            <a:solidFill>
              <a:srgbClr val="49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ثِجِ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ثِحِ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EED5E"/>
          </a:solidFill>
          <a:ln w="12700">
            <a:solidFill>
              <a:srgbClr val="9E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ثِخِ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1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352E0"/>
          </a:solidFill>
          <a:ln w="12700">
            <a:solidFill>
              <a:srgbClr val="B3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8DB70"/>
          </a:solidFill>
          <a:ln w="12700">
            <a:solidFill>
              <a:srgbClr val="C8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7"/>
          </a:solidFill>
          <a:ln w="12700">
            <a:solidFill>
              <a:srgbClr val="47856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ثِدِ</a:t>
            </a:r>
            <a:endParaRPr lang="ar-SA" sz="95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B64"/>
          </a:solidFill>
          <a:ln w="12700">
            <a:solidFill>
              <a:srgbClr val="D8CB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B47"/>
          </a:solidFill>
          <a:ln w="12700">
            <a:solidFill>
              <a:srgbClr val="D1A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إِثِبِ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8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بِثِتِ</a:t>
            </a:r>
            <a:endParaRPr lang="ar-SA" sz="68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431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4"/>
          </a:solidFill>
          <a:ln w="12700">
            <a:solidFill>
              <a:srgbClr val="642B4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834"/>
          </a:solidFill>
          <a:ln w="12700">
            <a:solidFill>
              <a:srgbClr val="7938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تِثِجِ</a:t>
            </a:r>
            <a:endParaRPr lang="ar-SA" sz="5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جِثِحِ</a:t>
            </a:r>
            <a:endParaRPr lang="ar-SA" sz="5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1ED"/>
          </a:solidFill>
          <a:ln w="12700">
            <a:solidFill>
              <a:srgbClr val="5EC1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حِثِخِ</a:t>
            </a:r>
            <a:endParaRPr lang="ar-SA" sz="54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43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F52"/>
          </a:solidFill>
          <a:ln w="12700">
            <a:solidFill>
              <a:srgbClr val="E08F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B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4"/>
          </a:solidFill>
          <a:ln w="12700">
            <a:solidFill>
              <a:srgbClr val="70DBD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84785"/>
          </a:solidFill>
          <a:ln w="12700">
            <a:solidFill>
              <a:srgbClr val="58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خِثِدِ</a:t>
            </a:r>
            <a:endParaRPr lang="ar-SA" sz="8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5F7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F"/>
          </a:solidFill>
          <a:ln w="12700">
            <a:solidFill>
              <a:srgbClr val="64D8A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9"/>
          </a:solidFill>
          <a:ln w="12700">
            <a:solidFill>
              <a:srgbClr val="47D18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دِثِإِ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D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إِثِ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433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2642B"/>
          </a:solidFill>
          <a:ln w="12700">
            <a:solidFill>
              <a:srgbClr val="5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17934"/>
          </a:solidFill>
          <a:ln w="12700">
            <a:solidFill>
              <a:srgbClr val="41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5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بِثِ</a:t>
            </a:r>
            <a:endParaRPr lang="ar-SA" sz="77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تِثِ</a:t>
            </a:r>
            <a:endParaRPr lang="ar-SA" sz="95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C5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5"/>
          </a:solidFill>
          <a:ln w="12700">
            <a:solidFill>
              <a:srgbClr val="ED5EE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جِثِ</a:t>
            </a:r>
            <a:endParaRPr lang="ar-SA" sz="7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2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C"/>
          </a:solidFill>
          <a:ln w="12700">
            <a:solidFill>
              <a:srgbClr val="52E06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970DB"/>
          </a:solidFill>
          <a:ln w="12700">
            <a:solidFill>
              <a:srgbClr val="B9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847"/>
          </a:solidFill>
          <a:ln w="12700">
            <a:solidFill>
              <a:srgbClr val="8548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حِثِ</a:t>
            </a:r>
            <a:endParaRPr lang="ar-SA" sz="95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264D8"/>
          </a:solidFill>
          <a:ln w="12700">
            <a:solidFill>
              <a:srgbClr val="92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647D1"/>
          </a:solidFill>
          <a:ln w="12700">
            <a:solidFill>
              <a:srgbClr val="66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خِثِ</a:t>
            </a:r>
            <a:endParaRPr lang="ar-SA" sz="9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دِثِ</a:t>
            </a:r>
            <a:endParaRPr lang="ar-SA" sz="9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144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164"/>
          </a:solidFill>
          <a:ln w="12700">
            <a:solidFill>
              <a:srgbClr val="2B6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379"/>
          </a:solidFill>
          <a:ln w="12700">
            <a:solidFill>
              <a:srgbClr val="3453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746869" y="896112"/>
            <a:ext cx="204934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BC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746869" y="896112"/>
            <a:ext cx="204934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شَرِبَ</a:t>
            </a:r>
            <a:endParaRPr lang="ar-SA" sz="4600" dirty="0"/>
          </a:p>
        </p:txBody>
      </p:sp>
      <p:sp>
        <p:nvSpPr>
          <p:cNvPr id="14" name="C2 W2 pill"/>
          <p:cNvSpPr/>
          <p:nvPr/>
        </p:nvSpPr>
        <p:spPr>
          <a:xfrm>
            <a:off x="2347789" y="896112"/>
            <a:ext cx="207904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BC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347789" y="896112"/>
            <a:ext cx="207904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وَلَعِبَ</a:t>
            </a:r>
            <a:endParaRPr lang="ar-SA" sz="4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4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693286" y="2834640"/>
            <a:ext cx="375742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693286" y="2834640"/>
            <a:ext cx="375742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شَرِبَ وَلَعِبَ</a:t>
            </a:r>
            <a:endParaRPr lang="ar-SA" sz="4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E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87169" y="896112"/>
            <a:ext cx="199448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89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87169" y="896112"/>
            <a:ext cx="199448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لَعِبَ</a:t>
            </a:r>
            <a:endParaRPr lang="ar-SA" sz="5300" dirty="0"/>
          </a:p>
        </p:txBody>
      </p:sp>
      <p:sp>
        <p:nvSpPr>
          <p:cNvPr id="12" name="C2 W2 pill"/>
          <p:cNvSpPr/>
          <p:nvPr/>
        </p:nvSpPr>
        <p:spPr>
          <a:xfrm>
            <a:off x="2262347" y="896112"/>
            <a:ext cx="230478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9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262347" y="896112"/>
            <a:ext cx="230478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وَتَعِبَ</a:t>
            </a:r>
            <a:endParaRPr lang="ar-SA" sz="53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591640" y="2834640"/>
            <a:ext cx="39607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591640" y="2834640"/>
            <a:ext cx="39607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لَعِبَ وَتَعِبَ</a:t>
            </a:r>
            <a:endParaRPr lang="ar-SA" sz="5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25E"/>
          </a:solidFill>
          <a:ln w="12700">
            <a:solidFill>
              <a:srgbClr val="EDD2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768675" y="896112"/>
            <a:ext cx="187212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7E2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768675" y="896112"/>
            <a:ext cx="187212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رَكِبَ</a:t>
            </a:r>
            <a:endParaRPr lang="ar-SA" sz="4600" dirty="0"/>
          </a:p>
        </p:txBody>
      </p:sp>
      <p:sp>
        <p:nvSpPr>
          <p:cNvPr id="20" name="C2 W2 pill"/>
          <p:cNvSpPr/>
          <p:nvPr/>
        </p:nvSpPr>
        <p:spPr>
          <a:xfrm>
            <a:off x="2503205" y="896112"/>
            <a:ext cx="194543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57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503205" y="896112"/>
            <a:ext cx="194543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وَفَرِحَ</a:t>
            </a:r>
            <a:endParaRPr lang="ar-SA" sz="4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9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814788" y="2834640"/>
            <a:ext cx="351442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814788" y="2834640"/>
            <a:ext cx="351442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رَكِبَ وَفَرِحَ</a:t>
            </a:r>
            <a:endParaRPr lang="ar-SA" sz="47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142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BE0"/>
          </a:solidFill>
          <a:ln w="12700">
            <a:solidFill>
              <a:srgbClr val="525B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9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F70"/>
          </a:solidFill>
          <a:ln w="12700">
            <a:solidFill>
              <a:srgbClr val="DB9F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68547"/>
          </a:solidFill>
          <a:ln w="12700">
            <a:solidFill>
              <a:srgbClr val="568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915336" y="896112"/>
            <a:ext cx="180465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836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915336" y="896112"/>
            <a:ext cx="180465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وَرِثَ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424013" y="896112"/>
            <a:ext cx="217128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48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424013" y="896112"/>
            <a:ext cx="217128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وَشَكَرَ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A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733874" y="2834640"/>
            <a:ext cx="367625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733874" y="2834640"/>
            <a:ext cx="367625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وَرِثَ وَشَكَرَ</a:t>
            </a:r>
            <a:endParaRPr lang="ar-SA" sz="47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564"/>
          </a:solidFill>
          <a:ln w="12700">
            <a:solidFill>
              <a:srgbClr val="D875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4B"/>
          </a:solidFill>
          <a:ln w="12700">
            <a:solidFill>
              <a:srgbClr val="D1474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972695" y="896112"/>
            <a:ext cx="201938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7A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972695" y="896112"/>
            <a:ext cx="201938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تَعِبَ</a:t>
            </a:r>
            <a:endParaRPr lang="ar-SA" sz="5300" dirty="0"/>
          </a:p>
        </p:txBody>
      </p:sp>
      <p:sp>
        <p:nvSpPr>
          <p:cNvPr id="12" name="C2 W2 pill"/>
          <p:cNvSpPr/>
          <p:nvPr/>
        </p:nvSpPr>
        <p:spPr>
          <a:xfrm>
            <a:off x="2151918" y="896112"/>
            <a:ext cx="250073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7A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151918" y="896112"/>
            <a:ext cx="250073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وَجَلَسَ</a:t>
            </a:r>
            <a:endParaRPr lang="ar-SA" sz="53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8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482437" y="2834640"/>
            <a:ext cx="417912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482437" y="2834640"/>
            <a:ext cx="417912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تَعِبَ وَجَلَسَ</a:t>
            </a:r>
            <a:endParaRPr lang="ar-SA" sz="5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71</Slides>
  <Notes>71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71</vt:i4>
      </vt:variant>
    </vt:vector>
  </HeadingPairs>
  <TitlesOfParts>
    <vt:vector size="7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Kasrah reading 02-ba-ta-tha</dc:title>
  <dc:subject>PptxGenJS Presentation</dc:subject>
  <dc:creator>PptxGenJS</dc:creator>
  <cp:lastModifiedBy>PptxGenJS</cp:lastModifiedBy>
  <cp:revision>1</cp:revision>
  <dcterms:created xsi:type="dcterms:W3CDTF">2026-10-21T16:51:25Z</dcterms:created>
  <dcterms:modified xsi:type="dcterms:W3CDTF">2026-10-21T16:51:25Z</dcterms:modified>
</cp:coreProperties>
</file>