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0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10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F"/>
          </a:solidFill>
          <a:ln w="12700">
            <a:solidFill>
              <a:srgbClr val="ED5E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2"/>
          </a:solidFill>
          <a:ln w="12700">
            <a:solidFill>
              <a:srgbClr val="52E0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64D8"/>
          </a:solidFill>
          <a:ln w="12700">
            <a:solidFill>
              <a:srgbClr val="C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47D1"/>
          </a:solidFill>
          <a:ln w="12700">
            <a:solidFill>
              <a:srgbClr val="A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</a:t>
            </a:r>
            <a:endParaRPr lang="ar-SA" sz="7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ED5E"/>
          </a:solidFill>
          <a:ln w="12700">
            <a:solidFill>
              <a:srgbClr val="C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إِبِتِ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تِبِثِ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E64"/>
          </a:solidFill>
          <a:ln w="12700">
            <a:solidFill>
              <a:srgbClr val="D8A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847"/>
          </a:solidFill>
          <a:ln w="12700">
            <a:solidFill>
              <a:srgbClr val="D18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ثِبِجِ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جِبِحِ</a:t>
            </a:r>
            <a:endParaRPr lang="ar-SA" sz="5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حِبِخِ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خِبِدِ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6ED"/>
          </a:solidFill>
          <a:ln w="12700">
            <a:solidFill>
              <a:srgbClr val="5EE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دِبِإِ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B52"/>
          </a:solidFill>
          <a:ln w="12700">
            <a:solidFill>
              <a:srgbClr val="E06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9"/>
          </a:solidFill>
          <a:ln w="12700">
            <a:solidFill>
              <a:srgbClr val="70DB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إِبِ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1"/>
          </a:solidFill>
          <a:ln w="12700">
            <a:solidFill>
              <a:srgbClr val="64D8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6"/>
          </a:solidFill>
          <a:ln w="12700">
            <a:solidFill>
              <a:srgbClr val="47D1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5EED"/>
          </a:solidFill>
          <a:ln w="12700">
            <a:solidFill>
              <a:srgbClr val="D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E052"/>
          </a:solidFill>
          <a:ln w="12700">
            <a:solidFill>
              <a:srgbClr val="5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70DB"/>
          </a:solidFill>
          <a:ln w="12700">
            <a:solidFill>
              <a:srgbClr val="9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64D8"/>
          </a:solidFill>
          <a:ln w="12700">
            <a:solidFill>
              <a:srgbClr val="7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25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12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تِإِ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D5E"/>
          </a:solidFill>
          <a:ln w="12700">
            <a:solidFill>
              <a:srgbClr val="EDA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FE0"/>
          </a:solidFill>
          <a:ln w="12700">
            <a:solidFill>
              <a:srgbClr val="527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370"/>
          </a:solidFill>
          <a:ln w="12700">
            <a:solidFill>
              <a:srgbClr val="DB8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1"/>
          </a:solidFill>
          <a:ln w="12700">
            <a:solidFill>
              <a:srgbClr val="D864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إِتِبِ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بِتِثِ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A"/>
          </a:solidFill>
          <a:ln w="12700">
            <a:solidFill>
              <a:srgbClr val="5EED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ثِتِجِ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3"/>
          </a:solidFill>
          <a:ln w="12700">
            <a:solidFill>
              <a:srgbClr val="E052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جِتِحِ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D864"/>
          </a:solidFill>
          <a:ln w="12700">
            <a:solidFill>
              <a:srgbClr val="8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0D147"/>
          </a:solidFill>
          <a:ln w="12700">
            <a:solidFill>
              <a:srgbClr val="9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حِتِخِ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خِتِدِ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دِتِإِ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إِتِ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BD8"/>
          </a:solidFill>
          <a:ln w="12700">
            <a:solidFill>
              <a:srgbClr val="64A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3D1"/>
          </a:solidFill>
          <a:ln w="12700">
            <a:solidFill>
              <a:srgbClr val="47B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A"/>
          </a:solidFill>
          <a:ln w="12700">
            <a:solidFill>
              <a:srgbClr val="ED5E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2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12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7"/>
          </a:solidFill>
          <a:ln w="12700">
            <a:solidFill>
              <a:srgbClr val="52E0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ثِإِ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52E0"/>
          </a:solidFill>
          <a:ln w="12700">
            <a:solidFill>
              <a:srgbClr val="B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B47"/>
          </a:solidFill>
          <a:ln w="12700">
            <a:solidFill>
              <a:srgbClr val="D1A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إِثِبِ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بِثِتِ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تِثِجِ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جِثِحِ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1ED"/>
          </a:solidFill>
          <a:ln w="12700">
            <a:solidFill>
              <a:srgbClr val="5EC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حِثِخِ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خِثِدِ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9"/>
          </a:solidFill>
          <a:ln w="12700">
            <a:solidFill>
              <a:srgbClr val="47D1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إِثِ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</a:t>
            </a:r>
            <a:endParaRPr lang="ar-SA" sz="9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C"/>
          </a:solidFill>
          <a:ln w="12700">
            <a:solidFill>
              <a:srgbClr val="52E06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64D8"/>
          </a:solidFill>
          <a:ln w="12700">
            <a:solidFill>
              <a:srgbClr val="9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</a:t>
            </a:r>
            <a:endParaRPr lang="ar-SA" sz="9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46869" y="896112"/>
            <a:ext cx="20493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46869" y="896112"/>
            <a:ext cx="20493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347789" y="896112"/>
            <a:ext cx="20790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47789" y="896112"/>
            <a:ext cx="2079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93286" y="2834640"/>
            <a:ext cx="375742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93286" y="2834640"/>
            <a:ext cx="375742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 وَلَعِبَ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87169" y="896112"/>
            <a:ext cx="19944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9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87169" y="896112"/>
            <a:ext cx="19944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262347" y="896112"/>
            <a:ext cx="23047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62347" y="896112"/>
            <a:ext cx="23047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91640" y="2834640"/>
            <a:ext cx="39607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91640" y="2834640"/>
            <a:ext cx="39607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 وَتَعِبَ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25E"/>
          </a:solidFill>
          <a:ln w="12700">
            <a:solidFill>
              <a:srgbClr val="EDD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68675" y="896112"/>
            <a:ext cx="18721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7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68675" y="896112"/>
            <a:ext cx="18721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03205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7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03205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14788" y="2834640"/>
            <a:ext cx="35144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14788" y="2834640"/>
            <a:ext cx="35144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وَفَرِحَ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F70"/>
          </a:solidFill>
          <a:ln w="12700">
            <a:solidFill>
              <a:srgbClr val="DB9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5336" y="896112"/>
            <a:ext cx="18046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8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5336" y="896112"/>
            <a:ext cx="18046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24013" y="896112"/>
            <a:ext cx="21712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8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4013" y="896112"/>
            <a:ext cx="21712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33874" y="2834640"/>
            <a:ext cx="36762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33874" y="2834640"/>
            <a:ext cx="36762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 وَشَكَرَ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564"/>
          </a:solidFill>
          <a:ln w="12700">
            <a:solidFill>
              <a:srgbClr val="D87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72695" y="896112"/>
            <a:ext cx="20193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72695" y="896112"/>
            <a:ext cx="20193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تَعِبَ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151918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51918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82437" y="2834640"/>
            <a:ext cx="417912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82437" y="2834640"/>
            <a:ext cx="417912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تَعِبَ وَجَلَسَ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02-ba-ta-tha</dc:title>
  <dc:subject>PptxGenJS Presentation</dc:subject>
  <dc:creator>PptxGenJS</dc:creator>
  <cp:lastModifiedBy>PptxGenJS</cp:lastModifiedBy>
  <cp:revision>1</cp:revision>
  <dcterms:created xsi:type="dcterms:W3CDTF">2026-10-21T16:51:25Z</dcterms:created>
  <dcterms:modified xsi:type="dcterms:W3CDTF">2026-10-21T16:51:25Z</dcterms:modified>
</cp:coreProperties>
</file>