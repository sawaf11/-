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47D1"/>
          </a:solidFill>
          <a:ln w="12700">
            <a:solidFill>
              <a:srgbClr val="7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26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12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85E"/>
          </a:solidFill>
          <a:ln w="12700">
            <a:solidFill>
              <a:srgbClr val="EDE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52E0"/>
          </a:solidFill>
          <a:ln w="12700">
            <a:solidFill>
              <a:srgbClr val="5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070"/>
          </a:solidFill>
          <a:ln w="12700">
            <a:solidFill>
              <a:srgbClr val="DBB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15EED"/>
          </a:solidFill>
          <a:ln w="12700">
            <a:solidFill>
              <a:srgbClr val="A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E052"/>
          </a:solidFill>
          <a:ln w="12700">
            <a:solidFill>
              <a:srgbClr val="8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70DB"/>
          </a:solidFill>
          <a:ln w="12700">
            <a:solidFill>
              <a:srgbClr val="7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BD8"/>
          </a:solidFill>
          <a:ln w="12700">
            <a:solidFill>
              <a:srgbClr val="647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AD1"/>
          </a:solidFill>
          <a:ln w="12700">
            <a:solidFill>
              <a:srgbClr val="477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كِفِ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كِقِ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E5E"/>
          </a:solidFill>
          <a:ln w="12700">
            <a:solidFill>
              <a:srgbClr val="ED7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إِكِبِ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FE0"/>
          </a:solidFill>
          <a:ln w="12700">
            <a:solidFill>
              <a:srgbClr val="52A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1"/>
          </a:solidFill>
          <a:ln w="12700">
            <a:solidFill>
              <a:srgbClr val="DB70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بِكِتِ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8"/>
          </a:solidFill>
          <a:ln w="12700">
            <a:solidFill>
              <a:srgbClr val="D864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C"/>
          </a:solidFill>
          <a:ln w="12700">
            <a:solidFill>
              <a:srgbClr val="D147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تِكِثِ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ثِكِجِ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جِكِحِ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حِكِخِ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3ED5E"/>
          </a:solidFill>
          <a:ln w="12700">
            <a:solidFill>
              <a:srgbClr val="6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خِكِدِ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3"/>
          </a:solidFill>
          <a:ln w="12700">
            <a:solidFill>
              <a:srgbClr val="E052D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DB70"/>
          </a:solidFill>
          <a:ln w="12700">
            <a:solidFill>
              <a:srgbClr val="9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دِكِذِ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D864"/>
          </a:solidFill>
          <a:ln w="12700">
            <a:solidFill>
              <a:srgbClr val="B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D147"/>
          </a:solidFill>
          <a:ln w="12700">
            <a:solidFill>
              <a:srgbClr val="B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ذِكِرِ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رِكِزِ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534"/>
          </a:solidFill>
          <a:ln w="12700">
            <a:solidFill>
              <a:srgbClr val="795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زِكِسِ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سِكِشِ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6ED"/>
          </a:solidFill>
          <a:ln w="12700">
            <a:solidFill>
              <a:srgbClr val="5E8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شِكِصِ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A52"/>
          </a:solidFill>
          <a:ln w="12700">
            <a:solidFill>
              <a:srgbClr val="E0C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6DB"/>
          </a:solidFill>
          <a:ln w="12700">
            <a:solidFill>
              <a:srgbClr val="70B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صِكِضِ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2D8"/>
          </a:solidFill>
          <a:ln w="12700">
            <a:solidFill>
              <a:srgbClr val="64D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2"/>
          </a:solidFill>
          <a:ln w="12700">
            <a:solidFill>
              <a:srgbClr val="47D1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ضِكِطِ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طِكِظِ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ظِكِعِ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عِكِغِ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A"/>
          </a:solidFill>
          <a:ln w="12700">
            <a:solidFill>
              <a:srgbClr val="ED5E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غِكِفِ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7"/>
          </a:solidFill>
          <a:ln w="12700">
            <a:solidFill>
              <a:srgbClr val="52E0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1"/>
          </a:solidFill>
          <a:ln w="12700">
            <a:solidFill>
              <a:srgbClr val="DB70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فِكِقِ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64D8"/>
          </a:solidFill>
          <a:ln w="12700">
            <a:solidFill>
              <a:srgbClr val="C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F47D1"/>
          </a:solidFill>
          <a:ln w="12700">
            <a:solidFill>
              <a:srgbClr val="9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قِكِإِ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إِكِ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بِكِ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تِكِ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ثِكِ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352E0"/>
          </a:solidFill>
          <a:ln w="12700">
            <a:solidFill>
              <a:srgbClr val="8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جِكِ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564"/>
          </a:solidFill>
          <a:ln w="12700">
            <a:solidFill>
              <a:srgbClr val="D8A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D47"/>
          </a:solidFill>
          <a:ln w="12700">
            <a:solidFill>
              <a:srgbClr val="D17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حِكِ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خِكِ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7"/>
          </a:solidFill>
          <a:ln w="12700">
            <a:solidFill>
              <a:srgbClr val="7934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دِكِ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ذِكِ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9"/>
          </a:solidFill>
          <a:ln w="12700">
            <a:solidFill>
              <a:srgbClr val="5EED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رِكِ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052"/>
          </a:solidFill>
          <a:ln w="12700">
            <a:solidFill>
              <a:srgbClr val="E06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0"/>
          </a:solidFill>
          <a:ln w="12700">
            <a:solidFill>
              <a:srgbClr val="70DB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زِكِ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8"/>
          </a:solidFill>
          <a:ln w="12700">
            <a:solidFill>
              <a:srgbClr val="64D8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B"/>
          </a:solidFill>
          <a:ln w="12700">
            <a:solidFill>
              <a:srgbClr val="47D1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سِكِ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شِكِ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صِكِ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ضِكِ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5EED"/>
          </a:solidFill>
          <a:ln w="12700">
            <a:solidFill>
              <a:srgbClr val="C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طِكِ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E052"/>
          </a:solidFill>
          <a:ln w="12700">
            <a:solidFill>
              <a:srgbClr val="6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70DB"/>
          </a:solidFill>
          <a:ln w="12700">
            <a:solidFill>
              <a:srgbClr val="9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ظِكِ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64D8"/>
          </a:solidFill>
          <a:ln w="12700">
            <a:solidFill>
              <a:srgbClr val="6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6D1"/>
          </a:solidFill>
          <a:ln w="12700">
            <a:solidFill>
              <a:srgbClr val="475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عِكِ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غِكِ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فِكِ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قِكِ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25E"/>
          </a:solidFill>
          <a:ln w="12700">
            <a:solidFill>
              <a:srgbClr val="EDA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067064" y="896112"/>
            <a:ext cx="21121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1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067064" y="896112"/>
            <a:ext cx="21121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1964811" y="896112"/>
            <a:ext cx="27822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1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1964811" y="896112"/>
            <a:ext cx="27822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وَضَحِكَ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298196" y="2834640"/>
            <a:ext cx="45476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298196" y="2834640"/>
            <a:ext cx="45476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وَضَحِكَ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BE0"/>
          </a:solidFill>
          <a:ln w="12700">
            <a:solidFill>
              <a:srgbClr val="528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B70"/>
          </a:solidFill>
          <a:ln w="12700">
            <a:solidFill>
              <a:srgbClr val="DB7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8547"/>
          </a:solidFill>
          <a:ln w="12700">
            <a:solidFill>
              <a:srgbClr val="6A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83220" y="896112"/>
            <a:ext cx="23761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E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83220" y="896112"/>
            <a:ext cx="23761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2084649" y="896112"/>
            <a:ext cx="22785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E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084649" y="896112"/>
            <a:ext cx="22785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وَلَعِبَ</a:t>
            </a:r>
            <a:endParaRPr lang="ar-SA" sz="53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410588" y="2834640"/>
            <a:ext cx="432282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410588" y="2834640"/>
            <a:ext cx="432282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 وَلَعِبَ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A"/>
          </a:solidFill>
          <a:ln w="12700">
            <a:solidFill>
              <a:srgbClr val="D864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9"/>
          </a:solidFill>
          <a:ln w="12700">
            <a:solidFill>
              <a:srgbClr val="D147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5592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0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5592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63034" y="896112"/>
            <a:ext cx="19125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63034" y="896112"/>
            <a:ext cx="19125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وَشَبِعَ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2507" y="2834640"/>
            <a:ext cx="311898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2507" y="2834640"/>
            <a:ext cx="311898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وَشَبِعَ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31215" y="896112"/>
            <a:ext cx="21181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3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31215" y="896112"/>
            <a:ext cx="21181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294604" y="896112"/>
            <a:ext cx="21165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3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94604" y="896112"/>
            <a:ext cx="21165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وَسَمِعَ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24579" y="2834640"/>
            <a:ext cx="389484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24579" y="2834640"/>
            <a:ext cx="389484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 وَسَمِعَ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12-kaf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