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52E0"/>
          </a:solidFill>
          <a:ln w="12700">
            <a:solidFill>
              <a:srgbClr val="9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4600" dirty="0"/>
          </a:p>
        </p:txBody>
      </p:sp>
      <p:sp>
        <p:nvSpPr>
          <p:cNvPr id="17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14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2ED"/>
          </a:solidFill>
          <a:ln w="12700">
            <a:solidFill>
              <a:srgbClr val="5EE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E52"/>
          </a:solidFill>
          <a:ln w="12700">
            <a:solidFill>
              <a:srgbClr val="E06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4"/>
          </a:solidFill>
          <a:ln w="12700">
            <a:solidFill>
              <a:srgbClr val="64D8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9"/>
          </a:solidFill>
          <a:ln w="12700">
            <a:solidFill>
              <a:srgbClr val="47D1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إِدِبِ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بِدِتِ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تِدِثِ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5EED"/>
          </a:solidFill>
          <a:ln w="12700">
            <a:solidFill>
              <a:srgbClr val="D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ثِدِجِ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E052"/>
          </a:solidFill>
          <a:ln w="12700">
            <a:solidFill>
              <a:srgbClr val="5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70DB"/>
          </a:solidFill>
          <a:ln w="12700">
            <a:solidFill>
              <a:srgbClr val="A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جِدِحِ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64D8"/>
          </a:solidFill>
          <a:ln w="12700">
            <a:solidFill>
              <a:srgbClr val="7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8D1"/>
          </a:solidFill>
          <a:ln w="12700">
            <a:solidFill>
              <a:srgbClr val="474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حِدِخِ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خِدِإِ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A"/>
          </a:solidFill>
          <a:ln w="12700">
            <a:solidFill>
              <a:srgbClr val="2B64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إِدِ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15E"/>
          </a:solidFill>
          <a:ln w="12700">
            <a:solidFill>
              <a:srgbClr val="EDB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CE0"/>
          </a:solidFill>
          <a:ln w="12700">
            <a:solidFill>
              <a:srgbClr val="527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670"/>
          </a:solidFill>
          <a:ln w="12700">
            <a:solidFill>
              <a:srgbClr val="DB8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E"/>
          </a:solidFill>
          <a:ln w="12700">
            <a:solidFill>
              <a:srgbClr val="D864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B"/>
          </a:solidFill>
          <a:ln w="12700">
            <a:solidFill>
              <a:srgbClr val="D147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46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14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ذِإِ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DB70"/>
          </a:solidFill>
          <a:ln w="12700">
            <a:solidFill>
              <a:srgbClr val="7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ذِبِ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BD864"/>
          </a:solidFill>
          <a:ln w="12700">
            <a:solidFill>
              <a:srgbClr val="8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ذِتِ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ذِثِ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ذِجِ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ذِحِ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A5EED"/>
          </a:solidFill>
          <a:ln w="12700">
            <a:solidFill>
              <a:srgbClr val="6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ذِخِ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E052"/>
          </a:solidFill>
          <a:ln w="12700">
            <a:solidFill>
              <a:srgbClr val="C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6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6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ذِدِ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8D8"/>
          </a:solidFill>
          <a:ln w="12700">
            <a:solidFill>
              <a:srgbClr val="64A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FD1"/>
          </a:solidFill>
          <a:ln w="12700">
            <a:solidFill>
              <a:srgbClr val="47A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إِذِبِ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بِذِتِ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تِذِثِ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ثِذِجِ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جِذِحِ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A"/>
          </a:solidFill>
          <a:ln w="12700">
            <a:solidFill>
              <a:srgbClr val="52E0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حِذِخِ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5"/>
          </a:solidFill>
          <a:ln w="12700">
            <a:solidFill>
              <a:srgbClr val="D864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1"/>
          </a:solidFill>
          <a:ln w="12700">
            <a:solidFill>
              <a:srgbClr val="D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خِذِدِ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دِذِإِ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إِذِ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بِذِ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ED5E"/>
          </a:solidFill>
          <a:ln w="12700">
            <a:solidFill>
              <a:srgbClr val="9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تِذِ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652E0"/>
          </a:solidFill>
          <a:ln w="12700">
            <a:solidFill>
              <a:srgbClr val="B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DB70"/>
          </a:solidFill>
          <a:ln w="12700">
            <a:solidFill>
              <a:srgbClr val="C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8"/>
          </a:solidFill>
          <a:ln w="12700">
            <a:solidFill>
              <a:srgbClr val="4785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ثِذِ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E64"/>
          </a:solidFill>
          <a:ln w="12700">
            <a:solidFill>
              <a:srgbClr val="D8C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E47"/>
          </a:solidFill>
          <a:ln w="12700">
            <a:solidFill>
              <a:srgbClr val="D1A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جِذِ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حِذِ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3"/>
          </a:solidFill>
          <a:ln w="12700">
            <a:solidFill>
              <a:srgbClr val="642B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خِذِ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6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7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6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7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دِذِ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EED"/>
          </a:solidFill>
          <a:ln w="12700">
            <a:solidFill>
              <a:srgbClr val="5EB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39977" y="896112"/>
            <a:ext cx="2035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F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39977" y="896112"/>
            <a:ext cx="2035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</a:t>
            </a:r>
            <a:endParaRPr lang="ar-SA" sz="5300" dirty="0"/>
          </a:p>
        </p:txBody>
      </p:sp>
      <p:sp>
        <p:nvSpPr>
          <p:cNvPr id="20" name="C2 W2 pill"/>
          <p:cNvSpPr/>
          <p:nvPr/>
        </p:nvSpPr>
        <p:spPr>
          <a:xfrm>
            <a:off x="2368481" y="896112"/>
            <a:ext cx="20514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F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68481" y="896112"/>
            <a:ext cx="20514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وَنَزَلَ</a:t>
            </a:r>
            <a:endParaRPr lang="ar-SA" sz="53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4141" y="2834640"/>
            <a:ext cx="371571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4141" y="2834640"/>
            <a:ext cx="371571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 وَنَزَلَ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352"/>
          </a:solidFill>
          <a:ln w="12700">
            <a:solidFill>
              <a:srgbClr val="E09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7"/>
          </a:solidFill>
          <a:ln w="12700">
            <a:solidFill>
              <a:srgbClr val="70DB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4785"/>
          </a:solidFill>
          <a:ln w="12700">
            <a:solidFill>
              <a:srgbClr val="59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06506" y="896112"/>
            <a:ext cx="19273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1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06506" y="896112"/>
            <a:ext cx="19273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210143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1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10143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505678" y="2834640"/>
            <a:ext cx="41326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505678" y="2834640"/>
            <a:ext cx="41326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 وَشَكَرَ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1"/>
          </a:solidFill>
          <a:ln w="12700">
            <a:solidFill>
              <a:srgbClr val="64D8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44982" y="896112"/>
            <a:ext cx="15552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44982" y="896112"/>
            <a:ext cx="15552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أَذِنَ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43803" y="896112"/>
            <a:ext cx="19811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4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43803" y="896112"/>
            <a:ext cx="19811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88698" y="2834640"/>
            <a:ext cx="31666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88698" y="2834640"/>
            <a:ext cx="31666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أَذِنَ وَدَخَلَ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00462" y="896112"/>
            <a:ext cx="170738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F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00462" y="896112"/>
            <a:ext cx="17073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حَذِرَ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36158" y="896112"/>
            <a:ext cx="20442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F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36158" y="896112"/>
            <a:ext cx="20442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وَسَلِمَ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81286" y="2834640"/>
            <a:ext cx="33814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81286" y="2834640"/>
            <a:ext cx="33814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حَذِرَ وَسَلِمَ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05-dal-dhal</dc:title>
  <dc:subject>PptxGenJS Presentation</dc:subject>
  <dc:creator>PptxGenJS</dc:creator>
  <cp:lastModifiedBy>PptxGenJS</cp:lastModifiedBy>
  <cp:revision>1</cp:revision>
  <dcterms:created xsi:type="dcterms:W3CDTF">2026-10-21T16:51:25Z</dcterms:created>
  <dcterms:modified xsi:type="dcterms:W3CDTF">2026-10-21T16:51:25Z</dcterms:modified>
</cp:coreProperties>
</file>