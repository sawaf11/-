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slideMasters/slideMaster104.xml" ContentType="application/vnd.openxmlformats-officedocument.presentationml.slideMaster+xml"/>
  <Override PartName="/ppt/slides/slide104.xml" ContentType="application/vnd.openxmlformats-officedocument.presentationml.slide+xml"/>
  <Override PartName="/ppt/slideMasters/slideMaster105.xml" ContentType="application/vnd.openxmlformats-officedocument.presentationml.slideMaster+xml"/>
  <Override PartName="/ppt/slides/slide105.xml" ContentType="application/vnd.openxmlformats-officedocument.presentationml.slide+xml"/>
  <Override PartName="/ppt/slideMasters/slideMaster106.xml" ContentType="application/vnd.openxmlformats-officedocument.presentationml.slideMaster+xml"/>
  <Override PartName="/ppt/slides/slide106.xml" ContentType="application/vnd.openxmlformats-officedocument.presentationml.slide+xml"/>
  <Override PartName="/ppt/slideMasters/slideMaster107.xml" ContentType="application/vnd.openxmlformats-officedocument.presentationml.slideMaster+xml"/>
  <Override PartName="/ppt/slides/slide107.xml" ContentType="application/vnd.openxmlformats-officedocument.presentationml.slide+xml"/>
  <Override PartName="/ppt/slideMasters/slideMaster108.xml" ContentType="application/vnd.openxmlformats-officedocument.presentationml.slideMaster+xml"/>
  <Override PartName="/ppt/slides/slide108.xml" ContentType="application/vnd.openxmlformats-officedocument.presentationml.slide+xml"/>
  <Override PartName="/ppt/slideMasters/slideMaster109.xml" ContentType="application/vnd.openxmlformats-officedocument.presentationml.slideMaster+xml"/>
  <Override PartName="/ppt/slides/slide109.xml" ContentType="application/vnd.openxmlformats-officedocument.presentationml.slide+xml"/>
  <Override PartName="/ppt/slideMasters/slideMaster110.xml" ContentType="application/vnd.openxmlformats-officedocument.presentationml.slideMaster+xml"/>
  <Override PartName="/ppt/slides/slide110.xml" ContentType="application/vnd.openxmlformats-officedocument.presentationml.slide+xml"/>
  <Override PartName="/ppt/slideMasters/slideMaster111.xml" ContentType="application/vnd.openxmlformats-officedocument.presentationml.slideMaster+xml"/>
  <Override PartName="/ppt/slides/slide111.xml" ContentType="application/vnd.openxmlformats-officedocument.presentationml.slide+xml"/>
  <Override PartName="/ppt/slideMasters/slideMaster112.xml" ContentType="application/vnd.openxmlformats-officedocument.presentationml.slideMaster+xml"/>
  <Override PartName="/ppt/slides/slide112.xml" ContentType="application/vnd.openxmlformats-officedocument.presentationml.slide+xml"/>
  <Override PartName="/ppt/slideMasters/slideMaster113.xml" ContentType="application/vnd.openxmlformats-officedocument.presentationml.slideMaster+xml"/>
  <Override PartName="/ppt/slides/slide113.xml" ContentType="application/vnd.openxmlformats-officedocument.presentationml.slide+xml"/>
  <Override PartName="/ppt/slideMasters/slideMaster114.xml" ContentType="application/vnd.openxmlformats-officedocument.presentationml.slideMaster+xml"/>
  <Override PartName="/ppt/slides/slide114.xml" ContentType="application/vnd.openxmlformats-officedocument.presentationml.slide+xml"/>
  <Override PartName="/ppt/slideMasters/slideMaster115.xml" ContentType="application/vnd.openxmlformats-officedocument.presentationml.slideMaster+xml"/>
  <Override PartName="/ppt/slides/slide115.xml" ContentType="application/vnd.openxmlformats-officedocument.presentationml.slide+xml"/>
  <Override PartName="/ppt/slideMasters/slideMaster116.xml" ContentType="application/vnd.openxmlformats-officedocument.presentationml.slideMaster+xml"/>
  <Override PartName="/ppt/slides/slide116.xml" ContentType="application/vnd.openxmlformats-officedocument.presentationml.slide+xml"/>
  <Override PartName="/ppt/slideMasters/slideMaster117.xml" ContentType="application/vnd.openxmlformats-officedocument.presentationml.slideMaster+xml"/>
  <Override PartName="/ppt/slides/slide117.xml" ContentType="application/vnd.openxmlformats-officedocument.presentationml.slide+xml"/>
  <Override PartName="/ppt/slideMasters/slideMaster118.xml" ContentType="application/vnd.openxmlformats-officedocument.presentationml.slideMaster+xml"/>
  <Override PartName="/ppt/slides/slide118.xml" ContentType="application/vnd.openxmlformats-officedocument.presentationml.slide+xml"/>
  <Override PartName="/ppt/slideMasters/slideMaster119.xml" ContentType="application/vnd.openxmlformats-officedocument.presentationml.slideMaster+xml"/>
  <Override PartName="/ppt/slides/slide119.xml" ContentType="application/vnd.openxmlformats-officedocument.presentationml.slide+xml"/>
  <Override PartName="/ppt/slideMasters/slideMaster120.xml" ContentType="application/vnd.openxmlformats-officedocument.presentationml.slideMaster+xml"/>
  <Override PartName="/ppt/slides/slide120.xml" ContentType="application/vnd.openxmlformats-officedocument.presentationml.slide+xml"/>
  <Override PartName="/ppt/slideMasters/slideMaster121.xml" ContentType="application/vnd.openxmlformats-officedocument.presentationml.slideMaster+xml"/>
  <Override PartName="/ppt/slides/slide121.xml" ContentType="application/vnd.openxmlformats-officedocument.presentationml.slide+xml"/>
  <Override PartName="/ppt/slideMasters/slideMaster122.xml" ContentType="application/vnd.openxmlformats-officedocument.presentationml.slideMaster+xml"/>
  <Override PartName="/ppt/slides/slide122.xml" ContentType="application/vnd.openxmlformats-officedocument.presentationml.slide+xml"/>
  <Override PartName="/ppt/slideMasters/slideMaster123.xml" ContentType="application/vnd.openxmlformats-officedocument.presentationml.slideMaster+xml"/>
  <Override PartName="/ppt/slides/slide1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  <p:sldId id="367" r:id="rId113"/>
    <p:sldId id="368" r:id="rId114"/>
    <p:sldId id="369" r:id="rId115"/>
    <p:sldId id="370" r:id="rId116"/>
    <p:sldId id="371" r:id="rId117"/>
    <p:sldId id="372" r:id="rId118"/>
    <p:sldId id="373" r:id="rId119"/>
    <p:sldId id="374" r:id="rId120"/>
    <p:sldId id="375" r:id="rId121"/>
    <p:sldId id="376" r:id="rId122"/>
    <p:sldId id="377" r:id="rId123"/>
    <p:sldId id="378" r:id="rId124"/>
  </p:sld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slide" Target="slides/slide108.xml"/><Relationship Id="rId110" Type="http://schemas.openxmlformats.org/officeDocument/2006/relationships/slide" Target="slides/slide109.xml"/><Relationship Id="rId111" Type="http://schemas.openxmlformats.org/officeDocument/2006/relationships/slide" Target="slides/slide110.xml"/><Relationship Id="rId112" Type="http://schemas.openxmlformats.org/officeDocument/2006/relationships/slide" Target="slides/slide111.xml"/><Relationship Id="rId113" Type="http://schemas.openxmlformats.org/officeDocument/2006/relationships/slide" Target="slides/slide112.xml"/><Relationship Id="rId114" Type="http://schemas.openxmlformats.org/officeDocument/2006/relationships/slide" Target="slides/slide113.xml"/><Relationship Id="rId115" Type="http://schemas.openxmlformats.org/officeDocument/2006/relationships/slide" Target="slides/slide114.xml"/><Relationship Id="rId116" Type="http://schemas.openxmlformats.org/officeDocument/2006/relationships/slide" Target="slides/slide115.xml"/><Relationship Id="rId117" Type="http://schemas.openxmlformats.org/officeDocument/2006/relationships/slide" Target="slides/slide116.xml"/><Relationship Id="rId118" Type="http://schemas.openxmlformats.org/officeDocument/2006/relationships/slide" Target="slides/slide117.xml"/><Relationship Id="rId119" Type="http://schemas.openxmlformats.org/officeDocument/2006/relationships/slide" Target="slides/slide118.xml"/><Relationship Id="rId120" Type="http://schemas.openxmlformats.org/officeDocument/2006/relationships/slide" Target="slides/slide119.xml"/><Relationship Id="rId121" Type="http://schemas.openxmlformats.org/officeDocument/2006/relationships/slide" Target="slides/slide120.xml"/><Relationship Id="rId122" Type="http://schemas.openxmlformats.org/officeDocument/2006/relationships/slide" Target="slides/slide121.xml"/><Relationship Id="rId123" Type="http://schemas.openxmlformats.org/officeDocument/2006/relationships/slide" Target="slides/slide122.xml"/><Relationship Id="rId124" Type="http://schemas.openxmlformats.org/officeDocument/2006/relationships/slide" Target="slides/slide123.xml"/><Relationship Id="rId125" Type="http://schemas.openxmlformats.org/officeDocument/2006/relationships/notesMaster" Target="notesMasters/notesMaster1.xml"/><Relationship Id="rId126" Type="http://schemas.openxmlformats.org/officeDocument/2006/relationships/presProps" Target="presProps.xml"/><Relationship Id="rId127" Type="http://schemas.openxmlformats.org/officeDocument/2006/relationships/viewProps" Target="viewProps.xml"/><Relationship Id="rId128" Type="http://schemas.openxmlformats.org/officeDocument/2006/relationships/theme" Target="theme/theme1.xml"/><Relationship Id="rId1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4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5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6.xml"/>
		</Relationships>
</file>

<file path=ppt/notesSlides/_rels/notesSlide1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7.xml"/>
		</Relationships>
</file>

<file path=ppt/notesSlides/_rels/notesSlide1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8.xml"/>
		</Relationships>
</file>

<file path=ppt/notesSlides/_rels/notesSlide1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9.xml"/>
		</Relationships>
</file>

<file path=ppt/notesSlides/_rels/notesSlide1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0.xml"/>
		</Relationships>
</file>

<file path=ppt/notesSlides/_rels/notesSlide1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1.xml"/>
		</Relationships>
</file>

<file path=ppt/notesSlides/_rels/notesSlide1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2.xml"/>
		</Relationships>
</file>

<file path=ppt/notesSlides/_rels/notesSlide1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3.xml"/>
		</Relationships>
</file>

<file path=ppt/notesSlides/_rels/notesSlide1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4.xml"/>
		</Relationships>
</file>

<file path=ppt/notesSlides/_rels/notesSlide1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5.xml"/>
		</Relationships>
</file>

<file path=ppt/notesSlides/_rels/notesSlide1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6.xml"/>
		</Relationships>
</file>

<file path=ppt/notesSlides/_rels/notesSlide1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7.xml"/>
		</Relationships>
</file>

<file path=ppt/notesSlides/_rels/notesSlide1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8.xml"/>
		</Relationships>
</file>

<file path=ppt/notesSlides/_rels/notesSlide1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9.xml"/>
		</Relationships>
</file>

<file path=ppt/notesSlides/_rels/notesSlide1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0.xml"/>
		</Relationships>
</file>

<file path=ppt/notesSlides/_rels/notesSlide1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1.xml"/>
		</Relationships>
</file>

<file path=ppt/notesSlides/_rels/notesSlide1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2.xml"/>
		</Relationships>
</file>

<file path=ppt/notesSlides/_rels/notesSlide1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TrSnd" Type="http://schemas.openxmlformats.org/officeDocument/2006/relationships/audio" Target="../media/whoosh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Relationship Id="rIdTrSnd" Type="http://schemas.openxmlformats.org/officeDocument/2006/relationships/audio" Target="../media/bubbles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Relationship Id="rIdTrSnd" Type="http://schemas.openxmlformats.org/officeDocument/2006/relationships/audio" Target="../media/sparkle.wav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Relationship Id="rIdTrSnd" Type="http://schemas.openxmlformats.org/officeDocument/2006/relationships/audio" Target="../media/marimba.wav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Relationship Id="rIdTrSnd" Type="http://schemas.openxmlformats.org/officeDocument/2006/relationships/audio" Target="../media/harp.wav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Relationship Id="rIdTrSnd" Type="http://schemas.openxmlformats.org/officeDocument/2006/relationships/audio" Target="../media/chime.wav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Relationship Id="rIdTrSnd" Type="http://schemas.openxmlformats.org/officeDocument/2006/relationships/audio" Target="../media/whoosh.wav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Relationship Id="rIdTrSnd" Type="http://schemas.openxmlformats.org/officeDocument/2006/relationships/audio" Target="../media/bubbles.wav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Relationship Id="rIdTrSnd" Type="http://schemas.openxmlformats.org/officeDocument/2006/relationships/audio" Target="../media/sparkle.wav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Relationship Id="rIdTrSnd" Type="http://schemas.openxmlformats.org/officeDocument/2006/relationships/audio" Target="../media/marimba.wav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Relationship Id="rIdTrSnd" Type="http://schemas.openxmlformats.org/officeDocument/2006/relationships/audio" Target="../media/harp.wav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Relationship Id="rIdTrSnd" Type="http://schemas.openxmlformats.org/officeDocument/2006/relationships/audio" Target="../media/chime.wav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Relationship Id="rIdTrSnd" Type="http://schemas.openxmlformats.org/officeDocument/2006/relationships/audio" Target="../media/whoosh.wav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Relationship Id="rIdTrSnd" Type="http://schemas.openxmlformats.org/officeDocument/2006/relationships/audio" Target="../media/bubbles.wav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Relationship Id="rIdTrSnd" Type="http://schemas.openxmlformats.org/officeDocument/2006/relationships/audio" Target="../media/sparkle.wav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Relationship Id="rIdTrSnd" Type="http://schemas.openxmlformats.org/officeDocument/2006/relationships/audio" Target="../media/marimba.wav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Relationship Id="rIdTrSnd" Type="http://schemas.openxmlformats.org/officeDocument/2006/relationships/audio" Target="../media/harp.wav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Relationship Id="rIdTrSnd" Type="http://schemas.openxmlformats.org/officeDocument/2006/relationships/audio" Target="../media/chime.wav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Relationship Id="rIdTrSnd" Type="http://schemas.openxmlformats.org/officeDocument/2006/relationships/audio" Target="../media/whoosh.wav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Relationship Id="rIdTrSnd" Type="http://schemas.openxmlformats.org/officeDocument/2006/relationships/audio" Target="../media/bubbles.wav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<Relationship Id="rIdTrSnd" Type="http://schemas.openxmlformats.org/officeDocument/2006/relationships/audio" Target="../media/sparkle.wav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Relationship Id="rIdTrSnd" Type="http://schemas.openxmlformats.org/officeDocument/2006/relationships/audio" Target="../media/marimba.wav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Relationship Id="rIdTrSnd" Type="http://schemas.openxmlformats.org/officeDocument/2006/relationships/audio" Target="../media/harp.wav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Relationship Id="rIdTrSnd" Type="http://schemas.openxmlformats.org/officeDocument/2006/relationships/audio" Target="../media/chime.wav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<Relationship Id="rIdTrSnd" Type="http://schemas.openxmlformats.org/officeDocument/2006/relationships/audio" Target="../media/whoosh.wav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9.xml"/><Relationship Id="rIdTrSnd" Type="http://schemas.openxmlformats.org/officeDocument/2006/relationships/audio" Target="../media/bubbles.wav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0.xml"/><Relationship Id="rIdTrSnd" Type="http://schemas.openxmlformats.org/officeDocument/2006/relationships/audio" Target="../media/sparkle.wav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1.xml"/><Relationship Id="rIdTrSnd" Type="http://schemas.openxmlformats.org/officeDocument/2006/relationships/audio" Target="../media/marimba.wav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2.xml"/><Relationship Id="rIdTrSnd" Type="http://schemas.openxmlformats.org/officeDocument/2006/relationships/audio" Target="../media/harp.wav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3.xml"/><Relationship Id="rIdTrSnd" Type="http://schemas.openxmlformats.org/officeDocument/2006/relationships/audio" Target="../media/chime.wav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4.xml"/><Relationship Id="rIdTrSnd" Type="http://schemas.openxmlformats.org/officeDocument/2006/relationships/audio" Target="../media/whoosh.wav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5.xml"/><Relationship Id="rIdTrSnd" Type="http://schemas.openxmlformats.org/officeDocument/2006/relationships/audio" Target="../media/bubbles.wav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6.xml"/><Relationship Id="rIdTrSnd" Type="http://schemas.openxmlformats.org/officeDocument/2006/relationships/audio" Target="../media/sparkle.wav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7.xml"/><Relationship Id="rIdTrSnd" Type="http://schemas.openxmlformats.org/officeDocument/2006/relationships/audio" Target="../media/marimba.wav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8.xml"/><Relationship Id="rIdTrSnd" Type="http://schemas.openxmlformats.org/officeDocument/2006/relationships/audio" Target="../media/harp.wav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9.xml"/><Relationship Id="rIdTrSnd" Type="http://schemas.openxmlformats.org/officeDocument/2006/relationships/audio" Target="../media/chime.wav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0.xml"/><Relationship Id="rIdTrSnd" Type="http://schemas.openxmlformats.org/officeDocument/2006/relationships/audio" Target="../media/whoosh.wav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1.xml"/><Relationship Id="rIdTrSnd" Type="http://schemas.openxmlformats.org/officeDocument/2006/relationships/audio" Target="../media/bubbles.wav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2.xml"/><Relationship Id="rIdTrSnd" Type="http://schemas.openxmlformats.org/officeDocument/2006/relationships/audio" Target="../media/sparkle.wav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3.xml"/><Relationship Id="rIdTrSnd" Type="http://schemas.openxmlformats.org/officeDocument/2006/relationships/audio" Target="../media/marimba.wav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4.xml"/><Relationship Id="rIdTrSnd" Type="http://schemas.openxmlformats.org/officeDocument/2006/relationships/audio" Target="../media/harp.wav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5.xml"/><Relationship Id="rIdTrSnd" Type="http://schemas.openxmlformats.org/officeDocument/2006/relationships/audio" Target="../media/chime.wav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6.xml"/><Relationship Id="rIdTrSnd" Type="http://schemas.openxmlformats.org/officeDocument/2006/relationships/audio" Target="../media/whoosh.wav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7.xml"/><Relationship Id="rIdTrSnd" Type="http://schemas.openxmlformats.org/officeDocument/2006/relationships/audio" Target="../media/bubbles.wav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8.xml"/><Relationship Id="rIdTrSnd" Type="http://schemas.openxmlformats.org/officeDocument/2006/relationships/audio" Target="../media/sparkle.wav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9.xml"/><Relationship Id="rIdTrSnd" Type="http://schemas.openxmlformats.org/officeDocument/2006/relationships/audio" Target="../media/marimba.wav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0.xml"/><Relationship Id="rIdTrSnd" Type="http://schemas.openxmlformats.org/officeDocument/2006/relationships/audio" Target="../media/harp.wav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1.xml"/><Relationship Id="rIdTrSnd" Type="http://schemas.openxmlformats.org/officeDocument/2006/relationships/audio" Target="../media/chime.wav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2.xml"/><Relationship Id="rIdTrSnd" Type="http://schemas.openxmlformats.org/officeDocument/2006/relationships/audio" Target="../media/whoosh.wav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3.xml"/><Relationship Id="rIdTrSnd" Type="http://schemas.openxmlformats.org/officeDocument/2006/relationships/audio" Target="../media/bubbles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37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75E0"/>
          </a:solidFill>
          <a:ln w="12700">
            <a:solidFill>
              <a:srgbClr val="5275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6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8B70"/>
          </a:solidFill>
          <a:ln w="12700">
            <a:solidFill>
              <a:srgbClr val="DB8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18547"/>
          </a:solidFill>
          <a:ln w="12700">
            <a:solidFill>
              <a:srgbClr val="61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12200" dirty="0"/>
          </a:p>
        </p:txBody>
      </p:sp>
      <p:sp>
        <p:nvSpPr>
          <p:cNvPr id="17" name="C2 K1 kasr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122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C5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69"/>
          </a:solidFill>
          <a:ln w="12700">
            <a:solidFill>
              <a:srgbClr val="D86469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64"/>
          </a:solidFill>
          <a:ln w="12700">
            <a:solidFill>
              <a:srgbClr val="D1476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8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8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8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فِإِ</a:t>
            </a:r>
            <a:endParaRPr lang="ar-SA" sz="7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C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5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55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5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55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فِبِ</a:t>
            </a:r>
            <a:endParaRPr lang="ar-SA" sz="75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9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F2B64"/>
          </a:solidFill>
          <a:ln w="12700">
            <a:solidFill>
              <a:srgbClr val="4F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71"/>
          </a:solidFill>
          <a:ln w="12700">
            <a:solidFill>
              <a:srgbClr val="79347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4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64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4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4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فِتِ</a:t>
            </a:r>
            <a:endParaRPr lang="ar-SA" sz="95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D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4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64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8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4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64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فِثِ</a:t>
            </a:r>
            <a:endParaRPr lang="ar-SA" sz="95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C5F7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94"/>
          </a:solidFill>
          <a:ln w="12700">
            <a:solidFill>
              <a:srgbClr val="5EED94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9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4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فِجِ</a:t>
            </a:r>
            <a:endParaRPr lang="ar-SA" sz="61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43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99"/>
          </a:solidFill>
          <a:ln w="12700">
            <a:solidFill>
              <a:srgbClr val="E05299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70"/>
          </a:solidFill>
          <a:ln w="12700">
            <a:solidFill>
              <a:srgbClr val="70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085"/>
          </a:solidFill>
          <a:ln w="12700">
            <a:solidFill>
              <a:srgbClr val="4770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9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4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فِحِ</a:t>
            </a:r>
            <a:endParaRPr lang="ar-SA" sz="61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6D864"/>
          </a:solidFill>
          <a:ln w="12700">
            <a:solidFill>
              <a:srgbClr val="86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86D147"/>
          </a:solidFill>
          <a:ln w="12700">
            <a:solidFill>
              <a:srgbClr val="86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فِخِ</a:t>
            </a:r>
            <a:endParaRPr lang="ar-SA" sz="6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C5D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4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64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8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4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64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فِدِ</a:t>
            </a:r>
            <a:endParaRPr lang="ar-SA" sz="95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43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02B"/>
          </a:solidFill>
          <a:ln w="12700">
            <a:solidFill>
              <a:srgbClr val="6440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7134"/>
          </a:solidFill>
          <a:ln w="12700">
            <a:solidFill>
              <a:srgbClr val="7971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4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64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C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4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64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فِذِ</a:t>
            </a:r>
            <a:endParaRPr lang="ar-SA" sz="95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C5F7C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5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B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5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فِرِ</a:t>
            </a:r>
            <a:endParaRPr lang="ar-SA" sz="74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D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705EED"/>
          </a:solidFill>
          <a:ln w="12700">
            <a:solidFill>
              <a:srgbClr val="70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9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5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9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5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فِزِ</a:t>
            </a:r>
            <a:endParaRPr lang="ar-SA" sz="74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4337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BCE052"/>
          </a:solidFill>
          <a:ln w="12700">
            <a:solidFill>
              <a:srgbClr val="BC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6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8BDB"/>
          </a:solidFill>
          <a:ln w="12700">
            <a:solidFill>
              <a:srgbClr val="708B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F"/>
          </a:solidFill>
          <a:ln w="12700">
            <a:solidFill>
              <a:srgbClr val="85477F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0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50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5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0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50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فِسِ</a:t>
            </a:r>
            <a:endParaRPr lang="ar-SA" sz="71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C5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A3D8"/>
          </a:solidFill>
          <a:ln w="12700">
            <a:solidFill>
              <a:srgbClr val="64A3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A9D1"/>
          </a:solidFill>
          <a:ln w="12700">
            <a:solidFill>
              <a:srgbClr val="47A9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0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5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0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5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9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فِشِ</a:t>
            </a:r>
            <a:endParaRPr lang="ar-SA" sz="71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C5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6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فِصِ</a:t>
            </a:r>
            <a:endParaRPr lang="ar-SA" sz="71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25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2"/>
          </a:solidFill>
          <a:ln w="12700">
            <a:solidFill>
              <a:srgbClr val="2B6432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60"/>
          </a:solidFill>
          <a:ln w="12700">
            <a:solidFill>
              <a:srgbClr val="34796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7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47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7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7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8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فِضِ</a:t>
            </a:r>
            <a:endParaRPr lang="ar-SA" sz="71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C5C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4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64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C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4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64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فِطِ</a:t>
            </a:r>
            <a:endParaRPr lang="ar-SA" sz="95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CF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70"/>
          </a:solidFill>
          <a:ln w="12700">
            <a:solidFill>
              <a:srgbClr val="ED5E70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4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64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B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4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64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فِظِ</a:t>
            </a:r>
            <a:endParaRPr lang="ar-SA" sz="9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443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E0"/>
          </a:solidFill>
          <a:ln w="12700">
            <a:solidFill>
              <a:srgbClr val="52E0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BF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A5"/>
          </a:solidFill>
          <a:ln w="12700">
            <a:solidFill>
              <a:srgbClr val="DB70A5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B47"/>
          </a:solidFill>
          <a:ln w="12700">
            <a:solidFill>
              <a:srgbClr val="857B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9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4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9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4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4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فِعِ</a:t>
            </a:r>
            <a:endParaRPr lang="ar-SA" sz="61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E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C0"/>
          </a:solidFill>
          <a:ln w="12700">
            <a:solidFill>
              <a:srgbClr val="D864C0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CB"/>
          </a:solidFill>
          <a:ln w="12700">
            <a:solidFill>
              <a:srgbClr val="D147CB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فِغِ</a:t>
            </a:r>
            <a:endParaRPr lang="ar-SA" sz="61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2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3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8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3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8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38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إِفِبِ</a:t>
            </a:r>
            <a:endParaRPr lang="ar-SA" sz="62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431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264"/>
          </a:solidFill>
          <a:ln w="12700">
            <a:solidFill>
              <a:srgbClr val="2B32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E3479"/>
          </a:solidFill>
          <a:ln w="12700">
            <a:solidFill>
              <a:srgbClr val="4E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8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3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8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38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8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38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بِفِتِ</a:t>
            </a:r>
            <a:endParaRPr lang="ar-SA" sz="68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7C5D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4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4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4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تِفِثِ</a:t>
            </a:r>
            <a:endParaRPr lang="ar-SA" sz="84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C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3ED5E"/>
          </a:solidFill>
          <a:ln w="12700">
            <a:solidFill>
              <a:srgbClr val="93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4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3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4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3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4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34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ثِفِجِ</a:t>
            </a:r>
            <a:endParaRPr lang="ar-SA" sz="54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20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BD52E0"/>
          </a:solidFill>
          <a:ln w="12700">
            <a:solidFill>
              <a:srgbClr val="BD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D8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0DB70"/>
          </a:solidFill>
          <a:ln w="12700">
            <a:solidFill>
              <a:srgbClr val="C0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B"/>
          </a:solidFill>
          <a:ln w="12700">
            <a:solidFill>
              <a:srgbClr val="47856B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400" dirty="0"/>
          </a:p>
        </p:txBody>
      </p:sp>
      <p:sp>
        <p:nvSpPr>
          <p:cNvPr id="20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3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400" dirty="0"/>
          </a:p>
        </p:txBody>
      </p:sp>
      <p:sp>
        <p:nvSpPr>
          <p:cNvPr id="23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34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400" dirty="0"/>
          </a:p>
        </p:txBody>
      </p:sp>
      <p:sp>
        <p:nvSpPr>
          <p:cNvPr id="26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34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جِفِحِ</a:t>
            </a:r>
            <a:endParaRPr lang="ar-SA" sz="54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7E0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D464"/>
          </a:solidFill>
          <a:ln w="12700">
            <a:solidFill>
              <a:srgbClr val="D8D4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B547"/>
          </a:solidFill>
          <a:ln w="12700">
            <a:solidFill>
              <a:srgbClr val="D1B5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4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4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4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حِفِخِ</a:t>
            </a:r>
            <a:endParaRPr lang="ar-SA" sz="5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C5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4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4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4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34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خِفِدِ</a:t>
            </a:r>
            <a:endParaRPr lang="ar-SA" sz="84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4314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0"/>
          </a:solidFill>
          <a:ln w="12700">
            <a:solidFill>
              <a:srgbClr val="642B40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D34"/>
          </a:solidFill>
          <a:ln w="12700">
            <a:solidFill>
              <a:srgbClr val="793D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4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4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4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4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4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44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دِفِذِ</a:t>
            </a:r>
            <a:endParaRPr lang="ar-SA" sz="8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E2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1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1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4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1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41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ذِفِرِ</a:t>
            </a:r>
            <a:endParaRPr lang="ar-SA" sz="66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C5D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B7ED"/>
          </a:solidFill>
          <a:ln w="12700">
            <a:solidFill>
              <a:srgbClr val="5EB7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1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4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A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1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41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A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1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41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رِفِزِ</a:t>
            </a:r>
            <a:endParaRPr lang="ar-SA" sz="66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4314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9A52"/>
          </a:solidFill>
          <a:ln w="12700">
            <a:solidFill>
              <a:srgbClr val="E09A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DB"/>
          </a:solidFill>
          <a:ln w="12700">
            <a:solidFill>
              <a:srgbClr val="70DB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C4785"/>
          </a:solidFill>
          <a:ln w="12700">
            <a:solidFill>
              <a:srgbClr val="5C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500" dirty="0"/>
          </a:p>
        </p:txBody>
      </p:sp>
      <p:sp>
        <p:nvSpPr>
          <p:cNvPr id="20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3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500" dirty="0"/>
          </a:p>
        </p:txBody>
      </p:sp>
      <p:sp>
        <p:nvSpPr>
          <p:cNvPr id="23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35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500" dirty="0"/>
          </a:p>
        </p:txBody>
      </p:sp>
      <p:sp>
        <p:nvSpPr>
          <p:cNvPr id="26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35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زِفِسِ</a:t>
            </a:r>
            <a:endParaRPr lang="ar-SA" sz="63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C5F7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B7"/>
          </a:solidFill>
          <a:ln w="12700">
            <a:solidFill>
              <a:srgbClr val="64D8B7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93"/>
          </a:solidFill>
          <a:ln w="12700">
            <a:solidFill>
              <a:srgbClr val="47D19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5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3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5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3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5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35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سِفِشِ</a:t>
            </a:r>
            <a:endParaRPr lang="ar-SA" sz="63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E2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4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4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4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34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شِفِصِ</a:t>
            </a:r>
            <a:endParaRPr lang="ar-SA" sz="61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433D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E642B"/>
          </a:solidFill>
          <a:ln w="12700">
            <a:solidFill>
              <a:srgbClr val="4E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C7934"/>
          </a:solidFill>
          <a:ln w="12700">
            <a:solidFill>
              <a:srgbClr val="3C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3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3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3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3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33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3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3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33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صِفِضِ</a:t>
            </a:r>
            <a:endParaRPr lang="ar-SA" sz="59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C5E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3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3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3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3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3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33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ضِفِطِ</a:t>
            </a:r>
            <a:endParaRPr lang="ar-SA" sz="72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7C5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DB"/>
          </a:solidFill>
          <a:ln w="12700">
            <a:solidFill>
              <a:srgbClr val="ED5EDB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4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4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4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4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4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44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طِفِظِ</a:t>
            </a:r>
            <a:endParaRPr lang="ar-SA" sz="7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1F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76"/>
          </a:solidFill>
          <a:ln w="12700">
            <a:solidFill>
              <a:srgbClr val="52E076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D9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170DB"/>
          </a:solidFill>
          <a:ln w="12700">
            <a:solidFill>
              <a:srgbClr val="C1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D47"/>
          </a:solidFill>
          <a:ln w="12700">
            <a:solidFill>
              <a:srgbClr val="854D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400" dirty="0"/>
          </a:p>
        </p:txBody>
      </p:sp>
      <p:sp>
        <p:nvSpPr>
          <p:cNvPr id="20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3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400" dirty="0"/>
          </a:p>
        </p:txBody>
      </p:sp>
      <p:sp>
        <p:nvSpPr>
          <p:cNvPr id="23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34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400" dirty="0"/>
          </a:p>
        </p:txBody>
      </p:sp>
      <p:sp>
        <p:nvSpPr>
          <p:cNvPr id="26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34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ظِفِعِ</a:t>
            </a:r>
            <a:endParaRPr lang="ar-SA" sz="54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C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A64D8"/>
          </a:solidFill>
          <a:ln w="12700">
            <a:solidFill>
              <a:srgbClr val="9A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7047D1"/>
          </a:solidFill>
          <a:ln w="12700">
            <a:solidFill>
              <a:srgbClr val="70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4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4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4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عِفِغِ</a:t>
            </a:r>
            <a:endParaRPr lang="ar-SA" sz="5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7D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4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4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34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غِفِإِ</a:t>
            </a:r>
            <a:endParaRPr lang="ar-SA" sz="62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1443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D64"/>
          </a:solidFill>
          <a:ln w="12700">
            <a:solidFill>
              <a:srgbClr val="2B5D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E79"/>
          </a:solidFill>
          <a:ln w="12700">
            <a:solidFill>
              <a:srgbClr val="344E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8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6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8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إِفِ</a:t>
            </a:r>
            <a:endParaRPr lang="ar-SA" sz="70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5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5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5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5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بِفِ</a:t>
            </a:r>
            <a:endParaRPr lang="ar-SA" sz="77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EC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DC5E"/>
          </a:solidFill>
          <a:ln w="12700">
            <a:solidFill>
              <a:srgbClr val="EDDC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4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4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4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64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تِفِ</a:t>
            </a:r>
            <a:endParaRPr lang="ar-SA" sz="92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142B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52E0"/>
          </a:solidFill>
          <a:ln w="12700">
            <a:solidFill>
              <a:srgbClr val="52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0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A670"/>
          </a:solidFill>
          <a:ln w="12700">
            <a:solidFill>
              <a:srgbClr val="DBA6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18547"/>
          </a:solidFill>
          <a:ln w="12700">
            <a:solidFill>
              <a:srgbClr val="51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4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64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8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4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64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ثِفِ</a:t>
            </a:r>
            <a:endParaRPr lang="ar-SA" sz="92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7C5C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7D64"/>
          </a:solidFill>
          <a:ln w="12700">
            <a:solidFill>
              <a:srgbClr val="D87D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E47"/>
          </a:solidFill>
          <a:ln w="12700">
            <a:solidFill>
              <a:srgbClr val="D14E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B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جِفِ</a:t>
            </a:r>
            <a:endParaRPr lang="ar-SA" sz="77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C5F7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C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4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حِفِ</a:t>
            </a:r>
            <a:endParaRPr lang="ar-SA" sz="92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26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D2B64"/>
          </a:solidFill>
          <a:ln w="12700">
            <a:solidFill>
              <a:srgbClr val="5D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F"/>
          </a:solidFill>
          <a:ln w="12700">
            <a:solidFill>
              <a:srgbClr val="79345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9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4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خِفِ</a:t>
            </a:r>
            <a:endParaRPr lang="ar-SA" sz="9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7E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4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64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6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4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64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دِفِ</a:t>
            </a:r>
            <a:endParaRPr lang="ar-SA" sz="92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C5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B8"/>
          </a:solidFill>
          <a:ln w="12700">
            <a:solidFill>
              <a:srgbClr val="5EEDB8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4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64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4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64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ذِفِ</a:t>
            </a:r>
            <a:endParaRPr lang="ar-SA" sz="92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4314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74"/>
          </a:solidFill>
          <a:ln w="12700">
            <a:solidFill>
              <a:srgbClr val="E05274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A6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8C"/>
          </a:solidFill>
          <a:ln w="12700">
            <a:solidFill>
              <a:srgbClr val="70DB8C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185"/>
          </a:solidFill>
          <a:ln w="12700">
            <a:solidFill>
              <a:srgbClr val="4761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9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5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5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9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5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رِفِ</a:t>
            </a:r>
            <a:endParaRPr lang="ar-SA" sz="75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D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8D864"/>
          </a:solidFill>
          <a:ln w="12700">
            <a:solidFill>
              <a:srgbClr val="68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3D147"/>
          </a:solidFill>
          <a:ln w="12700">
            <a:solidFill>
              <a:srgbClr val="63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5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5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زِفِ</a:t>
            </a:r>
            <a:endParaRPr lang="ar-SA" sz="75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C5C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0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50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B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0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50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سِفِ</a:t>
            </a:r>
            <a:endParaRPr lang="ar-SA" sz="92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431A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F2B"/>
          </a:solidFill>
          <a:ln w="12700">
            <a:solidFill>
              <a:srgbClr val="644F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07934"/>
          </a:solidFill>
          <a:ln w="12700">
            <a:solidFill>
              <a:srgbClr val="70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0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50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C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0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50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شِفِ</a:t>
            </a:r>
            <a:endParaRPr lang="ar-SA" sz="92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C5F7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8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صِفِ</a:t>
            </a:r>
            <a:endParaRPr lang="ar-SA" sz="92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E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55EED"/>
          </a:solidFill>
          <a:ln w="12700">
            <a:solidFill>
              <a:srgbClr val="95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7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7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7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47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ضِفِ</a:t>
            </a:r>
            <a:endParaRPr lang="ar-SA" sz="92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43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8E052"/>
          </a:solidFill>
          <a:ln w="12700">
            <a:solidFill>
              <a:srgbClr val="98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8D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170DB"/>
          </a:solidFill>
          <a:ln w="12700">
            <a:solidFill>
              <a:srgbClr val="71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0"/>
          </a:solidFill>
          <a:ln w="12700">
            <a:solidFill>
              <a:srgbClr val="854770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4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64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4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64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طِفِ</a:t>
            </a:r>
            <a:endParaRPr lang="ar-SA" sz="92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C5E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85D8"/>
          </a:solidFill>
          <a:ln w="12700">
            <a:solidFill>
              <a:srgbClr val="6485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86D1"/>
          </a:solidFill>
          <a:ln w="12700">
            <a:solidFill>
              <a:srgbClr val="4786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4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64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5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4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64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B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ظِفِ</a:t>
            </a:r>
            <a:endParaRPr lang="ar-SA" sz="9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7C5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4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عِفِ</a:t>
            </a:r>
            <a:endParaRPr lang="ar-SA" sz="92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19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1"/>
          </a:solidFill>
          <a:ln w="12700">
            <a:solidFill>
              <a:srgbClr val="2B6441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71"/>
          </a:solidFill>
          <a:ln w="12700">
            <a:solidFill>
              <a:srgbClr val="34797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9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9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4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غِفِ</a:t>
            </a:r>
            <a:endParaRPr lang="ar-SA" sz="92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C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1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10900" dirty="0"/>
          </a:p>
        </p:txBody>
      </p:sp>
      <p:sp>
        <p:nvSpPr>
          <p:cNvPr id="12" name="C2 K1 kasr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109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7D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715E"/>
          </a:solidFill>
          <a:ln w="12700">
            <a:solidFill>
              <a:srgbClr val="ED71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7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57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8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7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57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قِإِ</a:t>
            </a:r>
            <a:endParaRPr lang="ar-SA" sz="70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1443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BCE0"/>
          </a:solidFill>
          <a:ln w="12700">
            <a:solidFill>
              <a:srgbClr val="52BC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A5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8A"/>
          </a:solidFill>
          <a:ln w="12700">
            <a:solidFill>
              <a:srgbClr val="DB708A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F8547"/>
          </a:solidFill>
          <a:ln w="12700">
            <a:solidFill>
              <a:srgbClr val="7F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5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55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5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5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55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قِبِ</a:t>
            </a:r>
            <a:endParaRPr lang="ar-SA" sz="75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7C5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A2"/>
          </a:solidFill>
          <a:ln w="12700">
            <a:solidFill>
              <a:srgbClr val="D864A2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A8"/>
          </a:solidFill>
          <a:ln w="12700">
            <a:solidFill>
              <a:srgbClr val="D147A8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5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5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قِتِ</a:t>
            </a:r>
            <a:endParaRPr lang="ar-SA" sz="95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E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7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57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7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57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قِثِ</a:t>
            </a:r>
            <a:endParaRPr lang="ar-SA" sz="95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1425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22B64"/>
          </a:solidFill>
          <a:ln w="12700">
            <a:solidFill>
              <a:srgbClr val="32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03479"/>
          </a:solidFill>
          <a:ln w="12700">
            <a:solidFill>
              <a:srgbClr val="60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9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قِجِ</a:t>
            </a:r>
            <a:endParaRPr lang="ar-SA" sz="61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7C5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C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قِحِ</a:t>
            </a:r>
            <a:endParaRPr lang="ar-SA" sz="61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C5F7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FED5E"/>
          </a:solidFill>
          <a:ln w="12700">
            <a:solidFill>
              <a:srgbClr val="6F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4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3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قِخِ</a:t>
            </a:r>
            <a:endParaRPr lang="ar-SA" sz="61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2C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DF"/>
          </a:solidFill>
          <a:ln w="12700">
            <a:solidFill>
              <a:srgbClr val="E052DF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BE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5DB70"/>
          </a:solidFill>
          <a:ln w="12700">
            <a:solidFill>
              <a:srgbClr val="A5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B"/>
          </a:solidFill>
          <a:ln w="12700">
            <a:solidFill>
              <a:srgbClr val="47857B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7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57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7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57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4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قِدِ</a:t>
            </a:r>
            <a:endParaRPr lang="ar-SA" sz="95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7E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FD864"/>
          </a:solidFill>
          <a:ln w="12700">
            <a:solidFill>
              <a:srgbClr val="BF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AD147"/>
          </a:solidFill>
          <a:ln w="12700">
            <a:solidFill>
              <a:srgbClr val="CA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5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4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5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قِذِ</a:t>
            </a:r>
            <a:endParaRPr lang="ar-SA" sz="9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C5F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7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57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3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7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57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9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قِرِ</a:t>
            </a:r>
            <a:endParaRPr lang="ar-SA" sz="74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4314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1"/>
          </a:solidFill>
          <a:ln w="12700">
            <a:solidFill>
              <a:srgbClr val="642B31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4F34"/>
          </a:solidFill>
          <a:ln w="12700">
            <a:solidFill>
              <a:srgbClr val="794F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7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57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7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57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قِزِ</a:t>
            </a:r>
            <a:endParaRPr lang="ar-SA" sz="74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D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0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5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0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5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قِسِ</a:t>
            </a:r>
            <a:endParaRPr lang="ar-SA" sz="71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C5C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93ED"/>
          </a:solidFill>
          <a:ln w="12700">
            <a:solidFill>
              <a:srgbClr val="5E93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0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50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D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0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50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قِشِ</a:t>
            </a:r>
            <a:endParaRPr lang="ar-SA" sz="71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4320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BE52"/>
          </a:solidFill>
          <a:ln w="12700">
            <a:solidFill>
              <a:srgbClr val="E0BE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8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BFDB"/>
          </a:solidFill>
          <a:ln w="12700">
            <a:solidFill>
              <a:srgbClr val="70BF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C4785"/>
          </a:solidFill>
          <a:ln w="12700">
            <a:solidFill>
              <a:srgbClr val="6C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4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A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9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قِصِ</a:t>
            </a:r>
            <a:endParaRPr lang="ar-SA" sz="71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C5F7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D5"/>
          </a:solidFill>
          <a:ln w="12700">
            <a:solidFill>
              <a:srgbClr val="64D8D5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B6"/>
          </a:solidFill>
          <a:ln w="12700">
            <a:solidFill>
              <a:srgbClr val="47D1B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4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7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4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قِضِ</a:t>
            </a:r>
            <a:endParaRPr lang="ar-SA" sz="71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E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7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57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7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57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قِطِ</a:t>
            </a:r>
            <a:endParaRPr lang="ar-SA" sz="95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3D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0642B"/>
          </a:solidFill>
          <a:ln w="12700">
            <a:solidFill>
              <a:srgbClr val="40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3D"/>
          </a:solidFill>
          <a:ln w="12700">
            <a:solidFill>
              <a:srgbClr val="34793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7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57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7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57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قِظِ</a:t>
            </a:r>
            <a:endParaRPr lang="ar-SA" sz="9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C5E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7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قِعِ</a:t>
            </a:r>
            <a:endParaRPr lang="ar-SA" sz="61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F7C5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B6"/>
          </a:solidFill>
          <a:ln w="12700">
            <a:solidFill>
              <a:srgbClr val="ED5EB6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4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A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9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8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قِغِ</a:t>
            </a:r>
            <a:endParaRPr lang="ar-SA" sz="6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14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9A"/>
          </a:solidFill>
          <a:ln w="12700">
            <a:solidFill>
              <a:srgbClr val="52E09A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1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DA"/>
          </a:solidFill>
          <a:ln w="12700">
            <a:solidFill>
              <a:srgbClr val="DB70DA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C47"/>
          </a:solidFill>
          <a:ln w="12700">
            <a:solidFill>
              <a:srgbClr val="855C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7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57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D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7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57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قِفِ</a:t>
            </a:r>
            <a:endParaRPr lang="ar-SA" sz="92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D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864D8"/>
          </a:solidFill>
          <a:ln w="12700">
            <a:solidFill>
              <a:srgbClr val="B8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347D1"/>
          </a:solidFill>
          <a:ln w="12700">
            <a:solidFill>
              <a:srgbClr val="93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8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8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38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إِقِبِ</a:t>
            </a:r>
            <a:endParaRPr lang="ar-SA" sz="62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F7E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8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3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8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3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8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38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بِقِتِ</a:t>
            </a:r>
            <a:endParaRPr lang="ar-SA" sz="68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1443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E64"/>
          </a:solidFill>
          <a:ln w="12700">
            <a:solidFill>
              <a:srgbClr val="2B4E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3C79"/>
          </a:solidFill>
          <a:ln w="12700">
            <a:solidFill>
              <a:srgbClr val="343C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9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9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9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39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تِقِثِ</a:t>
            </a:r>
            <a:endParaRPr lang="ar-SA" sz="84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F7C5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4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4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4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4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4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ثِقِجِ</a:t>
            </a:r>
            <a:endParaRPr lang="ar-SA" sz="54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D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AED5E"/>
          </a:solidFill>
          <a:ln w="12700">
            <a:solidFill>
              <a:srgbClr val="DA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4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3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4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3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4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34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جِقِحِ</a:t>
            </a:r>
            <a:endParaRPr lang="ar-SA" sz="54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141F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7752E0"/>
          </a:solidFill>
          <a:ln w="12700">
            <a:solidFill>
              <a:srgbClr val="77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A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C270"/>
          </a:solidFill>
          <a:ln w="12700">
            <a:solidFill>
              <a:srgbClr val="DBC2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4D"/>
          </a:solidFill>
          <a:ln w="12700">
            <a:solidFill>
              <a:srgbClr val="47854D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400" dirty="0"/>
          </a:p>
        </p:txBody>
      </p:sp>
      <p:sp>
        <p:nvSpPr>
          <p:cNvPr id="20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3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A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400" dirty="0"/>
          </a:p>
        </p:txBody>
      </p:sp>
      <p:sp>
        <p:nvSpPr>
          <p:cNvPr id="23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34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A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400" dirty="0"/>
          </a:p>
        </p:txBody>
      </p:sp>
      <p:sp>
        <p:nvSpPr>
          <p:cNvPr id="26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34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حِقِخِ</a:t>
            </a:r>
            <a:endParaRPr lang="ar-SA" sz="54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F7C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9B64"/>
          </a:solidFill>
          <a:ln w="12700">
            <a:solidFill>
              <a:srgbClr val="D89B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7147"/>
          </a:solidFill>
          <a:ln w="12700">
            <a:solidFill>
              <a:srgbClr val="D17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4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4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4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خِقِدِ</a:t>
            </a:r>
            <a:endParaRPr lang="ar-SA" sz="8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C5F7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9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9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9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9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39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دِقِذِ</a:t>
            </a:r>
            <a:endParaRPr lang="ar-SA" sz="84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32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C"/>
          </a:solidFill>
          <a:ln w="12700">
            <a:solidFill>
              <a:srgbClr val="642B5C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D"/>
          </a:solidFill>
          <a:ln w="12700">
            <a:solidFill>
              <a:srgbClr val="79344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9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9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9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39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ذِقِرِ</a:t>
            </a:r>
            <a:endParaRPr lang="ar-SA" sz="66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F7F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3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3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9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رِقِزِ</a:t>
            </a:r>
            <a:endParaRPr lang="ar-SA" sz="66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C5E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DD"/>
          </a:solidFill>
          <a:ln w="12700">
            <a:solidFill>
              <a:srgbClr val="5EEDD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5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35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5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35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5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35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زِقِسِ</a:t>
            </a:r>
            <a:endParaRPr lang="ar-SA" sz="63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4314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352"/>
          </a:solidFill>
          <a:ln w="12700">
            <a:solidFill>
              <a:srgbClr val="E053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C0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A7"/>
          </a:solidFill>
          <a:ln w="12700">
            <a:solidFill>
              <a:srgbClr val="70DBA7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185"/>
          </a:solidFill>
          <a:ln w="12700">
            <a:solidFill>
              <a:srgbClr val="4751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500" dirty="0"/>
          </a:p>
        </p:txBody>
      </p:sp>
      <p:sp>
        <p:nvSpPr>
          <p:cNvPr id="20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3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500" dirty="0"/>
          </a:p>
        </p:txBody>
      </p:sp>
      <p:sp>
        <p:nvSpPr>
          <p:cNvPr id="23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35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500" dirty="0"/>
          </a:p>
        </p:txBody>
      </p:sp>
      <p:sp>
        <p:nvSpPr>
          <p:cNvPr id="26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35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سِقِشِ</a:t>
            </a:r>
            <a:endParaRPr lang="ar-SA" sz="63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C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7E"/>
          </a:solidFill>
          <a:ln w="12700">
            <a:solidFill>
              <a:srgbClr val="64D87E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4F"/>
          </a:solidFill>
          <a:ln w="12700">
            <a:solidFill>
              <a:srgbClr val="47D14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4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4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4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شِقِصِ</a:t>
            </a:r>
            <a:endParaRPr lang="ar-SA" sz="61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C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3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33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3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33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3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33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صِقِضِ</a:t>
            </a:r>
            <a:endParaRPr lang="ar-SA" sz="59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4326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E2B"/>
          </a:solidFill>
          <a:ln w="12700">
            <a:solidFill>
              <a:srgbClr val="645E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F7934"/>
          </a:solidFill>
          <a:ln w="12700">
            <a:solidFill>
              <a:srgbClr val="5F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3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3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3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33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3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33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ضِقِطِ</a:t>
            </a:r>
            <a:endParaRPr lang="ar-SA" sz="72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C5F7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9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طِقِظِ</a:t>
            </a:r>
            <a:endParaRPr lang="ar-SA" sz="75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F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B95EED"/>
          </a:solidFill>
          <a:ln w="12700">
            <a:solidFill>
              <a:srgbClr val="B9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4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3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4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3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4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34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ظِقِعِ</a:t>
            </a:r>
            <a:endParaRPr lang="ar-SA" sz="5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37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73E052"/>
          </a:solidFill>
          <a:ln w="12700">
            <a:solidFill>
              <a:srgbClr val="73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A7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C70DB"/>
          </a:solidFill>
          <a:ln w="12700">
            <a:solidFill>
              <a:srgbClr val="8C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0"/>
          </a:solidFill>
          <a:ln w="12700">
            <a:solidFill>
              <a:srgbClr val="854760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400" dirty="0"/>
          </a:p>
        </p:txBody>
      </p:sp>
      <p:sp>
        <p:nvSpPr>
          <p:cNvPr id="20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3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400" dirty="0"/>
          </a:p>
        </p:txBody>
      </p:sp>
      <p:sp>
        <p:nvSpPr>
          <p:cNvPr id="23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34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400" dirty="0"/>
          </a:p>
        </p:txBody>
      </p:sp>
      <p:sp>
        <p:nvSpPr>
          <p:cNvPr id="26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34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عِقِغِ</a:t>
            </a:r>
            <a:endParaRPr lang="ar-SA" sz="54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C5D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67D8"/>
          </a:solidFill>
          <a:ln w="12700">
            <a:solidFill>
              <a:srgbClr val="6467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62D1"/>
          </a:solidFill>
          <a:ln w="12700">
            <a:solidFill>
              <a:srgbClr val="4762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4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8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4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8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4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غِقِفِ</a:t>
            </a:r>
            <a:endParaRPr lang="ar-SA" sz="77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solidFill>
          <a:srgbClr val="F7C5C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9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9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39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فِقِإِ</a:t>
            </a:r>
            <a:endParaRPr lang="ar-SA" sz="62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solidFill>
          <a:srgbClr val="144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F"/>
          </a:solidFill>
          <a:ln w="12700">
            <a:solidFill>
              <a:srgbClr val="2B644F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079"/>
          </a:solidFill>
          <a:ln w="12700">
            <a:solidFill>
              <a:srgbClr val="3470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7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57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C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7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57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إِقِ</a:t>
            </a:r>
            <a:endParaRPr lang="ar-SA" sz="70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bg>
      <p:bgPr>
        <a:solidFill>
          <a:srgbClr val="D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5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5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5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5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بِقِ</a:t>
            </a:r>
            <a:endParaRPr lang="ar-SA" sz="70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bg>
      <p:bgPr>
        <a:solidFill>
          <a:srgbClr val="F7E9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965E"/>
          </a:solidFill>
          <a:ln w="12700">
            <a:solidFill>
              <a:srgbClr val="ED96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7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57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5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7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57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تِقِ</a:t>
            </a:r>
            <a:endParaRPr lang="ar-SA" sz="70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bg>
      <p:bgPr>
        <a:solidFill>
          <a:srgbClr val="1443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97E0"/>
          </a:solidFill>
          <a:ln w="12700">
            <a:solidFill>
              <a:srgbClr val="5297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E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270"/>
          </a:solidFill>
          <a:ln w="12700">
            <a:solidFill>
              <a:srgbClr val="DB72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F8547"/>
          </a:solidFill>
          <a:ln w="12700">
            <a:solidFill>
              <a:srgbClr val="6F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7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57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7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57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ثِقِ</a:t>
            </a:r>
            <a:endParaRPr lang="ar-SA" sz="70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bg>
      <p:bgPr>
        <a:solidFill>
          <a:srgbClr val="F7C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84"/>
          </a:solidFill>
          <a:ln w="12700">
            <a:solidFill>
              <a:srgbClr val="D8648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85"/>
          </a:solidFill>
          <a:ln w="12700">
            <a:solidFill>
              <a:srgbClr val="D1478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B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جِقِ</a:t>
            </a:r>
            <a:endParaRPr lang="ar-SA" sz="70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bg>
      <p:bgPr>
        <a:solidFill>
          <a:srgbClr val="D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4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حِقِ</a:t>
            </a:r>
            <a:endParaRPr lang="ar-SA" sz="70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bg>
      <p:bgPr>
        <a:solidFill>
          <a:srgbClr val="1419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12B64"/>
          </a:solidFill>
          <a:ln w="12700">
            <a:solidFill>
              <a:srgbClr val="41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23479"/>
          </a:solidFill>
          <a:ln w="12700">
            <a:solidFill>
              <a:srgbClr val="72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C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4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خِقِ</a:t>
            </a:r>
            <a:endParaRPr lang="ar-SA" sz="7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bg>
      <p:bgPr>
        <a:solidFill>
          <a:srgbClr val="F7C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5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B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5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دِقِ</a:t>
            </a:r>
            <a:endParaRPr lang="ar-SA" sz="73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8">
    <p:bg>
      <p:bgPr>
        <a:solidFill>
          <a:srgbClr val="C5F7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72"/>
          </a:solidFill>
          <a:ln w="12700">
            <a:solidFill>
              <a:srgbClr val="5EED72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7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57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8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7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57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4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ذِقِ</a:t>
            </a:r>
            <a:endParaRPr lang="ar-SA" sz="73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9">
    <p:bg>
      <p:bgPr>
        <a:solidFill>
          <a:srgbClr val="38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BB"/>
          </a:solidFill>
          <a:ln w="12700">
            <a:solidFill>
              <a:srgbClr val="E052BB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A4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9DB70"/>
          </a:solidFill>
          <a:ln w="12700">
            <a:solidFill>
              <a:srgbClr val="89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F85"/>
          </a:solidFill>
          <a:ln w="12700">
            <a:solidFill>
              <a:srgbClr val="477F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7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57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7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57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رِقِ</a:t>
            </a:r>
            <a:endParaRPr lang="ar-SA" sz="73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0">
    <p:bg>
      <p:bgPr>
        <a:solidFill>
          <a:srgbClr val="F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1D864"/>
          </a:solidFill>
          <a:ln w="12700">
            <a:solidFill>
              <a:srgbClr val="A1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A7D147"/>
          </a:solidFill>
          <a:ln w="12700">
            <a:solidFill>
              <a:srgbClr val="A7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5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5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زِقِ</a:t>
            </a:r>
            <a:endParaRPr lang="ar-SA" sz="73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1">
    <p:bg>
      <p:bgPr>
        <a:solidFill>
          <a:srgbClr val="C5E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0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50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6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0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50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سِقِ</a:t>
            </a:r>
            <a:endParaRPr lang="ar-SA" sz="70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2">
    <p:bg>
      <p:bgPr>
        <a:solidFill>
          <a:srgbClr val="4314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32B"/>
          </a:solidFill>
          <a:ln w="12700">
            <a:solidFill>
              <a:srgbClr val="6433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034"/>
          </a:solidFill>
          <a:ln w="12700">
            <a:solidFill>
              <a:srgbClr val="7960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0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50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9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0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50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8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شِقِ</a:t>
            </a:r>
            <a:endParaRPr lang="ar-SA" sz="70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3">
    <p:bg>
      <p:bgPr>
        <a:solidFill>
          <a:srgbClr val="C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صِقِ</a:t>
            </a:r>
            <a:endParaRPr lang="ar-SA" sz="70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4">
    <p:bg>
      <p:bgPr>
        <a:solidFill>
          <a:srgbClr val="D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6EED"/>
          </a:solidFill>
          <a:ln w="12700">
            <a:solidFill>
              <a:srgbClr val="5E6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7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7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7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47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ضِقِ</a:t>
            </a:r>
            <a:endParaRPr lang="ar-SA" sz="70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5">
    <p:bg>
      <p:bgPr>
        <a:solidFill>
          <a:srgbClr val="432C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DEE052"/>
          </a:solidFill>
          <a:ln w="12700">
            <a:solidFill>
              <a:srgbClr val="DE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E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A4DB"/>
          </a:solidFill>
          <a:ln w="12700">
            <a:solidFill>
              <a:srgbClr val="70A4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B4785"/>
          </a:solidFill>
          <a:ln w="12700">
            <a:solidFill>
              <a:srgbClr val="7B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7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57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7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7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57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طِقِ</a:t>
            </a:r>
            <a:endParaRPr lang="ar-SA" sz="70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6">
    <p:bg>
      <p:bgPr>
        <a:solidFill>
          <a:srgbClr val="C5F7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BED8"/>
          </a:solidFill>
          <a:ln w="12700">
            <a:solidFill>
              <a:srgbClr val="64BE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C9D1"/>
          </a:solidFill>
          <a:ln w="12700">
            <a:solidFill>
              <a:srgbClr val="47C9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5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4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5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ظِقِ</a:t>
            </a:r>
            <a:endParaRPr lang="ar-SA" sz="7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7">
    <p:bg>
      <p:bgPr>
        <a:solidFill>
          <a:srgbClr val="F7C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3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4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9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عِقِ</a:t>
            </a:r>
            <a:endParaRPr lang="ar-SA" sz="70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8">
    <p:bg>
      <p:bgPr>
        <a:solidFill>
          <a:srgbClr val="31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1642B"/>
          </a:solidFill>
          <a:ln w="12700">
            <a:solidFill>
              <a:srgbClr val="31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F"/>
          </a:solidFill>
          <a:ln w="12700">
            <a:solidFill>
              <a:srgbClr val="34794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9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4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B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غِقِ</a:t>
            </a:r>
            <a:endParaRPr lang="ar-SA" sz="7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9">
    <p:bg>
      <p:bgPr>
        <a:solidFill>
          <a:srgbClr val="C5D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5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A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5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فِقِ</a:t>
            </a:r>
            <a:endParaRPr lang="ar-SA" sz="70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0">
    <p:bg>
      <p:bgPr>
        <a:solidFill>
          <a:srgbClr val="F7C5C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92"/>
          </a:solidFill>
          <a:ln w="12700">
            <a:solidFill>
              <a:srgbClr val="ED5E92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5110211" y="896112"/>
            <a:ext cx="166616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A436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5110211" y="896112"/>
            <a:ext cx="166616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فَرِحَ</a:t>
            </a:r>
            <a:endParaRPr lang="ar-SA" sz="4600" dirty="0"/>
          </a:p>
        </p:txBody>
      </p:sp>
      <p:sp>
        <p:nvSpPr>
          <p:cNvPr id="20" name="C2 W2 pill"/>
          <p:cNvSpPr/>
          <p:nvPr/>
        </p:nvSpPr>
        <p:spPr>
          <a:xfrm>
            <a:off x="2367622" y="896112"/>
            <a:ext cx="242254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A4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2367622" y="896112"/>
            <a:ext cx="242254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وَضَحِكَ</a:t>
            </a:r>
            <a:endParaRPr lang="ar-SA" sz="4600" dirty="0"/>
          </a:p>
        </p:txBody>
      </p:sp>
      <p:sp>
        <p:nvSpPr>
          <p:cNvPr id="22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5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S panel"/>
          <p:cNvSpPr/>
          <p:nvPr/>
        </p:nvSpPr>
        <p:spPr>
          <a:xfrm>
            <a:off x="2719412" y="2834640"/>
            <a:ext cx="3705176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4" name="C3 S sentence"/>
          <p:cNvSpPr txBox="1"/>
          <p:nvPr/>
        </p:nvSpPr>
        <p:spPr>
          <a:xfrm>
            <a:off x="2719412" y="2834640"/>
            <a:ext cx="3705176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فَرِحَ وَضَحِكَ</a:t>
            </a:r>
            <a:endParaRPr lang="ar-SA" sz="47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1">
    <p:bg>
      <p:bgPr>
        <a:solidFill>
          <a:srgbClr val="1443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BF"/>
          </a:solidFill>
          <a:ln w="12700">
            <a:solidFill>
              <a:srgbClr val="52E0BF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D7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BF"/>
          </a:solidFill>
          <a:ln w="12700">
            <a:solidFill>
              <a:srgbClr val="DB70BF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C47"/>
          </a:solidFill>
          <a:ln w="12700">
            <a:solidFill>
              <a:srgbClr val="856C47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5047511" y="896112"/>
            <a:ext cx="164091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D7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5047511" y="896112"/>
            <a:ext cx="164091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قَدِمَ</a:t>
            </a:r>
            <a:endParaRPr lang="ar-SA" sz="4600" dirty="0"/>
          </a:p>
        </p:txBody>
      </p:sp>
      <p:sp>
        <p:nvSpPr>
          <p:cNvPr id="17" name="C2 W2 pill"/>
          <p:cNvSpPr/>
          <p:nvPr/>
        </p:nvSpPr>
        <p:spPr>
          <a:xfrm>
            <a:off x="2455573" y="896112"/>
            <a:ext cx="227189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D736E2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455573" y="896112"/>
            <a:ext cx="227189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وَجَلَسَ</a:t>
            </a:r>
            <a:endParaRPr lang="ar-SA" sz="46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2766121" y="2834640"/>
            <a:ext cx="3611758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2766121" y="2834640"/>
            <a:ext cx="3611758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قَدِمَ وَجَلَسَ</a:t>
            </a:r>
            <a:endParaRPr lang="ar-SA" sz="47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2">
    <p:bg>
      <p:bgPr>
        <a:solidFill>
          <a:srgbClr val="E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564D8"/>
          </a:solidFill>
          <a:ln w="12700">
            <a:solidFill>
              <a:srgbClr val="D5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B747D1"/>
          </a:solidFill>
          <a:ln w="12700">
            <a:solidFill>
              <a:srgbClr val="B7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992148" y="896112"/>
            <a:ext cx="159635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BC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992148" y="896112"/>
            <a:ext cx="159635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فَهِمَ</a:t>
            </a:r>
            <a:endParaRPr lang="ar-SA" sz="4400" dirty="0"/>
          </a:p>
        </p:txBody>
      </p:sp>
      <p:sp>
        <p:nvSpPr>
          <p:cNvPr id="12" name="C2 W2 pill"/>
          <p:cNvSpPr/>
          <p:nvPr/>
        </p:nvSpPr>
        <p:spPr>
          <a:xfrm>
            <a:off x="2555492" y="896112"/>
            <a:ext cx="211661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BCE236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555492" y="896112"/>
            <a:ext cx="211661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وَحَفِظَ</a:t>
            </a:r>
            <a:endParaRPr lang="ar-SA" sz="44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874505" y="2834640"/>
            <a:ext cx="3394989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874505" y="2834640"/>
            <a:ext cx="3394989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فَهِمَ وَحَفِظَ</a:t>
            </a:r>
            <a:endParaRPr lang="ar-SA" sz="45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3">
    <p:bg>
      <p:bgPr>
        <a:solidFill>
          <a:srgbClr val="F7EF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4852152" y="896112"/>
            <a:ext cx="167957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89E236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4852152" y="896112"/>
            <a:ext cx="167957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لَقِيَ</a:t>
            </a:r>
            <a:endParaRPr lang="ar-SA" sz="4500" dirty="0"/>
          </a:p>
        </p:txBody>
      </p:sp>
      <p:sp>
        <p:nvSpPr>
          <p:cNvPr id="13" name="C2 W2 pill"/>
          <p:cNvSpPr/>
          <p:nvPr/>
        </p:nvSpPr>
        <p:spPr>
          <a:xfrm>
            <a:off x="2612276" y="896112"/>
            <a:ext cx="191983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89E2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2612276" y="896112"/>
            <a:ext cx="191983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وَفَرِحَ</a:t>
            </a:r>
            <a:endParaRPr lang="ar-SA" sz="45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7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2954382" y="2834640"/>
            <a:ext cx="3235237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2954382" y="2834640"/>
            <a:ext cx="3235237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لَقِيَ وَفَرِحَ</a:t>
            </a:r>
            <a:endParaRPr lang="ar-SA" sz="45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123</Slides>
  <Notes>123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123</vt:i4>
      </vt:variant>
    </vt:vector>
  </HeadingPairs>
  <TitlesOfParts>
    <vt:vector size="1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  <vt:lpstr>Slide 112</vt:lpstr>
      <vt:lpstr>Slide 113</vt:lpstr>
      <vt:lpstr>Slide 114</vt:lpstr>
      <vt:lpstr>Slide 115</vt:lpstr>
      <vt:lpstr>Slide 116</vt:lpstr>
      <vt:lpstr>Slide 117</vt:lpstr>
      <vt:lpstr>Slide 118</vt:lpstr>
      <vt:lpstr>Slide 119</vt:lpstr>
      <vt:lpstr>Slide 120</vt:lpstr>
      <vt:lpstr>Slide 121</vt:lpstr>
      <vt:lpstr>Slide 122</vt:lpstr>
      <vt:lpstr>Slide 123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Kasrah reading 11-fa-qaf</dc:title>
  <dc:subject>PptxGenJS Presentation</dc:subject>
  <dc:creator>PptxGenJS</dc:creator>
  <cp:lastModifiedBy>PptxGenJS</cp:lastModifiedBy>
  <cp:revision>1</cp:revision>
  <dcterms:created xsi:type="dcterms:W3CDTF">2026-10-21T16:51:26Z</dcterms:created>
  <dcterms:modified xsi:type="dcterms:W3CDTF">2026-10-21T16:51:26Z</dcterms:modified>
</cp:coreProperties>
</file>