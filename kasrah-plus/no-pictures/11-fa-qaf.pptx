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</p:sldIdLst>
  <p:notesMasterIdLst>
    <p:notesMasterId r:id="rId1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notesMaster" Target="notesMasters/notesMaster1.xml"/><Relationship Id="rId126" Type="http://schemas.openxmlformats.org/officeDocument/2006/relationships/presProps" Target="presProps.xml"/><Relationship Id="rId127" Type="http://schemas.openxmlformats.org/officeDocument/2006/relationships/viewProps" Target="viewProps.xml"/><Relationship Id="rId128" Type="http://schemas.openxmlformats.org/officeDocument/2006/relationships/theme" Target="theme/theme1.xml"/><Relationship Id="rId1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5E0"/>
          </a:solidFill>
          <a:ln w="12700">
            <a:solidFill>
              <a:srgbClr val="527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B70"/>
          </a:solidFill>
          <a:ln w="12700">
            <a:solidFill>
              <a:srgbClr val="DB8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8547"/>
          </a:solidFill>
          <a:ln w="12700">
            <a:solidFill>
              <a:srgbClr val="6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12200" dirty="0"/>
          </a:p>
        </p:txBody>
      </p:sp>
      <p:sp>
        <p:nvSpPr>
          <p:cNvPr id="17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122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9"/>
          </a:solidFill>
          <a:ln w="12700">
            <a:solidFill>
              <a:srgbClr val="D8646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4"/>
          </a:solidFill>
          <a:ln w="12700">
            <a:solidFill>
              <a:srgbClr val="D1476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فِإِ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فِبِ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2B64"/>
          </a:solidFill>
          <a:ln w="12700">
            <a:solidFill>
              <a:srgbClr val="4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1"/>
          </a:solidFill>
          <a:ln w="12700">
            <a:solidFill>
              <a:srgbClr val="79347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فِتِ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4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فِثِ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4"/>
          </a:solidFill>
          <a:ln w="12700">
            <a:solidFill>
              <a:srgbClr val="5EED9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فِجِ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9"/>
          </a:solidFill>
          <a:ln w="12700">
            <a:solidFill>
              <a:srgbClr val="E0529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0"/>
          </a:solidFill>
          <a:ln w="12700">
            <a:solidFill>
              <a:srgbClr val="7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085"/>
          </a:solidFill>
          <a:ln w="12700">
            <a:solidFill>
              <a:srgbClr val="477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فِحِ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6D864"/>
          </a:solidFill>
          <a:ln w="12700">
            <a:solidFill>
              <a:srgbClr val="8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6D147"/>
          </a:solidFill>
          <a:ln w="12700">
            <a:solidFill>
              <a:srgbClr val="8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فِخِ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فِدِ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02B"/>
          </a:solidFill>
          <a:ln w="12700">
            <a:solidFill>
              <a:srgbClr val="644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134"/>
          </a:solidFill>
          <a:ln w="12700">
            <a:solidFill>
              <a:srgbClr val="797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فِذِ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فِرِ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05EED"/>
          </a:solidFill>
          <a:ln w="12700">
            <a:solidFill>
              <a:srgbClr val="7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فِزِ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33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CE052"/>
          </a:solidFill>
          <a:ln w="12700">
            <a:solidFill>
              <a:srgbClr val="B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BDB"/>
          </a:solidFill>
          <a:ln w="12700">
            <a:solidFill>
              <a:srgbClr val="708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F"/>
          </a:solidFill>
          <a:ln w="12700">
            <a:solidFill>
              <a:srgbClr val="85477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فِسِ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3D8"/>
          </a:solidFill>
          <a:ln w="12700">
            <a:solidFill>
              <a:srgbClr val="64A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9D1"/>
          </a:solidFill>
          <a:ln w="12700">
            <a:solidFill>
              <a:srgbClr val="47A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فِشِ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فِصِ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2"/>
          </a:solidFill>
          <a:ln w="12700">
            <a:solidFill>
              <a:srgbClr val="2B643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0"/>
          </a:solidFill>
          <a:ln w="12700">
            <a:solidFill>
              <a:srgbClr val="34796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فِضِ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4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فِطِ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0"/>
          </a:solidFill>
          <a:ln w="12700">
            <a:solidFill>
              <a:srgbClr val="ED5E7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4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فِظِ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E0"/>
          </a:solidFill>
          <a:ln w="12700">
            <a:solidFill>
              <a:srgbClr val="52E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5"/>
          </a:solidFill>
          <a:ln w="12700">
            <a:solidFill>
              <a:srgbClr val="DB70A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B47"/>
          </a:solidFill>
          <a:ln w="12700">
            <a:solidFill>
              <a:srgbClr val="857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فِعِ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0"/>
          </a:solidFill>
          <a:ln w="12700">
            <a:solidFill>
              <a:srgbClr val="D864C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B"/>
          </a:solidFill>
          <a:ln w="12700">
            <a:solidFill>
              <a:srgbClr val="D147C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فِغِ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إِفِبِ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3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264"/>
          </a:solidFill>
          <a:ln w="12700">
            <a:solidFill>
              <a:srgbClr val="2B3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E3479"/>
          </a:solidFill>
          <a:ln w="12700">
            <a:solidFill>
              <a:srgbClr val="4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8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بِفِتِ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تِفِثِ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3ED5E"/>
          </a:solidFill>
          <a:ln w="12700">
            <a:solidFill>
              <a:srgbClr val="9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ثِفِجِ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D52E0"/>
          </a:solidFill>
          <a:ln w="12700">
            <a:solidFill>
              <a:srgbClr val="B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0DB70"/>
          </a:solidFill>
          <a:ln w="12700">
            <a:solidFill>
              <a:srgbClr val="C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B"/>
          </a:solidFill>
          <a:ln w="12700">
            <a:solidFill>
              <a:srgbClr val="47856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جِفِحِ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464"/>
          </a:solidFill>
          <a:ln w="12700">
            <a:solidFill>
              <a:srgbClr val="D8D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547"/>
          </a:solidFill>
          <a:ln w="12700">
            <a:solidFill>
              <a:srgbClr val="D1B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حِفِخِ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خِفِدِ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1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0"/>
          </a:solidFill>
          <a:ln w="12700">
            <a:solidFill>
              <a:srgbClr val="642B4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D34"/>
          </a:solidFill>
          <a:ln w="12700">
            <a:solidFill>
              <a:srgbClr val="793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دِفِذِ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ذِفِرِ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7ED"/>
          </a:solidFill>
          <a:ln w="12700">
            <a:solidFill>
              <a:srgbClr val="5EB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رِفِزِ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A52"/>
          </a:solidFill>
          <a:ln w="12700">
            <a:solidFill>
              <a:srgbClr val="E09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B"/>
          </a:solidFill>
          <a:ln w="12700">
            <a:solidFill>
              <a:srgbClr val="70D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C4785"/>
          </a:solidFill>
          <a:ln w="12700">
            <a:solidFill>
              <a:srgbClr val="5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5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زِفِسِ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7"/>
          </a:solidFill>
          <a:ln w="12700">
            <a:solidFill>
              <a:srgbClr val="64D8B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3"/>
          </a:solidFill>
          <a:ln w="12700">
            <a:solidFill>
              <a:srgbClr val="47D19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سِفِشِ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شِفِصِ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E642B"/>
          </a:solidFill>
          <a:ln w="12700">
            <a:solidFill>
              <a:srgbClr val="4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7934"/>
          </a:solidFill>
          <a:ln w="12700">
            <a:solidFill>
              <a:srgbClr val="3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صِفِضِ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ضِفِطِ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B"/>
          </a:solidFill>
          <a:ln w="12700">
            <a:solidFill>
              <a:srgbClr val="ED5ED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طِفِظِ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6"/>
          </a:solidFill>
          <a:ln w="12700">
            <a:solidFill>
              <a:srgbClr val="52E07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170DB"/>
          </a:solidFill>
          <a:ln w="12700">
            <a:solidFill>
              <a:srgbClr val="C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D47"/>
          </a:solidFill>
          <a:ln w="12700">
            <a:solidFill>
              <a:srgbClr val="854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ظِفِعِ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A64D8"/>
          </a:solidFill>
          <a:ln w="12700">
            <a:solidFill>
              <a:srgbClr val="9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047D1"/>
          </a:solidFill>
          <a:ln w="12700">
            <a:solidFill>
              <a:srgbClr val="7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عِفِغِ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غِفِإِ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D64"/>
          </a:solidFill>
          <a:ln w="12700">
            <a:solidFill>
              <a:srgbClr val="2B5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E79"/>
          </a:solidFill>
          <a:ln w="12700">
            <a:solidFill>
              <a:srgbClr val="344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إِفِ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بِفِ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C5E"/>
          </a:solidFill>
          <a:ln w="12700">
            <a:solidFill>
              <a:srgbClr val="EDD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4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تِفِ</a:t>
            </a:r>
            <a:endParaRPr lang="ar-SA" sz="9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2E0"/>
          </a:solidFill>
          <a:ln w="12700">
            <a:solidFill>
              <a:srgbClr val="5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670"/>
          </a:solidFill>
          <a:ln w="12700">
            <a:solidFill>
              <a:srgbClr val="DBA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18547"/>
          </a:solidFill>
          <a:ln w="12700">
            <a:solidFill>
              <a:srgbClr val="5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4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ثِفِ</a:t>
            </a:r>
            <a:endParaRPr lang="ar-SA" sz="9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D64"/>
          </a:solidFill>
          <a:ln w="12700">
            <a:solidFill>
              <a:srgbClr val="D87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E47"/>
          </a:solidFill>
          <a:ln w="12700">
            <a:solidFill>
              <a:srgbClr val="D14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جِفِ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حِفِ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2B64"/>
          </a:solidFill>
          <a:ln w="12700">
            <a:solidFill>
              <a:srgbClr val="5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F"/>
          </a:solidFill>
          <a:ln w="12700">
            <a:solidFill>
              <a:srgbClr val="79345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خِفِ</a:t>
            </a:r>
            <a:endParaRPr lang="ar-SA" sz="9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4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دِفِ</a:t>
            </a:r>
            <a:endParaRPr lang="ar-SA" sz="9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8"/>
          </a:solidFill>
          <a:ln w="12700">
            <a:solidFill>
              <a:srgbClr val="5EEDB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4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ذِفِ</a:t>
            </a:r>
            <a:endParaRPr lang="ar-SA" sz="9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4"/>
          </a:solidFill>
          <a:ln w="12700">
            <a:solidFill>
              <a:srgbClr val="E0527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C"/>
          </a:solidFill>
          <a:ln w="12700">
            <a:solidFill>
              <a:srgbClr val="70DB8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185"/>
          </a:solidFill>
          <a:ln w="12700">
            <a:solidFill>
              <a:srgbClr val="476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رِفِ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8D864"/>
          </a:solidFill>
          <a:ln w="12700">
            <a:solidFill>
              <a:srgbClr val="6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3D147"/>
          </a:solidFill>
          <a:ln w="12700">
            <a:solidFill>
              <a:srgbClr val="6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زِفِ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سِفِ</a:t>
            </a:r>
            <a:endParaRPr lang="ar-SA" sz="9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F2B"/>
          </a:solidFill>
          <a:ln w="12700">
            <a:solidFill>
              <a:srgbClr val="644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07934"/>
          </a:solidFill>
          <a:ln w="12700">
            <a:solidFill>
              <a:srgbClr val="7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شِفِ</a:t>
            </a:r>
            <a:endParaRPr lang="ar-SA" sz="9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صِفِ</a:t>
            </a:r>
            <a:endParaRPr lang="ar-SA" sz="9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55EED"/>
          </a:solidFill>
          <a:ln w="12700">
            <a:solidFill>
              <a:srgbClr val="9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ضِفِ</a:t>
            </a:r>
            <a:endParaRPr lang="ar-SA" sz="9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8E052"/>
          </a:solidFill>
          <a:ln w="12700">
            <a:solidFill>
              <a:srgbClr val="9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8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170DB"/>
          </a:solidFill>
          <a:ln w="12700">
            <a:solidFill>
              <a:srgbClr val="7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0"/>
          </a:solidFill>
          <a:ln w="12700">
            <a:solidFill>
              <a:srgbClr val="85477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4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طِفِ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5D8"/>
          </a:solidFill>
          <a:ln w="12700">
            <a:solidFill>
              <a:srgbClr val="648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6D1"/>
          </a:solidFill>
          <a:ln w="12700">
            <a:solidFill>
              <a:srgbClr val="478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4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ظِفِ</a:t>
            </a:r>
            <a:endParaRPr lang="ar-SA" sz="9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عِفِ</a:t>
            </a:r>
            <a:endParaRPr lang="ar-SA" sz="9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1"/>
          </a:solidFill>
          <a:ln w="12700">
            <a:solidFill>
              <a:srgbClr val="2B64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1"/>
          </a:solidFill>
          <a:ln w="12700">
            <a:solidFill>
              <a:srgbClr val="34797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غِفِ</a:t>
            </a:r>
            <a:endParaRPr lang="ar-SA" sz="9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10900" dirty="0"/>
          </a:p>
        </p:txBody>
      </p:sp>
      <p:sp>
        <p:nvSpPr>
          <p:cNvPr id="12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10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15E"/>
          </a:solidFill>
          <a:ln w="12700">
            <a:solidFill>
              <a:srgbClr val="ED7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قِإِ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CE0"/>
          </a:solidFill>
          <a:ln w="12700">
            <a:solidFill>
              <a:srgbClr val="52B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A"/>
          </a:solidFill>
          <a:ln w="12700">
            <a:solidFill>
              <a:srgbClr val="DB708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F8547"/>
          </a:solidFill>
          <a:ln w="12700">
            <a:solidFill>
              <a:srgbClr val="7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قِبِ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2"/>
          </a:solidFill>
          <a:ln w="12700">
            <a:solidFill>
              <a:srgbClr val="D864A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8"/>
          </a:solidFill>
          <a:ln w="12700">
            <a:solidFill>
              <a:srgbClr val="D147A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قِتِ</a:t>
            </a:r>
            <a:endParaRPr lang="ar-SA" sz="9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قِثِ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22B64"/>
          </a:solidFill>
          <a:ln w="12700">
            <a:solidFill>
              <a:srgbClr val="3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03479"/>
          </a:solidFill>
          <a:ln w="12700">
            <a:solidFill>
              <a:srgbClr val="6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قِجِ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قِحِ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FED5E"/>
          </a:solidFill>
          <a:ln w="12700">
            <a:solidFill>
              <a:srgbClr val="6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قِخِ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F"/>
          </a:solidFill>
          <a:ln w="12700">
            <a:solidFill>
              <a:srgbClr val="E052D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5DB70"/>
          </a:solidFill>
          <a:ln w="12700">
            <a:solidFill>
              <a:srgbClr val="A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B"/>
          </a:solidFill>
          <a:ln w="12700">
            <a:solidFill>
              <a:srgbClr val="47857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قِدِ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FD864"/>
          </a:solidFill>
          <a:ln w="12700">
            <a:solidFill>
              <a:srgbClr val="B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AD147"/>
          </a:solidFill>
          <a:ln w="12700">
            <a:solidFill>
              <a:srgbClr val="C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قِذِ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قِرِ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431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1"/>
          </a:solidFill>
          <a:ln w="12700">
            <a:solidFill>
              <a:srgbClr val="642B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F34"/>
          </a:solidFill>
          <a:ln w="12700">
            <a:solidFill>
              <a:srgbClr val="794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قِزِ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قِسِ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3ED"/>
          </a:solidFill>
          <a:ln w="12700">
            <a:solidFill>
              <a:srgbClr val="5E9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قِشِ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E52"/>
          </a:solidFill>
          <a:ln w="12700">
            <a:solidFill>
              <a:srgbClr val="E0B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FDB"/>
          </a:solidFill>
          <a:ln w="12700">
            <a:solidFill>
              <a:srgbClr val="70B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C4785"/>
          </a:solidFill>
          <a:ln w="12700">
            <a:solidFill>
              <a:srgbClr val="6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قِصِ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5"/>
          </a:solidFill>
          <a:ln w="12700">
            <a:solidFill>
              <a:srgbClr val="64D8D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6"/>
          </a:solidFill>
          <a:ln w="12700">
            <a:solidFill>
              <a:srgbClr val="47D1B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قِضِ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قِطِ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0642B"/>
          </a:solidFill>
          <a:ln w="12700">
            <a:solidFill>
              <a:srgbClr val="4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D"/>
          </a:solidFill>
          <a:ln w="12700">
            <a:solidFill>
              <a:srgbClr val="34793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قِظِ</a:t>
            </a:r>
            <a:endParaRPr lang="ar-SA" sz="9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قِعِ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6"/>
          </a:solidFill>
          <a:ln w="12700">
            <a:solidFill>
              <a:srgbClr val="ED5EB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قِغِ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A"/>
          </a:solidFill>
          <a:ln w="12700">
            <a:solidFill>
              <a:srgbClr val="52E09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A"/>
          </a:solidFill>
          <a:ln w="12700">
            <a:solidFill>
              <a:srgbClr val="DB70D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C47"/>
          </a:solidFill>
          <a:ln w="12700">
            <a:solidFill>
              <a:srgbClr val="855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قِفِ</a:t>
            </a:r>
            <a:endParaRPr lang="ar-SA" sz="9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864D8"/>
          </a:solidFill>
          <a:ln w="12700">
            <a:solidFill>
              <a:srgbClr val="B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347D1"/>
          </a:solidFill>
          <a:ln w="12700">
            <a:solidFill>
              <a:srgbClr val="9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إِقِبِ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بِقِتِ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E64"/>
          </a:solidFill>
          <a:ln w="12700">
            <a:solidFill>
              <a:srgbClr val="2B4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C79"/>
          </a:solidFill>
          <a:ln w="12700">
            <a:solidFill>
              <a:srgbClr val="343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تِقِثِ</a:t>
            </a:r>
            <a:endParaRPr lang="ar-SA" sz="8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ثِقِجِ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AED5E"/>
          </a:solidFill>
          <a:ln w="12700">
            <a:solidFill>
              <a:srgbClr val="D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جِقِحِ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752E0"/>
          </a:solidFill>
          <a:ln w="12700">
            <a:solidFill>
              <a:srgbClr val="7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270"/>
          </a:solidFill>
          <a:ln w="12700">
            <a:solidFill>
              <a:srgbClr val="DBC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D"/>
          </a:solidFill>
          <a:ln w="12700">
            <a:solidFill>
              <a:srgbClr val="47854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حِقِخِ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B64"/>
          </a:solidFill>
          <a:ln w="12700">
            <a:solidFill>
              <a:srgbClr val="D89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147"/>
          </a:solidFill>
          <a:ln w="12700">
            <a:solidFill>
              <a:srgbClr val="D17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خِقِدِ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دِقِذِ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C"/>
          </a:solidFill>
          <a:ln w="12700">
            <a:solidFill>
              <a:srgbClr val="642B5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D"/>
          </a:solidFill>
          <a:ln w="12700">
            <a:solidFill>
              <a:srgbClr val="79344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ذِقِرِ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رِقِزِ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D"/>
          </a:solidFill>
          <a:ln w="12700">
            <a:solidFill>
              <a:srgbClr val="5EEDD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5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زِقِسِ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352"/>
          </a:solidFill>
          <a:ln w="12700">
            <a:solidFill>
              <a:srgbClr val="E05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7"/>
          </a:solidFill>
          <a:ln w="12700">
            <a:solidFill>
              <a:srgbClr val="70DBA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185"/>
          </a:solidFill>
          <a:ln w="12700">
            <a:solidFill>
              <a:srgbClr val="475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5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سِقِشِ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E"/>
          </a:solidFill>
          <a:ln w="12700">
            <a:solidFill>
              <a:srgbClr val="64D87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F"/>
          </a:solidFill>
          <a:ln w="12700">
            <a:solidFill>
              <a:srgbClr val="47D14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شِقِصِ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3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صِقِضِ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E2B"/>
          </a:solidFill>
          <a:ln w="12700">
            <a:solidFill>
              <a:srgbClr val="645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F7934"/>
          </a:solidFill>
          <a:ln w="12700">
            <a:solidFill>
              <a:srgbClr val="5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ضِقِطِ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طِقِظِ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95EED"/>
          </a:solidFill>
          <a:ln w="12700">
            <a:solidFill>
              <a:srgbClr val="B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ظِقِعِ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3E052"/>
          </a:solidFill>
          <a:ln w="12700">
            <a:solidFill>
              <a:srgbClr val="7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C70DB"/>
          </a:solidFill>
          <a:ln w="12700">
            <a:solidFill>
              <a:srgbClr val="8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0"/>
          </a:solidFill>
          <a:ln w="12700">
            <a:solidFill>
              <a:srgbClr val="85476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عِقِغِ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7D8"/>
          </a:solidFill>
          <a:ln w="12700">
            <a:solidFill>
              <a:srgbClr val="646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2D1"/>
          </a:solidFill>
          <a:ln w="12700">
            <a:solidFill>
              <a:srgbClr val="476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غِقِفِ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فِقِإِ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F"/>
          </a:solidFill>
          <a:ln w="12700">
            <a:solidFill>
              <a:srgbClr val="2B644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079"/>
          </a:solidFill>
          <a:ln w="12700">
            <a:solidFill>
              <a:srgbClr val="347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إِقِ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بِقِ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65E"/>
          </a:solidFill>
          <a:ln w="12700">
            <a:solidFill>
              <a:srgbClr val="ED9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تِقِ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7E0"/>
          </a:solidFill>
          <a:ln w="12700">
            <a:solidFill>
              <a:srgbClr val="529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270"/>
          </a:solidFill>
          <a:ln w="12700">
            <a:solidFill>
              <a:srgbClr val="DB7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F8547"/>
          </a:solidFill>
          <a:ln w="12700">
            <a:solidFill>
              <a:srgbClr val="6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ثِقِ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4"/>
          </a:solidFill>
          <a:ln w="12700">
            <a:solidFill>
              <a:srgbClr val="D8648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5"/>
          </a:solidFill>
          <a:ln w="12700">
            <a:solidFill>
              <a:srgbClr val="D1478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جِقِ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حِقِ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12B64"/>
          </a:solidFill>
          <a:ln w="12700">
            <a:solidFill>
              <a:srgbClr val="4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23479"/>
          </a:solidFill>
          <a:ln w="12700">
            <a:solidFill>
              <a:srgbClr val="7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خِقِ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دِقِ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2"/>
          </a:solidFill>
          <a:ln w="12700">
            <a:solidFill>
              <a:srgbClr val="5EED7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ذِقِ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B"/>
          </a:solidFill>
          <a:ln w="12700">
            <a:solidFill>
              <a:srgbClr val="E052B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9DB70"/>
          </a:solidFill>
          <a:ln w="12700">
            <a:solidFill>
              <a:srgbClr val="8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F85"/>
          </a:solidFill>
          <a:ln w="12700">
            <a:solidFill>
              <a:srgbClr val="477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رِقِ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1D864"/>
          </a:solidFill>
          <a:ln w="12700">
            <a:solidFill>
              <a:srgbClr val="A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7D147"/>
          </a:solidFill>
          <a:ln w="12700">
            <a:solidFill>
              <a:srgbClr val="A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زِقِ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سِقِ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32B"/>
          </a:solidFill>
          <a:ln w="12700">
            <a:solidFill>
              <a:srgbClr val="643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034"/>
          </a:solidFill>
          <a:ln w="12700">
            <a:solidFill>
              <a:srgbClr val="796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شِقِ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صِقِ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EED"/>
          </a:solidFill>
          <a:ln w="12700">
            <a:solidFill>
              <a:srgbClr val="5E6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ضِقِ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EE052"/>
          </a:solidFill>
          <a:ln w="12700">
            <a:solidFill>
              <a:srgbClr val="D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4DB"/>
          </a:solidFill>
          <a:ln w="12700">
            <a:solidFill>
              <a:srgbClr val="70A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B4785"/>
          </a:solidFill>
          <a:ln w="12700">
            <a:solidFill>
              <a:srgbClr val="7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طِقِ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ED8"/>
          </a:solidFill>
          <a:ln w="12700">
            <a:solidFill>
              <a:srgbClr val="64B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9D1"/>
          </a:solidFill>
          <a:ln w="12700">
            <a:solidFill>
              <a:srgbClr val="47C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ظِقِ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عِقِ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1642B"/>
          </a:solidFill>
          <a:ln w="12700">
            <a:solidFill>
              <a:srgbClr val="3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F"/>
          </a:solidFill>
          <a:ln w="12700">
            <a:solidFill>
              <a:srgbClr val="34794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غِقِ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فِقِ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2"/>
          </a:solidFill>
          <a:ln w="12700">
            <a:solidFill>
              <a:srgbClr val="ED5E9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110211" y="896112"/>
            <a:ext cx="16661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4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110211" y="896112"/>
            <a:ext cx="16661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فَرِحَ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367622" y="896112"/>
            <a:ext cx="242254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4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67622" y="896112"/>
            <a:ext cx="242254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وَضَحِكَ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19412" y="2834640"/>
            <a:ext cx="37051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19412" y="2834640"/>
            <a:ext cx="37051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فَرِحَ وَضَحِكَ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F"/>
          </a:solidFill>
          <a:ln w="12700">
            <a:solidFill>
              <a:srgbClr val="52E0B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F"/>
          </a:solidFill>
          <a:ln w="12700">
            <a:solidFill>
              <a:srgbClr val="DB70B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C47"/>
          </a:solidFill>
          <a:ln w="12700">
            <a:solidFill>
              <a:srgbClr val="856C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47511" y="896112"/>
            <a:ext cx="164091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7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47511" y="896112"/>
            <a:ext cx="164091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قَدِمَ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455573" y="896112"/>
            <a:ext cx="227189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7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55573" y="896112"/>
            <a:ext cx="227189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وَجَلَسَ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66121" y="2834640"/>
            <a:ext cx="361175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66121" y="2834640"/>
            <a:ext cx="361175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قَدِمَ وَجَلَسَ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564D8"/>
          </a:solidFill>
          <a:ln w="12700">
            <a:solidFill>
              <a:srgbClr val="D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747D1"/>
          </a:solidFill>
          <a:ln w="12700">
            <a:solidFill>
              <a:srgbClr val="B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92148" y="896112"/>
            <a:ext cx="15963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C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92148" y="896112"/>
            <a:ext cx="15963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فَهِمَ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555492" y="896112"/>
            <a:ext cx="211661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C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55492" y="896112"/>
            <a:ext cx="211661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وَحَفِظَ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74505" y="2834640"/>
            <a:ext cx="339498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74505" y="2834640"/>
            <a:ext cx="339498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فَهِمَ وَحَفِظَ</a:t>
            </a:r>
            <a:endParaRPr lang="ar-SA" sz="4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52152" y="896112"/>
            <a:ext cx="167957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9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52152" y="896112"/>
            <a:ext cx="167957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لَقِيَ</a:t>
            </a:r>
            <a:endParaRPr lang="ar-SA" sz="4500" dirty="0"/>
          </a:p>
        </p:txBody>
      </p:sp>
      <p:sp>
        <p:nvSpPr>
          <p:cNvPr id="13" name="C2 W2 pill"/>
          <p:cNvSpPr/>
          <p:nvPr/>
        </p:nvSpPr>
        <p:spPr>
          <a:xfrm>
            <a:off x="2612276" y="896112"/>
            <a:ext cx="19198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9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612276" y="896112"/>
            <a:ext cx="19198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وَفَرِحَ</a:t>
            </a:r>
            <a:endParaRPr lang="ar-SA" sz="45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954382" y="2834640"/>
            <a:ext cx="323523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954382" y="2834640"/>
            <a:ext cx="323523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لَقِيَ وَفَرِحَ</a:t>
            </a:r>
            <a:endParaRPr lang="ar-SA" sz="4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123</Slides>
  <Notes>123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123</vt:i4>
      </vt:variant>
    </vt:vector>
  </HeadingPairs>
  <TitlesOfParts>
    <vt:vector size="1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11-fa-qaf</dc:title>
  <dc:subject>PptxGenJS Presentation</dc:subject>
  <dc:creator>PptxGenJS</dc:creator>
  <cp:lastModifiedBy>PptxGenJS</cp:lastModifiedBy>
  <cp:revision>1</cp:revision>
  <dcterms:created xsi:type="dcterms:W3CDTF">2026-10-21T16:51:26Z</dcterms:created>
  <dcterms:modified xsi:type="dcterms:W3CDTF">2026-10-21T16:51:26Z</dcterms:modified>
</cp:coreProperties>
</file>