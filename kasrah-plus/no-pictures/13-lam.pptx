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1000" dirty="0"/>
          </a:p>
        </p:txBody>
      </p:sp>
      <p:sp>
        <p:nvSpPr>
          <p:cNvPr id="13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لِإِ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لِبِ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D"/>
          </a:solidFill>
          <a:ln w="12700">
            <a:solidFill>
              <a:srgbClr val="ED5E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لِتِ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3"/>
          </a:solidFill>
          <a:ln w="12700">
            <a:solidFill>
              <a:srgbClr val="52E0B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8"/>
          </a:solidFill>
          <a:ln w="12700">
            <a:solidFill>
              <a:srgbClr val="DB70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لِثِ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64D8"/>
          </a:solidFill>
          <a:ln w="12700">
            <a:solidFill>
              <a:srgbClr val="C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B47D1"/>
          </a:solidFill>
          <a:ln w="12700">
            <a:solidFill>
              <a:srgbClr val="A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لِجِ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لِحِ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لِخِ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لِدِ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1ED5E"/>
          </a:solidFill>
          <a:ln w="12700">
            <a:solidFill>
              <a:srgbClr val="C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لِذِ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052E0"/>
          </a:solidFill>
          <a:ln w="12700">
            <a:solidFill>
              <a:srgbClr val="9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470"/>
          </a:solidFill>
          <a:ln w="12700">
            <a:solidFill>
              <a:srgbClr val="DBD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لِرِ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F64"/>
          </a:solidFill>
          <a:ln w="12700">
            <a:solidFill>
              <a:srgbClr val="D8A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947"/>
          </a:solidFill>
          <a:ln w="12700">
            <a:solidFill>
              <a:srgbClr val="D18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لِزِ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لِسِ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2"/>
          </a:solidFill>
          <a:ln w="12700">
            <a:solidFill>
              <a:srgbClr val="642B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1"/>
          </a:solidFill>
          <a:ln w="12700">
            <a:solidFill>
              <a:srgbClr val="7934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لِشِ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لِصِ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5ED"/>
          </a:solidFill>
          <a:ln w="12700">
            <a:solidFill>
              <a:srgbClr val="5EE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لِضِ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C52"/>
          </a:solidFill>
          <a:ln w="12700">
            <a:solidFill>
              <a:srgbClr val="E06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A"/>
          </a:solidFill>
          <a:ln w="12700">
            <a:solidFill>
              <a:srgbClr val="70DBB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لِطِ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2"/>
          </a:solidFill>
          <a:ln w="12700">
            <a:solidFill>
              <a:srgbClr val="64D8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7"/>
          </a:solidFill>
          <a:ln w="12700">
            <a:solidFill>
              <a:srgbClr val="47D1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لِظِ</a:t>
            </a:r>
            <a:endParaRPr lang="ar-SA" sz="9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لِعِ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7934"/>
          </a:solidFill>
          <a:ln w="12700">
            <a:solidFill>
              <a:srgbClr val="5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لِغِ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لِفِ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25EED"/>
          </a:solidFill>
          <a:ln w="12700">
            <a:solidFill>
              <a:srgbClr val="D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لِقِ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BE052"/>
          </a:solidFill>
          <a:ln w="12700">
            <a:solidFill>
              <a:srgbClr val="5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70DB"/>
          </a:solidFill>
          <a:ln w="12700">
            <a:solidFill>
              <a:srgbClr val="9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لِكِ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564D8"/>
          </a:solidFill>
          <a:ln w="12700">
            <a:solidFill>
              <a:srgbClr val="7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AD1"/>
          </a:solidFill>
          <a:ln w="12700">
            <a:solidFill>
              <a:srgbClr val="474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إِلِبِ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بِلِتِ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تِلِثِ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ثِلِجِ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F5E"/>
          </a:solidFill>
          <a:ln w="12700">
            <a:solidFill>
              <a:srgbClr val="EDA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جِلِحِ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EE0"/>
          </a:solidFill>
          <a:ln w="12700">
            <a:solidFill>
              <a:srgbClr val="527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470"/>
          </a:solidFill>
          <a:ln w="12700">
            <a:solidFill>
              <a:srgbClr val="DB8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حِلِخِ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0"/>
          </a:solidFill>
          <a:ln w="12700">
            <a:solidFill>
              <a:srgbClr val="D864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D"/>
          </a:solidFill>
          <a:ln w="12700">
            <a:solidFill>
              <a:srgbClr val="D1476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خِلِدِ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دِلِذِ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2B64"/>
          </a:solidFill>
          <a:ln w="12700">
            <a:solidFill>
              <a:srgbClr val="4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5"/>
          </a:solidFill>
          <a:ln w="12700">
            <a:solidFill>
              <a:srgbClr val="7934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ذِلِرِ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رِلِزِ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B"/>
          </a:solidFill>
          <a:ln w="12700">
            <a:solidFill>
              <a:srgbClr val="5EED8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5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زِلِسِ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2"/>
          </a:solidFill>
          <a:ln w="12700">
            <a:solidFill>
              <a:srgbClr val="E052A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7DB70"/>
          </a:solidFill>
          <a:ln w="12700">
            <a:solidFill>
              <a:srgbClr val="7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485"/>
          </a:solidFill>
          <a:ln w="12700">
            <a:solidFill>
              <a:srgbClr val="477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5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5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سِلِشِ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DD864"/>
          </a:solidFill>
          <a:ln w="12700">
            <a:solidFill>
              <a:srgbClr val="8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D147"/>
          </a:solidFill>
          <a:ln w="12700">
            <a:solidFill>
              <a:srgbClr val="8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شِلِصِ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3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صِلِضِ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3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3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3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ضِلِطِ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طِلِظِ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75EED"/>
          </a:solidFill>
          <a:ln w="12700">
            <a:solidFill>
              <a:srgbClr val="6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ظِلِعِ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5E052"/>
          </a:solidFill>
          <a:ln w="12700">
            <a:solidFill>
              <a:srgbClr val="C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C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2DB"/>
          </a:solidFill>
          <a:ln w="12700">
            <a:solidFill>
              <a:srgbClr val="709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3"/>
          </a:solidFill>
          <a:ln w="12700">
            <a:solidFill>
              <a:srgbClr val="8547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عِلِغِ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AD8"/>
          </a:solidFill>
          <a:ln w="12700">
            <a:solidFill>
              <a:srgbClr val="64A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1D1"/>
          </a:solidFill>
          <a:ln w="12700">
            <a:solidFill>
              <a:srgbClr val="47B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غِلِفِ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فِلِقِ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قِلِكِ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كِلِإِ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9"/>
          </a:solidFill>
          <a:ln w="12700">
            <a:solidFill>
              <a:srgbClr val="ED5E7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إِلِ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8"/>
          </a:solidFill>
          <a:ln w="12700">
            <a:solidFill>
              <a:srgbClr val="52E0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C"/>
          </a:solidFill>
          <a:ln w="12700">
            <a:solidFill>
              <a:srgbClr val="DB70A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بِلِ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7"/>
          </a:solidFill>
          <a:ln w="12700">
            <a:solidFill>
              <a:srgbClr val="D864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47D1"/>
          </a:solidFill>
          <a:ln w="12700">
            <a:solidFill>
              <a:srgbClr val="C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تِلِ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ثِلِ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A3479"/>
          </a:solidFill>
          <a:ln w="12700">
            <a:solidFill>
              <a:srgbClr val="4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جِلِ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حِلِ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ED5E"/>
          </a:solidFill>
          <a:ln w="12700">
            <a:solidFill>
              <a:srgbClr val="9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خِلِ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452E0"/>
          </a:solidFill>
          <a:ln w="12700">
            <a:solidFill>
              <a:srgbClr val="B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7DB70"/>
          </a:solidFill>
          <a:ln w="12700">
            <a:solidFill>
              <a:srgbClr val="C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دِلِ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C64"/>
          </a:solidFill>
          <a:ln w="12700">
            <a:solidFill>
              <a:srgbClr val="D8C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C47"/>
          </a:solidFill>
          <a:ln w="12700">
            <a:solidFill>
              <a:srgbClr val="D1A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ذِلِ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رِلِ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934"/>
          </a:solidFill>
          <a:ln w="12700">
            <a:solidFill>
              <a:srgbClr val="793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زِلِ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0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</a:t>
            </a:r>
            <a:endParaRPr lang="ar-SA" sz="5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0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سِلِ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0ED"/>
          </a:solidFill>
          <a:ln w="12700">
            <a:solidFill>
              <a:srgbClr val="5EC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0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</a:t>
            </a:r>
            <a:endParaRPr lang="ar-SA" sz="5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0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شِلِ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152"/>
          </a:solidFill>
          <a:ln w="12700">
            <a:solidFill>
              <a:srgbClr val="E09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5"/>
          </a:solidFill>
          <a:ln w="12700">
            <a:solidFill>
              <a:srgbClr val="70DBD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صِلِ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F"/>
          </a:solidFill>
          <a:ln w="12700">
            <a:solidFill>
              <a:srgbClr val="64D8A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A"/>
          </a:solidFill>
          <a:ln w="12700">
            <a:solidFill>
              <a:srgbClr val="47D1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ضِلِ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طِلِ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7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ظِلِ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عِلِ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4"/>
          </a:solidFill>
          <a:ln w="12700">
            <a:solidFill>
              <a:srgbClr val="ED5EE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غِلِ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D"/>
          </a:solidFill>
          <a:ln w="12700">
            <a:solidFill>
              <a:srgbClr val="52E06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A70DB"/>
          </a:solidFill>
          <a:ln w="12700">
            <a:solidFill>
              <a:srgbClr val="B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947"/>
          </a:solidFill>
          <a:ln w="12700">
            <a:solidFill>
              <a:srgbClr val="854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7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5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فِلِ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364D8"/>
          </a:solidFill>
          <a:ln w="12700">
            <a:solidFill>
              <a:srgbClr val="9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47D1"/>
          </a:solidFill>
          <a:ln w="12700">
            <a:solidFill>
              <a:srgbClr val="6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7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قِلِ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7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7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لِ</a:t>
            </a:r>
            <a:endParaRPr lang="ar-SA" sz="5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كِلِ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064"/>
          </a:solidFill>
          <a:ln w="12700">
            <a:solidFill>
              <a:srgbClr val="2B6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279"/>
          </a:solidFill>
          <a:ln w="12700">
            <a:solidFill>
              <a:srgbClr val="3452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87169" y="896112"/>
            <a:ext cx="19944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A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87169" y="896112"/>
            <a:ext cx="19944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262347" y="896112"/>
            <a:ext cx="23047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A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262347" y="896112"/>
            <a:ext cx="23047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591640" y="2834640"/>
            <a:ext cx="39607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591640" y="2834640"/>
            <a:ext cx="39607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 وَتَعِبَ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19042" y="896112"/>
            <a:ext cx="185325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8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19042" y="896112"/>
            <a:ext cx="18532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71704" y="896112"/>
            <a:ext cx="20272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8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71704" y="896112"/>
            <a:ext cx="20272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وَخَرَجَ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90160" y="2834640"/>
            <a:ext cx="35636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90160" y="2834640"/>
            <a:ext cx="35636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 وَخَرَجَ</a:t>
            </a:r>
            <a:endParaRPr lang="ar-SA" sz="4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35E"/>
          </a:solidFill>
          <a:ln w="12700">
            <a:solidFill>
              <a:srgbClr val="EDD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979004" y="896112"/>
            <a:ext cx="16073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6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979004" y="896112"/>
            <a:ext cx="16073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عَلِمَ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557649" y="896112"/>
            <a:ext cx="210131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57649" y="896112"/>
            <a:ext cx="210131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وَعَمِلَ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70415" y="2834640"/>
            <a:ext cx="340317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70415" y="2834640"/>
            <a:ext cx="340317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عَلِمَ وَعَمِلَ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AE0"/>
          </a:solidFill>
          <a:ln w="12700">
            <a:solidFill>
              <a:srgbClr val="525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070"/>
          </a:solidFill>
          <a:ln w="12700">
            <a:solidFill>
              <a:srgbClr val="DBA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8547"/>
          </a:solidFill>
          <a:ln w="12700">
            <a:solidFill>
              <a:srgbClr val="55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21243" y="896112"/>
            <a:ext cx="165384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9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21243" y="896112"/>
            <a:ext cx="165384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قَبِلَ</a:t>
            </a:r>
            <a:endParaRPr lang="ar-SA" sz="4800" dirty="0"/>
          </a:p>
        </p:txBody>
      </p:sp>
      <p:sp>
        <p:nvSpPr>
          <p:cNvPr id="17" name="C2 W2 pill"/>
          <p:cNvSpPr/>
          <p:nvPr/>
        </p:nvSpPr>
        <p:spPr>
          <a:xfrm>
            <a:off x="2468912" y="896112"/>
            <a:ext cx="223229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9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68912" y="896112"/>
            <a:ext cx="223229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8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15816" y="2834640"/>
            <a:ext cx="351236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15816" y="2834640"/>
            <a:ext cx="351236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قَبِلَ وَشَكَرَ</a:t>
            </a:r>
            <a:endParaRPr lang="ar-SA" sz="4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13-lam</dc:title>
  <dc:subject>PptxGenJS Presentation</dc:subject>
  <dc:creator>PptxGenJS</dc:creator>
  <cp:lastModifiedBy>PptxGenJS</cp:lastModifiedBy>
  <cp:revision>1</cp:revision>
  <dcterms:created xsi:type="dcterms:W3CDTF">2026-10-21T16:51:26Z</dcterms:created>
  <dcterms:modified xsi:type="dcterms:W3CDTF">2026-10-21T16:51:26Z</dcterms:modified>
</cp:coreProperties>
</file>