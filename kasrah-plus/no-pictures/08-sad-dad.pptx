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7934"/>
          </a:solidFill>
          <a:ln w="12700">
            <a:solidFill>
              <a:srgbClr val="5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400" dirty="0"/>
          </a:p>
        </p:txBody>
      </p:sp>
      <p:sp>
        <p:nvSpPr>
          <p:cNvPr id="14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5EED"/>
          </a:solidFill>
          <a:ln w="12700">
            <a:solidFill>
              <a:srgbClr val="D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E052"/>
          </a:solidFill>
          <a:ln w="12700">
            <a:solidFill>
              <a:srgbClr val="5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70DB"/>
          </a:solidFill>
          <a:ln w="12700">
            <a:solidFill>
              <a:srgbClr val="A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3"/>
          </a:solidFill>
          <a:ln w="12700">
            <a:solidFill>
              <a:srgbClr val="8547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964D8"/>
          </a:solidFill>
          <a:ln w="12700">
            <a:solidFill>
              <a:srgbClr val="7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A47D1"/>
          </a:solidFill>
          <a:ln w="12700">
            <a:solidFill>
              <a:srgbClr val="4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179"/>
          </a:solidFill>
          <a:ln w="12700">
            <a:solidFill>
              <a:srgbClr val="346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45E"/>
          </a:solidFill>
          <a:ln w="12700">
            <a:solidFill>
              <a:srgbClr val="EDB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9E0"/>
          </a:solidFill>
          <a:ln w="12700">
            <a:solidFill>
              <a:srgbClr val="527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870"/>
          </a:solidFill>
          <a:ln w="12700">
            <a:solidFill>
              <a:srgbClr val="DB8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صِذِ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C"/>
          </a:solidFill>
          <a:ln w="12700">
            <a:solidFill>
              <a:srgbClr val="D864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7"/>
          </a:solidFill>
          <a:ln w="12700">
            <a:solidFill>
              <a:srgbClr val="D147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2B64"/>
          </a:solidFill>
          <a:ln w="12700">
            <a:solidFill>
              <a:srgbClr val="4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2"/>
          </a:solidFill>
          <a:ln w="12700">
            <a:solidFill>
              <a:srgbClr val="7934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1"/>
          </a:solidFill>
          <a:ln w="12700">
            <a:solidFill>
              <a:srgbClr val="5EED9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إِصِبِ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C"/>
          </a:solidFill>
          <a:ln w="12700">
            <a:solidFill>
              <a:srgbClr val="E0529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3DB70"/>
          </a:solidFill>
          <a:ln w="12700">
            <a:solidFill>
              <a:srgbClr val="7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285"/>
          </a:solidFill>
          <a:ln w="12700">
            <a:solidFill>
              <a:srgbClr val="477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بِصِتِ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9D864"/>
          </a:solidFill>
          <a:ln w="12700">
            <a:solidFill>
              <a:srgbClr val="8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AD147"/>
          </a:solidFill>
          <a:ln w="12700">
            <a:solidFill>
              <a:srgbClr val="8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تِصِثِ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ثِصِجِ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F2B"/>
          </a:solidFill>
          <a:ln w="12700">
            <a:solidFill>
              <a:srgbClr val="643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F34"/>
          </a:solidFill>
          <a:ln w="12700">
            <a:solidFill>
              <a:srgbClr val="796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جِصِحِ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حِصِخِ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5EED"/>
          </a:solidFill>
          <a:ln w="12700">
            <a:solidFill>
              <a:srgbClr val="6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خِصِدِ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0E052"/>
          </a:solidFill>
          <a:ln w="12700">
            <a:solidFill>
              <a:srgbClr val="C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DDB"/>
          </a:solidFill>
          <a:ln w="12700">
            <a:solidFill>
              <a:srgbClr val="708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1"/>
          </a:solidFill>
          <a:ln w="12700">
            <a:solidFill>
              <a:srgbClr val="8547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دِصِذِ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6D8"/>
          </a:solidFill>
          <a:ln w="12700">
            <a:solidFill>
              <a:srgbClr val="64A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CD1"/>
          </a:solidFill>
          <a:ln w="12700">
            <a:solidFill>
              <a:srgbClr val="47A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ذِصِرِ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رِصِزِ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1"/>
          </a:solidFill>
          <a:ln w="12700">
            <a:solidFill>
              <a:srgbClr val="2B64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E"/>
          </a:solidFill>
          <a:ln w="12700">
            <a:solidFill>
              <a:srgbClr val="3479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زِصِسِ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سِصِشِ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3"/>
          </a:solidFill>
          <a:ln w="12700">
            <a:solidFill>
              <a:srgbClr val="ED5E7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شِصِإِ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D"/>
          </a:solidFill>
          <a:ln w="12700">
            <a:solidFill>
              <a:srgbClr val="52E0D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8"/>
          </a:solidFill>
          <a:ln w="12700">
            <a:solidFill>
              <a:srgbClr val="DB70A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947"/>
          </a:solidFill>
          <a:ln w="12700">
            <a:solidFill>
              <a:srgbClr val="857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إِصِ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2"/>
          </a:solidFill>
          <a:ln w="12700">
            <a:solidFill>
              <a:srgbClr val="D864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E"/>
          </a:solidFill>
          <a:ln w="12700">
            <a:solidFill>
              <a:srgbClr val="D147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بِصِ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تِصِ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364"/>
          </a:solidFill>
          <a:ln w="12700">
            <a:solidFill>
              <a:srgbClr val="2B3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3479"/>
          </a:solidFill>
          <a:ln w="12700">
            <a:solidFill>
              <a:srgbClr val="4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ثِصِ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جِصِ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7ED5E"/>
          </a:solidFill>
          <a:ln w="12700">
            <a:solidFill>
              <a:srgbClr val="9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حِصِ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A52E0"/>
          </a:solidFill>
          <a:ln w="12700">
            <a:solidFill>
              <a:srgbClr val="B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3DB70"/>
          </a:solidFill>
          <a:ln w="12700">
            <a:solidFill>
              <a:srgbClr val="C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A"/>
          </a:solidFill>
          <a:ln w="12700">
            <a:solidFill>
              <a:srgbClr val="4785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خِصِ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164"/>
          </a:solidFill>
          <a:ln w="12700">
            <a:solidFill>
              <a:srgbClr val="D8D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247"/>
          </a:solidFill>
          <a:ln w="12700">
            <a:solidFill>
              <a:srgbClr val="D1B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دِصِ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ذِصِ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1"/>
          </a:solidFill>
          <a:ln w="12700">
            <a:solidFill>
              <a:srgbClr val="642B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B34"/>
          </a:solidFill>
          <a:ln w="12700">
            <a:solidFill>
              <a:srgbClr val="793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رِصِ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زِصِ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AED"/>
          </a:solidFill>
          <a:ln w="12700">
            <a:solidFill>
              <a:srgbClr val="5EB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سِصِ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652"/>
          </a:solidFill>
          <a:ln w="12700">
            <a:solidFill>
              <a:srgbClr val="E09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9"/>
          </a:solidFill>
          <a:ln w="12700">
            <a:solidFill>
              <a:srgbClr val="70DBD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4785"/>
          </a:solidFill>
          <a:ln w="12700">
            <a:solidFill>
              <a:srgbClr val="5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شِصِ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4"/>
          </a:solidFill>
          <a:ln w="12700">
            <a:solidFill>
              <a:srgbClr val="64D8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F"/>
          </a:solidFill>
          <a:ln w="12700">
            <a:solidFill>
              <a:srgbClr val="47D18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642B"/>
          </a:solidFill>
          <a:ln w="12700">
            <a:solidFill>
              <a:srgbClr val="5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7934"/>
          </a:solidFill>
          <a:ln w="12700">
            <a:solidFill>
              <a:srgbClr val="3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E"/>
          </a:solidFill>
          <a:ln w="12700">
            <a:solidFill>
              <a:srgbClr val="ED5ED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3"/>
          </a:solidFill>
          <a:ln w="12700">
            <a:solidFill>
              <a:srgbClr val="52E07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E70DB"/>
          </a:solidFill>
          <a:ln w="12700">
            <a:solidFill>
              <a:srgbClr val="B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B47"/>
          </a:solidFill>
          <a:ln w="12700">
            <a:solidFill>
              <a:srgbClr val="854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764D8"/>
          </a:solidFill>
          <a:ln w="12700">
            <a:solidFill>
              <a:srgbClr val="9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D47D1"/>
          </a:solidFill>
          <a:ln w="12700">
            <a:solidFill>
              <a:srgbClr val="6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E64"/>
          </a:solidFill>
          <a:ln w="12700">
            <a:solidFill>
              <a:srgbClr val="2B5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F79"/>
          </a:solidFill>
          <a:ln w="12700">
            <a:solidFill>
              <a:srgbClr val="344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ضِذِ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95E"/>
          </a:solidFill>
          <a:ln w="12700">
            <a:solidFill>
              <a:srgbClr val="EDD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4E0"/>
          </a:solidFill>
          <a:ln w="12700">
            <a:solidFill>
              <a:srgbClr val="525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470"/>
          </a:solidFill>
          <a:ln w="12700">
            <a:solidFill>
              <a:srgbClr val="DBA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8547"/>
          </a:solidFill>
          <a:ln w="12700">
            <a:solidFill>
              <a:srgbClr val="5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A64"/>
          </a:solidFill>
          <a:ln w="12700">
            <a:solidFill>
              <a:srgbClr val="D87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B47"/>
          </a:solidFill>
          <a:ln w="12700">
            <a:solidFill>
              <a:srgbClr val="D14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1"/>
          </a:solidFill>
          <a:ln w="12700">
            <a:solidFill>
              <a:srgbClr val="7934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ضِصِ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إِضِبِ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5"/>
          </a:solidFill>
          <a:ln w="12700">
            <a:solidFill>
              <a:srgbClr val="5EEDB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بِضِتِ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8"/>
          </a:solidFill>
          <a:ln w="12700">
            <a:solidFill>
              <a:srgbClr val="E052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9"/>
          </a:solidFill>
          <a:ln w="12700">
            <a:solidFill>
              <a:srgbClr val="70DB8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285"/>
          </a:solidFill>
          <a:ln w="12700">
            <a:solidFill>
              <a:srgbClr val="476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تِضِثِ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D864"/>
          </a:solidFill>
          <a:ln w="12700">
            <a:solidFill>
              <a:srgbClr val="6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D147"/>
          </a:solidFill>
          <a:ln w="12700">
            <a:solidFill>
              <a:srgbClr val="6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ثِضِجِ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جِضِحِ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7934"/>
          </a:solidFill>
          <a:ln w="12700">
            <a:solidFill>
              <a:srgbClr val="7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حِضِخِ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خِضِدِ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25EED"/>
          </a:solidFill>
          <a:ln w="12700">
            <a:solidFill>
              <a:srgbClr val="9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دِضِذِ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BE052"/>
          </a:solidFill>
          <a:ln w="12700">
            <a:solidFill>
              <a:srgbClr val="9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2DB"/>
          </a:solidFill>
          <a:ln w="12700">
            <a:solidFill>
              <a:srgbClr val="707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1"/>
          </a:solidFill>
          <a:ln w="12700">
            <a:solidFill>
              <a:srgbClr val="8547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3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ذِضِرِ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8D8"/>
          </a:solidFill>
          <a:ln w="12700">
            <a:solidFill>
              <a:srgbClr val="648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9D1"/>
          </a:solidFill>
          <a:ln w="12700">
            <a:solidFill>
              <a:srgbClr val="478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رِضِزِ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زِضِسِ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F"/>
          </a:solidFill>
          <a:ln w="12700">
            <a:solidFill>
              <a:srgbClr val="2B64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0"/>
          </a:solidFill>
          <a:ln w="12700">
            <a:solidFill>
              <a:srgbClr val="3479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سِضِشِ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3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شِضِصِ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E5E"/>
          </a:solidFill>
          <a:ln w="12700">
            <a:solidFill>
              <a:srgbClr val="ED6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صِضِإِ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FE0"/>
          </a:solidFill>
          <a:ln w="12700">
            <a:solidFill>
              <a:srgbClr val="52B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D"/>
          </a:solidFill>
          <a:ln w="12700">
            <a:solidFill>
              <a:srgbClr val="DB708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8547"/>
          </a:solidFill>
          <a:ln w="12700">
            <a:solidFill>
              <a:srgbClr val="8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إِضِ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5"/>
          </a:solidFill>
          <a:ln w="12700">
            <a:solidFill>
              <a:srgbClr val="D864A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B"/>
          </a:solidFill>
          <a:ln w="12700">
            <a:solidFill>
              <a:srgbClr val="D147A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بِضِ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تِضِ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2B64"/>
          </a:solidFill>
          <a:ln w="12700">
            <a:solidFill>
              <a:srgbClr val="3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3479"/>
          </a:solidFill>
          <a:ln w="12700">
            <a:solidFill>
              <a:srgbClr val="5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ثِضِ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جِضِ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2ED5E"/>
          </a:solidFill>
          <a:ln w="12700">
            <a:solidFill>
              <a:srgbClr val="7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حِضِ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E52E0"/>
          </a:solidFill>
          <a:ln w="12700">
            <a:solidFill>
              <a:srgbClr val="D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7DB70"/>
          </a:solidFill>
          <a:ln w="12700">
            <a:solidFill>
              <a:srgbClr val="A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9"/>
          </a:solidFill>
          <a:ln w="12700">
            <a:solidFill>
              <a:srgbClr val="4785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خِضِ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2D864"/>
          </a:solidFill>
          <a:ln w="12700">
            <a:solidFill>
              <a:srgbClr val="C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D147"/>
          </a:solidFill>
          <a:ln w="12700">
            <a:solidFill>
              <a:srgbClr val="C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دِضِ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ذِضِ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3"/>
          </a:solidFill>
          <a:ln w="12700">
            <a:solidFill>
              <a:srgbClr val="642B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D34"/>
          </a:solidFill>
          <a:ln w="12700">
            <a:solidFill>
              <a:srgbClr val="794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رِضِ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زِضِ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6ED"/>
          </a:solidFill>
          <a:ln w="12700">
            <a:solidFill>
              <a:srgbClr val="5E9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سِضِ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B52"/>
          </a:solidFill>
          <a:ln w="12700">
            <a:solidFill>
              <a:srgbClr val="E0B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2DB"/>
          </a:solidFill>
          <a:ln w="12700">
            <a:solidFill>
              <a:srgbClr val="70C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4785"/>
          </a:solidFill>
          <a:ln w="12700">
            <a:solidFill>
              <a:srgbClr val="6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شِضِ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2"/>
          </a:solidFill>
          <a:ln w="12700">
            <a:solidFill>
              <a:srgbClr val="64D8D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2"/>
          </a:solidFill>
          <a:ln w="12700">
            <a:solidFill>
              <a:srgbClr val="47D1B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صِضِ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39977" y="896112"/>
            <a:ext cx="20355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F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39977" y="896112"/>
            <a:ext cx="20355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صَعِدَ</a:t>
            </a:r>
            <a:endParaRPr lang="ar-SA" sz="5300" dirty="0"/>
          </a:p>
        </p:txBody>
      </p:sp>
      <p:sp>
        <p:nvSpPr>
          <p:cNvPr id="13" name="C2 W2 pill"/>
          <p:cNvSpPr/>
          <p:nvPr/>
        </p:nvSpPr>
        <p:spPr>
          <a:xfrm>
            <a:off x="2368481" y="896112"/>
            <a:ext cx="205145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F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68481" y="896112"/>
            <a:ext cx="205145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وَنَزَلَ</a:t>
            </a:r>
            <a:endParaRPr lang="ar-SA" sz="53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14141" y="2834640"/>
            <a:ext cx="371571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14141" y="2834640"/>
            <a:ext cx="371571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صَعِدَ وَنَزَلَ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642B"/>
          </a:solidFill>
          <a:ln w="12700">
            <a:solidFill>
              <a:srgbClr val="4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C"/>
          </a:solidFill>
          <a:ln w="12700">
            <a:solidFill>
              <a:srgbClr val="34793C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83220" y="896112"/>
            <a:ext cx="23761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C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83220" y="896112"/>
            <a:ext cx="23761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2084649" y="896112"/>
            <a:ext cx="22785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C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084649" y="896112"/>
            <a:ext cx="22785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وَلَعِبَ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10588" y="2834640"/>
            <a:ext cx="432282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10588" y="2834640"/>
            <a:ext cx="432282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ضَحِكَ وَلَعِبَ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14168" y="896112"/>
            <a:ext cx="1976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2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14168" y="896112"/>
            <a:ext cx="1976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رَضِيَ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2353349" y="896112"/>
            <a:ext cx="21407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53349" y="896112"/>
            <a:ext cx="21407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5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95454" y="2834640"/>
            <a:ext cx="37530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95454" y="2834640"/>
            <a:ext cx="37530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رَضِيَ وَشَكَرَ</a:t>
            </a:r>
            <a:endParaRPr lang="ar-SA" sz="4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A"/>
          </a:solidFill>
          <a:ln w="12700">
            <a:solidFill>
              <a:srgbClr val="ED5EB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16524" y="896112"/>
            <a:ext cx="19475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4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16524" y="896112"/>
            <a:ext cx="19475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79913" y="896112"/>
            <a:ext cx="21165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4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79913" y="896112"/>
            <a:ext cx="21165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وَسَمِعَ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21645" y="2834640"/>
            <a:ext cx="370071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21645" y="2834640"/>
            <a:ext cx="370071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 وَسَمِعَ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08-sad-dad</dc:title>
  <dc:subject>PptxGenJS Presentation</dc:subject>
  <dc:creator>PptxGenJS</dc:creator>
  <cp:lastModifiedBy>PptxGenJS</cp:lastModifiedBy>
  <cp:revision>1</cp:revision>
  <dcterms:created xsi:type="dcterms:W3CDTF">2026-10-21T16:51:26Z</dcterms:created>
  <dcterms:modified xsi:type="dcterms:W3CDTF">2026-10-21T16:51:26Z</dcterms:modified>
</cp:coreProperties>
</file>