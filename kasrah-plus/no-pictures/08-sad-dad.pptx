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إِصِبِ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بِصِتِ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D147"/>
          </a:solidFill>
          <a:ln w="12700">
            <a:solidFill>
              <a:srgbClr val="8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تِصِثِ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ثِصِجِ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جِصِحِ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حِصِخِ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خِصِدِ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دِصِذِ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6D8"/>
          </a:solidFill>
          <a:ln w="12700">
            <a:solidFill>
              <a:srgbClr val="64A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ذِصِرِ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رِصِزِ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زِصِسِ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سِصِشِ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D"/>
          </a:solidFill>
          <a:ln w="12700">
            <a:solidFill>
              <a:srgbClr val="52E0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70DB"/>
          </a:solidFill>
          <a:ln w="12700">
            <a:solidFill>
              <a:srgbClr val="B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إِضِبِ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بِضِتِ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تِضِثِ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ثِضِجِ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جِضِحِ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حِضِخِ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خِضِدِ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دِضِذِ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ذِضِرِ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9D1"/>
          </a:solidFill>
          <a:ln w="12700">
            <a:solidFill>
              <a:srgbClr val="478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رِضِزِ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زِضِسِ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سِضِشِ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شِضِصِ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5"/>
          </a:solidFill>
          <a:ln w="12700">
            <a:solidFill>
              <a:srgbClr val="D864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52E0"/>
          </a:solidFill>
          <a:ln w="12700">
            <a:solidFill>
              <a:srgbClr val="D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D864"/>
          </a:solidFill>
          <a:ln w="12700">
            <a:solidFill>
              <a:srgbClr val="C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2"/>
          </a:solidFill>
          <a:ln w="12700">
            <a:solidFill>
              <a:srgbClr val="47D1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C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C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4168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4168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353349" y="896112"/>
            <a:ext cx="21407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53349" y="896112"/>
            <a:ext cx="21407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5454" y="2834640"/>
            <a:ext cx="37530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5454" y="2834640"/>
            <a:ext cx="37530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وَشَكَرَ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A"/>
          </a:solidFill>
          <a:ln w="12700">
            <a:solidFill>
              <a:srgbClr val="ED5E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16524" y="896112"/>
            <a:ext cx="19475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16524" y="896112"/>
            <a:ext cx="19475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9913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9913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1645" y="2834640"/>
            <a:ext cx="37007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1645" y="2834640"/>
            <a:ext cx="37007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وَسَمِعَ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08-sad-dad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