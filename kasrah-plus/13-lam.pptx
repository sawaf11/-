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1000" dirty="0"/>
          </a:p>
        </p:txBody>
      </p:sp>
      <p:sp>
        <p:nvSpPr>
          <p:cNvPr id="13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11000" dirty="0"/>
          </a:p>
        </p:txBody>
      </p:sp>
      <p:pic>
        <p:nvPicPr>
          <p:cNvPr id="1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30275" cy="1828800"/>
          </a:xfrm>
          <a:prstGeom prst="rect">
            <a:avLst/>
          </a:prstGeom>
        </p:spPr>
      </p:pic>
      <p:pic>
        <p:nvPicPr>
          <p:cNvPr id="1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7345" y="1783080"/>
            <a:ext cx="1305215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لِإِ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82267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325" y="3515868"/>
            <a:ext cx="110523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لِبِ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519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D"/>
          </a:solidFill>
          <a:ln w="12700">
            <a:solidFill>
              <a:srgbClr val="ED5E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لِتِ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644" y="2057400"/>
            <a:ext cx="517916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3"/>
          </a:solidFill>
          <a:ln w="12700">
            <a:solidFill>
              <a:srgbClr val="52E0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8"/>
          </a:solidFill>
          <a:ln w="12700">
            <a:solidFill>
              <a:srgbClr val="DB70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لِثِ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9133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47D1"/>
          </a:solidFill>
          <a:ln w="12700">
            <a:solidFill>
              <a:srgbClr val="A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لِجِ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330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964" y="3515868"/>
            <a:ext cx="1386596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لِحِ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169" y="4018788"/>
            <a:ext cx="701391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لِخِ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36061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019" y="3515868"/>
            <a:ext cx="2911541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لِدِ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ED5E"/>
          </a:solidFill>
          <a:ln w="12700">
            <a:solidFill>
              <a:srgbClr val="C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لِذِ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6015" y="2125980"/>
            <a:ext cx="516545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052E0"/>
          </a:solidFill>
          <a:ln w="12700">
            <a:solidFill>
              <a:srgbClr val="9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470"/>
          </a:solidFill>
          <a:ln w="12700">
            <a:solidFill>
              <a:srgbClr val="DBD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لِرِ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83778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F64"/>
          </a:solidFill>
          <a:ln w="12700">
            <a:solidFill>
              <a:srgbClr val="D8A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947"/>
          </a:solidFill>
          <a:ln w="12700">
            <a:solidFill>
              <a:srgbClr val="D18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لِزِ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69131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8690" y="3515868"/>
            <a:ext cx="179387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لِسِ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881" y="3835908"/>
            <a:ext cx="719679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لِشِ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9392" y="3515868"/>
            <a:ext cx="120316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لِصِ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6251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5ED"/>
          </a:solidFill>
          <a:ln w="12700">
            <a:solidFill>
              <a:srgbClr val="5EE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لِضِ</a:t>
            </a:r>
            <a:endParaRPr lang="ar-SA" sz="7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192" y="2080260"/>
            <a:ext cx="517368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C52"/>
          </a:solidFill>
          <a:ln w="12700">
            <a:solidFill>
              <a:srgbClr val="E06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A"/>
          </a:solidFill>
          <a:ln w="12700">
            <a:solidFill>
              <a:srgbClr val="70DB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لِطِ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2"/>
          </a:solidFill>
          <a:ln w="12700">
            <a:solidFill>
              <a:srgbClr val="64D8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7"/>
          </a:solidFill>
          <a:ln w="12700">
            <a:solidFill>
              <a:srgbClr val="47D1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لِظِ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7889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2293" y="3515868"/>
            <a:ext cx="1220267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لِعِ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818" y="3881628"/>
            <a:ext cx="722742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لِغِ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0470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6608" y="3515868"/>
            <a:ext cx="199595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لِفِ</a:t>
            </a:r>
            <a:endParaRPr lang="ar-SA" sz="9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141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5EED"/>
          </a:solidFill>
          <a:ln w="12700">
            <a:solidFill>
              <a:srgbClr val="D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لِقِ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1410" y="2148840"/>
            <a:ext cx="511150" cy="9144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E052"/>
          </a:solidFill>
          <a:ln w="12700">
            <a:solidFill>
              <a:srgbClr val="5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لِكِ</a:t>
            </a:r>
            <a:endParaRPr lang="ar-SA" sz="9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1573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64D8"/>
          </a:solidFill>
          <a:ln w="12700">
            <a:solidFill>
              <a:srgbClr val="7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AD1"/>
          </a:solidFill>
          <a:ln w="12700">
            <a:solidFill>
              <a:srgbClr val="474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إِلِبِ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6090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342" y="3332988"/>
            <a:ext cx="1791218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بِلِتِ</a:t>
            </a:r>
            <a:endParaRPr lang="ar-SA" sz="68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269" y="3470148"/>
            <a:ext cx="731291" cy="16002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تِلِثِ</a:t>
            </a:r>
            <a:endParaRPr lang="ar-SA" sz="8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73215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312" y="3332988"/>
            <a:ext cx="1890248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ثِلِجِ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8002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F5E"/>
          </a:solidFill>
          <a:ln w="12700">
            <a:solidFill>
              <a:srgbClr val="EDA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جِلِحِ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EE0"/>
          </a:solidFill>
          <a:ln w="12700">
            <a:solidFill>
              <a:srgbClr val="527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470"/>
          </a:solidFill>
          <a:ln w="12700">
            <a:solidFill>
              <a:srgbClr val="DB8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حِلِخِ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3082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0"/>
          </a:solidFill>
          <a:ln w="12700">
            <a:solidFill>
              <a:srgbClr val="D864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D"/>
          </a:solidFill>
          <a:ln w="12700">
            <a:solidFill>
              <a:srgbClr val="D147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خِلِدِ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6090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293" y="3332988"/>
            <a:ext cx="1956267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دِلِذِ</a:t>
            </a:r>
            <a:endParaRPr lang="ar-SA" sz="8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3608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612" y="3927348"/>
            <a:ext cx="726948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2B64"/>
          </a:solidFill>
          <a:ln w="12700">
            <a:solidFill>
              <a:srgbClr val="4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5"/>
          </a:solidFill>
          <a:ln w="12700">
            <a:solidFill>
              <a:srgbClr val="7934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ذِلِرِ</a:t>
            </a:r>
            <a:endParaRPr lang="ar-SA" sz="66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19922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5706" y="3332988"/>
            <a:ext cx="1806854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رِلِزِ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666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351" y="3332988"/>
            <a:ext cx="2995209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B"/>
          </a:solidFill>
          <a:ln w="12700">
            <a:solidFill>
              <a:srgbClr val="5EED8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زِلِسِ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2"/>
          </a:solidFill>
          <a:ln w="12700">
            <a:solidFill>
              <a:srgbClr val="E052A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7DB70"/>
          </a:solidFill>
          <a:ln w="12700">
            <a:solidFill>
              <a:srgbClr val="7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سِلِشِ</a:t>
            </a:r>
            <a:endParaRPr lang="ar-SA" sz="63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شِلِصِ</a:t>
            </a:r>
            <a:endParaRPr lang="ar-SA" sz="6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25378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7297" y="3332988"/>
            <a:ext cx="1235263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صِلِضِ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5924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984" y="3698748"/>
            <a:ext cx="725576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ضِلِطِ</a:t>
            </a:r>
            <a:endParaRPr lang="ar-SA" sz="79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49497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طِلِظِ</a:t>
            </a:r>
            <a:endParaRPr lang="ar-SA" sz="8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4766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596" y="3332988"/>
            <a:ext cx="1997964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75EED"/>
          </a:solidFill>
          <a:ln w="12700">
            <a:solidFill>
              <a:srgbClr val="6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ظِلِعِ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2DB"/>
          </a:solidFill>
          <a:ln w="12700">
            <a:solidFill>
              <a:srgbClr val="709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عِلِغِ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غِلِفِ</a:t>
            </a:r>
            <a:endParaRPr lang="ar-SA" sz="8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112264" cy="150876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485" y="3332988"/>
            <a:ext cx="3254075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فِلِقِ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351" y="3790188"/>
            <a:ext cx="709209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قِلِكِ</a:t>
            </a:r>
            <a:endParaRPr lang="ar-SA" sz="81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213351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5665" y="3332988"/>
            <a:ext cx="1766895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كِلِإِ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9"/>
          </a:solidFill>
          <a:ln w="12700">
            <a:solidFill>
              <a:srgbClr val="ED5E7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إِلِ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2495" y="2034540"/>
            <a:ext cx="520065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</a:t>
            </a:r>
            <a:endParaRPr lang="ar-SA" sz="7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0629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تِلِ</a:t>
            </a:r>
            <a:endParaRPr lang="ar-SA" sz="7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2220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9392" y="3515868"/>
            <a:ext cx="120316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ثِلِ</a:t>
            </a:r>
            <a:endParaRPr lang="ar-SA" sz="7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4064508"/>
            <a:ext cx="724205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جِلِ</a:t>
            </a:r>
            <a:endParaRPr lang="ar-SA" sz="73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37117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3673" y="3515868"/>
            <a:ext cx="1608887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حِلِ</a:t>
            </a:r>
            <a:endParaRPr lang="ar-SA" sz="7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خِلِ</a:t>
            </a:r>
            <a:endParaRPr lang="ar-SA" sz="7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1593" y="2103120"/>
            <a:ext cx="510967" cy="10058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452E0"/>
          </a:solidFill>
          <a:ln w="12700">
            <a:solidFill>
              <a:srgbClr val="B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دِلِ</a:t>
            </a:r>
            <a:endParaRPr lang="ar-SA" sz="7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C64"/>
          </a:solidFill>
          <a:ln w="12700">
            <a:solidFill>
              <a:srgbClr val="D8C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C47"/>
          </a:solidFill>
          <a:ln w="12700">
            <a:solidFill>
              <a:srgbClr val="D1A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ذِلِ</a:t>
            </a:r>
            <a:endParaRPr lang="ar-SA" sz="7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9053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6608" y="3515868"/>
            <a:ext cx="199595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رِلِ</a:t>
            </a:r>
            <a:endParaRPr lang="ar-SA" sz="7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2676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252" y="3881628"/>
            <a:ext cx="726308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زِلِ</a:t>
            </a:r>
            <a:endParaRPr lang="ar-SA" sz="73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77951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792" y="3515868"/>
            <a:ext cx="161976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سِلِ</a:t>
            </a:r>
            <a:endParaRPr lang="ar-SA" sz="7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6031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0ED"/>
          </a:solidFill>
          <a:ln w="12700">
            <a:solidFill>
              <a:srgbClr val="5EC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شِلِ</a:t>
            </a:r>
            <a:endParaRPr lang="ar-SA" sz="7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7811" y="2080260"/>
            <a:ext cx="504749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صِلِ</a:t>
            </a:r>
            <a:endParaRPr lang="ar-SA" sz="7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0786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F"/>
          </a:solidFill>
          <a:ln w="12700">
            <a:solidFill>
              <a:srgbClr val="64D8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ضِلِ</a:t>
            </a:r>
            <a:endParaRPr lang="ar-SA" sz="7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46613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1286" y="3515868"/>
            <a:ext cx="169127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طِلِ</a:t>
            </a:r>
            <a:endParaRPr lang="ar-SA" sz="7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59526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5480" y="3515868"/>
            <a:ext cx="687080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ظِلِ</a:t>
            </a:r>
            <a:endParaRPr lang="ar-SA" sz="73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676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4250" y="3515868"/>
            <a:ext cx="147831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عِلِ</a:t>
            </a:r>
            <a:endParaRPr lang="ar-SA" sz="7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779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4"/>
          </a:solidFill>
          <a:ln w="12700">
            <a:solidFill>
              <a:srgbClr val="ED5E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غِلِ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D"/>
          </a:solidFill>
          <a:ln w="12700">
            <a:solidFill>
              <a:srgbClr val="52E0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A70DB"/>
          </a:solidFill>
          <a:ln w="12700">
            <a:solidFill>
              <a:srgbClr val="B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فِلِ</a:t>
            </a:r>
            <a:endParaRPr lang="ar-SA" sz="7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03427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قِلِ</a:t>
            </a:r>
            <a:endParaRPr lang="ar-SA" sz="7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6140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5901" y="3515868"/>
            <a:ext cx="1616659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كِلِ</a:t>
            </a:r>
            <a:endParaRPr lang="ar-SA" sz="7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612" y="3927348"/>
            <a:ext cx="726948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87169" y="896112"/>
            <a:ext cx="19944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A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87169" y="896112"/>
            <a:ext cx="19944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262347" y="896112"/>
            <a:ext cx="23047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A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62347" y="896112"/>
            <a:ext cx="23047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91640" y="2834640"/>
            <a:ext cx="39607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91640" y="2834640"/>
            <a:ext cx="39607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 وَتَعِبَ</a:t>
            </a:r>
            <a:endParaRPr lang="ar-SA" sz="54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931213" cy="1828800"/>
          </a:xfrm>
          <a:prstGeom prst="rect">
            <a:avLst/>
          </a:prstGeom>
        </p:spPr>
      </p:pic>
      <p:pic>
        <p:nvPicPr>
          <p:cNvPr id="20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467" y="3241548"/>
            <a:ext cx="2114093" cy="1828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9042" y="896112"/>
            <a:ext cx="18532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9042" y="896112"/>
            <a:ext cx="18532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71704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8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71704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90160" y="2834640"/>
            <a:ext cx="35636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90160" y="2834640"/>
            <a:ext cx="35636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 وَخَرَجَ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15645" cy="182880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458" y="3561588"/>
            <a:ext cx="2601102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35E"/>
          </a:solidFill>
          <a:ln w="12700">
            <a:solidFill>
              <a:srgbClr val="EDD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79004" y="896112"/>
            <a:ext cx="16073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79004" y="896112"/>
            <a:ext cx="16073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عَلِمَ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57649" y="896112"/>
            <a:ext cx="210131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57649" y="896112"/>
            <a:ext cx="210131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وَعَمِلَ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70415" y="2834640"/>
            <a:ext cx="340317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70415" y="2834640"/>
            <a:ext cx="340317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عَلِمَ وَعَمِلَ</a:t>
            </a:r>
            <a:endParaRPr lang="ar-SA" sz="4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51259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9171" y="1783080"/>
            <a:ext cx="1053389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AE0"/>
          </a:solidFill>
          <a:ln w="12700">
            <a:solidFill>
              <a:srgbClr val="525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21243" y="896112"/>
            <a:ext cx="165384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9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21243" y="896112"/>
            <a:ext cx="165384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قَبِلَ</a:t>
            </a:r>
            <a:endParaRPr lang="ar-SA" sz="4800" dirty="0"/>
          </a:p>
        </p:txBody>
      </p:sp>
      <p:sp>
        <p:nvSpPr>
          <p:cNvPr id="17" name="C2 W2 pill"/>
          <p:cNvSpPr/>
          <p:nvPr/>
        </p:nvSpPr>
        <p:spPr>
          <a:xfrm>
            <a:off x="2468912" y="896112"/>
            <a:ext cx="223229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9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68912" y="896112"/>
            <a:ext cx="223229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5816" y="2834640"/>
            <a:ext cx="351236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5816" y="2834640"/>
            <a:ext cx="351236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قَبِلَ وَشَكَرَ</a:t>
            </a:r>
            <a:endParaRPr lang="ar-SA" sz="48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32104" cy="18288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83080"/>
            <a:ext cx="1645920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13-lam</dc:title>
  <dc:subject>PptxGenJS Presentation</dc:subject>
  <dc:creator>PptxGenJS</dc:creator>
  <cp:lastModifiedBy>PptxGenJS</cp:lastModifiedBy>
  <cp:revision>1</cp:revision>
  <dcterms:created xsi:type="dcterms:W3CDTF">2026-10-20T23:35:48Z</dcterms:created>
  <dcterms:modified xsi:type="dcterms:W3CDTF">2026-10-20T23:35:48Z</dcterms:modified>
</cp:coreProperties>
</file>