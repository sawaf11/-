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0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1000" dirty="0"/>
          </a:p>
        </p:txBody>
      </p:sp>
      <p:pic>
        <p:nvPicPr>
          <p:cNvPr id="1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1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لِإِ</a:t>
            </a:r>
            <a:endParaRPr lang="ar-SA" sz="70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7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5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6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61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7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7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336" y="4251960"/>
            <a:ext cx="696224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7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7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7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6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7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724" y="4297680"/>
            <a:ext cx="558836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إِلِبِ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68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4343400"/>
            <a:ext cx="711037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8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5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54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8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8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66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6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63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63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63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336" y="4251960"/>
            <a:ext cx="696224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9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81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54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5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81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62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81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كِلِإِ</a:t>
            </a:r>
            <a:endParaRPr lang="ar-SA" sz="6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7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73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724" y="4297680"/>
            <a:ext cx="558836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73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73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4343400"/>
            <a:ext cx="711037" cy="7315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73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7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73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73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73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73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73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7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73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73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7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73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336" y="4251960"/>
            <a:ext cx="696224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73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7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7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73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73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73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0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79004" y="896112"/>
            <a:ext cx="16073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79004" y="896112"/>
            <a:ext cx="16073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7649" y="896112"/>
            <a:ext cx="21013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7649" y="896112"/>
            <a:ext cx="21013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وَعَمِلَ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0415" y="2834640"/>
            <a:ext cx="34031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0415" y="2834640"/>
            <a:ext cx="34031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 وَعَمِلَ</a:t>
            </a:r>
            <a:endParaRPr lang="ar-SA" sz="4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1783080"/>
            <a:ext cx="1126998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1243" y="896112"/>
            <a:ext cx="1653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1243" y="896112"/>
            <a:ext cx="1653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2468912" y="896112"/>
            <a:ext cx="22322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8912" y="896112"/>
            <a:ext cx="2232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816" y="2834640"/>
            <a:ext cx="35123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816" y="2834640"/>
            <a:ext cx="35123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 وَشَكَرَ</a:t>
            </a:r>
            <a:endParaRPr lang="ar-SA" sz="48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13-lam</dc:title>
  <dc:subject>PptxGenJS Presentation</dc:subject>
  <dc:creator>PptxGenJS</dc:creator>
  <cp:lastModifiedBy>PptxGenJS</cp:lastModifiedBy>
  <cp:revision>1</cp:revision>
  <dcterms:created xsi:type="dcterms:W3CDTF">2026-10-20T22:47:05Z</dcterms:created>
  <dcterms:modified xsi:type="dcterms:W3CDTF">2026-10-20T22:47:05Z</dcterms:modified>
</cp:coreProperties>
</file>