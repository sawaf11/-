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2.png"/><Relationship Id="rId2" Type="http://schemas.openxmlformats.org/officeDocument/2006/relationships/image" Target="../media/image-7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2.png"/><Relationship Id="rId2" Type="http://schemas.openxmlformats.org/officeDocument/2006/relationships/image" Target="../media/image-24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2.png"/><Relationship Id="rId2" Type="http://schemas.openxmlformats.org/officeDocument/2006/relationships/image" Target="../media/image-7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3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2.png"/><Relationship Id="rId2" Type="http://schemas.openxmlformats.org/officeDocument/2006/relationships/image" Target="../media/image-24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19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9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1000" dirty="0"/>
          </a:p>
        </p:txBody>
      </p:sp>
      <p:sp>
        <p:nvSpPr>
          <p:cNvPr id="13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11000" dirty="0"/>
          </a:p>
        </p:txBody>
      </p:sp>
      <p:pic>
        <p:nvPicPr>
          <p:cNvPr id="14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566916" cy="1463040"/>
          </a:xfrm>
          <a:prstGeom prst="rect">
            <a:avLst/>
          </a:prstGeom>
        </p:spPr>
      </p:pic>
      <p:pic>
        <p:nvPicPr>
          <p:cNvPr id="15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866" y="1828800"/>
            <a:ext cx="1575694" cy="1463040"/>
          </a:xfrm>
          <a:prstGeom prst="rect">
            <a:avLst/>
          </a:prstGeom>
        </p:spPr>
      </p:pic>
      <p:pic>
        <p:nvPicPr>
          <p:cNvPr id="1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لِإِ</a:t>
            </a:r>
            <a:endParaRPr lang="ar-SA" sz="7000" dirty="0"/>
          </a:p>
        </p:txBody>
      </p:sp>
      <p:pic>
        <p:nvPicPr>
          <p:cNvPr id="22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612910" cy="1417320"/>
          </a:xfrm>
          <a:prstGeom prst="rect">
            <a:avLst/>
          </a:prstGeom>
        </p:spPr>
      </p:pic>
      <p:pic>
        <p:nvPicPr>
          <p:cNvPr id="23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لِبِ</a:t>
            </a:r>
            <a:endParaRPr lang="ar-SA" sz="75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1" name="Image 1" descr="tropical_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758" y="3515868"/>
            <a:ext cx="1891802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3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D"/>
          </a:solidFill>
          <a:ln w="12700">
            <a:solidFill>
              <a:srgbClr val="ED5E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لِتِ</a:t>
            </a:r>
            <a:endParaRPr lang="ar-SA" sz="95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3"/>
          </a:solidFill>
          <a:ln w="12700">
            <a:solidFill>
              <a:srgbClr val="52E0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8"/>
          </a:solidFill>
          <a:ln w="12700">
            <a:solidFill>
              <a:srgbClr val="DB70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لِثِ</a:t>
            </a:r>
            <a:endParaRPr lang="ar-SA" sz="9500" dirty="0"/>
          </a:p>
        </p:txBody>
      </p:sp>
      <p:pic>
        <p:nvPicPr>
          <p:cNvPr id="25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881628"/>
            <a:ext cx="928390" cy="11887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0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64D8"/>
          </a:solidFill>
          <a:ln w="12700">
            <a:solidFill>
              <a:srgbClr val="C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47D1"/>
          </a:solidFill>
          <a:ln w="12700">
            <a:solidFill>
              <a:srgbClr val="A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لِجِ</a:t>
            </a:r>
            <a:endParaRPr lang="ar-SA" sz="6100" dirty="0"/>
          </a:p>
        </p:txBody>
      </p:sp>
      <p:pic>
        <p:nvPicPr>
          <p:cNvPr id="20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9367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لِحِ</a:t>
            </a:r>
            <a:endParaRPr lang="ar-SA" sz="61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101669" cy="1097280"/>
          </a:xfrm>
          <a:prstGeom prst="rect">
            <a:avLst/>
          </a:prstGeom>
        </p:spPr>
      </p:pic>
      <p:pic>
        <p:nvPicPr>
          <p:cNvPr id="22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168" y="4247388"/>
            <a:ext cx="709392" cy="82296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2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لِخِ</a:t>
            </a:r>
            <a:endParaRPr lang="ar-SA" sz="6100" dirty="0"/>
          </a:p>
        </p:txBody>
      </p:sp>
      <p:pic>
        <p:nvPicPr>
          <p:cNvPr id="22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69761" cy="1417320"/>
          </a:xfrm>
          <a:prstGeom prst="rect">
            <a:avLst/>
          </a:prstGeom>
        </p:spPr>
      </p:pic>
      <p:pic>
        <p:nvPicPr>
          <p:cNvPr id="23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511" y="3515868"/>
            <a:ext cx="1214049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لِدِ</a:t>
            </a:r>
            <a:endParaRPr lang="ar-SA" sz="9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1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4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ED5E"/>
          </a:solidFill>
          <a:ln w="12700">
            <a:solidFill>
              <a:srgbClr val="C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لِذِ</a:t>
            </a:r>
            <a:endParaRPr lang="ar-SA" sz="9500" dirty="0"/>
          </a:p>
        </p:txBody>
      </p:sp>
      <p:pic>
        <p:nvPicPr>
          <p:cNvPr id="28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052E0"/>
          </a:solidFill>
          <a:ln w="12700">
            <a:solidFill>
              <a:srgbClr val="9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470"/>
          </a:solidFill>
          <a:ln w="12700">
            <a:solidFill>
              <a:srgbClr val="DBD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لِرِ</a:t>
            </a:r>
            <a:endParaRPr lang="ar-SA" sz="7400" dirty="0"/>
          </a:p>
        </p:txBody>
      </p:sp>
      <p:pic>
        <p:nvPicPr>
          <p:cNvPr id="25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26882" cy="86868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F64"/>
          </a:solidFill>
          <a:ln w="12700">
            <a:solidFill>
              <a:srgbClr val="D8A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947"/>
          </a:solidFill>
          <a:ln w="12700">
            <a:solidFill>
              <a:srgbClr val="D18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لِزِ</a:t>
            </a:r>
            <a:endParaRPr lang="ar-SA" sz="7400" dirty="0"/>
          </a:p>
        </p:txBody>
      </p:sp>
      <p:pic>
        <p:nvPicPr>
          <p:cNvPr id="20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1" name="Image 1" descr="sn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70099" y="3515868"/>
            <a:ext cx="1582461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لِسِ</a:t>
            </a:r>
            <a:endParaRPr lang="ar-SA" sz="71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1075334" cy="960120"/>
          </a:xfrm>
          <a:prstGeom prst="rect">
            <a:avLst/>
          </a:prstGeom>
        </p:spPr>
      </p:pic>
      <p:pic>
        <p:nvPicPr>
          <p:cNvPr id="22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9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1"/>
          </a:solidFill>
          <a:ln w="12700">
            <a:solidFill>
              <a:srgbClr val="7934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لِشِ</a:t>
            </a:r>
            <a:endParaRPr lang="ar-SA" sz="7100" dirty="0"/>
          </a:p>
        </p:txBody>
      </p:sp>
      <p:pic>
        <p:nvPicPr>
          <p:cNvPr id="22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3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475" y="3515868"/>
            <a:ext cx="1643085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لِصِ</a:t>
            </a:r>
            <a:endParaRPr lang="ar-SA" sz="7100" dirty="0"/>
          </a:p>
        </p:txBody>
      </p:sp>
      <p:pic>
        <p:nvPicPr>
          <p:cNvPr id="20" name="Image 0" descr="cr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87398" cy="1417320"/>
          </a:xfrm>
          <a:prstGeom prst="rect">
            <a:avLst/>
          </a:prstGeom>
        </p:spPr>
      </p:pic>
      <p:pic>
        <p:nvPicPr>
          <p:cNvPr id="21" name="Image 1" descr="s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646" y="3515868"/>
            <a:ext cx="2051914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4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5ED"/>
          </a:solidFill>
          <a:ln w="12700">
            <a:solidFill>
              <a:srgbClr val="5EE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لِضِ</a:t>
            </a:r>
            <a:endParaRPr lang="ar-SA" sz="71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C52"/>
          </a:solidFill>
          <a:ln w="12700">
            <a:solidFill>
              <a:srgbClr val="E06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A"/>
          </a:solidFill>
          <a:ln w="12700">
            <a:solidFill>
              <a:srgbClr val="70DB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لِطِ</a:t>
            </a:r>
            <a:endParaRPr lang="ar-SA" sz="9500" dirty="0"/>
          </a:p>
        </p:txBody>
      </p:sp>
      <p:pic>
        <p:nvPicPr>
          <p:cNvPr id="25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18195" cy="86868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2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2"/>
          </a:solidFill>
          <a:ln w="12700">
            <a:solidFill>
              <a:srgbClr val="64D8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7"/>
          </a:solidFill>
          <a:ln w="12700">
            <a:solidFill>
              <a:srgbClr val="47D1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لِظِ</a:t>
            </a:r>
            <a:endParaRPr lang="ar-SA" sz="9500" dirty="0"/>
          </a:p>
        </p:txBody>
      </p:sp>
      <p:pic>
        <p:nvPicPr>
          <p:cNvPr id="20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29446" cy="1417320"/>
          </a:xfrm>
          <a:prstGeom prst="rect">
            <a:avLst/>
          </a:prstGeom>
        </p:spPr>
      </p:pic>
      <p:pic>
        <p:nvPicPr>
          <p:cNvPr id="21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739" y="3515868"/>
            <a:ext cx="1221821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لِعِ</a:t>
            </a:r>
            <a:endParaRPr lang="ar-SA" sz="6100" dirty="0"/>
          </a:p>
        </p:txBody>
      </p:sp>
      <p:pic>
        <p:nvPicPr>
          <p:cNvPr id="21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881628"/>
            <a:ext cx="1109076" cy="1188720"/>
          </a:xfrm>
          <a:prstGeom prst="rect">
            <a:avLst/>
          </a:prstGeom>
        </p:spPr>
      </p:pic>
      <p:pic>
        <p:nvPicPr>
          <p:cNvPr id="22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7934"/>
          </a:solidFill>
          <a:ln w="12700">
            <a:solidFill>
              <a:srgbClr val="5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لِغِ</a:t>
            </a:r>
            <a:endParaRPr lang="ar-SA" sz="6100" dirty="0"/>
          </a:p>
        </p:txBody>
      </p:sp>
      <p:pic>
        <p:nvPicPr>
          <p:cNvPr id="22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66296" cy="1417320"/>
          </a:xfrm>
          <a:prstGeom prst="rect">
            <a:avLst/>
          </a:prstGeom>
        </p:spPr>
      </p:pic>
      <p:pic>
        <p:nvPicPr>
          <p:cNvPr id="23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لِفِ</a:t>
            </a:r>
            <a:endParaRPr lang="ar-SA" sz="9200" dirty="0"/>
          </a:p>
        </p:txBody>
      </p:sp>
      <p:pic>
        <p:nvPicPr>
          <p:cNvPr id="20" name="Image 0" descr="octop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62674" cy="1417320"/>
          </a:xfrm>
          <a:prstGeom prst="rect">
            <a:avLst/>
          </a:prstGeom>
        </p:spPr>
      </p:pic>
      <p:pic>
        <p:nvPicPr>
          <p:cNvPr id="21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25EED"/>
          </a:solidFill>
          <a:ln w="12700">
            <a:solidFill>
              <a:srgbClr val="D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لِقِ</a:t>
            </a:r>
            <a:endParaRPr lang="ar-SA" sz="70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E052"/>
          </a:solidFill>
          <a:ln w="12700">
            <a:solidFill>
              <a:srgbClr val="5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70DB"/>
          </a:solidFill>
          <a:ln w="12700">
            <a:solidFill>
              <a:srgbClr val="9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لِكِ</a:t>
            </a:r>
            <a:endParaRPr lang="ar-SA" sz="9200" dirty="0"/>
          </a:p>
        </p:txBody>
      </p:sp>
      <p:pic>
        <p:nvPicPr>
          <p:cNvPr id="25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9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564D8"/>
          </a:solidFill>
          <a:ln w="12700">
            <a:solidFill>
              <a:srgbClr val="7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AD1"/>
          </a:solidFill>
          <a:ln w="12700">
            <a:solidFill>
              <a:srgbClr val="474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إِلِبِ</a:t>
            </a:r>
            <a:endParaRPr lang="ar-SA" sz="6200" dirty="0"/>
          </a:p>
        </p:txBody>
      </p:sp>
      <p:pic>
        <p:nvPicPr>
          <p:cNvPr id="24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25356" cy="1508760"/>
          </a:xfrm>
          <a:prstGeom prst="rect">
            <a:avLst/>
          </a:prstGeom>
        </p:spPr>
      </p:pic>
      <p:pic>
        <p:nvPicPr>
          <p:cNvPr id="25" name="Image 1" descr="hedgeh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517" y="3332988"/>
            <a:ext cx="2262043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بِلِتِ</a:t>
            </a:r>
            <a:endParaRPr lang="ar-SA" sz="6800" dirty="0"/>
          </a:p>
        </p:txBody>
      </p:sp>
      <p:pic>
        <p:nvPicPr>
          <p:cNvPr id="25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64508"/>
            <a:ext cx="1083290" cy="1005840"/>
          </a:xfrm>
          <a:prstGeom prst="rect">
            <a:avLst/>
          </a:prstGeom>
        </p:spPr>
      </p:pic>
      <p:pic>
        <p:nvPicPr>
          <p:cNvPr id="26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385" y="4384548"/>
            <a:ext cx="711175" cy="685800"/>
          </a:xfrm>
          <a:prstGeom prst="rect">
            <a:avLst/>
          </a:prstGeom>
        </p:spPr>
      </p:pic>
      <p:pic>
        <p:nvPicPr>
          <p:cNvPr id="27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0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تِلِثِ</a:t>
            </a:r>
            <a:endParaRPr lang="ar-SA" sz="8400" dirty="0"/>
          </a:p>
        </p:txBody>
      </p:sp>
      <p:pic>
        <p:nvPicPr>
          <p:cNvPr id="26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08760" cy="1508760"/>
          </a:xfrm>
          <a:prstGeom prst="rect">
            <a:avLst/>
          </a:prstGeom>
        </p:spPr>
      </p:pic>
      <p:pic>
        <p:nvPicPr>
          <p:cNvPr id="27" name="Image 1" descr="peac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797" y="3332988"/>
            <a:ext cx="1853763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ثِلِجِ</a:t>
            </a:r>
            <a:endParaRPr lang="ar-SA" sz="5400" dirty="0"/>
          </a:p>
        </p:txBody>
      </p:sp>
      <p:pic>
        <p:nvPicPr>
          <p:cNvPr id="24" name="Image 0" descr="spouting_wh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428796" cy="1508760"/>
          </a:xfrm>
          <a:prstGeom prst="rect">
            <a:avLst/>
          </a:prstGeom>
        </p:spPr>
      </p:pic>
      <p:pic>
        <p:nvPicPr>
          <p:cNvPr id="25" name="Image 1" descr="dolph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995" y="3332988"/>
            <a:ext cx="1365565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6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F5E"/>
          </a:solidFill>
          <a:ln w="12700">
            <a:solidFill>
              <a:srgbClr val="EDA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جِلِحِ</a:t>
            </a:r>
            <a:endParaRPr lang="ar-SA" sz="5400" dirty="0"/>
          </a:p>
        </p:txBody>
      </p:sp>
      <p:pic>
        <p:nvPicPr>
          <p:cNvPr id="32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EE0"/>
          </a:solidFill>
          <a:ln w="12700">
            <a:solidFill>
              <a:srgbClr val="527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470"/>
          </a:solidFill>
          <a:ln w="12700">
            <a:solidFill>
              <a:srgbClr val="DB8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حِلِخِ</a:t>
            </a:r>
            <a:endParaRPr lang="ar-SA" sz="5400" dirty="0"/>
          </a:p>
        </p:txBody>
      </p:sp>
      <p:pic>
        <p:nvPicPr>
          <p:cNvPr id="29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90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0"/>
          </a:solidFill>
          <a:ln w="12700">
            <a:solidFill>
              <a:srgbClr val="D864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D"/>
          </a:solidFill>
          <a:ln w="12700">
            <a:solidFill>
              <a:srgbClr val="D1476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خِلِدِ</a:t>
            </a:r>
            <a:endParaRPr lang="ar-SA" sz="8400" dirty="0"/>
          </a:p>
        </p:txBody>
      </p:sp>
      <p:pic>
        <p:nvPicPr>
          <p:cNvPr id="24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08760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617" y="3332988"/>
            <a:ext cx="2103943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دِلِذِ</a:t>
            </a:r>
            <a:endParaRPr lang="ar-SA" sz="8400" dirty="0"/>
          </a:p>
        </p:txBody>
      </p:sp>
      <p:pic>
        <p:nvPicPr>
          <p:cNvPr id="25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7255" cy="1005840"/>
          </a:xfrm>
          <a:prstGeom prst="rect">
            <a:avLst/>
          </a:prstGeom>
        </p:spPr>
      </p:pic>
      <p:pic>
        <p:nvPicPr>
          <p:cNvPr id="26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2B64"/>
          </a:solidFill>
          <a:ln w="12700">
            <a:solidFill>
              <a:srgbClr val="4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5"/>
          </a:solidFill>
          <a:ln w="12700">
            <a:solidFill>
              <a:srgbClr val="7934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ذِلِرِ</a:t>
            </a:r>
            <a:endParaRPr lang="ar-SA" sz="6600" dirty="0"/>
          </a:p>
        </p:txBody>
      </p:sp>
      <p:pic>
        <p:nvPicPr>
          <p:cNvPr id="26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716969" cy="1508760"/>
          </a:xfrm>
          <a:prstGeom prst="rect">
            <a:avLst/>
          </a:prstGeom>
        </p:spPr>
      </p:pic>
      <p:pic>
        <p:nvPicPr>
          <p:cNvPr id="27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رِلِزِ</a:t>
            </a:r>
            <a:endParaRPr lang="ar-SA" sz="6600" dirty="0"/>
          </a:p>
        </p:txBody>
      </p:sp>
      <p:pic>
        <p:nvPicPr>
          <p:cNvPr id="24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2432121" cy="1508760"/>
          </a:xfrm>
          <a:prstGeom prst="rect">
            <a:avLst/>
          </a:prstGeom>
        </p:spPr>
      </p:pic>
      <p:pic>
        <p:nvPicPr>
          <p:cNvPr id="25" name="Image 1" descr="tropical_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193" y="3332988"/>
            <a:ext cx="2114367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3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B"/>
          </a:solidFill>
          <a:ln w="12700">
            <a:solidFill>
              <a:srgbClr val="5EED8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زِلِسِ</a:t>
            </a:r>
            <a:endParaRPr lang="ar-SA" sz="6300" dirty="0"/>
          </a:p>
        </p:txBody>
      </p:sp>
      <p:pic>
        <p:nvPicPr>
          <p:cNvPr id="32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2"/>
          </a:solidFill>
          <a:ln w="12700">
            <a:solidFill>
              <a:srgbClr val="E052A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7DB70"/>
          </a:solidFill>
          <a:ln w="12700">
            <a:solidFill>
              <a:srgbClr val="7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485"/>
          </a:solidFill>
          <a:ln w="12700">
            <a:solidFill>
              <a:srgbClr val="477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سِلِشِ</a:t>
            </a:r>
            <a:endParaRPr lang="ar-SA" sz="6300" dirty="0"/>
          </a:p>
        </p:txBody>
      </p:sp>
      <p:pic>
        <p:nvPicPr>
          <p:cNvPr id="29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881628"/>
            <a:ext cx="928390" cy="118872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0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D864"/>
          </a:solidFill>
          <a:ln w="12700">
            <a:solidFill>
              <a:srgbClr val="8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D147"/>
          </a:solidFill>
          <a:ln w="12700">
            <a:solidFill>
              <a:srgbClr val="8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شِلِصِ</a:t>
            </a:r>
            <a:endParaRPr lang="ar-SA" sz="6300" dirty="0"/>
          </a:p>
        </p:txBody>
      </p:sp>
      <p:pic>
        <p:nvPicPr>
          <p:cNvPr id="24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17391" cy="1508760"/>
          </a:xfrm>
          <a:prstGeom prst="rect">
            <a:avLst/>
          </a:prstGeom>
        </p:spPr>
      </p:pic>
      <p:pic>
        <p:nvPicPr>
          <p:cNvPr id="25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18" y="3332988"/>
            <a:ext cx="1801642" cy="1737360"/>
          </a:xfrm>
          <a:prstGeom prst="rect">
            <a:avLst/>
          </a:prstGeom>
        </p:spPr>
      </p:pic>
      <p:pic>
        <p:nvPicPr>
          <p:cNvPr id="26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صِلِضِ</a:t>
            </a:r>
            <a:endParaRPr lang="ar-SA" sz="63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101669" cy="1097280"/>
          </a:xfrm>
          <a:prstGeom prst="rect">
            <a:avLst/>
          </a:prstGeom>
        </p:spPr>
      </p:pic>
      <p:pic>
        <p:nvPicPr>
          <p:cNvPr id="26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168" y="4247388"/>
            <a:ext cx="709392" cy="822960"/>
          </a:xfrm>
          <a:prstGeom prst="rect">
            <a:avLst/>
          </a:prstGeom>
        </p:spPr>
      </p:pic>
      <p:pic>
        <p:nvPicPr>
          <p:cNvPr id="27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2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ضِلِطِ</a:t>
            </a:r>
            <a:endParaRPr lang="ar-SA" sz="7900" dirty="0"/>
          </a:p>
        </p:txBody>
      </p:sp>
      <p:pic>
        <p:nvPicPr>
          <p:cNvPr id="26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7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682" y="3332988"/>
            <a:ext cx="1356878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طِلِظِ</a:t>
            </a:r>
            <a:endParaRPr lang="ar-SA" sz="8100" dirty="0"/>
          </a:p>
        </p:txBody>
      </p:sp>
      <p:pic>
        <p:nvPicPr>
          <p:cNvPr id="24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08760" cy="1508760"/>
          </a:xfrm>
          <a:prstGeom prst="rect">
            <a:avLst/>
          </a:prstGeom>
        </p:spPr>
      </p:pic>
      <p:pic>
        <p:nvPicPr>
          <p:cNvPr id="25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2988"/>
            <a:ext cx="1871137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4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75EED"/>
          </a:solidFill>
          <a:ln w="12700">
            <a:solidFill>
              <a:srgbClr val="6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ظِلِعِ</a:t>
            </a:r>
            <a:endParaRPr lang="ar-SA" sz="54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5E052"/>
          </a:solidFill>
          <a:ln w="12700">
            <a:solidFill>
              <a:srgbClr val="C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2DB"/>
          </a:solidFill>
          <a:ln w="12700">
            <a:solidFill>
              <a:srgbClr val="709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عِلِغِ</a:t>
            </a:r>
            <a:endParaRPr lang="ar-SA" sz="5400" dirty="0"/>
          </a:p>
        </p:txBody>
      </p:sp>
      <p:pic>
        <p:nvPicPr>
          <p:cNvPr id="29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26882" cy="86868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AD8"/>
          </a:solidFill>
          <a:ln w="12700">
            <a:solidFill>
              <a:srgbClr val="64A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1D1"/>
          </a:solidFill>
          <a:ln w="12700">
            <a:solidFill>
              <a:srgbClr val="47B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غِلِفِ</a:t>
            </a:r>
            <a:endParaRPr lang="ar-SA" sz="8100" dirty="0"/>
          </a:p>
        </p:txBody>
      </p:sp>
      <p:pic>
        <p:nvPicPr>
          <p:cNvPr id="24" name="Image 0" descr="ze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08760" cy="1508760"/>
          </a:xfrm>
          <a:prstGeom prst="rect">
            <a:avLst/>
          </a:prstGeom>
        </p:spPr>
      </p:pic>
      <p:pic>
        <p:nvPicPr>
          <p:cNvPr id="25" name="Image 1" descr="sn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283928" y="3332988"/>
            <a:ext cx="1768632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فِلِقِ</a:t>
            </a:r>
            <a:endParaRPr lang="ar-SA" sz="62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1075334" cy="960120"/>
          </a:xfrm>
          <a:prstGeom prst="rect">
            <a:avLst/>
          </a:prstGeom>
        </p:spPr>
      </p:pic>
      <p:pic>
        <p:nvPicPr>
          <p:cNvPr id="26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9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قِلِكِ</a:t>
            </a:r>
            <a:endParaRPr lang="ar-SA" sz="8100" dirty="0"/>
          </a:p>
        </p:txBody>
      </p:sp>
      <p:pic>
        <p:nvPicPr>
          <p:cNvPr id="26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08760" cy="1508760"/>
          </a:xfrm>
          <a:prstGeom prst="rect">
            <a:avLst/>
          </a:prstGeom>
        </p:spPr>
      </p:pic>
      <p:pic>
        <p:nvPicPr>
          <p:cNvPr id="27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170" y="3332988"/>
            <a:ext cx="1836390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كِلِإِ</a:t>
            </a:r>
            <a:endParaRPr lang="ar-SA" sz="6200" dirty="0"/>
          </a:p>
        </p:txBody>
      </p:sp>
      <p:pic>
        <p:nvPicPr>
          <p:cNvPr id="24" name="Image 0" descr="cr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89811" cy="1508760"/>
          </a:xfrm>
          <a:prstGeom prst="rect">
            <a:avLst/>
          </a:prstGeom>
        </p:spPr>
      </p:pic>
      <p:pic>
        <p:nvPicPr>
          <p:cNvPr id="25" name="Image 1" descr="s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3332988"/>
            <a:ext cx="2293315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4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9"/>
          </a:solidFill>
          <a:ln w="12700">
            <a:solidFill>
              <a:srgbClr val="ED5E7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إِلِ</a:t>
            </a:r>
            <a:endParaRPr lang="ar-SA" sz="7000" dirty="0"/>
          </a:p>
        </p:txBody>
      </p:sp>
      <p:pic>
        <p:nvPicPr>
          <p:cNvPr id="28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8"/>
          </a:solidFill>
          <a:ln w="12700">
            <a:solidFill>
              <a:srgbClr val="52E0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C"/>
          </a:solidFill>
          <a:ln w="12700">
            <a:solidFill>
              <a:srgbClr val="DB70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بِلِ</a:t>
            </a:r>
            <a:endParaRPr lang="ar-SA" sz="7300" dirty="0"/>
          </a:p>
        </p:txBody>
      </p:sp>
      <p:pic>
        <p:nvPicPr>
          <p:cNvPr id="25" name="Image 0" descr="c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01668"/>
            <a:ext cx="918195" cy="868680"/>
          </a:xfrm>
          <a:prstGeom prst="rect">
            <a:avLst/>
          </a:prstGeom>
        </p:spPr>
      </p:pic>
      <p:pic>
        <p:nvPicPr>
          <p:cNvPr id="26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2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7"/>
          </a:solidFill>
          <a:ln w="12700">
            <a:solidFill>
              <a:srgbClr val="D864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47D1"/>
          </a:solidFill>
          <a:ln w="12700">
            <a:solidFill>
              <a:srgbClr val="C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تِلِ</a:t>
            </a:r>
            <a:endParaRPr lang="ar-SA" sz="7300" dirty="0"/>
          </a:p>
        </p:txBody>
      </p:sp>
      <p:pic>
        <p:nvPicPr>
          <p:cNvPr id="20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29446" cy="1417320"/>
          </a:xfrm>
          <a:prstGeom prst="rect">
            <a:avLst/>
          </a:prstGeom>
        </p:spPr>
      </p:pic>
      <p:pic>
        <p:nvPicPr>
          <p:cNvPr id="21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739" y="3515868"/>
            <a:ext cx="1221821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ثِلِ</a:t>
            </a:r>
            <a:endParaRPr lang="ar-SA" sz="7300" dirty="0"/>
          </a:p>
        </p:txBody>
      </p:sp>
      <p:pic>
        <p:nvPicPr>
          <p:cNvPr id="21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881628"/>
            <a:ext cx="1109076" cy="1188720"/>
          </a:xfrm>
          <a:prstGeom prst="rect">
            <a:avLst/>
          </a:prstGeom>
        </p:spPr>
      </p:pic>
      <p:pic>
        <p:nvPicPr>
          <p:cNvPr id="22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3479"/>
          </a:solidFill>
          <a:ln w="12700">
            <a:solidFill>
              <a:srgbClr val="4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جِلِ</a:t>
            </a:r>
            <a:endParaRPr lang="ar-SA" sz="7300" dirty="0"/>
          </a:p>
        </p:txBody>
      </p:sp>
      <p:pic>
        <p:nvPicPr>
          <p:cNvPr id="22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66296" cy="1417320"/>
          </a:xfrm>
          <a:prstGeom prst="rect">
            <a:avLst/>
          </a:prstGeom>
        </p:spPr>
      </p:pic>
      <p:pic>
        <p:nvPicPr>
          <p:cNvPr id="23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حِلِ</a:t>
            </a:r>
            <a:endParaRPr lang="ar-SA" sz="7300" dirty="0"/>
          </a:p>
        </p:txBody>
      </p:sp>
      <p:pic>
        <p:nvPicPr>
          <p:cNvPr id="20" name="Image 0" descr="octop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62674" cy="1417320"/>
          </a:xfrm>
          <a:prstGeom prst="rect">
            <a:avLst/>
          </a:prstGeom>
        </p:spPr>
      </p:pic>
      <p:pic>
        <p:nvPicPr>
          <p:cNvPr id="21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ED5E"/>
          </a:solidFill>
          <a:ln w="12700">
            <a:solidFill>
              <a:srgbClr val="9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خِلِ</a:t>
            </a:r>
            <a:endParaRPr lang="ar-SA" sz="73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452E0"/>
          </a:solidFill>
          <a:ln w="12700">
            <a:solidFill>
              <a:srgbClr val="B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DB70"/>
          </a:solidFill>
          <a:ln w="12700">
            <a:solidFill>
              <a:srgbClr val="C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دِلِ</a:t>
            </a:r>
            <a:endParaRPr lang="ar-SA" sz="7300" dirty="0"/>
          </a:p>
        </p:txBody>
      </p:sp>
      <p:pic>
        <p:nvPicPr>
          <p:cNvPr id="25" name="Image 0" descr="ho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26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9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C64"/>
          </a:solidFill>
          <a:ln w="12700">
            <a:solidFill>
              <a:srgbClr val="D8C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C47"/>
          </a:solidFill>
          <a:ln w="12700">
            <a:solidFill>
              <a:srgbClr val="D1A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ذِلِ</a:t>
            </a:r>
            <a:endParaRPr lang="ar-SA" sz="7300" dirty="0"/>
          </a:p>
        </p:txBody>
      </p:sp>
      <p:pic>
        <p:nvPicPr>
          <p:cNvPr id="20" name="Image 0" descr="pengu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32911" cy="1417320"/>
          </a:xfrm>
          <a:prstGeom prst="rect">
            <a:avLst/>
          </a:prstGeom>
        </p:spPr>
      </p:pic>
      <p:pic>
        <p:nvPicPr>
          <p:cNvPr id="21" name="Image 1" descr="hedgeh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627" y="3515868"/>
            <a:ext cx="2023933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رِلِ</a:t>
            </a:r>
            <a:endParaRPr lang="ar-SA" sz="7300" dirty="0"/>
          </a:p>
        </p:txBody>
      </p:sp>
      <p:pic>
        <p:nvPicPr>
          <p:cNvPr id="21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64508"/>
            <a:ext cx="1083290" cy="1005840"/>
          </a:xfrm>
          <a:prstGeom prst="rect">
            <a:avLst/>
          </a:prstGeom>
        </p:spPr>
      </p:pic>
      <p:pic>
        <p:nvPicPr>
          <p:cNvPr id="22" name="Image 1" descr="chipmu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385" y="4384548"/>
            <a:ext cx="711175" cy="685800"/>
          </a:xfrm>
          <a:prstGeom prst="rect">
            <a:avLst/>
          </a:prstGeom>
        </p:spPr>
      </p:pic>
      <p:pic>
        <p:nvPicPr>
          <p:cNvPr id="23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0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زِلِ</a:t>
            </a:r>
            <a:endParaRPr lang="ar-SA" sz="73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3" name="Image 1" descr="peac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930" y="3515868"/>
            <a:ext cx="1658630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سِلِ</a:t>
            </a:r>
            <a:endParaRPr lang="ar-SA" sz="7300" dirty="0"/>
          </a:p>
        </p:txBody>
      </p:sp>
      <p:pic>
        <p:nvPicPr>
          <p:cNvPr id="20" name="Image 0" descr="spouting_wh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42202" cy="1417320"/>
          </a:xfrm>
          <a:prstGeom prst="rect">
            <a:avLst/>
          </a:prstGeom>
        </p:spPr>
      </p:pic>
      <p:pic>
        <p:nvPicPr>
          <p:cNvPr id="21" name="Image 1" descr="dolph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739" y="3515868"/>
            <a:ext cx="1221821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6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0ED"/>
          </a:solidFill>
          <a:ln w="12700">
            <a:solidFill>
              <a:srgbClr val="5EC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شِلِ</a:t>
            </a:r>
            <a:endParaRPr lang="ar-SA" sz="73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152"/>
          </a:solidFill>
          <a:ln w="12700">
            <a:solidFill>
              <a:srgbClr val="E09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5"/>
          </a:solidFill>
          <a:ln w="12700">
            <a:solidFill>
              <a:srgbClr val="70DB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صِلِ</a:t>
            </a:r>
            <a:endParaRPr lang="ar-SA" sz="7300" dirty="0"/>
          </a:p>
        </p:txBody>
      </p:sp>
      <p:pic>
        <p:nvPicPr>
          <p:cNvPr id="25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90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F"/>
          </a:solidFill>
          <a:ln w="12700">
            <a:solidFill>
              <a:srgbClr val="64D8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A"/>
          </a:solidFill>
          <a:ln w="12700">
            <a:solidFill>
              <a:srgbClr val="47D1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ضِلِ</a:t>
            </a:r>
            <a:endParaRPr lang="ar-SA" sz="7300" dirty="0"/>
          </a:p>
        </p:txBody>
      </p:sp>
      <p:pic>
        <p:nvPicPr>
          <p:cNvPr id="20" name="Image 0" descr="de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085" y="3515868"/>
            <a:ext cx="1882475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طِلِ</a:t>
            </a:r>
            <a:endParaRPr lang="ar-SA" sz="7300" dirty="0"/>
          </a:p>
        </p:txBody>
      </p:sp>
      <p:pic>
        <p:nvPicPr>
          <p:cNvPr id="21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7255" cy="100584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ظِلِ</a:t>
            </a:r>
            <a:endParaRPr lang="ar-SA" sz="7300" dirty="0"/>
          </a:p>
        </p:txBody>
      </p:sp>
      <p:pic>
        <p:nvPicPr>
          <p:cNvPr id="22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612910" cy="1417320"/>
          </a:xfrm>
          <a:prstGeom prst="rect">
            <a:avLst/>
          </a:prstGeom>
        </p:spPr>
      </p:pic>
      <p:pic>
        <p:nvPicPr>
          <p:cNvPr id="23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عِلِ</a:t>
            </a:r>
            <a:endParaRPr lang="ar-SA" sz="73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1" name="Image 1" descr="tropical_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758" y="3515868"/>
            <a:ext cx="1891802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3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4"/>
          </a:solidFill>
          <a:ln w="12700">
            <a:solidFill>
              <a:srgbClr val="ED5EE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غِلِ</a:t>
            </a:r>
            <a:endParaRPr lang="ar-SA" sz="73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D"/>
          </a:solidFill>
          <a:ln w="12700">
            <a:solidFill>
              <a:srgbClr val="52E0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A70DB"/>
          </a:solidFill>
          <a:ln w="12700">
            <a:solidFill>
              <a:srgbClr val="B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فِلِ</a:t>
            </a:r>
            <a:endParaRPr lang="ar-SA" sz="7300" dirty="0"/>
          </a:p>
        </p:txBody>
      </p:sp>
      <p:pic>
        <p:nvPicPr>
          <p:cNvPr id="25" name="Image 0" descr="flamin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881628"/>
            <a:ext cx="928390" cy="11887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0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64D8"/>
          </a:solidFill>
          <a:ln w="12700">
            <a:solidFill>
              <a:srgbClr val="9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47D1"/>
          </a:solidFill>
          <a:ln w="12700">
            <a:solidFill>
              <a:srgbClr val="6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قِلِ</a:t>
            </a:r>
            <a:endParaRPr lang="ar-SA" sz="7300" dirty="0"/>
          </a:p>
        </p:txBody>
      </p:sp>
      <p:pic>
        <p:nvPicPr>
          <p:cNvPr id="20" name="Image 0" descr="kangaro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19367" cy="1417320"/>
          </a:xfrm>
          <a:prstGeom prst="rect">
            <a:avLst/>
          </a:prstGeom>
        </p:spPr>
      </p:pic>
      <p:pic>
        <p:nvPicPr>
          <p:cNvPr id="21" name="Image 1" descr="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564" y="3515868"/>
            <a:ext cx="1611996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كِلِ</a:t>
            </a:r>
            <a:endParaRPr lang="ar-SA" sz="73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973068"/>
            <a:ext cx="1101669" cy="1097280"/>
          </a:xfrm>
          <a:prstGeom prst="rect">
            <a:avLst/>
          </a:prstGeom>
        </p:spPr>
      </p:pic>
      <p:pic>
        <p:nvPicPr>
          <p:cNvPr id="22" name="Image 1" descr="parr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168" y="4247388"/>
            <a:ext cx="709392" cy="82296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2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87169" y="896112"/>
            <a:ext cx="19944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A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87169" y="896112"/>
            <a:ext cx="19944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262347" y="896112"/>
            <a:ext cx="23047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A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262347" y="896112"/>
            <a:ext cx="23047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591640" y="2834640"/>
            <a:ext cx="39607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591640" y="2834640"/>
            <a:ext cx="39607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 وَتَعِبَ</a:t>
            </a:r>
            <a:endParaRPr lang="ar-SA" sz="5400" dirty="0"/>
          </a:p>
        </p:txBody>
      </p:sp>
      <p:pic>
        <p:nvPicPr>
          <p:cNvPr id="19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17172" cy="1463040"/>
          </a:xfrm>
          <a:prstGeom prst="rect">
            <a:avLst/>
          </a:prstGeom>
        </p:spPr>
      </p:pic>
      <p:pic>
        <p:nvPicPr>
          <p:cNvPr id="20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926" y="1828800"/>
            <a:ext cx="1142634" cy="14630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19042" y="896112"/>
            <a:ext cx="185325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8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19042" y="896112"/>
            <a:ext cx="18532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71704" y="896112"/>
            <a:ext cx="20272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8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71704" y="896112"/>
            <a:ext cx="20272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90160" y="2834640"/>
            <a:ext cx="35636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90160" y="2834640"/>
            <a:ext cx="35636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 وَخَرَجَ</a:t>
            </a:r>
            <a:endParaRPr lang="ar-SA" sz="4700" dirty="0"/>
          </a:p>
        </p:txBody>
      </p:sp>
      <p:pic>
        <p:nvPicPr>
          <p:cNvPr id="17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63040" cy="1463040"/>
          </a:xfrm>
          <a:prstGeom prst="rect">
            <a:avLst/>
          </a:prstGeom>
        </p:spPr>
      </p:pic>
      <p:pic>
        <p:nvPicPr>
          <p:cNvPr id="18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866" y="1828800"/>
            <a:ext cx="1575694" cy="1463040"/>
          </a:xfrm>
          <a:prstGeom prst="rect">
            <a:avLst/>
          </a:prstGeom>
        </p:spPr>
      </p:pic>
      <p:pic>
        <p:nvPicPr>
          <p:cNvPr id="19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4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35E"/>
          </a:solidFill>
          <a:ln w="12700">
            <a:solidFill>
              <a:srgbClr val="EDD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79004" y="896112"/>
            <a:ext cx="16073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6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79004" y="896112"/>
            <a:ext cx="16073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عَلِمَ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57649" y="896112"/>
            <a:ext cx="210131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57649" y="896112"/>
            <a:ext cx="210131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وَعَمِلَ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70415" y="2834640"/>
            <a:ext cx="340317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70415" y="2834640"/>
            <a:ext cx="340317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عَلِمَ وَعَمِلَ</a:t>
            </a:r>
            <a:endParaRPr lang="ar-SA" sz="4700" dirty="0"/>
          </a:p>
        </p:txBody>
      </p:sp>
      <p:pic>
        <p:nvPicPr>
          <p:cNvPr id="25" name="Image 0" descr="hippopota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2276490" cy="1463040"/>
          </a:xfrm>
          <a:prstGeom prst="rect">
            <a:avLst/>
          </a:prstGeom>
        </p:spPr>
      </p:pic>
      <p:pic>
        <p:nvPicPr>
          <p:cNvPr id="26" name="Image 1" descr="lla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544" y="1828800"/>
            <a:ext cx="1365016" cy="1463040"/>
          </a:xfrm>
          <a:prstGeom prst="rect">
            <a:avLst/>
          </a:prstGeom>
        </p:spPr>
      </p:pic>
      <p:pic>
        <p:nvPicPr>
          <p:cNvPr id="27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058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AE0"/>
          </a:solidFill>
          <a:ln w="12700">
            <a:solidFill>
              <a:srgbClr val="525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070"/>
          </a:solidFill>
          <a:ln w="12700">
            <a:solidFill>
              <a:srgbClr val="DBA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21243" y="896112"/>
            <a:ext cx="165384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9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21243" y="896112"/>
            <a:ext cx="165384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قَبِلَ</a:t>
            </a:r>
            <a:endParaRPr lang="ar-SA" sz="4800" dirty="0"/>
          </a:p>
        </p:txBody>
      </p:sp>
      <p:sp>
        <p:nvSpPr>
          <p:cNvPr id="17" name="C2 W2 pill"/>
          <p:cNvSpPr/>
          <p:nvPr/>
        </p:nvSpPr>
        <p:spPr>
          <a:xfrm>
            <a:off x="2468912" y="896112"/>
            <a:ext cx="223229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9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68912" y="896112"/>
            <a:ext cx="223229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8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5816" y="2834640"/>
            <a:ext cx="351236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5816" y="2834640"/>
            <a:ext cx="351236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قَبِلَ وَشَكَرَ</a:t>
            </a:r>
            <a:endParaRPr lang="ar-SA" sz="4800" dirty="0"/>
          </a:p>
        </p:txBody>
      </p:sp>
      <p:pic>
        <p:nvPicPr>
          <p:cNvPr id="22" name="Image 0" descr="peac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561064" cy="1463040"/>
          </a:xfrm>
          <a:prstGeom prst="rect">
            <a:avLst/>
          </a:prstGeom>
        </p:spPr>
      </p:pic>
      <p:pic>
        <p:nvPicPr>
          <p:cNvPr id="23" name="Image 1" descr="d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1463040" cy="1463040"/>
          </a:xfrm>
          <a:prstGeom prst="rect">
            <a:avLst/>
          </a:prstGeom>
        </p:spPr>
      </p:pic>
      <p:pic>
        <p:nvPicPr>
          <p:cNvPr id="24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13-lam</dc:title>
  <dc:subject>PptxGenJS Presentation</dc:subject>
  <dc:creator>PptxGenJS</dc:creator>
  <cp:lastModifiedBy>PptxGenJS</cp:lastModifiedBy>
  <cp:revision>1</cp:revision>
  <dcterms:created xsi:type="dcterms:W3CDTF">2026-10-20T23:11:23Z</dcterms:created>
  <dcterms:modified xsi:type="dcterms:W3CDTF">2026-10-20T23:11:23Z</dcterms:modified>
</cp:coreProperties>
</file>