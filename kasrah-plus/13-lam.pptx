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2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2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2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1000" dirty="0"/>
          </a:p>
        </p:txBody>
      </p:sp>
      <p:sp>
        <p:nvSpPr>
          <p:cNvPr id="13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11000" dirty="0"/>
          </a:p>
        </p:txBody>
      </p:sp>
      <p:pic>
        <p:nvPicPr>
          <p:cNvPr id="1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79846" cy="1691640"/>
          </a:xfrm>
          <a:prstGeom prst="rect">
            <a:avLst/>
          </a:prstGeom>
        </p:spPr>
      </p:pic>
      <p:pic>
        <p:nvPicPr>
          <p:cNvPr id="1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9204" y="1943100"/>
            <a:ext cx="1063356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لِإِ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209" y="3835908"/>
            <a:ext cx="1618351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لِبِ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D"/>
          </a:solidFill>
          <a:ln w="12700">
            <a:solidFill>
              <a:srgbClr val="ED5E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لِتِ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1502" y="2080260"/>
            <a:ext cx="511058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3"/>
          </a:solidFill>
          <a:ln w="12700">
            <a:solidFill>
              <a:srgbClr val="52E0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8"/>
          </a:solidFill>
          <a:ln w="12700">
            <a:solidFill>
              <a:srgbClr val="DB70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لِثِ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64D8"/>
          </a:solidFill>
          <a:ln w="12700">
            <a:solidFill>
              <a:srgbClr val="C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47D1"/>
          </a:solidFill>
          <a:ln w="12700">
            <a:solidFill>
              <a:srgbClr val="A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لِجِ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8625" y="3653028"/>
            <a:ext cx="1123935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لِحِ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349" y="4064508"/>
            <a:ext cx="725211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لِخِ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8862" y="3653028"/>
            <a:ext cx="1153698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لِدِ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ED5E"/>
          </a:solidFill>
          <a:ln w="12700">
            <a:solidFill>
              <a:srgbClr val="C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لِذِ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3089" y="2080260"/>
            <a:ext cx="519471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052E0"/>
          </a:solidFill>
          <a:ln w="12700">
            <a:solidFill>
              <a:srgbClr val="9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470"/>
          </a:solidFill>
          <a:ln w="12700">
            <a:solidFill>
              <a:srgbClr val="DBD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لِرِ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F64"/>
          </a:solidFill>
          <a:ln w="12700">
            <a:solidFill>
              <a:srgbClr val="D8A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947"/>
          </a:solidFill>
          <a:ln w="12700">
            <a:solidFill>
              <a:srgbClr val="D18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لِزِ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5634" y="3653028"/>
            <a:ext cx="1466926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لِسِ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110" y="3790188"/>
            <a:ext cx="719450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لِشِ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3790188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لِصِ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5ED"/>
          </a:solidFill>
          <a:ln w="12700">
            <a:solidFill>
              <a:srgbClr val="5EE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لِضِ</a:t>
            </a:r>
            <a:endParaRPr lang="ar-SA" sz="7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0966" y="2080260"/>
            <a:ext cx="501594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C52"/>
          </a:solidFill>
          <a:ln w="12700">
            <a:solidFill>
              <a:srgbClr val="E06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A"/>
          </a:solidFill>
          <a:ln w="12700">
            <a:solidFill>
              <a:srgbClr val="70DB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لِطِ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2"/>
          </a:solidFill>
          <a:ln w="12700">
            <a:solidFill>
              <a:srgbClr val="64D8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7"/>
          </a:solidFill>
          <a:ln w="12700">
            <a:solidFill>
              <a:srgbClr val="47D1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لِظِ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9259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لِعِ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041" y="3927348"/>
            <a:ext cx="723519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لِغِ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3050" y="3790188"/>
            <a:ext cx="1199510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لِفِ</a:t>
            </a:r>
            <a:endParaRPr lang="ar-SA" sz="9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25EED"/>
          </a:solidFill>
          <a:ln w="12700">
            <a:solidFill>
              <a:srgbClr val="D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لِقِ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E052"/>
          </a:solidFill>
          <a:ln w="12700">
            <a:solidFill>
              <a:srgbClr val="5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6"/>
          </a:solidFill>
          <a:ln w="12700">
            <a:solidFill>
              <a:srgbClr val="85475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لِكِ</a:t>
            </a:r>
            <a:endParaRPr lang="ar-SA" sz="9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64D8"/>
          </a:solidFill>
          <a:ln w="12700">
            <a:solidFill>
              <a:srgbClr val="7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AD1"/>
          </a:solidFill>
          <a:ln w="12700">
            <a:solidFill>
              <a:srgbClr val="474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إِلِبِ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79185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120" y="4064508"/>
            <a:ext cx="1281440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بِلِتِ</a:t>
            </a:r>
            <a:endParaRPr lang="ar-SA" sz="68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3607308"/>
            <a:ext cx="724205" cy="14630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تِلِثِ</a:t>
            </a:r>
            <a:endParaRPr lang="ar-SA" sz="8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2004" y="4018788"/>
            <a:ext cx="1520556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ثِلِجِ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F5E"/>
          </a:solidFill>
          <a:ln w="12700">
            <a:solidFill>
              <a:srgbClr val="EDA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جِلِحِ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EE0"/>
          </a:solidFill>
          <a:ln w="12700">
            <a:solidFill>
              <a:srgbClr val="527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470"/>
          </a:solidFill>
          <a:ln w="12700">
            <a:solidFill>
              <a:srgbClr val="DB8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حِلِخِ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0"/>
          </a:solidFill>
          <a:ln w="12700">
            <a:solidFill>
              <a:srgbClr val="D864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D"/>
          </a:solidFill>
          <a:ln w="12700">
            <a:solidFill>
              <a:srgbClr val="D147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خِلِدِ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6057" y="3744468"/>
            <a:ext cx="1096503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دِلِذِ</a:t>
            </a:r>
            <a:endParaRPr lang="ar-SA" sz="8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2099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169" y="4018788"/>
            <a:ext cx="701391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2B64"/>
          </a:solidFill>
          <a:ln w="12700">
            <a:solidFill>
              <a:srgbClr val="4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5"/>
          </a:solidFill>
          <a:ln w="12700">
            <a:solidFill>
              <a:srgbClr val="7934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ذِلِرِ</a:t>
            </a:r>
            <a:endParaRPr lang="ar-SA" sz="66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8183" y="3561588"/>
            <a:ext cx="1184377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رِلِزِ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B"/>
          </a:solidFill>
          <a:ln w="12700">
            <a:solidFill>
              <a:srgbClr val="5EED8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زِلِسِ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2"/>
          </a:solidFill>
          <a:ln w="12700">
            <a:solidFill>
              <a:srgbClr val="E052A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7DB70"/>
          </a:solidFill>
          <a:ln w="12700">
            <a:solidFill>
              <a:srgbClr val="7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سِلِشِ</a:t>
            </a:r>
            <a:endParaRPr lang="ar-SA" sz="63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0626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شِلِصِ</a:t>
            </a:r>
            <a:endParaRPr lang="ar-SA" sz="6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019739" cy="146304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5494" y="4064508"/>
            <a:ext cx="1217066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صِلِضِ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709" y="3790188"/>
            <a:ext cx="725851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ضِلِطِ</a:t>
            </a:r>
            <a:endParaRPr lang="ar-SA" sz="79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124" y="3607308"/>
            <a:ext cx="1249436" cy="14630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طِلِظِ</a:t>
            </a:r>
            <a:endParaRPr lang="ar-SA" sz="8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174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75EED"/>
          </a:solidFill>
          <a:ln w="12700">
            <a:solidFill>
              <a:srgbClr val="6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ظِلِعِ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2DB"/>
          </a:solidFill>
          <a:ln w="12700">
            <a:solidFill>
              <a:srgbClr val="709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عِلِغِ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9292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غِلِفِ</a:t>
            </a:r>
            <a:endParaRPr lang="ar-SA" sz="8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81051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فِلِقِ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5924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589" y="3790188"/>
            <a:ext cx="730971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قِلِكِ</a:t>
            </a:r>
            <a:endParaRPr lang="ar-SA" sz="81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249436" cy="146304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9891" y="3744468"/>
            <a:ext cx="1422669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كِلِإِ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9"/>
          </a:solidFill>
          <a:ln w="12700">
            <a:solidFill>
              <a:srgbClr val="ED5E7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إِلِ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496" y="2034540"/>
            <a:ext cx="512064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بِلِ</a:t>
            </a:r>
            <a:endParaRPr lang="ar-SA" sz="7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تِلِ</a:t>
            </a:r>
            <a:endParaRPr lang="ar-SA" sz="7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5558" y="3835908"/>
            <a:ext cx="1527002" cy="12344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ثِلِ</a:t>
            </a:r>
            <a:endParaRPr lang="ar-SA" sz="7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5338" y="4064508"/>
            <a:ext cx="727222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جِلِ</a:t>
            </a:r>
            <a:endParaRPr lang="ar-SA" sz="73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حِلِ</a:t>
            </a:r>
            <a:endParaRPr lang="ar-SA" sz="7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خِلِ</a:t>
            </a:r>
            <a:endParaRPr lang="ar-SA" sz="7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13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452E0"/>
          </a:solidFill>
          <a:ln w="12700">
            <a:solidFill>
              <a:srgbClr val="B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دِلِ</a:t>
            </a:r>
            <a:endParaRPr lang="ar-SA" sz="7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C64"/>
          </a:solidFill>
          <a:ln w="12700">
            <a:solidFill>
              <a:srgbClr val="D8C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C47"/>
          </a:solidFill>
          <a:ln w="12700">
            <a:solidFill>
              <a:srgbClr val="D1A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ذِلِ</a:t>
            </a:r>
            <a:endParaRPr lang="ar-SA" sz="7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1450" y="3607308"/>
            <a:ext cx="1381110" cy="14630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رِلِ</a:t>
            </a:r>
            <a:endParaRPr lang="ar-SA" sz="7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3973068"/>
            <a:ext cx="724205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زِلِ</a:t>
            </a:r>
            <a:endParaRPr lang="ar-SA" sz="73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8625" y="3653028"/>
            <a:ext cx="1123935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سِلِ</a:t>
            </a:r>
            <a:endParaRPr lang="ar-SA" sz="7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0ED"/>
          </a:solidFill>
          <a:ln w="12700">
            <a:solidFill>
              <a:srgbClr val="5EC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شِلِ</a:t>
            </a:r>
            <a:endParaRPr lang="ar-SA" sz="7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4657" y="2080260"/>
            <a:ext cx="507903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صِلِ</a:t>
            </a:r>
            <a:endParaRPr lang="ar-SA" sz="7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F"/>
          </a:solidFill>
          <a:ln w="12700">
            <a:solidFill>
              <a:srgbClr val="64D8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ضِلِ</a:t>
            </a:r>
            <a:endParaRPr lang="ar-SA" sz="7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3744468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طِلِ</a:t>
            </a:r>
            <a:endParaRPr lang="ar-SA" sz="7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ظِلِ</a:t>
            </a:r>
            <a:endParaRPr lang="ar-SA" sz="73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3385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5634" y="3653028"/>
            <a:ext cx="1466926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عِلِ</a:t>
            </a:r>
            <a:endParaRPr lang="ar-SA" sz="7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4"/>
          </a:solidFill>
          <a:ln w="12700">
            <a:solidFill>
              <a:srgbClr val="ED5E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غِلِ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D"/>
          </a:solidFill>
          <a:ln w="12700">
            <a:solidFill>
              <a:srgbClr val="52E0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A70DB"/>
          </a:solidFill>
          <a:ln w="12700">
            <a:solidFill>
              <a:srgbClr val="B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فِلِ</a:t>
            </a:r>
            <a:endParaRPr lang="ar-SA" sz="7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05256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قِلِ</a:t>
            </a:r>
            <a:endParaRPr lang="ar-SA" sz="7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33347" cy="114300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9007" y="3607308"/>
            <a:ext cx="1363553" cy="14630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كِلِ</a:t>
            </a:r>
            <a:endParaRPr lang="ar-SA" sz="7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499" y="4018788"/>
            <a:ext cx="715061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87169" y="896112"/>
            <a:ext cx="19944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A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87169" y="896112"/>
            <a:ext cx="19944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262347" y="896112"/>
            <a:ext cx="23047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A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62347" y="896112"/>
            <a:ext cx="23047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91640" y="2834640"/>
            <a:ext cx="39607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91640" y="2834640"/>
            <a:ext cx="39607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 وَتَعِبَ</a:t>
            </a:r>
            <a:endParaRPr lang="ar-SA" sz="54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1217066" cy="100584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1943100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9042" y="896112"/>
            <a:ext cx="18532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9042" y="896112"/>
            <a:ext cx="18532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71704" y="896112"/>
            <a:ext cx="2027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8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71704" y="896112"/>
            <a:ext cx="2027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90160" y="2834640"/>
            <a:ext cx="35636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90160" y="2834640"/>
            <a:ext cx="35636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 وَخَرَجَ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47705" cy="169164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2034540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35E"/>
          </a:solidFill>
          <a:ln w="12700">
            <a:solidFill>
              <a:srgbClr val="EDD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79004" y="896112"/>
            <a:ext cx="16073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6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79004" y="896112"/>
            <a:ext cx="16073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عَلِمَ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57649" y="896112"/>
            <a:ext cx="210131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57649" y="896112"/>
            <a:ext cx="210131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وَعَمِلَ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70415" y="2834640"/>
            <a:ext cx="340317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70415" y="2834640"/>
            <a:ext cx="340317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عَلِمَ وَعَمِلَ</a:t>
            </a:r>
            <a:endParaRPr lang="ar-SA" sz="4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339962" cy="15544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0568" y="1783080"/>
            <a:ext cx="1031992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AE0"/>
          </a:solidFill>
          <a:ln w="12700">
            <a:solidFill>
              <a:srgbClr val="525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21243" y="896112"/>
            <a:ext cx="165384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9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21243" y="896112"/>
            <a:ext cx="165384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قَبِلَ</a:t>
            </a:r>
            <a:endParaRPr lang="ar-SA" sz="4800" dirty="0"/>
          </a:p>
        </p:txBody>
      </p:sp>
      <p:sp>
        <p:nvSpPr>
          <p:cNvPr id="17" name="C2 W2 pill"/>
          <p:cNvSpPr/>
          <p:nvPr/>
        </p:nvSpPr>
        <p:spPr>
          <a:xfrm>
            <a:off x="2468912" y="896112"/>
            <a:ext cx="223229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9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68912" y="896112"/>
            <a:ext cx="223229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5816" y="2834640"/>
            <a:ext cx="351236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5816" y="2834640"/>
            <a:ext cx="351236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قَبِلَ وَشَكَرَ</a:t>
            </a:r>
            <a:endParaRPr lang="ar-SA" sz="48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96762" cy="169164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2080260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13-lam</dc:title>
  <dc:subject>PptxGenJS Presentation</dc:subject>
  <dc:creator>PptxGenJS</dc:creator>
  <cp:lastModifiedBy>PptxGenJS</cp:lastModifiedBy>
  <cp:revision>1</cp:revision>
  <dcterms:created xsi:type="dcterms:W3CDTF">2026-10-21T00:09:47Z</dcterms:created>
  <dcterms:modified xsi:type="dcterms:W3CDTF">2026-10-21T00:09:47Z</dcterms:modified>
</cp:coreProperties>
</file>