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9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7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3700" dirty="0"/>
          </a:p>
        </p:txBody>
      </p:sp>
      <p:pic>
        <p:nvPicPr>
          <p:cNvPr id="13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4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1783080"/>
            <a:ext cx="1635313" cy="1554480"/>
          </a:xfrm>
          <a:prstGeom prst="rect">
            <a:avLst/>
          </a:prstGeom>
        </p:spPr>
      </p:pic>
      <p:pic>
        <p:nvPicPr>
          <p:cNvPr id="15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هِإِ</a:t>
            </a:r>
            <a:endParaRPr lang="ar-SA" sz="7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75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5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61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6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61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هِدِ</a:t>
            </a:r>
            <a:endParaRPr lang="ar-SA" sz="9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هِذِ</a:t>
            </a:r>
            <a:endParaRPr lang="ar-SA" sz="9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هِرِ</a:t>
            </a:r>
            <a:endParaRPr lang="ar-SA" sz="74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هِزِ</a:t>
            </a:r>
            <a:endParaRPr lang="ar-SA" sz="74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هِسِ</a:t>
            </a:r>
            <a:endParaRPr lang="ar-SA" sz="7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هِشِ</a:t>
            </a:r>
            <a:endParaRPr lang="ar-SA" sz="71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هِصِ</a:t>
            </a:r>
            <a:endParaRPr lang="ar-SA" sz="71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هِضِ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هِطِ</a:t>
            </a:r>
            <a:endParaRPr lang="ar-SA" sz="95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هِظِ</a:t>
            </a:r>
            <a:endParaRPr lang="ar-SA" sz="95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هِعِ</a:t>
            </a:r>
            <a:endParaRPr lang="ar-SA" sz="6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هِغِ</a:t>
            </a:r>
            <a:endParaRPr lang="ar-SA" sz="6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هِفِ</a:t>
            </a:r>
            <a:endParaRPr lang="ar-SA" sz="9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هِقِ</a:t>
            </a:r>
            <a:endParaRPr lang="ar-SA" sz="7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هِكِ</a:t>
            </a:r>
            <a:endParaRPr lang="ar-SA" sz="92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هِلِ</a:t>
            </a:r>
            <a:endParaRPr lang="ar-SA" sz="73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هِمِ</a:t>
            </a:r>
            <a:endParaRPr lang="ar-SA" sz="71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هِنِ</a:t>
            </a:r>
            <a:endParaRPr lang="ar-SA" sz="71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إِهِبِ</a:t>
            </a:r>
            <a:endParaRPr lang="ar-SA" sz="62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63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تِهِثِ</a:t>
            </a:r>
            <a:endParaRPr lang="ar-SA" sz="63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ثِهِجِ</a:t>
            </a:r>
            <a:endParaRPr lang="ar-SA" sz="5400" dirty="0"/>
          </a:p>
        </p:txBody>
      </p:sp>
      <p:pic>
        <p:nvPicPr>
          <p:cNvPr id="26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جِهِحِ</a:t>
            </a:r>
            <a:endParaRPr lang="ar-SA" sz="54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430" y="3337560"/>
            <a:ext cx="1494130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حِهِخِ</a:t>
            </a:r>
            <a:endParaRPr lang="ar-SA" sz="54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خِهِدِ</a:t>
            </a:r>
            <a:endParaRPr lang="ar-SA" sz="6300" dirty="0"/>
          </a:p>
        </p:txBody>
      </p:sp>
      <p:pic>
        <p:nvPicPr>
          <p:cNvPr id="2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دِهِذِ</a:t>
            </a:r>
            <a:endParaRPr lang="ar-SA" sz="84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ذِهِرِ</a:t>
            </a:r>
            <a:endParaRPr lang="ar-SA" sz="6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رِهِزِ</a:t>
            </a:r>
            <a:endParaRPr lang="ar-SA" sz="66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زِهِسِ</a:t>
            </a:r>
            <a:endParaRPr lang="ar-SA" sz="63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279" y="3337560"/>
            <a:ext cx="1473281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سِهِشِ</a:t>
            </a:r>
            <a:endParaRPr lang="ar-SA" sz="63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شِهِصِ</a:t>
            </a:r>
            <a:endParaRPr lang="ar-SA" sz="6100" dirty="0"/>
          </a:p>
        </p:txBody>
      </p:sp>
      <p:pic>
        <p:nvPicPr>
          <p:cNvPr id="29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صِهِضِ</a:t>
            </a:r>
            <a:endParaRPr lang="ar-SA" sz="58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ضِهِطِ</a:t>
            </a:r>
            <a:endParaRPr lang="ar-SA" sz="63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طِهِظِ</a:t>
            </a:r>
            <a:endParaRPr lang="ar-SA" sz="6300" dirty="0"/>
          </a:p>
        </p:txBody>
      </p:sp>
      <p:pic>
        <p:nvPicPr>
          <p:cNvPr id="26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7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7560"/>
            <a:ext cx="187113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ظِهِعِ</a:t>
            </a:r>
            <a:endParaRPr lang="ar-SA" sz="54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7560"/>
            <a:ext cx="210394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عِهِغِ</a:t>
            </a:r>
            <a:endParaRPr lang="ar-SA" sz="54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غِهِفِ</a:t>
            </a:r>
            <a:endParaRPr lang="ar-SA" sz="6300" dirty="0"/>
          </a:p>
        </p:txBody>
      </p:sp>
      <p:pic>
        <p:nvPicPr>
          <p:cNvPr id="2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فِهِقِ</a:t>
            </a:r>
            <a:endParaRPr lang="ar-SA" sz="6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339" y="3337560"/>
            <a:ext cx="1447221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قِهِكِ</a:t>
            </a:r>
            <a:endParaRPr lang="ar-SA" sz="63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كِهِلِ</a:t>
            </a:r>
            <a:endParaRPr lang="ar-SA" sz="63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7460" y="3337560"/>
            <a:ext cx="139510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لِهِمِ</a:t>
            </a:r>
            <a:endParaRPr lang="ar-SA" sz="63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857" y="3337560"/>
            <a:ext cx="1827703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مِهِنِ</a:t>
            </a:r>
            <a:endParaRPr lang="ar-SA" sz="63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نِهِإِ</a:t>
            </a:r>
            <a:endParaRPr lang="ar-SA" sz="62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</a:t>
            </a:r>
            <a:endParaRPr lang="ar-SA" sz="7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77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90" y="4251960"/>
            <a:ext cx="697870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5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5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3520440"/>
            <a:ext cx="1336853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77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</a:t>
            </a:r>
            <a:endParaRPr lang="ar-SA" sz="95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</a:t>
            </a:r>
            <a:endParaRPr lang="ar-SA" sz="9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</a:t>
            </a:r>
            <a:endParaRPr lang="ar-SA" sz="7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3520440"/>
            <a:ext cx="131819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</a:t>
            </a:r>
            <a:endParaRPr lang="ar-SA" sz="75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</a:t>
            </a:r>
            <a:endParaRPr lang="ar-SA" sz="9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</a:t>
            </a:r>
            <a:endParaRPr lang="ar-SA" sz="95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</a:t>
            </a:r>
            <a:endParaRPr lang="ar-SA" sz="95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</a:t>
            </a:r>
            <a:endParaRPr lang="ar-SA" sz="9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20440"/>
            <a:ext cx="188247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</a:t>
            </a:r>
            <a:endParaRPr lang="ar-SA" sz="9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</a:t>
            </a:r>
            <a:endParaRPr lang="ar-SA" sz="9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</a:t>
            </a:r>
            <a:endParaRPr lang="ar-SA" sz="95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3520440"/>
            <a:ext cx="1294882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</a:t>
            </a:r>
            <a:endParaRPr lang="ar-SA" sz="9500" dirty="0"/>
          </a:p>
        </p:txBody>
      </p:sp>
      <p:pic>
        <p:nvPicPr>
          <p:cNvPr id="21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251960"/>
            <a:ext cx="707746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</a:t>
            </a:r>
            <a:endParaRPr lang="ar-SA" sz="95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3520440"/>
            <a:ext cx="124824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</a:t>
            </a:r>
            <a:endParaRPr lang="ar-SA" sz="95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247" y="3520440"/>
            <a:ext cx="1635313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</a:t>
            </a:r>
            <a:endParaRPr lang="ar-SA" sz="95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</a:t>
            </a:r>
            <a:endParaRPr lang="ar-SA" sz="95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20440"/>
            <a:ext cx="167417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6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8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9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4361" y="1783080"/>
            <a:ext cx="1318199" cy="1554480"/>
          </a:xfrm>
          <a:prstGeom prst="rect">
            <a:avLst/>
          </a:prstGeom>
        </p:spPr>
      </p:pic>
      <p:pic>
        <p:nvPicPr>
          <p:cNvPr id="20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63922" y="896112"/>
            <a:ext cx="17454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63922" y="896112"/>
            <a:ext cx="17454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434642" y="896112"/>
            <a:ext cx="2209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4642" y="896112"/>
            <a:ext cx="2209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1777" y="2834640"/>
            <a:ext cx="35804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1777" y="2834640"/>
            <a:ext cx="35804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 وَصَدَقَ</a:t>
            </a:r>
            <a:endParaRPr lang="ar-SA" sz="4500" dirty="0"/>
          </a:p>
        </p:txBody>
      </p:sp>
      <p:pic>
        <p:nvPicPr>
          <p:cNvPr id="1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20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678" y="1783080"/>
            <a:ext cx="129488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8224" y="896112"/>
            <a:ext cx="2166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8224" y="896112"/>
            <a:ext cx="2166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89653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89653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7573" y="2834640"/>
            <a:ext cx="41088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7573" y="2834640"/>
            <a:ext cx="41088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وَلَعِبَ</a:t>
            </a:r>
            <a:endParaRPr lang="ar-SA" sz="5400" dirty="0"/>
          </a:p>
        </p:txBody>
      </p:sp>
      <p:pic>
        <p:nvPicPr>
          <p:cNvPr id="17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8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707" y="1783080"/>
            <a:ext cx="1336853" cy="1554480"/>
          </a:xfrm>
          <a:prstGeom prst="rect">
            <a:avLst/>
          </a:prstGeom>
        </p:spPr>
      </p:pic>
      <p:pic>
        <p:nvPicPr>
          <p:cNvPr id="19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0629" y="896112"/>
            <a:ext cx="17866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0629" y="896112"/>
            <a:ext cx="17866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96753" y="896112"/>
            <a:ext cx="20438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96753" y="896112"/>
            <a:ext cx="20438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8604" y="2834640"/>
            <a:ext cx="33467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8604" y="2834640"/>
            <a:ext cx="33467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 وَتَعِبَ</a:t>
            </a:r>
            <a:endParaRPr lang="ar-SA" sz="45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313" y="1783080"/>
            <a:ext cx="1248247" cy="155448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15-ha</dc:title>
  <dc:subject>PptxGenJS Presentation</dc:subject>
  <dc:creator>PptxGenJS</dc:creator>
  <cp:lastModifiedBy>PptxGenJS</cp:lastModifiedBy>
  <cp:revision>1</cp:revision>
  <dcterms:created xsi:type="dcterms:W3CDTF">2026-10-20T22:47:06Z</dcterms:created>
  <dcterms:modified xsi:type="dcterms:W3CDTF">2026-10-20T22:47:06Z</dcterms:modified>
</cp:coreProperties>
</file>