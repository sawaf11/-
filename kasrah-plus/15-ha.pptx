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2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2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7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137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99770" cy="182880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3241548"/>
            <a:ext cx="2724912" cy="18288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هِبِ</a:t>
            </a:r>
            <a:endParaRPr lang="ar-SA" sz="7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2125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214" y="4064508"/>
            <a:ext cx="576346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هِتِ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04406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792" y="3515868"/>
            <a:ext cx="161976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هِثِ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هِجِ</a:t>
            </a:r>
            <a:endParaRPr lang="ar-SA" sz="6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614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هِحِ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هِدِ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5668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هِذِ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0802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50" y="3515868"/>
            <a:ext cx="1478310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هِرِ</a:t>
            </a:r>
            <a:endParaRPr lang="ar-SA" sz="74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هِزِ</a:t>
            </a:r>
            <a:endParaRPr lang="ar-SA" sz="74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7054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182" y="3515868"/>
            <a:ext cx="73837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هِسِ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هِصِ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9999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6" y="4155948"/>
            <a:ext cx="557784" cy="9144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9"/>
          </a:solidFill>
          <a:ln w="12700">
            <a:solidFill>
              <a:srgbClr val="D147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هِضِ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739052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581" y="3515868"/>
            <a:ext cx="1796979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هِطِ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9290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367" y="4064508"/>
            <a:ext cx="722193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هِظِ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5070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003" y="3515868"/>
            <a:ext cx="800557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هِعِ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هِفِ</a:t>
            </a:r>
            <a:endParaRPr lang="ar-SA" sz="9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186" y="3835908"/>
            <a:ext cx="565374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هِقِ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059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64" y="3515868"/>
            <a:ext cx="1386596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هِكِ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6455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هِلِ</a:t>
            </a:r>
            <a:endParaRPr lang="ar-SA" sz="73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3070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012" y="3515868"/>
            <a:ext cx="81454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هِمِ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هِنِ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إِهِبِ</a:t>
            </a:r>
            <a:endParaRPr lang="ar-SA" sz="6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2625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بِهِتِ</a:t>
            </a:r>
            <a:endParaRPr lang="ar-SA" sz="6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289990" cy="1508760"/>
          </a:xfrm>
          <a:prstGeom prst="rect">
            <a:avLst/>
          </a:prstGeom>
        </p:spPr>
      </p:pic>
      <p:pic>
        <p:nvPicPr>
          <p:cNvPr id="2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647" y="3332988"/>
            <a:ext cx="2004913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تِهِثِ</a:t>
            </a:r>
            <a:endParaRPr lang="ar-SA" sz="6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65606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ثِهِجِ</a:t>
            </a:r>
            <a:endParaRPr lang="ar-SA" sz="5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58549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204" y="3332988"/>
            <a:ext cx="1016356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جِهِحِ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4977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6"/>
          </a:solidFill>
          <a:ln w="12700">
            <a:solidFill>
              <a:srgbClr val="ED5E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حِهِخِ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A"/>
          </a:solidFill>
          <a:ln w="12700">
            <a:solidFill>
              <a:srgbClr val="52E0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E"/>
          </a:solidFill>
          <a:ln w="12700">
            <a:solidFill>
              <a:srgbClr val="DB70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خِهِدِ</a:t>
            </a:r>
            <a:endParaRPr lang="ar-SA" sz="63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2625" cy="15087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757" y="3744468"/>
            <a:ext cx="568803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دِهِذِ</a:t>
            </a:r>
            <a:endParaRPr lang="ar-SA" sz="8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3595375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732" y="3332988"/>
            <a:ext cx="1363828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ذِهِرِ</a:t>
            </a:r>
            <a:endParaRPr lang="ar-SA" sz="6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4977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رِهِزِ</a:t>
            </a:r>
            <a:endParaRPr lang="ar-SA" sz="66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65671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709" y="3332988"/>
            <a:ext cx="913851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زِهِسِ</a:t>
            </a:r>
            <a:endParaRPr lang="ar-SA" sz="63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424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ED5E"/>
          </a:solidFill>
          <a:ln w="12700">
            <a:solidFill>
              <a:srgbClr val="C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سِهِشِ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شِهِصِ</a:t>
            </a:r>
            <a:endParaRPr lang="ar-SA" sz="61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1012" cy="15087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129" y="4110228"/>
            <a:ext cx="567431" cy="9601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764"/>
          </a:solidFill>
          <a:ln w="12700">
            <a:solidFill>
              <a:srgbClr val="D8A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047"/>
          </a:solidFill>
          <a:ln w="12700">
            <a:solidFill>
              <a:srgbClr val="D18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صِهِضِ</a:t>
            </a:r>
            <a:endParaRPr lang="ar-SA" sz="5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904055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342" y="3332988"/>
            <a:ext cx="1791218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ضِهِطِ</a:t>
            </a:r>
            <a:endParaRPr lang="ar-SA" sz="6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042" y="3927348"/>
            <a:ext cx="715518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طِهِظِ</a:t>
            </a:r>
            <a:endParaRPr lang="ar-SA" sz="63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2312929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697" y="3332988"/>
            <a:ext cx="774863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ظِهِعِ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D"/>
          </a:solidFill>
          <a:ln w="12700">
            <a:solidFill>
              <a:srgbClr val="5EE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عِهِغِ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352"/>
          </a:solidFill>
          <a:ln w="12700">
            <a:solidFill>
              <a:srgbClr val="E06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غِهِفِ</a:t>
            </a:r>
            <a:endParaRPr lang="ar-SA" sz="63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34344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A"/>
          </a:solidFill>
          <a:ln w="12700">
            <a:solidFill>
              <a:srgbClr val="64D8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E"/>
          </a:solidFill>
          <a:ln w="12700">
            <a:solidFill>
              <a:srgbClr val="47D1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فِهِقِ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93" y="3332988"/>
            <a:ext cx="1956267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قِهِكِ</a:t>
            </a:r>
            <a:endParaRPr lang="ar-SA" sz="6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43397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كِهِلِ</a:t>
            </a:r>
            <a:endParaRPr lang="ar-SA" sz="63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409182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487" y="3332988"/>
            <a:ext cx="952073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لِهِمِ</a:t>
            </a:r>
            <a:endParaRPr lang="ar-SA" sz="63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1171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5EED"/>
          </a:solidFill>
          <a:ln w="12700">
            <a:solidFill>
              <a:srgbClr val="C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مِهِنِ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E052"/>
          </a:solidFill>
          <a:ln w="12700">
            <a:solidFill>
              <a:srgbClr val="6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70DB"/>
          </a:solidFill>
          <a:ln w="12700">
            <a:solidFill>
              <a:srgbClr val="9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نِهِإِ</a:t>
            </a:r>
            <a:endParaRPr lang="ar-SA" sz="6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049" y="4110228"/>
            <a:ext cx="565511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64D8"/>
          </a:solidFill>
          <a:ln w="12700">
            <a:solidFill>
              <a:srgbClr val="6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إِهِ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3165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325" y="3515868"/>
            <a:ext cx="110523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بِهِ</a:t>
            </a:r>
            <a:endParaRPr lang="ar-SA" sz="77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0314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تِهِ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7984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756" y="3515868"/>
            <a:ext cx="764804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ثِهِ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0141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جِهِ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حِهِ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1573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خِهِ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79052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19" y="3515868"/>
            <a:ext cx="2911541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دِهِ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7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ذِهِ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999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371" y="3515868"/>
            <a:ext cx="690189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رِهِ</a:t>
            </a:r>
            <a:endParaRPr lang="ar-SA" sz="7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2"/>
          </a:solidFill>
          <a:ln w="12700">
            <a:solidFill>
              <a:srgbClr val="5EED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زِهِ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B"/>
          </a:solidFill>
          <a:ln w="12700">
            <a:solidFill>
              <a:srgbClr val="E052A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DB70"/>
          </a:solidFill>
          <a:ln w="12700">
            <a:solidFill>
              <a:srgbClr val="7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سِهِ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0471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924" y="4018788"/>
            <a:ext cx="563636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D147"/>
          </a:solidFill>
          <a:ln w="12700">
            <a:solidFill>
              <a:srgbClr val="9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شِهِ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6346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392" y="3515868"/>
            <a:ext cx="120316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صِهِ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5510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ضِهِ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6377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11" y="3515868"/>
            <a:ext cx="988649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طِهِ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EED"/>
          </a:solidFill>
          <a:ln w="12700">
            <a:solidFill>
              <a:srgbClr val="5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ظِهِ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عِهِ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825" y="3744468"/>
            <a:ext cx="580735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AD1"/>
          </a:solidFill>
          <a:ln w="12700">
            <a:solidFill>
              <a:srgbClr val="47B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غِهِ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19525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608" y="3515868"/>
            <a:ext cx="199595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فِهِ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قِهِ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4062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279" y="3515868"/>
            <a:ext cx="878281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كِهِ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2"/>
          </a:solidFill>
          <a:ln w="12700">
            <a:solidFill>
              <a:srgbClr val="ED5E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لِهِ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F"/>
          </a:solidFill>
          <a:ln w="12700">
            <a:solidFill>
              <a:srgbClr val="52E0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مِهِ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947" y="4155948"/>
            <a:ext cx="559613" cy="9144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E"/>
          </a:solidFill>
          <a:ln w="12700">
            <a:solidFill>
              <a:srgbClr val="D864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47D1"/>
          </a:solidFill>
          <a:ln w="12700">
            <a:solidFill>
              <a:srgbClr val="C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نِهِ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8031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86" y="3515868"/>
            <a:ext cx="1691274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92148" y="896112"/>
            <a:ext cx="15963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6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92148" y="896112"/>
            <a:ext cx="15963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555492" y="896112"/>
            <a:ext cx="21166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55492" y="896112"/>
            <a:ext cx="21166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وَحَفِظَ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74505" y="2834640"/>
            <a:ext cx="33949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74505" y="2834640"/>
            <a:ext cx="33949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 وَحَفِظَ</a:t>
            </a:r>
            <a:endParaRPr lang="ar-SA" sz="45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32104" cy="182880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254" y="1783080"/>
            <a:ext cx="1853306" cy="1645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63922" y="896112"/>
            <a:ext cx="17454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63922" y="896112"/>
            <a:ext cx="17454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شَهِدَ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434642" y="896112"/>
            <a:ext cx="22092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34642" y="896112"/>
            <a:ext cx="22092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81777" y="2834640"/>
            <a:ext cx="358044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81777" y="2834640"/>
            <a:ext cx="358044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شَهِدَ وَصَدَقَ</a:t>
            </a:r>
            <a:endParaRPr lang="ar-SA" sz="4500" dirty="0"/>
          </a:p>
        </p:txBody>
      </p:sp>
      <p:pic>
        <p:nvPicPr>
          <p:cNvPr id="1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680667" cy="182880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285" y="3241548"/>
            <a:ext cx="830275" cy="1828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88224" y="896112"/>
            <a:ext cx="2166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88224" y="896112"/>
            <a:ext cx="2166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189653" y="896112"/>
            <a:ext cx="22785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89653" y="896112"/>
            <a:ext cx="22785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17573" y="2834640"/>
            <a:ext cx="41088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17573" y="2834640"/>
            <a:ext cx="41088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وَلَعِبَ</a:t>
            </a:r>
            <a:endParaRPr lang="ar-SA" sz="54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99770" cy="18288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3241548"/>
            <a:ext cx="2187245" cy="18288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ED5E"/>
          </a:solidFill>
          <a:ln w="12700">
            <a:solidFill>
              <a:srgbClr val="A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60629" y="896112"/>
            <a:ext cx="17866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60629" y="896112"/>
            <a:ext cx="17866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سَهِرَ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496753" y="896112"/>
            <a:ext cx="204383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96753" y="896112"/>
            <a:ext cx="204383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98604" y="2834640"/>
            <a:ext cx="33467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98604" y="2834640"/>
            <a:ext cx="33467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سَهِرَ وَتَعِبَ</a:t>
            </a:r>
            <a:endParaRPr lang="ar-SA" sz="4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269004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254" y="1783080"/>
            <a:ext cx="1853306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15-ha</dc:title>
  <dc:subject>PptxGenJS Presentation</dc:subject>
  <dc:creator>PptxGenJS</dc:creator>
  <cp:lastModifiedBy>PptxGenJS</cp:lastModifiedBy>
  <cp:revision>1</cp:revision>
  <dcterms:created xsi:type="dcterms:W3CDTF">2026-10-20T23:35:48Z</dcterms:created>
  <dcterms:modified xsi:type="dcterms:W3CDTF">2026-10-20T23:35:48Z</dcterms:modified>
</cp:coreProperties>
</file>