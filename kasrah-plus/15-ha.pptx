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2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6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3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2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7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137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53044" cy="173736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1988820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328" y="4110228"/>
            <a:ext cx="572232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0865" y="3515868"/>
            <a:ext cx="76169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هِذِ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6" y="3973068"/>
            <a:ext cx="1462674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5634" y="3653028"/>
            <a:ext cx="1466926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هِطِ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هِظِ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806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هِفِ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311" y="3835908"/>
            <a:ext cx="575249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هِقِ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05" y="3744468"/>
            <a:ext cx="1739555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هِكِ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567" y="3515868"/>
            <a:ext cx="81299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هِنِ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إِهِبِ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بِهِتِ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22096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7184" y="3515868"/>
            <a:ext cx="1865376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تِهِثِ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ثِهِجِ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965" y="3424428"/>
            <a:ext cx="1010595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جِهِحِ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حِهِخِ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خِهِدِ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802" y="3744468"/>
            <a:ext cx="576758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دِهِذِ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ذِهِرِ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رِهِزِ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1051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8452" y="3424428"/>
            <a:ext cx="864108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زِهِسِ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سِهِشِ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شِهِصِ</a:t>
            </a:r>
            <a:endParaRPr lang="ar-SA" sz="6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930" y="4110228"/>
            <a:ext cx="562630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764"/>
          </a:solidFill>
          <a:ln w="12700">
            <a:solidFill>
              <a:srgbClr val="D8A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047"/>
          </a:solidFill>
          <a:ln w="12700">
            <a:solidFill>
              <a:srgbClr val="D18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صِهِضِ</a:t>
            </a:r>
            <a:endParaRPr lang="ar-SA" sz="5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400" y="3332988"/>
            <a:ext cx="1421160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ضِهِطِ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طِهِظِ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378708"/>
            <a:ext cx="747705" cy="1691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ظِهِعِ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عِهِغِ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352"/>
          </a:solidFill>
          <a:ln w="12700">
            <a:solidFill>
              <a:srgbClr val="E06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غِهِفِ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A"/>
          </a:solidFill>
          <a:ln w="12700">
            <a:solidFill>
              <a:srgbClr val="64D8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E"/>
          </a:solidFill>
          <a:ln w="12700">
            <a:solidFill>
              <a:srgbClr val="47D1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فِهِقِ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1460" y="3653028"/>
            <a:ext cx="130110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قِهِكِ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كِهِلِ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لِهِمِ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5EED"/>
          </a:solidFill>
          <a:ln w="12700">
            <a:solidFill>
              <a:srgbClr val="C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مِهِنِ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E052"/>
          </a:solidFill>
          <a:ln w="12700">
            <a:solidFill>
              <a:srgbClr val="6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نِهِإِ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202" y="4064508"/>
            <a:ext cx="578358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إِهِ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98748"/>
            <a:ext cx="1371600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</a:t>
            </a:r>
            <a:endParaRPr lang="ar-SA" sz="7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628" y="3515868"/>
            <a:ext cx="73993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7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1906" y="3515868"/>
            <a:ext cx="66065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2"/>
          </a:solidFill>
          <a:ln w="12700">
            <a:solidFill>
              <a:srgbClr val="5EED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B"/>
          </a:solidFill>
          <a:ln w="12700">
            <a:solidFill>
              <a:srgbClr val="E052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255" y="4064508"/>
            <a:ext cx="569305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D147"/>
          </a:solidFill>
          <a:ln w="12700">
            <a:solidFill>
              <a:srgbClr val="9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1460" y="3835908"/>
            <a:ext cx="1301100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546" y="3653028"/>
            <a:ext cx="93401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EED"/>
          </a:solidFill>
          <a:ln w="12700">
            <a:solidFill>
              <a:srgbClr val="5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150" y="3744468"/>
            <a:ext cx="579410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AD1"/>
          </a:solidFill>
          <a:ln w="12700">
            <a:solidFill>
              <a:srgbClr val="47B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590" y="4110228"/>
            <a:ext cx="722970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080" y="3515868"/>
            <a:ext cx="91248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2"/>
          </a:solidFill>
          <a:ln w="12700">
            <a:solidFill>
              <a:srgbClr val="ED5E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92148" y="896112"/>
            <a:ext cx="15963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6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92148" y="896112"/>
            <a:ext cx="15963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555492" y="896112"/>
            <a:ext cx="21166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55492" y="896112"/>
            <a:ext cx="21166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وَحَفِظَ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74505" y="2834640"/>
            <a:ext cx="3394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74505" y="2834640"/>
            <a:ext cx="3394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 وَحَفِظَ</a:t>
            </a:r>
            <a:endParaRPr lang="ar-SA" sz="45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778337" cy="173736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2125980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63922" y="896112"/>
            <a:ext cx="17454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63922" y="896112"/>
            <a:ext cx="17454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شَهِدَ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434642" y="896112"/>
            <a:ext cx="22092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4642" y="896112"/>
            <a:ext cx="22092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1777" y="2834640"/>
            <a:ext cx="358044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1777" y="2834640"/>
            <a:ext cx="358044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شَهِدَ وَصَدَقَ</a:t>
            </a:r>
            <a:endParaRPr lang="ar-SA" sz="45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422669" cy="132588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88224" y="896112"/>
            <a:ext cx="2166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88224" y="896112"/>
            <a:ext cx="2166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189653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89653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17573" y="2834640"/>
            <a:ext cx="41088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17573" y="2834640"/>
            <a:ext cx="41088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وَلَعِبَ</a:t>
            </a:r>
            <a:endParaRPr lang="ar-SA" sz="5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26983" cy="173736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2080260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0629" y="896112"/>
            <a:ext cx="17866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0629" y="896112"/>
            <a:ext cx="17866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سَهِرَ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496753" y="896112"/>
            <a:ext cx="204383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96753" y="896112"/>
            <a:ext cx="204383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8604" y="2834640"/>
            <a:ext cx="33467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8604" y="2834640"/>
            <a:ext cx="33467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سَهِرَ وَتَعِبَ</a:t>
            </a:r>
            <a:endParaRPr lang="ar-SA" sz="4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1673352" cy="114300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571" y="1851660"/>
            <a:ext cx="1375989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15-ha</dc:title>
  <dc:subject>PptxGenJS Presentation</dc:subject>
  <dc:creator>PptxGenJS</dc:creator>
  <cp:lastModifiedBy>PptxGenJS</cp:lastModifiedBy>
  <cp:revision>1</cp:revision>
  <dcterms:created xsi:type="dcterms:W3CDTF">2026-10-21T00:09:48Z</dcterms:created>
  <dcterms:modified xsi:type="dcterms:W3CDTF">2026-10-21T00:09:48Z</dcterms:modified>
</cp:coreProperties>
</file>