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3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2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2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252E0"/>
          </a:solidFill>
          <a:ln w="12700">
            <a:solidFill>
              <a:srgbClr val="9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670"/>
          </a:solidFill>
          <a:ln w="12700">
            <a:solidFill>
              <a:srgbClr val="DBD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4600" dirty="0"/>
          </a:p>
        </p:txBody>
      </p:sp>
      <p:sp>
        <p:nvSpPr>
          <p:cNvPr id="17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146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19302" cy="182880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6280" y="1783080"/>
            <a:ext cx="2146280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164"/>
          </a:solidFill>
          <a:ln w="12700">
            <a:solidFill>
              <a:srgbClr val="D8B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B47"/>
          </a:solidFill>
          <a:ln w="12700">
            <a:solidFill>
              <a:srgbClr val="D18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دِإِ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50706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279" y="3515868"/>
            <a:ext cx="878281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0235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08" y="4064508"/>
            <a:ext cx="715152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92280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581" y="3515868"/>
            <a:ext cx="1796979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2ED"/>
          </a:solidFill>
          <a:ln w="12700">
            <a:solidFill>
              <a:srgbClr val="5EE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E52"/>
          </a:solidFill>
          <a:ln w="12700">
            <a:solidFill>
              <a:srgbClr val="E06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B"/>
          </a:solidFill>
          <a:ln w="12700">
            <a:solidFill>
              <a:srgbClr val="70DB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4"/>
          </a:solidFill>
          <a:ln w="12700">
            <a:solidFill>
              <a:srgbClr val="64D8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9"/>
          </a:solidFill>
          <a:ln w="12700">
            <a:solidFill>
              <a:srgbClr val="47D1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30706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6826" y="3515868"/>
            <a:ext cx="70573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إِدِبِ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031" y="4110228"/>
            <a:ext cx="709529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بِدِتِ</a:t>
            </a:r>
            <a:endParaRPr lang="ar-SA" sz="68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63919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2835" y="3332988"/>
            <a:ext cx="1549725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تِدِثِ</a:t>
            </a:r>
            <a:endParaRPr lang="ar-SA" sz="8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196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3332988"/>
            <a:ext cx="2432304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5EED"/>
          </a:solidFill>
          <a:ln w="12700">
            <a:solidFill>
              <a:srgbClr val="D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ثِدِجِ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9E052"/>
          </a:solidFill>
          <a:ln w="12700">
            <a:solidFill>
              <a:srgbClr val="5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70DB"/>
          </a:solidFill>
          <a:ln w="12700">
            <a:solidFill>
              <a:srgbClr val="A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جِدِحِ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64D8"/>
          </a:solidFill>
          <a:ln w="12700">
            <a:solidFill>
              <a:srgbClr val="7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8D1"/>
          </a:solidFill>
          <a:ln w="12700">
            <a:solidFill>
              <a:srgbClr val="474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حِدِخِ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58549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779" y="3332988"/>
            <a:ext cx="854781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خِدِإِ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4205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A"/>
          </a:solidFill>
          <a:ln w="12700">
            <a:solidFill>
              <a:srgbClr val="2B64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379"/>
          </a:solidFill>
          <a:ln w="12700">
            <a:solidFill>
              <a:srgbClr val="346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إِدِ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8690" y="3515868"/>
            <a:ext cx="1793870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</a:t>
            </a:r>
            <a:endParaRPr lang="ar-SA" sz="7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15E"/>
          </a:solidFill>
          <a:ln w="12700">
            <a:solidFill>
              <a:srgbClr val="EDB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CE0"/>
          </a:solidFill>
          <a:ln w="12700">
            <a:solidFill>
              <a:srgbClr val="527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670"/>
          </a:solidFill>
          <a:ln w="12700">
            <a:solidFill>
              <a:srgbClr val="DB8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8547"/>
          </a:solidFill>
          <a:ln w="12700">
            <a:solidFill>
              <a:srgbClr val="6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2676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E"/>
          </a:solidFill>
          <a:ln w="12700">
            <a:solidFill>
              <a:srgbClr val="D8646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B"/>
          </a:solidFill>
          <a:ln w="12700">
            <a:solidFill>
              <a:srgbClr val="D1476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</a:t>
            </a:r>
            <a:endParaRPr lang="ar-SA" sz="7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6472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8845" y="3515868"/>
            <a:ext cx="73371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60313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4"/>
          </a:solidFill>
          <a:ln w="12700">
            <a:solidFill>
              <a:srgbClr val="7934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6881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2293" y="3515868"/>
            <a:ext cx="1220267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46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146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033272" cy="182880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6947" y="1874520"/>
            <a:ext cx="2845613" cy="14630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D"/>
          </a:solidFill>
          <a:ln w="12700">
            <a:solidFill>
              <a:srgbClr val="5EED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ذِإِ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0"/>
          </a:solidFill>
          <a:ln w="12700">
            <a:solidFill>
              <a:srgbClr val="E052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DB70"/>
          </a:solidFill>
          <a:ln w="12700">
            <a:solidFill>
              <a:srgbClr val="7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ذِبِ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28573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BD864"/>
          </a:solidFill>
          <a:ln w="12700">
            <a:solidFill>
              <a:srgbClr val="8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D147"/>
          </a:solidFill>
          <a:ln w="12700">
            <a:solidFill>
              <a:srgbClr val="8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ذِتِ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17275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2933" y="3515868"/>
            <a:ext cx="859627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ذِثِ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779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ذِجِ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3889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891" y="3515868"/>
            <a:ext cx="1602669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ذِحِ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7716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5EED"/>
          </a:solidFill>
          <a:ln w="12700">
            <a:solidFill>
              <a:srgbClr val="6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ذِخِ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3E052"/>
          </a:solidFill>
          <a:ln w="12700">
            <a:solidFill>
              <a:srgbClr val="C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0DB"/>
          </a:solidFill>
          <a:ln w="12700">
            <a:solidFill>
              <a:srgbClr val="709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7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7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ذِدِ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8D8"/>
          </a:solidFill>
          <a:ln w="12700">
            <a:solidFill>
              <a:srgbClr val="64A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FD1"/>
          </a:solidFill>
          <a:ln w="12700">
            <a:solidFill>
              <a:srgbClr val="47A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إِذِبِ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09182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2526" y="3332988"/>
            <a:ext cx="820034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بِذِتِ</a:t>
            </a:r>
            <a:endParaRPr lang="ar-SA" sz="68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2907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C"/>
          </a:solidFill>
          <a:ln w="12700">
            <a:solidFill>
              <a:srgbClr val="3479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تِذِثِ</a:t>
            </a:r>
            <a:endParaRPr lang="ar-SA" sz="8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825907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293" y="3332988"/>
            <a:ext cx="1956267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ثِذِجِ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7"/>
          </a:solidFill>
          <a:ln w="12700">
            <a:solidFill>
              <a:srgbClr val="ED5E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جِذِحِ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A"/>
          </a:solidFill>
          <a:ln w="12700">
            <a:solidFill>
              <a:srgbClr val="52E0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B"/>
          </a:solidFill>
          <a:ln w="12700">
            <a:solidFill>
              <a:srgbClr val="DB70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حِذِخِ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5"/>
          </a:solidFill>
          <a:ln w="12700">
            <a:solidFill>
              <a:srgbClr val="D864C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1"/>
          </a:solidFill>
          <a:ln w="12700">
            <a:solidFill>
              <a:srgbClr val="D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خِذِدِ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62410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1376" y="3332988"/>
            <a:ext cx="971184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دِذِإِ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2485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إِذِ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7401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325" y="3515868"/>
            <a:ext cx="110523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</a:t>
            </a:r>
            <a:endParaRPr lang="ar-SA" sz="7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ED5E"/>
          </a:solidFill>
          <a:ln w="12700">
            <a:solidFill>
              <a:srgbClr val="9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تِذِ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52E0"/>
          </a:solidFill>
          <a:ln w="12700">
            <a:solidFill>
              <a:srgbClr val="B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DB70"/>
          </a:solidFill>
          <a:ln w="12700">
            <a:solidFill>
              <a:srgbClr val="C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ثِذِ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146" y="4155948"/>
            <a:ext cx="572414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E64"/>
          </a:solidFill>
          <a:ln w="12700">
            <a:solidFill>
              <a:srgbClr val="D8C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E47"/>
          </a:solidFill>
          <a:ln w="12700">
            <a:solidFill>
              <a:srgbClr val="D1A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جِذِ</a:t>
            </a:r>
            <a:endParaRPr lang="ar-SA" sz="7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999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2003" y="3515868"/>
            <a:ext cx="800557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حِذِ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9999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خِذِ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76847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019" y="3515868"/>
            <a:ext cx="2911541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7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7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دِذِ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929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39977" y="896112"/>
            <a:ext cx="2035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F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39977" y="896112"/>
            <a:ext cx="2035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2368481" y="896112"/>
            <a:ext cx="20514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F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68481" y="896112"/>
            <a:ext cx="20514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وَنَزَلَ</a:t>
            </a:r>
            <a:endParaRPr lang="ar-SA" sz="53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4141" y="2834640"/>
            <a:ext cx="371571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4141" y="2834640"/>
            <a:ext cx="371571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 وَنَزَلَ</a:t>
            </a:r>
            <a:endParaRPr lang="ar-SA" sz="5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83375" cy="1645920"/>
          </a:xfrm>
          <a:prstGeom prst="rect">
            <a:avLst/>
          </a:prstGeom>
        </p:spPr>
      </p:pic>
      <p:pic>
        <p:nvPicPr>
          <p:cNvPr id="26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659" y="1783080"/>
            <a:ext cx="1673901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352"/>
          </a:solidFill>
          <a:ln w="12700">
            <a:solidFill>
              <a:srgbClr val="E09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7"/>
          </a:solidFill>
          <a:ln w="12700">
            <a:solidFill>
              <a:srgbClr val="70DB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06506" y="896112"/>
            <a:ext cx="19273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1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06506" y="896112"/>
            <a:ext cx="19273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210143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1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10143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505678" y="2834640"/>
            <a:ext cx="413264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505678" y="2834640"/>
            <a:ext cx="413264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 وَشَكَرَ</a:t>
            </a:r>
            <a:endParaRPr lang="ar-SA" sz="5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924276" cy="173736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99" y="1783080"/>
            <a:ext cx="1790761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1"/>
          </a:solidFill>
          <a:ln w="12700">
            <a:solidFill>
              <a:srgbClr val="64D8B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44982" y="896112"/>
            <a:ext cx="15552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44982" y="896112"/>
            <a:ext cx="15552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أَذِنَ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43803" y="896112"/>
            <a:ext cx="19811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4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43803" y="896112"/>
            <a:ext cx="19811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88698" y="2834640"/>
            <a:ext cx="31666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88698" y="2834640"/>
            <a:ext cx="31666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أَذِنَ وَدَخَلَ</a:t>
            </a:r>
            <a:endParaRPr lang="ar-SA" sz="44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2404872" cy="1828800"/>
          </a:xfrm>
          <a:prstGeom prst="rect">
            <a:avLst/>
          </a:prstGeom>
        </p:spPr>
      </p:pic>
      <p:pic>
        <p:nvPicPr>
          <p:cNvPr id="18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342" y="3241548"/>
            <a:ext cx="1055218" cy="1828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00462" y="896112"/>
            <a:ext cx="170738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F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00462" y="896112"/>
            <a:ext cx="17073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حَذِرَ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36158" y="896112"/>
            <a:ext cx="20442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F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36158" y="896112"/>
            <a:ext cx="20442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وَسَلِمَ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81286" y="2834640"/>
            <a:ext cx="33814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81286" y="2834640"/>
            <a:ext cx="33814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حَذِرَ وَسَلِمَ</a:t>
            </a:r>
            <a:endParaRPr lang="ar-SA" sz="47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022299" cy="182880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83080"/>
            <a:ext cx="1645920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05-dal-dhal</dc:title>
  <dc:subject>PptxGenJS Presentation</dc:subject>
  <dc:creator>PptxGenJS</dc:creator>
  <cp:lastModifiedBy>PptxGenJS</cp:lastModifiedBy>
  <cp:revision>1</cp:revision>
  <dcterms:created xsi:type="dcterms:W3CDTF">2026-10-20T23:35:46Z</dcterms:created>
  <dcterms:modified xsi:type="dcterms:W3CDTF">2026-10-20T23:35:46Z</dcterms:modified>
</cp:coreProperties>
</file>