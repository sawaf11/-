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2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2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46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146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835670" cy="173736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1897380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080" y="3515868"/>
            <a:ext cx="91248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7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3881628"/>
            <a:ext cx="1485900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739646" cy="114300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إِدِبِ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بِدِتِ</a:t>
            </a:r>
            <a:endParaRPr lang="ar-SA" sz="68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315822" cy="91440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348" y="3744468"/>
            <a:ext cx="1148212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تِدِثِ</a:t>
            </a:r>
            <a:endParaRPr lang="ar-SA" sz="8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ثِدِجِ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E052"/>
          </a:solidFill>
          <a:ln w="12700">
            <a:solidFill>
              <a:srgbClr val="5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جِدِحِ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64D8"/>
          </a:solidFill>
          <a:ln w="12700">
            <a:solidFill>
              <a:srgbClr val="7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8D1"/>
          </a:solidFill>
          <a:ln w="12700">
            <a:solidFill>
              <a:srgbClr val="474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حِدِخِ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09604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798" y="3378708"/>
            <a:ext cx="796762" cy="1691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خِدِإِ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7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15E"/>
          </a:solidFill>
          <a:ln w="12700">
            <a:solidFill>
              <a:srgbClr val="EDB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CE0"/>
          </a:solidFill>
          <a:ln w="12700">
            <a:solidFill>
              <a:srgbClr val="527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670"/>
          </a:solidFill>
          <a:ln w="12700">
            <a:solidFill>
              <a:srgbClr val="DB8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E"/>
          </a:solidFill>
          <a:ln w="12700">
            <a:solidFill>
              <a:srgbClr val="D864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7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201" y="3561588"/>
            <a:ext cx="1181359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46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146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992993" cy="169164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2034540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ذِإِ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ذِبِ</a:t>
            </a:r>
            <a:endParaRPr lang="ar-SA" sz="7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06353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D864"/>
          </a:solidFill>
          <a:ln w="12700">
            <a:solidFill>
              <a:srgbClr val="8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ذِتِ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799" y="3744468"/>
            <a:ext cx="694761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ذِثِ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ذِجِ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ذِحِ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251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5EED"/>
          </a:solidFill>
          <a:ln w="12700">
            <a:solidFill>
              <a:srgbClr val="6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ذِخِ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E052"/>
          </a:solidFill>
          <a:ln w="12700">
            <a:solidFill>
              <a:srgbClr val="C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ذِدِ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FD1"/>
          </a:solidFill>
          <a:ln w="12700">
            <a:solidFill>
              <a:srgbClr val="47A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إِذِبِ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890" y="3332988"/>
            <a:ext cx="835670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بِذِتِ</a:t>
            </a:r>
            <a:endParaRPr lang="ar-SA" sz="68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6872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تِذِثِ</a:t>
            </a:r>
            <a:endParaRPr lang="ar-SA" sz="8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27" y="3744468"/>
            <a:ext cx="1292733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ثِذِجِ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جِذِحِ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حِذِخِ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1"/>
          </a:solidFill>
          <a:ln w="12700">
            <a:solidFill>
              <a:srgbClr val="D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خِذِدِ</a:t>
            </a:r>
            <a:endParaRPr lang="ar-SA" sz="8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1359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876" y="3378708"/>
            <a:ext cx="994684" cy="1691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دِذِإِ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495" y="3744468"/>
            <a:ext cx="1115065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</a:t>
            </a:r>
            <a:endParaRPr lang="ar-SA" sz="7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ED5E"/>
          </a:solidFill>
          <a:ln w="12700">
            <a:solidFill>
              <a:srgbClr val="9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</a:t>
            </a:r>
            <a:endParaRPr lang="ar-SA" sz="7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66612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6" y="3653028"/>
            <a:ext cx="71716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3698748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39977" y="896112"/>
            <a:ext cx="2035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39977" y="896112"/>
            <a:ext cx="2035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36848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F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848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4141" y="2834640"/>
            <a:ext cx="371571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4141" y="2834640"/>
            <a:ext cx="371571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 وَنَزَلَ</a:t>
            </a:r>
            <a:endParaRPr lang="ar-SA" sz="5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05940"/>
            <a:ext cx="1038530" cy="16002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081" y="2011680"/>
            <a:ext cx="1319479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6506" y="896112"/>
            <a:ext cx="19273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1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6506" y="896112"/>
            <a:ext cx="19273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10143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1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10143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05678" y="2834640"/>
            <a:ext cx="41326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05678" y="2834640"/>
            <a:ext cx="41326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 وَشَكَرَ</a:t>
            </a:r>
            <a:endParaRPr lang="ar-SA" sz="5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900455" cy="17830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1943100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44982" y="896112"/>
            <a:ext cx="15552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44982" y="896112"/>
            <a:ext cx="15552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أَذِنَ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43803" y="896112"/>
            <a:ext cx="19811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43803" y="896112"/>
            <a:ext cx="19811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88698" y="2834640"/>
            <a:ext cx="31666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88698" y="2834640"/>
            <a:ext cx="31666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أَذِنَ وَدَخَلَ</a:t>
            </a:r>
            <a:endParaRPr lang="ar-SA" sz="4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301100" cy="141732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134" y="3332988"/>
            <a:ext cx="1075426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00462" y="896112"/>
            <a:ext cx="170738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F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00462" y="896112"/>
            <a:ext cx="17073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حَذِرَ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36158" y="896112"/>
            <a:ext cx="20442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F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36158" y="896112"/>
            <a:ext cx="20442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وَسَلِمَ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81286" y="2834640"/>
            <a:ext cx="33814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81286" y="2834640"/>
            <a:ext cx="33814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حَذِرَ وَسَلِمَ</a:t>
            </a:r>
            <a:endParaRPr lang="ar-SA" sz="47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994684" cy="169164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1965960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05-dal-dhal</dc:title>
  <dc:subject>PptxGenJS Presentation</dc:subject>
  <dc:creator>PptxGenJS</dc:creator>
  <cp:lastModifiedBy>PptxGenJS</cp:lastModifiedBy>
  <cp:revision>1</cp:revision>
  <dcterms:created xsi:type="dcterms:W3CDTF">2026-10-21T00:09:46Z</dcterms:created>
  <dcterms:modified xsi:type="dcterms:W3CDTF">2026-10-21T00:09:46Z</dcterms:modified>
</cp:coreProperties>
</file>