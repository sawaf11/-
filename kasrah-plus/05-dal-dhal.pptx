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</p:sldIdLst>
  <p:notesMasterIdLst>
    <p:notesMasterId r:id="rId5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notesMaster" Target="notesMasters/notesMaster1.xml"/><Relationship Id="rId54" Type="http://schemas.openxmlformats.org/officeDocument/2006/relationships/presProps" Target="presProps.xml"/><Relationship Id="rId55" Type="http://schemas.openxmlformats.org/officeDocument/2006/relationships/viewProps" Target="viewProps.xml"/><Relationship Id="rId56" Type="http://schemas.openxmlformats.org/officeDocument/2006/relationships/theme" Target="theme/theme1.xml"/><Relationship Id="rId5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2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1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2.png"/><Relationship Id="rId2" Type="http://schemas.openxmlformats.org/officeDocument/2006/relationships/image" Target="../media/image-3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image" Target="../media/image-2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image" Target="../media/image-4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image" Target="../media/image-4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image" Target="../media/image-4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image" Target="../media/image-4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image" Target="../media/image-4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image" Target="../media/image-2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2.png"/><Relationship Id="rId2" Type="http://schemas.openxmlformats.org/officeDocument/2006/relationships/image" Target="../media/image-5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252E0"/>
          </a:solidFill>
          <a:ln w="12700">
            <a:solidFill>
              <a:srgbClr val="92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D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670"/>
          </a:solidFill>
          <a:ln w="12700">
            <a:solidFill>
              <a:srgbClr val="DBD6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9"/>
          </a:solidFill>
          <a:ln w="12700">
            <a:solidFill>
              <a:srgbClr val="478559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14600" dirty="0"/>
          </a:p>
        </p:txBody>
      </p:sp>
      <p:sp>
        <p:nvSpPr>
          <p:cNvPr id="17" name="C2 K1 kasr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14600" dirty="0"/>
          </a:p>
        </p:txBody>
      </p:sp>
      <p:pic>
        <p:nvPicPr>
          <p:cNvPr id="1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332988"/>
            <a:ext cx="835670" cy="1737360"/>
          </a:xfrm>
          <a:prstGeom prst="rect">
            <a:avLst/>
          </a:prstGeom>
        </p:spPr>
      </p:pic>
      <p:pic>
        <p:nvPicPr>
          <p:cNvPr id="19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5318" y="1897380"/>
            <a:ext cx="1067242" cy="14173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D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B164"/>
          </a:solidFill>
          <a:ln w="12700">
            <a:solidFill>
              <a:srgbClr val="D8B1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B47"/>
          </a:solidFill>
          <a:ln w="12700">
            <a:solidFill>
              <a:srgbClr val="D18B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دِإِ</a:t>
            </a:r>
            <a:endParaRPr lang="ar-SA" sz="7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221730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40080" y="3515868"/>
            <a:ext cx="912480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5F7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5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دِبِ</a:t>
            </a:r>
            <a:endParaRPr lang="ar-SA" sz="75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7400" cy="14173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3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1"/>
          </a:solidFill>
          <a:ln w="12700">
            <a:solidFill>
              <a:srgbClr val="642B5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0"/>
          </a:solidFill>
          <a:ln w="12700">
            <a:solidFill>
              <a:srgbClr val="79344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5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6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5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دِتِ</a:t>
            </a:r>
            <a:endParaRPr lang="ar-SA" sz="95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973562" cy="1188720"/>
          </a:xfrm>
          <a:prstGeom prst="rect">
            <a:avLst/>
          </a:prstGeom>
        </p:spPr>
      </p:pic>
      <p:pic>
        <p:nvPicPr>
          <p:cNvPr id="23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6660" y="3881628"/>
            <a:ext cx="1485900" cy="11887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5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5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دِثِ</a:t>
            </a:r>
            <a:endParaRPr lang="ar-SA" sz="95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94487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5948" y="3973068"/>
            <a:ext cx="1326612" cy="10972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5E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2ED"/>
          </a:solidFill>
          <a:ln w="12700">
            <a:solidFill>
              <a:srgbClr val="5EE2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دِجِ</a:t>
            </a:r>
            <a:endParaRPr lang="ar-SA" sz="6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43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E52"/>
          </a:solidFill>
          <a:ln w="12700">
            <a:solidFill>
              <a:srgbClr val="E06E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4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B"/>
          </a:solidFill>
          <a:ln w="12700">
            <a:solidFill>
              <a:srgbClr val="70DBB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94785"/>
          </a:solidFill>
          <a:ln w="12700">
            <a:solidFill>
              <a:srgbClr val="49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دِحِ</a:t>
            </a:r>
            <a:endParaRPr lang="ar-SA" sz="61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34959" cy="14173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4"/>
          </a:solidFill>
          <a:ln w="12700">
            <a:solidFill>
              <a:srgbClr val="64D89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9"/>
          </a:solidFill>
          <a:ln w="12700">
            <a:solidFill>
              <a:srgbClr val="47D16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دِخِ</a:t>
            </a:r>
            <a:endParaRPr lang="ar-SA" sz="61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1739646" cy="114300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5945" y="3515868"/>
            <a:ext cx="716615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D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8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إِدِبِ</a:t>
            </a:r>
            <a:endParaRPr lang="ar-SA" sz="62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18170" cy="15087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432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0642B"/>
          </a:solidFill>
          <a:ln w="12700">
            <a:solidFill>
              <a:srgbClr val="60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17934"/>
          </a:solidFill>
          <a:ln w="12700">
            <a:solidFill>
              <a:srgbClr val="51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8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8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8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بِدِتِ</a:t>
            </a:r>
            <a:endParaRPr lang="ar-SA" sz="68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1315822" cy="91440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4348" y="3744468"/>
            <a:ext cx="1148212" cy="13258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5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5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5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5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تِدِثِ</a:t>
            </a:r>
            <a:endParaRPr lang="ar-SA" sz="84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04591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1753" y="4018788"/>
            <a:ext cx="1790807" cy="10515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C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45EED"/>
          </a:solidFill>
          <a:ln w="12700">
            <a:solidFill>
              <a:srgbClr val="D4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ثِدِجِ</a:t>
            </a:r>
            <a:endParaRPr lang="ar-SA" sz="54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9E052"/>
          </a:solidFill>
          <a:ln w="12700">
            <a:solidFill>
              <a:srgbClr val="59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170DB"/>
          </a:solidFill>
          <a:ln w="12700">
            <a:solidFill>
              <a:srgbClr val="A1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5"/>
          </a:solidFill>
          <a:ln w="12700">
            <a:solidFill>
              <a:srgbClr val="85475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جِدِحِ</a:t>
            </a:r>
            <a:endParaRPr lang="ar-SA" sz="54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25714" cy="15087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5D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764D8"/>
          </a:solidFill>
          <a:ln w="12700">
            <a:solidFill>
              <a:srgbClr val="77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48D1"/>
          </a:solidFill>
          <a:ln w="12700">
            <a:solidFill>
              <a:srgbClr val="4748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حِدِخِ</a:t>
            </a:r>
            <a:endParaRPr lang="ar-SA" sz="54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309604" cy="150876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5798" y="3378708"/>
            <a:ext cx="796762" cy="16916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C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خِدِإِ</a:t>
            </a:r>
            <a:endParaRPr lang="ar-SA" sz="62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25714" cy="15087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4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A"/>
          </a:solidFill>
          <a:ln w="12700">
            <a:solidFill>
              <a:srgbClr val="2B645A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379"/>
          </a:solidFill>
          <a:ln w="12700">
            <a:solidFill>
              <a:srgbClr val="3463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إِدِ</a:t>
            </a:r>
            <a:endParaRPr lang="ar-SA" sz="70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1076615" cy="132588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3754" y="3790188"/>
            <a:ext cx="1328806" cy="12801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5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بِدِ</a:t>
            </a:r>
            <a:endParaRPr lang="ar-SA" sz="77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76062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2395" y="3927348"/>
            <a:ext cx="1320165" cy="114300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B15E"/>
          </a:solidFill>
          <a:ln w="12700">
            <a:solidFill>
              <a:srgbClr val="EDB1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5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5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5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65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تِدِ</a:t>
            </a:r>
            <a:endParaRPr lang="ar-SA" sz="9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3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7CE0"/>
          </a:solidFill>
          <a:ln w="12700">
            <a:solidFill>
              <a:srgbClr val="527C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1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670"/>
          </a:solidFill>
          <a:ln w="12700">
            <a:solidFill>
              <a:srgbClr val="DB86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48547"/>
          </a:solidFill>
          <a:ln w="12700">
            <a:solidFill>
              <a:srgbClr val="64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5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5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6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ثِدِ</a:t>
            </a:r>
            <a:endParaRPr lang="ar-SA" sz="95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41258" cy="14173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C5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6E"/>
          </a:solidFill>
          <a:ln w="12700">
            <a:solidFill>
              <a:srgbClr val="D8646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B"/>
          </a:solidFill>
          <a:ln w="12700">
            <a:solidFill>
              <a:srgbClr val="D1476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جِدِ</a:t>
            </a:r>
            <a:endParaRPr lang="ar-SA" sz="77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08660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6618" y="3515868"/>
            <a:ext cx="725942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D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حِدِ</a:t>
            </a:r>
            <a:endParaRPr lang="ar-SA" sz="95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99998" cy="14173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C2B64"/>
          </a:solidFill>
          <a:ln w="12700">
            <a:solidFill>
              <a:srgbClr val="4C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4"/>
          </a:solidFill>
          <a:ln w="12700">
            <a:solidFill>
              <a:srgbClr val="79347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خِدِ</a:t>
            </a:r>
            <a:endParaRPr lang="ar-SA" sz="95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1115065" cy="1325880"/>
          </a:xfrm>
          <a:prstGeom prst="rect">
            <a:avLst/>
          </a:prstGeom>
        </p:spPr>
      </p:pic>
      <p:pic>
        <p:nvPicPr>
          <p:cNvPr id="23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1201" y="3561588"/>
            <a:ext cx="1181359" cy="15087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D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1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14600" dirty="0"/>
          </a:p>
        </p:txBody>
      </p:sp>
      <p:sp>
        <p:nvSpPr>
          <p:cNvPr id="12" name="C2 K1 kasr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14600" dirty="0"/>
          </a:p>
        </p:txBody>
      </p:sp>
      <p:pic>
        <p:nvPicPr>
          <p:cNvPr id="13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378708"/>
            <a:ext cx="992993" cy="1691640"/>
          </a:xfrm>
          <a:prstGeom prst="rect">
            <a:avLst/>
          </a:prstGeom>
        </p:spPr>
      </p:pic>
      <p:pic>
        <p:nvPicPr>
          <p:cNvPr id="14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0119" y="2034540"/>
            <a:ext cx="1242441" cy="114300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5F7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D"/>
          </a:solidFill>
          <a:ln w="12700">
            <a:solidFill>
              <a:srgbClr val="5EED8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ذِإِ</a:t>
            </a:r>
            <a:endParaRPr lang="ar-SA" sz="7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4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0"/>
          </a:solidFill>
          <a:ln w="12700">
            <a:solidFill>
              <a:srgbClr val="E052A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5DB70"/>
          </a:solidFill>
          <a:ln w="12700">
            <a:solidFill>
              <a:srgbClr val="75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385"/>
          </a:solidFill>
          <a:ln w="12700">
            <a:solidFill>
              <a:srgbClr val="4773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5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5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ذِبِ</a:t>
            </a:r>
            <a:endParaRPr lang="ar-SA" sz="75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0188"/>
            <a:ext cx="906353" cy="12801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E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BD864"/>
          </a:solidFill>
          <a:ln w="12700">
            <a:solidFill>
              <a:srgbClr val="8B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DD147"/>
          </a:solidFill>
          <a:ln w="12700">
            <a:solidFill>
              <a:srgbClr val="8D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5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5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ذِتِ</a:t>
            </a:r>
            <a:endParaRPr lang="ar-SA" sz="95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1645188" cy="11887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7799" y="3744468"/>
            <a:ext cx="694761" cy="13258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5D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5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6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5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ذِثِ</a:t>
            </a:r>
            <a:endParaRPr lang="ar-SA" sz="95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77321" cy="14173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431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E2B"/>
          </a:solidFill>
          <a:ln w="12700">
            <a:solidFill>
              <a:srgbClr val="643E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D34"/>
          </a:solidFill>
          <a:ln w="12700">
            <a:solidFill>
              <a:srgbClr val="796D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ذِجِ</a:t>
            </a:r>
            <a:endParaRPr lang="ar-SA" sz="61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948050" cy="109728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5575" y="3973068"/>
            <a:ext cx="1296985" cy="10972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C5F7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ذِحِ</a:t>
            </a:r>
            <a:endParaRPr lang="ar-SA" sz="61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22517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8070" y="3881628"/>
            <a:ext cx="1634490" cy="11887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D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A5EED"/>
          </a:solidFill>
          <a:ln w="12700">
            <a:solidFill>
              <a:srgbClr val="6A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ذِخِ</a:t>
            </a:r>
            <a:endParaRPr lang="ar-SA" sz="61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433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3E052"/>
          </a:solidFill>
          <a:ln w="12700">
            <a:solidFill>
              <a:srgbClr val="C3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A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0DB"/>
          </a:solidFill>
          <a:ln w="12700">
            <a:solidFill>
              <a:srgbClr val="709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82"/>
          </a:solidFill>
          <a:ln w="12700">
            <a:solidFill>
              <a:srgbClr val="854782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6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7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6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7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ذِدِ</a:t>
            </a:r>
            <a:endParaRPr lang="ar-SA" sz="95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95904" cy="14173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C5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8D8"/>
          </a:solidFill>
          <a:ln w="12700">
            <a:solidFill>
              <a:srgbClr val="64A8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AFD1"/>
          </a:solidFill>
          <a:ln w="12700">
            <a:solidFill>
              <a:srgbClr val="47AF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8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إِذِبِ</a:t>
            </a:r>
            <a:endParaRPr lang="ar-SA" sz="62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08344" cy="141732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16890" y="3332988"/>
            <a:ext cx="835670" cy="17373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7C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8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8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8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بِذِتِ</a:t>
            </a:r>
            <a:endParaRPr lang="ar-SA" sz="68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66872" cy="15087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2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2F"/>
          </a:solidFill>
          <a:ln w="12700">
            <a:solidFill>
              <a:srgbClr val="2B642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C"/>
          </a:solidFill>
          <a:ln w="12700">
            <a:solidFill>
              <a:srgbClr val="34795C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5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5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5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تِذِثِ</a:t>
            </a:r>
            <a:endParaRPr lang="ar-SA" sz="84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35908"/>
            <a:ext cx="1301100" cy="123444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9827" y="3744468"/>
            <a:ext cx="1292733" cy="13258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C5C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ثِذِجِ</a:t>
            </a:r>
            <a:endParaRPr lang="ar-SA" sz="54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10626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5392" y="3835908"/>
            <a:ext cx="1117168" cy="12344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7C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7"/>
          </a:solidFill>
          <a:ln w="12700">
            <a:solidFill>
              <a:srgbClr val="ED5E7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جِذِحِ</a:t>
            </a:r>
            <a:endParaRPr lang="ar-SA" sz="5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443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A"/>
          </a:solidFill>
          <a:ln w="12700">
            <a:solidFill>
              <a:srgbClr val="52E0D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4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B"/>
          </a:solidFill>
          <a:ln w="12700">
            <a:solidFill>
              <a:srgbClr val="DB70A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847"/>
          </a:solidFill>
          <a:ln w="12700">
            <a:solidFill>
              <a:srgbClr val="8578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4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حِذِخِ</a:t>
            </a:r>
            <a:endParaRPr lang="ar-SA" sz="54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04591" cy="15087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E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5"/>
          </a:solidFill>
          <a:ln w="12700">
            <a:solidFill>
              <a:srgbClr val="D864C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D1"/>
          </a:solidFill>
          <a:ln w="12700">
            <a:solidFill>
              <a:srgbClr val="D1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خِذِدِ</a:t>
            </a:r>
            <a:endParaRPr lang="ar-SA" sz="84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181359" cy="150876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57876" y="3378708"/>
            <a:ext cx="994684" cy="16916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دِذِإِ</a:t>
            </a:r>
            <a:endParaRPr lang="ar-SA" sz="62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18170" cy="15087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143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564"/>
          </a:solidFill>
          <a:ln w="12700">
            <a:solidFill>
              <a:srgbClr val="2B35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B3479"/>
          </a:solidFill>
          <a:ln w="12700">
            <a:solidFill>
              <a:srgbClr val="4B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إِذِ</a:t>
            </a:r>
            <a:endParaRPr lang="ar-SA" sz="70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1225296" cy="1143000"/>
          </a:xfrm>
          <a:prstGeom prst="rect">
            <a:avLst/>
          </a:prstGeom>
        </p:spPr>
      </p:pic>
      <p:pic>
        <p:nvPicPr>
          <p:cNvPr id="23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7495" y="3744468"/>
            <a:ext cx="1115065" cy="13258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7C5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5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5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بِذِ</a:t>
            </a:r>
            <a:endParaRPr lang="ar-SA" sz="77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8818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0417" y="4018788"/>
            <a:ext cx="1512143" cy="10515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C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AED5E"/>
          </a:solidFill>
          <a:ln w="12700">
            <a:solidFill>
              <a:srgbClr val="9A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5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5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5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65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تِذِ</a:t>
            </a:r>
            <a:endParaRPr lang="ar-SA" sz="95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1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652E0"/>
          </a:solidFill>
          <a:ln w="12700">
            <a:solidFill>
              <a:srgbClr val="B6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5DB70"/>
          </a:solidFill>
          <a:ln w="12700">
            <a:solidFill>
              <a:srgbClr val="C5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8"/>
          </a:solidFill>
          <a:ln w="12700">
            <a:solidFill>
              <a:srgbClr val="478568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5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5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6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ثِذِ</a:t>
            </a:r>
            <a:endParaRPr lang="ar-SA" sz="95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13700" cy="14173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7D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E64"/>
          </a:solidFill>
          <a:ln w="12700">
            <a:solidFill>
              <a:srgbClr val="D8CE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E47"/>
          </a:solidFill>
          <a:ln w="12700">
            <a:solidFill>
              <a:srgbClr val="D1AE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جِذِ</a:t>
            </a:r>
            <a:endParaRPr lang="ar-SA" sz="77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66612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5396" y="3653028"/>
            <a:ext cx="717164" cy="14173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C5F7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حِذِ</a:t>
            </a:r>
            <a:endParaRPr lang="ar-SA" sz="95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1888" cy="14173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4314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3"/>
          </a:solidFill>
          <a:ln w="12700">
            <a:solidFill>
              <a:srgbClr val="642B4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A34"/>
          </a:solidFill>
          <a:ln w="12700">
            <a:solidFill>
              <a:srgbClr val="793A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خِذِ</a:t>
            </a:r>
            <a:endParaRPr lang="ar-SA" sz="95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1329903" cy="109728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6156" y="3698748"/>
            <a:ext cx="946404" cy="137160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E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6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7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6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7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دِذِ</a:t>
            </a:r>
            <a:endParaRPr lang="ar-SA" sz="95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02361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0516" y="3835908"/>
            <a:ext cx="1722044" cy="12344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C5D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BEED"/>
          </a:solidFill>
          <a:ln w="12700">
            <a:solidFill>
              <a:srgbClr val="5EB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739977" y="896112"/>
            <a:ext cx="203554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F36E2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739977" y="896112"/>
            <a:ext cx="203554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صَعِدَ</a:t>
            </a:r>
            <a:endParaRPr lang="ar-SA" sz="5300" dirty="0"/>
          </a:p>
        </p:txBody>
      </p:sp>
      <p:sp>
        <p:nvSpPr>
          <p:cNvPr id="20" name="C2 W2 pill"/>
          <p:cNvSpPr/>
          <p:nvPr/>
        </p:nvSpPr>
        <p:spPr>
          <a:xfrm>
            <a:off x="2368481" y="896112"/>
            <a:ext cx="205145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6F36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368481" y="896112"/>
            <a:ext cx="205145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وَنَزَلَ</a:t>
            </a:r>
            <a:endParaRPr lang="ar-SA" sz="53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8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714141" y="2834640"/>
            <a:ext cx="3715719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714141" y="2834640"/>
            <a:ext cx="3715719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صَعِدَ وَنَزَلَ</a:t>
            </a:r>
            <a:endParaRPr lang="ar-SA" sz="54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05940"/>
            <a:ext cx="1038530" cy="160020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3081" y="2011680"/>
            <a:ext cx="1319479" cy="11887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4314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352"/>
          </a:solidFill>
          <a:ln w="12700">
            <a:solidFill>
              <a:srgbClr val="E093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E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7"/>
          </a:solidFill>
          <a:ln w="12700">
            <a:solidFill>
              <a:srgbClr val="70DBD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94785"/>
          </a:solidFill>
          <a:ln w="12700">
            <a:solidFill>
              <a:srgbClr val="594785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5006506" y="896112"/>
            <a:ext cx="192735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A136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5006506" y="896112"/>
            <a:ext cx="192735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حَمِدَ</a:t>
            </a:r>
            <a:endParaRPr lang="ar-SA" sz="5600" dirty="0"/>
          </a:p>
        </p:txBody>
      </p:sp>
      <p:sp>
        <p:nvSpPr>
          <p:cNvPr id="17" name="C2 W2 pill"/>
          <p:cNvSpPr/>
          <p:nvPr/>
        </p:nvSpPr>
        <p:spPr>
          <a:xfrm>
            <a:off x="2210143" y="896112"/>
            <a:ext cx="247632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A1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210143" y="896112"/>
            <a:ext cx="247632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وَشَكَرَ</a:t>
            </a:r>
            <a:endParaRPr lang="ar-SA" sz="56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6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505678" y="2834640"/>
            <a:ext cx="413264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505678" y="2834640"/>
            <a:ext cx="413264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حَمِدَ وَشَكَرَ</a:t>
            </a:r>
            <a:endParaRPr lang="ar-SA" sz="57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287268"/>
            <a:ext cx="900455" cy="178308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475" y="1943100"/>
            <a:ext cx="1408085" cy="13258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C5F7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1"/>
          </a:solidFill>
          <a:ln w="12700">
            <a:solidFill>
              <a:srgbClr val="64D8B1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C"/>
          </a:solidFill>
          <a:ln w="12700">
            <a:solidFill>
              <a:srgbClr val="47D18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944982" y="896112"/>
            <a:ext cx="155521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D4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944982" y="896112"/>
            <a:ext cx="155521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أَذِنَ</a:t>
            </a:r>
            <a:endParaRPr lang="ar-SA" sz="4400" dirty="0"/>
          </a:p>
        </p:txBody>
      </p:sp>
      <p:sp>
        <p:nvSpPr>
          <p:cNvPr id="12" name="C2 W2 pill"/>
          <p:cNvSpPr/>
          <p:nvPr/>
        </p:nvSpPr>
        <p:spPr>
          <a:xfrm>
            <a:off x="2643803" y="896112"/>
            <a:ext cx="198113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D436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643803" y="896112"/>
            <a:ext cx="198113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وَدَخَلَ</a:t>
            </a:r>
            <a:endParaRPr lang="ar-SA" sz="4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988698" y="2834640"/>
            <a:ext cx="316660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988698" y="2834640"/>
            <a:ext cx="316660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أَذِنَ وَدَخَلَ</a:t>
            </a:r>
            <a:endParaRPr lang="ar-SA" sz="4400" dirty="0"/>
          </a:p>
        </p:txBody>
      </p:sp>
      <p:pic>
        <p:nvPicPr>
          <p:cNvPr id="17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97380"/>
            <a:ext cx="1301100" cy="1417320"/>
          </a:xfrm>
          <a:prstGeom prst="rect">
            <a:avLst/>
          </a:prstGeom>
        </p:spPr>
      </p:pic>
      <p:pic>
        <p:nvPicPr>
          <p:cNvPr id="18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7134" y="3332988"/>
            <a:ext cx="1075426" cy="17373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E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900462" y="896112"/>
            <a:ext cx="170738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BF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900462" y="896112"/>
            <a:ext cx="17073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حَذِرَ</a:t>
            </a:r>
            <a:endParaRPr lang="ar-SA" sz="4600" dirty="0"/>
          </a:p>
        </p:txBody>
      </p:sp>
      <p:sp>
        <p:nvSpPr>
          <p:cNvPr id="13" name="C2 W2 pill"/>
          <p:cNvSpPr/>
          <p:nvPr/>
        </p:nvSpPr>
        <p:spPr>
          <a:xfrm>
            <a:off x="2536158" y="896112"/>
            <a:ext cx="204426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BFE236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536158" y="896112"/>
            <a:ext cx="204426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وَسَلِمَ</a:t>
            </a:r>
            <a:endParaRPr lang="ar-SA" sz="46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881286" y="2834640"/>
            <a:ext cx="338142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881286" y="2834640"/>
            <a:ext cx="338142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حَذِرَ وَسَلِمَ</a:t>
            </a:r>
            <a:endParaRPr lang="ar-SA" sz="4700" dirty="0"/>
          </a:p>
        </p:txBody>
      </p:sp>
      <p:pic>
        <p:nvPicPr>
          <p:cNvPr id="1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378708"/>
            <a:ext cx="994684" cy="1691640"/>
          </a:xfrm>
          <a:prstGeom prst="rect">
            <a:avLst/>
          </a:prstGeom>
        </p:spPr>
      </p:pic>
      <p:pic>
        <p:nvPicPr>
          <p:cNvPr id="19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9545" y="1965960"/>
            <a:ext cx="1083015" cy="12801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51</Slides>
  <Notes>51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51</vt:i4>
      </vt:variant>
    </vt:vector>
  </HeadingPairs>
  <TitlesOfParts>
    <vt:vector size="5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Kasrah reading 05-dal-dhal</dc:title>
  <dc:subject>PptxGenJS Presentation</dc:subject>
  <dc:creator>PptxGenJS</dc:creator>
  <cp:lastModifiedBy>PptxGenJS</cp:lastModifiedBy>
  <cp:revision>1</cp:revision>
  <dcterms:created xsi:type="dcterms:W3CDTF">2026-10-21T00:09:46Z</dcterms:created>
  <dcterms:modified xsi:type="dcterms:W3CDTF">2026-10-21T00:09:46Z</dcterms:modified>
</cp:coreProperties>
</file>