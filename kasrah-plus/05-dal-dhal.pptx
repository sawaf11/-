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notesMasterIdLst>
    <p:notesMasterId r:id="rId5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9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1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2.png"/><Relationship Id="rId2" Type="http://schemas.openxmlformats.org/officeDocument/2006/relationships/image" Target="../media/image-20-1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2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2.png"/><Relationship Id="rId2" Type="http://schemas.openxmlformats.org/officeDocument/2006/relationships/image" Target="../media/image-21-1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5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252E0"/>
          </a:solidFill>
          <a:ln w="12700">
            <a:solidFill>
              <a:srgbClr val="9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670"/>
          </a:solidFill>
          <a:ln w="12700">
            <a:solidFill>
              <a:srgbClr val="DBD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9"/>
          </a:solidFill>
          <a:ln w="12700">
            <a:solidFill>
              <a:srgbClr val="47855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14600" dirty="0"/>
          </a:p>
        </p:txBody>
      </p:sp>
      <p:sp>
        <p:nvSpPr>
          <p:cNvPr id="17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14600" dirty="0"/>
          </a:p>
        </p:txBody>
      </p:sp>
      <p:pic>
        <p:nvPicPr>
          <p:cNvPr id="18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904878" cy="1463040"/>
          </a:xfrm>
          <a:prstGeom prst="rect">
            <a:avLst/>
          </a:prstGeom>
        </p:spPr>
      </p:pic>
      <p:pic>
        <p:nvPicPr>
          <p:cNvPr id="19" name="Image 1" descr="giraff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228" y="1828800"/>
            <a:ext cx="1372332" cy="1463040"/>
          </a:xfrm>
          <a:prstGeom prst="rect">
            <a:avLst/>
          </a:prstGeom>
        </p:spPr>
      </p:pic>
      <p:pic>
        <p:nvPicPr>
          <p:cNvPr id="20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164"/>
          </a:solidFill>
          <a:ln w="12700">
            <a:solidFill>
              <a:srgbClr val="D8B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B47"/>
          </a:solidFill>
          <a:ln w="12700">
            <a:solidFill>
              <a:srgbClr val="D18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دِإِ</a:t>
            </a:r>
            <a:endParaRPr lang="ar-SA" sz="7000" dirty="0"/>
          </a:p>
        </p:txBody>
      </p:sp>
      <p:pic>
        <p:nvPicPr>
          <p:cNvPr id="20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221730" cy="1417320"/>
          </a:xfrm>
          <a:prstGeom prst="rect">
            <a:avLst/>
          </a:prstGeom>
        </p:spPr>
      </p:pic>
      <p:pic>
        <p:nvPicPr>
          <p:cNvPr id="21" name="Image 1" descr="baby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دِبِ</a:t>
            </a:r>
            <a:endParaRPr lang="ar-SA" sz="75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384548"/>
            <a:ext cx="1105510" cy="685800"/>
          </a:xfrm>
          <a:prstGeom prst="rect">
            <a:avLst/>
          </a:prstGeom>
        </p:spPr>
      </p:pic>
      <p:pic>
        <p:nvPicPr>
          <p:cNvPr id="22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3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1"/>
          </a:solidFill>
          <a:ln w="12700">
            <a:solidFill>
              <a:srgbClr val="642B5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0"/>
          </a:solidFill>
          <a:ln w="12700">
            <a:solidFill>
              <a:srgbClr val="79344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دِتِ</a:t>
            </a:r>
            <a:endParaRPr lang="ar-SA" sz="9500" dirty="0"/>
          </a:p>
        </p:txBody>
      </p:sp>
      <p:pic>
        <p:nvPicPr>
          <p:cNvPr id="22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3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085" y="3515868"/>
            <a:ext cx="1882475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دِثِ</a:t>
            </a:r>
            <a:endParaRPr lang="ar-SA" sz="9500" dirty="0"/>
          </a:p>
        </p:txBody>
      </p:sp>
      <p:pic>
        <p:nvPicPr>
          <p:cNvPr id="20" name="Image 0" descr="octop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62674" cy="1417320"/>
          </a:xfrm>
          <a:prstGeom prst="rect">
            <a:avLst/>
          </a:prstGeom>
        </p:spPr>
      </p:pic>
      <p:pic>
        <p:nvPicPr>
          <p:cNvPr id="21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0981" y="3515868"/>
            <a:ext cx="1571579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2ED"/>
          </a:solidFill>
          <a:ln w="12700">
            <a:solidFill>
              <a:srgbClr val="5EE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دِجِ</a:t>
            </a:r>
            <a:endParaRPr lang="ar-SA" sz="6100" dirty="0"/>
          </a:p>
        </p:txBody>
      </p:sp>
      <p:pic>
        <p:nvPicPr>
          <p:cNvPr id="28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E52"/>
          </a:solidFill>
          <a:ln w="12700">
            <a:solidFill>
              <a:srgbClr val="E06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B"/>
          </a:solidFill>
          <a:ln w="12700">
            <a:solidFill>
              <a:srgbClr val="70DBB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94785"/>
          </a:solidFill>
          <a:ln w="12700">
            <a:solidFill>
              <a:srgbClr val="4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دِحِ</a:t>
            </a:r>
            <a:endParaRPr lang="ar-SA" sz="6100" dirty="0"/>
          </a:p>
        </p:txBody>
      </p:sp>
      <p:pic>
        <p:nvPicPr>
          <p:cNvPr id="25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30859" cy="914400"/>
          </a:xfrm>
          <a:prstGeom prst="rect">
            <a:avLst/>
          </a:prstGeom>
        </p:spPr>
      </p:pic>
      <p:pic>
        <p:nvPicPr>
          <p:cNvPr id="26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4"/>
          </a:solidFill>
          <a:ln w="12700">
            <a:solidFill>
              <a:srgbClr val="64D89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9"/>
          </a:solidFill>
          <a:ln w="12700">
            <a:solidFill>
              <a:srgbClr val="47D16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دِخِ</a:t>
            </a:r>
            <a:endParaRPr lang="ar-SA" sz="6100" dirty="0"/>
          </a:p>
        </p:txBody>
      </p:sp>
      <p:pic>
        <p:nvPicPr>
          <p:cNvPr id="20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69761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1862" y="3515868"/>
            <a:ext cx="1560698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إِدِبِ</a:t>
            </a:r>
            <a:endParaRPr lang="ar-SA" sz="6200" dirty="0"/>
          </a:p>
        </p:txBody>
      </p:sp>
      <p:pic>
        <p:nvPicPr>
          <p:cNvPr id="25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06927" cy="1417320"/>
          </a:xfrm>
          <a:prstGeom prst="rect">
            <a:avLst/>
          </a:prstGeom>
        </p:spPr>
      </p:pic>
      <p:pic>
        <p:nvPicPr>
          <p:cNvPr id="26" name="Image 1" descr="hatching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7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2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0642B"/>
          </a:solidFill>
          <a:ln w="12700">
            <a:solidFill>
              <a:srgbClr val="6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17934"/>
          </a:solidFill>
          <a:ln w="12700">
            <a:solidFill>
              <a:srgbClr val="5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8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بِدِتِ</a:t>
            </a:r>
            <a:endParaRPr lang="ar-SA" sz="6800" dirty="0"/>
          </a:p>
        </p:txBody>
      </p:sp>
      <p:pic>
        <p:nvPicPr>
          <p:cNvPr id="26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17391" cy="1508760"/>
          </a:xfrm>
          <a:prstGeom prst="rect">
            <a:avLst/>
          </a:prstGeom>
        </p:spPr>
      </p:pic>
      <p:pic>
        <p:nvPicPr>
          <p:cNvPr id="27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918" y="3332988"/>
            <a:ext cx="1801642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تِدِثِ</a:t>
            </a:r>
            <a:endParaRPr lang="ar-SA" sz="8400" dirty="0"/>
          </a:p>
        </p:txBody>
      </p:sp>
      <p:pic>
        <p:nvPicPr>
          <p:cNvPr id="24" name="Image 0" descr="spouting_wh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428796" cy="1508760"/>
          </a:xfrm>
          <a:prstGeom prst="rect">
            <a:avLst/>
          </a:prstGeom>
        </p:spPr>
      </p:pic>
      <p:pic>
        <p:nvPicPr>
          <p:cNvPr id="25" name="Image 1" descr="dolph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6995" y="3332988"/>
            <a:ext cx="1365565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6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45EED"/>
          </a:solidFill>
          <a:ln w="12700">
            <a:solidFill>
              <a:srgbClr val="D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ثِدِجِ</a:t>
            </a:r>
            <a:endParaRPr lang="ar-SA" sz="5400" dirty="0"/>
          </a:p>
        </p:txBody>
      </p:sp>
      <p:pic>
        <p:nvPicPr>
          <p:cNvPr id="32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9E052"/>
          </a:solidFill>
          <a:ln w="12700">
            <a:solidFill>
              <a:srgbClr val="5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170DB"/>
          </a:solidFill>
          <a:ln w="12700">
            <a:solidFill>
              <a:srgbClr val="A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5"/>
          </a:solidFill>
          <a:ln w="12700">
            <a:solidFill>
              <a:srgbClr val="85475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جِدِحِ</a:t>
            </a:r>
            <a:endParaRPr lang="ar-SA" sz="5400" dirty="0"/>
          </a:p>
        </p:txBody>
      </p:sp>
      <p:pic>
        <p:nvPicPr>
          <p:cNvPr id="29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338828"/>
            <a:ext cx="885871" cy="731520"/>
          </a:xfrm>
          <a:prstGeom prst="rect">
            <a:avLst/>
          </a:prstGeom>
        </p:spPr>
      </p:pic>
      <p:pic>
        <p:nvPicPr>
          <p:cNvPr id="30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764D8"/>
          </a:solidFill>
          <a:ln w="12700">
            <a:solidFill>
              <a:srgbClr val="7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8D1"/>
          </a:solidFill>
          <a:ln w="12700">
            <a:solidFill>
              <a:srgbClr val="474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حِدِخِ</a:t>
            </a:r>
            <a:endParaRPr lang="ar-SA" sz="5400" dirty="0"/>
          </a:p>
        </p:txBody>
      </p:sp>
      <p:pic>
        <p:nvPicPr>
          <p:cNvPr id="24" name="Image 0" descr="hippopotam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2347631" cy="1508760"/>
          </a:xfrm>
          <a:prstGeom prst="rect">
            <a:avLst/>
          </a:prstGeom>
        </p:spPr>
      </p:pic>
      <p:pic>
        <p:nvPicPr>
          <p:cNvPr id="25" name="Image 1" descr="llam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1603" y="3332988"/>
            <a:ext cx="1620957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خِدِإِ</a:t>
            </a:r>
            <a:endParaRPr lang="ar-SA" sz="6200" dirty="0"/>
          </a:p>
        </p:txBody>
      </p:sp>
      <p:pic>
        <p:nvPicPr>
          <p:cNvPr id="25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3231" cy="100584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7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4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A"/>
          </a:solidFill>
          <a:ln w="12700">
            <a:solidFill>
              <a:srgbClr val="2B645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379"/>
          </a:solidFill>
          <a:ln w="12700">
            <a:solidFill>
              <a:srgbClr val="3463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إِدِ</a:t>
            </a:r>
            <a:endParaRPr lang="ar-SA" sz="7000" dirty="0"/>
          </a:p>
        </p:txBody>
      </p:sp>
      <p:pic>
        <p:nvPicPr>
          <p:cNvPr id="22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3" name="Image 1" descr="sn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470099" y="3515868"/>
            <a:ext cx="1582461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بِدِ</a:t>
            </a:r>
            <a:endParaRPr lang="ar-SA" sz="77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84720" cy="1417320"/>
          </a:xfrm>
          <a:prstGeom prst="rect">
            <a:avLst/>
          </a:prstGeom>
        </p:spPr>
      </p:pic>
      <p:pic>
        <p:nvPicPr>
          <p:cNvPr id="21" name="Image 1" descr="tropical_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0758" y="3515868"/>
            <a:ext cx="1891802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83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15E"/>
          </a:solidFill>
          <a:ln w="12700">
            <a:solidFill>
              <a:srgbClr val="EDB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تِدِ</a:t>
            </a:r>
            <a:endParaRPr lang="ar-SA" sz="9500" dirty="0"/>
          </a:p>
        </p:txBody>
      </p:sp>
      <p:pic>
        <p:nvPicPr>
          <p:cNvPr id="28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3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CE0"/>
          </a:solidFill>
          <a:ln w="12700">
            <a:solidFill>
              <a:srgbClr val="527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670"/>
          </a:solidFill>
          <a:ln w="12700">
            <a:solidFill>
              <a:srgbClr val="DB8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48547"/>
          </a:solidFill>
          <a:ln w="12700">
            <a:solidFill>
              <a:srgbClr val="6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ثِدِ</a:t>
            </a:r>
            <a:endParaRPr lang="ar-SA" sz="9500" dirty="0"/>
          </a:p>
        </p:txBody>
      </p:sp>
      <p:pic>
        <p:nvPicPr>
          <p:cNvPr id="25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898398" cy="114300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E"/>
          </a:solidFill>
          <a:ln w="12700">
            <a:solidFill>
              <a:srgbClr val="D8646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B"/>
          </a:solidFill>
          <a:ln w="12700">
            <a:solidFill>
              <a:srgbClr val="D1476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جِدِ</a:t>
            </a:r>
            <a:endParaRPr lang="ar-SA" sz="7700" dirty="0"/>
          </a:p>
        </p:txBody>
      </p:sp>
      <p:pic>
        <p:nvPicPr>
          <p:cNvPr id="20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1" name="Image 1" descr="go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387712" y="3515868"/>
            <a:ext cx="1664848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حِدِ</a:t>
            </a:r>
            <a:endParaRPr lang="ar-SA" sz="9500" dirty="0"/>
          </a:p>
        </p:txBody>
      </p:sp>
      <p:pic>
        <p:nvPicPr>
          <p:cNvPr id="21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1111499" cy="1051560"/>
          </a:xfrm>
          <a:prstGeom prst="rect">
            <a:avLst/>
          </a:prstGeom>
        </p:spPr>
      </p:pic>
      <p:pic>
        <p:nvPicPr>
          <p:cNvPr id="22" name="Image 1" descr="cam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385" y="4384548"/>
            <a:ext cx="711175" cy="685800"/>
          </a:xfrm>
          <a:prstGeom prst="rect">
            <a:avLst/>
          </a:prstGeom>
        </p:spPr>
      </p:pic>
      <p:pic>
        <p:nvPicPr>
          <p:cNvPr id="23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C2B64"/>
          </a:solidFill>
          <a:ln w="12700">
            <a:solidFill>
              <a:srgbClr val="4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4"/>
          </a:solidFill>
          <a:ln w="12700">
            <a:solidFill>
              <a:srgbClr val="79347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خِدِ</a:t>
            </a:r>
            <a:endParaRPr lang="ar-SA" sz="9500" dirty="0"/>
          </a:p>
        </p:txBody>
      </p:sp>
      <p:pic>
        <p:nvPicPr>
          <p:cNvPr id="22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29446" cy="1417320"/>
          </a:xfrm>
          <a:prstGeom prst="rect">
            <a:avLst/>
          </a:prstGeom>
        </p:spPr>
      </p:pic>
      <p:pic>
        <p:nvPicPr>
          <p:cNvPr id="23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0739" y="3515868"/>
            <a:ext cx="1221821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14600" dirty="0"/>
          </a:p>
        </p:txBody>
      </p:sp>
      <p:sp>
        <p:nvSpPr>
          <p:cNvPr id="12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14600" dirty="0"/>
          </a:p>
        </p:txBody>
      </p:sp>
      <p:pic>
        <p:nvPicPr>
          <p:cNvPr id="13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463040" cy="1463040"/>
          </a:xfrm>
          <a:prstGeom prst="rect">
            <a:avLst/>
          </a:prstGeom>
        </p:spPr>
      </p:pic>
      <p:pic>
        <p:nvPicPr>
          <p:cNvPr id="14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6866" y="1828800"/>
            <a:ext cx="1575694" cy="1463040"/>
          </a:xfrm>
          <a:prstGeom prst="rect">
            <a:avLst/>
          </a:prstGeom>
        </p:spPr>
      </p:pic>
      <p:pic>
        <p:nvPicPr>
          <p:cNvPr id="15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34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D"/>
          </a:solidFill>
          <a:ln w="12700">
            <a:solidFill>
              <a:srgbClr val="5EED8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ذِإِ</a:t>
            </a:r>
            <a:endParaRPr lang="ar-SA" sz="70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0"/>
          </a:solidFill>
          <a:ln w="12700">
            <a:solidFill>
              <a:srgbClr val="E052A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5DB70"/>
          </a:solidFill>
          <a:ln w="12700">
            <a:solidFill>
              <a:srgbClr val="7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385"/>
          </a:solidFill>
          <a:ln w="12700">
            <a:solidFill>
              <a:srgbClr val="477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ذِبِ</a:t>
            </a:r>
            <a:endParaRPr lang="ar-SA" sz="75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01668"/>
            <a:ext cx="900821" cy="86868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BD864"/>
          </a:solidFill>
          <a:ln w="12700">
            <a:solidFill>
              <a:srgbClr val="8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DD147"/>
          </a:solidFill>
          <a:ln w="12700">
            <a:solidFill>
              <a:srgbClr val="8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ذِتِ</a:t>
            </a:r>
            <a:endParaRPr lang="ar-SA" sz="9500" dirty="0"/>
          </a:p>
        </p:txBody>
      </p:sp>
      <p:pic>
        <p:nvPicPr>
          <p:cNvPr id="20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542" y="3515868"/>
            <a:ext cx="1741018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ذِثِ</a:t>
            </a:r>
            <a:endParaRPr lang="ar-SA" sz="9500" dirty="0"/>
          </a:p>
        </p:txBody>
      </p:sp>
      <p:pic>
        <p:nvPicPr>
          <p:cNvPr id="21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roos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7375" y="4338828"/>
            <a:ext cx="705185" cy="731520"/>
          </a:xfrm>
          <a:prstGeom prst="rect">
            <a:avLst/>
          </a:prstGeom>
        </p:spPr>
      </p:pic>
      <p:pic>
        <p:nvPicPr>
          <p:cNvPr id="23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E2B"/>
          </a:solidFill>
          <a:ln w="12700">
            <a:solidFill>
              <a:srgbClr val="643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D34"/>
          </a:solidFill>
          <a:ln w="12700">
            <a:solidFill>
              <a:srgbClr val="796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ذِجِ</a:t>
            </a:r>
            <a:endParaRPr lang="ar-SA" sz="6100" dirty="0"/>
          </a:p>
        </p:txBody>
      </p:sp>
      <p:pic>
        <p:nvPicPr>
          <p:cNvPr id="22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32911" cy="1417320"/>
          </a:xfrm>
          <a:prstGeom prst="rect">
            <a:avLst/>
          </a:prstGeom>
        </p:spPr>
      </p:pic>
      <p:pic>
        <p:nvPicPr>
          <p:cNvPr id="23" name="Image 1" descr="hedgeh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8627" y="3515868"/>
            <a:ext cx="2023933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ذِحِ</a:t>
            </a:r>
            <a:endParaRPr lang="ar-SA" sz="6100" dirty="0"/>
          </a:p>
        </p:txBody>
      </p:sp>
      <p:pic>
        <p:nvPicPr>
          <p:cNvPr id="20" name="Image 0" descr="cra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87398" cy="1417320"/>
          </a:xfrm>
          <a:prstGeom prst="rect">
            <a:avLst/>
          </a:prstGeom>
        </p:spPr>
      </p:pic>
      <p:pic>
        <p:nvPicPr>
          <p:cNvPr id="21" name="Image 1" descr="se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0646" y="3515868"/>
            <a:ext cx="2051914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14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A5EED"/>
          </a:solidFill>
          <a:ln w="12700">
            <a:solidFill>
              <a:srgbClr val="6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ذِخِ</a:t>
            </a:r>
            <a:endParaRPr lang="ar-SA" sz="61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433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3E052"/>
          </a:solidFill>
          <a:ln w="12700">
            <a:solidFill>
              <a:srgbClr val="C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0DB"/>
          </a:solidFill>
          <a:ln w="12700">
            <a:solidFill>
              <a:srgbClr val="709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2"/>
          </a:solidFill>
          <a:ln w="12700">
            <a:solidFill>
              <a:srgbClr val="85478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6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7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6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7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ذِدِ</a:t>
            </a:r>
            <a:endParaRPr lang="ar-SA" sz="9500" dirty="0"/>
          </a:p>
        </p:txBody>
      </p:sp>
      <p:pic>
        <p:nvPicPr>
          <p:cNvPr id="25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384548"/>
            <a:ext cx="892912" cy="685800"/>
          </a:xfrm>
          <a:prstGeom prst="rect">
            <a:avLst/>
          </a:prstGeom>
        </p:spPr>
      </p:pic>
      <p:pic>
        <p:nvPicPr>
          <p:cNvPr id="26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8D8"/>
          </a:solidFill>
          <a:ln w="12700">
            <a:solidFill>
              <a:srgbClr val="64A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FD1"/>
          </a:solidFill>
          <a:ln w="12700">
            <a:solidFill>
              <a:srgbClr val="47A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إِذِبِ</a:t>
            </a:r>
            <a:endParaRPr lang="ar-SA" sz="6200" dirty="0"/>
          </a:p>
        </p:txBody>
      </p:sp>
      <p:pic>
        <p:nvPicPr>
          <p:cNvPr id="24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300551" cy="1508760"/>
          </a:xfrm>
          <a:prstGeom prst="rect">
            <a:avLst/>
          </a:prstGeom>
        </p:spPr>
      </p:pic>
      <p:pic>
        <p:nvPicPr>
          <p:cNvPr id="25" name="Image 1" descr="baby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2988"/>
            <a:ext cx="1871137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بِذِتِ</a:t>
            </a:r>
            <a:endParaRPr lang="ar-SA" sz="68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384548"/>
            <a:ext cx="1105510" cy="68580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2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F"/>
          </a:solidFill>
          <a:ln w="12700">
            <a:solidFill>
              <a:srgbClr val="2B64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C"/>
          </a:solidFill>
          <a:ln w="12700">
            <a:solidFill>
              <a:srgbClr val="34795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تِذِثِ</a:t>
            </a:r>
            <a:endParaRPr lang="ar-SA" sz="8400" dirty="0"/>
          </a:p>
        </p:txBody>
      </p:sp>
      <p:pic>
        <p:nvPicPr>
          <p:cNvPr id="26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7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8617" y="3332988"/>
            <a:ext cx="2103943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ثِذِجِ</a:t>
            </a:r>
            <a:endParaRPr lang="ar-SA" sz="5400" dirty="0"/>
          </a:p>
        </p:txBody>
      </p:sp>
      <p:pic>
        <p:nvPicPr>
          <p:cNvPr id="24" name="Image 0" descr="octop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57040" cy="1508760"/>
          </a:xfrm>
          <a:prstGeom prst="rect">
            <a:avLst/>
          </a:prstGeom>
        </p:spPr>
      </p:pic>
      <p:pic>
        <p:nvPicPr>
          <p:cNvPr id="25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6089" y="3332988"/>
            <a:ext cx="1756471" cy="1737360"/>
          </a:xfrm>
          <a:prstGeom prst="rect">
            <a:avLst/>
          </a:prstGeom>
        </p:spPr>
      </p:pic>
      <p:pic>
        <p:nvPicPr>
          <p:cNvPr id="26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7"/>
          </a:solidFill>
          <a:ln w="12700">
            <a:solidFill>
              <a:srgbClr val="ED5E7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جِذِحِ</a:t>
            </a:r>
            <a:endParaRPr lang="ar-SA" sz="5400" dirty="0"/>
          </a:p>
        </p:txBody>
      </p:sp>
      <p:pic>
        <p:nvPicPr>
          <p:cNvPr id="32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4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A"/>
          </a:solidFill>
          <a:ln w="12700">
            <a:solidFill>
              <a:srgbClr val="52E0D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B"/>
          </a:solidFill>
          <a:ln w="12700">
            <a:solidFill>
              <a:srgbClr val="DB70A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847"/>
          </a:solidFill>
          <a:ln w="12700">
            <a:solidFill>
              <a:srgbClr val="857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حِذِخِ</a:t>
            </a:r>
            <a:endParaRPr lang="ar-SA" sz="5400" dirty="0"/>
          </a:p>
        </p:txBody>
      </p:sp>
      <p:pic>
        <p:nvPicPr>
          <p:cNvPr id="29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30859" cy="914400"/>
          </a:xfrm>
          <a:prstGeom prst="rect">
            <a:avLst/>
          </a:prstGeom>
        </p:spPr>
      </p:pic>
      <p:pic>
        <p:nvPicPr>
          <p:cNvPr id="30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5"/>
          </a:solidFill>
          <a:ln w="12700">
            <a:solidFill>
              <a:srgbClr val="D864C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D1"/>
          </a:solidFill>
          <a:ln w="12700">
            <a:solidFill>
              <a:srgbClr val="D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خِذِدِ</a:t>
            </a:r>
            <a:endParaRPr lang="ar-SA" sz="8400" dirty="0"/>
          </a:p>
        </p:txBody>
      </p:sp>
      <p:pic>
        <p:nvPicPr>
          <p:cNvPr id="24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64584" cy="1508760"/>
          </a:xfrm>
          <a:prstGeom prst="rect">
            <a:avLst/>
          </a:prstGeom>
        </p:spPr>
      </p:pic>
      <p:pic>
        <p:nvPicPr>
          <p:cNvPr id="25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8251" y="3332988"/>
            <a:ext cx="1744309" cy="1737360"/>
          </a:xfrm>
          <a:prstGeom prst="rect">
            <a:avLst/>
          </a:prstGeom>
        </p:spPr>
      </p:pic>
      <p:pic>
        <p:nvPicPr>
          <p:cNvPr id="26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دِذِإِ</a:t>
            </a:r>
            <a:endParaRPr lang="ar-SA" sz="6200" dirty="0"/>
          </a:p>
        </p:txBody>
      </p:sp>
      <p:pic>
        <p:nvPicPr>
          <p:cNvPr id="25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06927" cy="1417320"/>
          </a:xfrm>
          <a:prstGeom prst="rect">
            <a:avLst/>
          </a:prstGeom>
        </p:spPr>
      </p:pic>
      <p:pic>
        <p:nvPicPr>
          <p:cNvPr id="26" name="Image 1" descr="hatching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7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564"/>
          </a:solidFill>
          <a:ln w="12700">
            <a:solidFill>
              <a:srgbClr val="2B3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B3479"/>
          </a:solidFill>
          <a:ln w="12700">
            <a:solidFill>
              <a:srgbClr val="4B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إِذِ</a:t>
            </a:r>
            <a:endParaRPr lang="ar-SA" sz="7000" dirty="0"/>
          </a:p>
        </p:txBody>
      </p:sp>
      <p:pic>
        <p:nvPicPr>
          <p:cNvPr id="22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9367" cy="1417320"/>
          </a:xfrm>
          <a:prstGeom prst="rect">
            <a:avLst/>
          </a:prstGeom>
        </p:spPr>
      </p:pic>
      <p:pic>
        <p:nvPicPr>
          <p:cNvPr id="23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بِذِ</a:t>
            </a:r>
            <a:endParaRPr lang="ar-SA" sz="7700" dirty="0"/>
          </a:p>
        </p:txBody>
      </p:sp>
      <p:pic>
        <p:nvPicPr>
          <p:cNvPr id="20" name="Image 0" descr="spouting_wh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42202" cy="1417320"/>
          </a:xfrm>
          <a:prstGeom prst="rect">
            <a:avLst/>
          </a:prstGeom>
        </p:spPr>
      </p:pic>
      <p:pic>
        <p:nvPicPr>
          <p:cNvPr id="21" name="Image 1" descr="dolph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0739" y="3515868"/>
            <a:ext cx="1221821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6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AED5E"/>
          </a:solidFill>
          <a:ln w="12700">
            <a:solidFill>
              <a:srgbClr val="9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تِذِ</a:t>
            </a:r>
            <a:endParaRPr lang="ar-SA" sz="9500" dirty="0"/>
          </a:p>
        </p:txBody>
      </p:sp>
      <p:pic>
        <p:nvPicPr>
          <p:cNvPr id="28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652E0"/>
          </a:solidFill>
          <a:ln w="12700">
            <a:solidFill>
              <a:srgbClr val="B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5DB70"/>
          </a:solidFill>
          <a:ln w="12700">
            <a:solidFill>
              <a:srgbClr val="C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8"/>
          </a:solidFill>
          <a:ln w="12700">
            <a:solidFill>
              <a:srgbClr val="47856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ثِذِ</a:t>
            </a:r>
            <a:endParaRPr lang="ar-SA" sz="9500" dirty="0"/>
          </a:p>
        </p:txBody>
      </p:sp>
      <p:pic>
        <p:nvPicPr>
          <p:cNvPr id="25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338828"/>
            <a:ext cx="885871" cy="73152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E64"/>
          </a:solidFill>
          <a:ln w="12700">
            <a:solidFill>
              <a:srgbClr val="D8C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E47"/>
          </a:solidFill>
          <a:ln w="12700">
            <a:solidFill>
              <a:srgbClr val="D1A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جِذِ</a:t>
            </a:r>
            <a:endParaRPr lang="ar-SA" sz="7700" dirty="0"/>
          </a:p>
        </p:txBody>
      </p:sp>
      <p:pic>
        <p:nvPicPr>
          <p:cNvPr id="20" name="Image 0" descr="hippopotam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05350" cy="1417320"/>
          </a:xfrm>
          <a:prstGeom prst="rect">
            <a:avLst/>
          </a:prstGeom>
        </p:spPr>
      </p:pic>
      <p:pic>
        <p:nvPicPr>
          <p:cNvPr id="21" name="Image 1" descr="llam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2230" y="3515868"/>
            <a:ext cx="1450330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حِذِ</a:t>
            </a:r>
            <a:endParaRPr lang="ar-SA" sz="9500" dirty="0"/>
          </a:p>
        </p:txBody>
      </p:sp>
      <p:pic>
        <p:nvPicPr>
          <p:cNvPr id="21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3231" cy="1005840"/>
          </a:xfrm>
          <a:prstGeom prst="rect">
            <a:avLst/>
          </a:prstGeom>
        </p:spPr>
      </p:pic>
      <p:pic>
        <p:nvPicPr>
          <p:cNvPr id="22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3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3"/>
          </a:solidFill>
          <a:ln w="12700">
            <a:solidFill>
              <a:srgbClr val="642B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A34"/>
          </a:solidFill>
          <a:ln w="12700">
            <a:solidFill>
              <a:srgbClr val="793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خِذِ</a:t>
            </a:r>
            <a:endParaRPr lang="ar-SA" sz="9500" dirty="0"/>
          </a:p>
        </p:txBody>
      </p:sp>
      <p:pic>
        <p:nvPicPr>
          <p:cNvPr id="22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3" name="Image 1" descr="sn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470099" y="3515868"/>
            <a:ext cx="1582461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7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7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دِذِ</a:t>
            </a:r>
            <a:endParaRPr lang="ar-SA" sz="95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84720" cy="1417320"/>
          </a:xfrm>
          <a:prstGeom prst="rect">
            <a:avLst/>
          </a:prstGeom>
        </p:spPr>
      </p:pic>
      <p:pic>
        <p:nvPicPr>
          <p:cNvPr id="21" name="Image 1" descr="tropical_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0758" y="3515868"/>
            <a:ext cx="1891802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83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EED"/>
          </a:solidFill>
          <a:ln w="12700">
            <a:solidFill>
              <a:srgbClr val="5EB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39977" y="896112"/>
            <a:ext cx="20355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F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39977" y="896112"/>
            <a:ext cx="20355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صَعِدَ</a:t>
            </a:r>
            <a:endParaRPr lang="ar-SA" sz="5300" dirty="0"/>
          </a:p>
        </p:txBody>
      </p:sp>
      <p:sp>
        <p:nvSpPr>
          <p:cNvPr id="20" name="C2 W2 pill"/>
          <p:cNvSpPr/>
          <p:nvPr/>
        </p:nvSpPr>
        <p:spPr>
          <a:xfrm>
            <a:off x="2368481" y="896112"/>
            <a:ext cx="205145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6F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68481" y="896112"/>
            <a:ext cx="205145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وَنَزَلَ</a:t>
            </a:r>
            <a:endParaRPr lang="ar-SA" sz="53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14141" y="2834640"/>
            <a:ext cx="371571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14141" y="2834640"/>
            <a:ext cx="371571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صَعِدَ وَنَزَلَ</a:t>
            </a:r>
            <a:endParaRPr lang="ar-SA" sz="5400" dirty="0"/>
          </a:p>
        </p:txBody>
      </p:sp>
      <p:pic>
        <p:nvPicPr>
          <p:cNvPr id="25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463040" cy="1463040"/>
          </a:xfrm>
          <a:prstGeom prst="rect">
            <a:avLst/>
          </a:prstGeom>
        </p:spPr>
      </p:pic>
      <p:pic>
        <p:nvPicPr>
          <p:cNvPr id="26" name="Image 1" descr="c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6127" y="1828800"/>
            <a:ext cx="1546433" cy="1463040"/>
          </a:xfrm>
          <a:prstGeom prst="rect">
            <a:avLst/>
          </a:prstGeom>
        </p:spPr>
      </p:pic>
      <p:pic>
        <p:nvPicPr>
          <p:cNvPr id="27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4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352"/>
          </a:solidFill>
          <a:ln w="12700">
            <a:solidFill>
              <a:srgbClr val="E09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7"/>
          </a:solidFill>
          <a:ln w="12700">
            <a:solidFill>
              <a:srgbClr val="70DBD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94785"/>
          </a:solidFill>
          <a:ln w="12700">
            <a:solidFill>
              <a:srgbClr val="59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06506" y="896112"/>
            <a:ext cx="192735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A1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06506" y="896112"/>
            <a:ext cx="192735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حَمِدَ</a:t>
            </a:r>
            <a:endParaRPr lang="ar-SA" sz="5600" dirty="0"/>
          </a:p>
        </p:txBody>
      </p:sp>
      <p:sp>
        <p:nvSpPr>
          <p:cNvPr id="17" name="C2 W2 pill"/>
          <p:cNvSpPr/>
          <p:nvPr/>
        </p:nvSpPr>
        <p:spPr>
          <a:xfrm>
            <a:off x="2210143" y="896112"/>
            <a:ext cx="247632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1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210143" y="896112"/>
            <a:ext cx="247632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5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6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505678" y="2834640"/>
            <a:ext cx="413264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505678" y="2834640"/>
            <a:ext cx="413264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حَمِدَ وَشَكَرَ</a:t>
            </a:r>
            <a:endParaRPr lang="ar-SA" sz="5700" dirty="0"/>
          </a:p>
        </p:txBody>
      </p:sp>
      <p:pic>
        <p:nvPicPr>
          <p:cNvPr id="22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149949" cy="1463040"/>
          </a:xfrm>
          <a:prstGeom prst="rect">
            <a:avLst/>
          </a:prstGeom>
        </p:spPr>
      </p:pic>
      <p:pic>
        <p:nvPicPr>
          <p:cNvPr id="23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3427" y="1828800"/>
            <a:ext cx="1479133" cy="1463040"/>
          </a:xfrm>
          <a:prstGeom prst="rect">
            <a:avLst/>
          </a:prstGeom>
        </p:spPr>
      </p:pic>
      <p:pic>
        <p:nvPicPr>
          <p:cNvPr id="24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1"/>
          </a:solidFill>
          <a:ln w="12700">
            <a:solidFill>
              <a:srgbClr val="64D8B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C"/>
          </a:solidFill>
          <a:ln w="12700">
            <a:solidFill>
              <a:srgbClr val="47D18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44982" y="896112"/>
            <a:ext cx="155521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D4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44982" y="896112"/>
            <a:ext cx="155521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أَذِنَ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643803" y="896112"/>
            <a:ext cx="198113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4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43803" y="896112"/>
            <a:ext cx="198113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وَدَخَلَ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88698" y="2834640"/>
            <a:ext cx="316660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88698" y="2834640"/>
            <a:ext cx="316660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أَذِنَ وَدَخَلَ</a:t>
            </a:r>
            <a:endParaRPr lang="ar-SA" sz="4400" dirty="0"/>
          </a:p>
        </p:txBody>
      </p:sp>
      <p:pic>
        <p:nvPicPr>
          <p:cNvPr id="17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575694" cy="1463040"/>
          </a:xfrm>
          <a:prstGeom prst="rect">
            <a:avLst/>
          </a:prstGeom>
        </p:spPr>
      </p:pic>
      <p:pic>
        <p:nvPicPr>
          <p:cNvPr id="18" name="Image 1" descr="go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485644" y="1828800"/>
            <a:ext cx="1566916" cy="1463040"/>
          </a:xfrm>
          <a:prstGeom prst="rect">
            <a:avLst/>
          </a:prstGeom>
        </p:spPr>
      </p:pic>
      <p:pic>
        <p:nvPicPr>
          <p:cNvPr id="19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00462" y="896112"/>
            <a:ext cx="170738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F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00462" y="896112"/>
            <a:ext cx="17073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حَذِرَ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536158" y="896112"/>
            <a:ext cx="204426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F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536158" y="896112"/>
            <a:ext cx="204426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وَسَلِمَ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881286" y="2834640"/>
            <a:ext cx="338142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881286" y="2834640"/>
            <a:ext cx="338142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حَذِرَ وَسَلِمَ</a:t>
            </a:r>
            <a:endParaRPr lang="ar-SA" sz="4700" dirty="0"/>
          </a:p>
        </p:txBody>
      </p:sp>
      <p:pic>
        <p:nvPicPr>
          <p:cNvPr id="18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546433" cy="1463040"/>
          </a:xfrm>
          <a:prstGeom prst="rect">
            <a:avLst/>
          </a:prstGeom>
        </p:spPr>
      </p:pic>
      <p:pic>
        <p:nvPicPr>
          <p:cNvPr id="19" name="Image 1" descr="cam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5388" y="1828800"/>
            <a:ext cx="1517172" cy="1463040"/>
          </a:xfrm>
          <a:prstGeom prst="rect">
            <a:avLst/>
          </a:prstGeom>
        </p:spPr>
      </p:pic>
      <p:pic>
        <p:nvPicPr>
          <p:cNvPr id="20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05-dal-dhal</dc:title>
  <dc:subject>PptxGenJS Presentation</dc:subject>
  <dc:creator>PptxGenJS</dc:creator>
  <cp:lastModifiedBy>PptxGenJS</cp:lastModifiedBy>
  <cp:revision>1</cp:revision>
  <dcterms:created xsi:type="dcterms:W3CDTF">2026-10-20T23:11:21Z</dcterms:created>
  <dcterms:modified xsi:type="dcterms:W3CDTF">2026-10-20T23:11:21Z</dcterms:modified>
</cp:coreProperties>
</file>