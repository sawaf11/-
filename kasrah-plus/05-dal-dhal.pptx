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9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5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252E0"/>
          </a:solidFill>
          <a:ln w="12700">
            <a:solidFill>
              <a:srgbClr val="9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4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14600" dirty="0"/>
          </a:p>
        </p:txBody>
      </p:sp>
      <p:pic>
        <p:nvPicPr>
          <p:cNvPr id="18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B47"/>
          </a:solidFill>
          <a:ln w="12700">
            <a:solidFill>
              <a:srgbClr val="D18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دِإِ</a:t>
            </a:r>
            <a:endParaRPr lang="ar-SA" sz="70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دِبِ</a:t>
            </a:r>
            <a:endParaRPr lang="ar-SA" sz="75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3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دِتِ</a:t>
            </a:r>
            <a:endParaRPr lang="ar-SA" sz="95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دِثِ</a:t>
            </a:r>
            <a:endParaRPr lang="ar-SA" sz="95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دِجِ</a:t>
            </a:r>
            <a:endParaRPr lang="ar-SA" sz="6100" dirty="0"/>
          </a:p>
        </p:txBody>
      </p:sp>
      <p:pic>
        <p:nvPicPr>
          <p:cNvPr id="28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E52"/>
          </a:solidFill>
          <a:ln w="12700">
            <a:solidFill>
              <a:srgbClr val="E06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B"/>
          </a:solidFill>
          <a:ln w="12700">
            <a:solidFill>
              <a:srgbClr val="70DBB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دِحِ</a:t>
            </a:r>
            <a:endParaRPr lang="ar-SA" sz="61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724" y="4297680"/>
            <a:ext cx="558836" cy="777240"/>
          </a:xfrm>
          <a:prstGeom prst="rect">
            <a:avLst/>
          </a:prstGeom>
        </p:spPr>
      </p:pic>
      <p:pic>
        <p:nvPicPr>
          <p:cNvPr id="27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9"/>
          </a:solidFill>
          <a:ln w="12700">
            <a:solidFill>
              <a:srgbClr val="47D16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دِخِ</a:t>
            </a:r>
            <a:endParaRPr lang="ar-SA" sz="6100" dirty="0"/>
          </a:p>
        </p:txBody>
      </p:sp>
      <p:pic>
        <p:nvPicPr>
          <p:cNvPr id="20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  <p:pic>
        <p:nvPicPr>
          <p:cNvPr id="22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إِدِبِ</a:t>
            </a:r>
            <a:endParaRPr lang="ar-SA" sz="62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4343400"/>
            <a:ext cx="711037" cy="73152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8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بِدِتِ</a:t>
            </a:r>
            <a:endParaRPr lang="ar-SA" sz="68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تِدِثِ</a:t>
            </a:r>
            <a:endParaRPr lang="ar-SA" sz="8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45EED"/>
          </a:solidFill>
          <a:ln w="12700">
            <a:solidFill>
              <a:srgbClr val="D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ثِدِجِ</a:t>
            </a:r>
            <a:endParaRPr lang="ar-SA" sz="5400" dirty="0"/>
          </a:p>
        </p:txBody>
      </p:sp>
      <p:pic>
        <p:nvPicPr>
          <p:cNvPr id="32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9E052"/>
          </a:solidFill>
          <a:ln w="12700">
            <a:solidFill>
              <a:srgbClr val="5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170DB"/>
          </a:solidFill>
          <a:ln w="12700">
            <a:solidFill>
              <a:srgbClr val="A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جِدِحِ</a:t>
            </a:r>
            <a:endParaRPr lang="ar-SA" sz="54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64D8"/>
          </a:solidFill>
          <a:ln w="12700">
            <a:solidFill>
              <a:srgbClr val="7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8D1"/>
          </a:solidFill>
          <a:ln w="12700">
            <a:solidFill>
              <a:srgbClr val="474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حِدِخِ</a:t>
            </a:r>
            <a:endParaRPr lang="ar-SA" sz="5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خِدِإِ</a:t>
            </a:r>
            <a:endParaRPr lang="ar-SA" sz="6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7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A"/>
          </a:solidFill>
          <a:ln w="12700">
            <a:solidFill>
              <a:srgbClr val="2B645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379"/>
          </a:solidFill>
          <a:ln w="12700">
            <a:solidFill>
              <a:srgbClr val="346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إِدِ</a:t>
            </a:r>
            <a:endParaRPr lang="ar-SA" sz="70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بِدِ</a:t>
            </a:r>
            <a:endParaRPr lang="ar-SA" sz="77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15E"/>
          </a:solidFill>
          <a:ln w="12700">
            <a:solidFill>
              <a:srgbClr val="EDB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تِدِ</a:t>
            </a:r>
            <a:endParaRPr lang="ar-SA" sz="9500" dirty="0"/>
          </a:p>
        </p:txBody>
      </p:sp>
      <p:pic>
        <p:nvPicPr>
          <p:cNvPr id="28" name="Image 0" descr="bird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CE0"/>
          </a:solidFill>
          <a:ln w="12700">
            <a:solidFill>
              <a:srgbClr val="527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670"/>
          </a:solidFill>
          <a:ln w="12700">
            <a:solidFill>
              <a:srgbClr val="DB8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8547"/>
          </a:solidFill>
          <a:ln w="12700">
            <a:solidFill>
              <a:srgbClr val="64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ثِدِ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e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E"/>
          </a:solidFill>
          <a:ln w="12700">
            <a:solidFill>
              <a:srgbClr val="D8646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B"/>
          </a:solidFill>
          <a:ln w="12700">
            <a:solidFill>
              <a:srgbClr val="D1476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جِدِ</a:t>
            </a:r>
            <a:endParaRPr lang="ar-SA" sz="77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حِدِ</a:t>
            </a:r>
            <a:endParaRPr lang="ar-SA" sz="9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336" y="4251960"/>
            <a:ext cx="696224" cy="822960"/>
          </a:xfrm>
          <a:prstGeom prst="rect">
            <a:avLst/>
          </a:prstGeom>
        </p:spPr>
      </p:pic>
      <p:pic>
        <p:nvPicPr>
          <p:cNvPr id="23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C2B64"/>
          </a:solidFill>
          <a:ln w="12700">
            <a:solidFill>
              <a:srgbClr val="4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4"/>
          </a:solidFill>
          <a:ln w="12700">
            <a:solidFill>
              <a:srgbClr val="79347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خِدِ</a:t>
            </a:r>
            <a:endParaRPr lang="ar-SA" sz="9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46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14600" dirty="0"/>
          </a:p>
        </p:txBody>
      </p:sp>
      <p:pic>
        <p:nvPicPr>
          <p:cNvPr id="13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162751" cy="1554480"/>
          </a:xfrm>
          <a:prstGeom prst="rect">
            <a:avLst/>
          </a:prstGeom>
        </p:spPr>
      </p:pic>
      <p:pic>
        <p:nvPicPr>
          <p:cNvPr id="14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1783080"/>
            <a:ext cx="1117671" cy="1554480"/>
          </a:xfrm>
          <a:prstGeom prst="rect">
            <a:avLst/>
          </a:prstGeom>
        </p:spPr>
      </p:pic>
      <p:pic>
        <p:nvPicPr>
          <p:cNvPr id="15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D"/>
          </a:solidFill>
          <a:ln w="12700">
            <a:solidFill>
              <a:srgbClr val="5EED8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ذِإِ</a:t>
            </a:r>
            <a:endParaRPr lang="ar-SA" sz="7000" dirty="0"/>
          </a:p>
        </p:txBody>
      </p:sp>
      <p:pic>
        <p:nvPicPr>
          <p:cNvPr id="28" name="Image 0" descr="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0"/>
          </a:solidFill>
          <a:ln w="12700">
            <a:solidFill>
              <a:srgbClr val="E052A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5DB70"/>
          </a:solidFill>
          <a:ln w="12700">
            <a:solidFill>
              <a:srgbClr val="7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385"/>
          </a:solidFill>
          <a:ln w="12700">
            <a:solidFill>
              <a:srgbClr val="4773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ذِبِ</a:t>
            </a:r>
            <a:endParaRPr lang="ar-SA" sz="75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51960"/>
            <a:ext cx="906902" cy="822960"/>
          </a:xfrm>
          <a:prstGeom prst="rect">
            <a:avLst/>
          </a:prstGeom>
        </p:spPr>
      </p:pic>
      <p:pic>
        <p:nvPicPr>
          <p:cNvPr id="26" name="Image 1" descr="bird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505420" y="45720"/>
            <a:ext cx="803940" cy="6400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BD864"/>
          </a:solidFill>
          <a:ln w="12700">
            <a:solidFill>
              <a:srgbClr val="8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DD147"/>
          </a:solidFill>
          <a:ln w="12700">
            <a:solidFill>
              <a:srgbClr val="8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ذِتِ</a:t>
            </a:r>
            <a:endParaRPr lang="ar-SA" sz="9500" dirty="0"/>
          </a:p>
        </p:txBody>
      </p:sp>
      <p:pic>
        <p:nvPicPr>
          <p:cNvPr id="20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197635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3520440"/>
            <a:ext cx="1605778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ذِثِ</a:t>
            </a:r>
            <a:endParaRPr lang="ar-SA" sz="9500" dirty="0"/>
          </a:p>
        </p:txBody>
      </p:sp>
      <p:pic>
        <p:nvPicPr>
          <p:cNvPr id="21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31920"/>
            <a:ext cx="1080135" cy="1143000"/>
          </a:xfrm>
          <a:prstGeom prst="rect">
            <a:avLst/>
          </a:prstGeom>
        </p:spPr>
      </p:pic>
      <p:pic>
        <p:nvPicPr>
          <p:cNvPr id="22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930" y="4297680"/>
            <a:ext cx="695630" cy="777240"/>
          </a:xfrm>
          <a:prstGeom prst="rect">
            <a:avLst/>
          </a:prstGeom>
        </p:spPr>
      </p:pic>
      <p:pic>
        <p:nvPicPr>
          <p:cNvPr id="23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E2B"/>
          </a:solidFill>
          <a:ln w="12700">
            <a:solidFill>
              <a:srgbClr val="643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D34"/>
          </a:solidFill>
          <a:ln w="12700">
            <a:solidFill>
              <a:srgbClr val="796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ذِجِ</a:t>
            </a:r>
            <a:endParaRPr lang="ar-SA" sz="6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ذِحِ</a:t>
            </a:r>
            <a:endParaRPr lang="ar-SA" sz="6100" dirty="0"/>
          </a:p>
        </p:txBody>
      </p:sp>
      <p:pic>
        <p:nvPicPr>
          <p:cNvPr id="20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57163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7470" y="3520440"/>
            <a:ext cx="1315090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6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A5EED"/>
          </a:solidFill>
          <a:ln w="12700">
            <a:solidFill>
              <a:srgbClr val="6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ذِخِ</a:t>
            </a:r>
            <a:endParaRPr lang="ar-SA" sz="6100" dirty="0"/>
          </a:p>
        </p:txBody>
      </p:sp>
      <p:pic>
        <p:nvPicPr>
          <p:cNvPr id="28" name="Image 0" descr="bird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3E052"/>
          </a:solidFill>
          <a:ln w="12700">
            <a:solidFill>
              <a:srgbClr val="C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0DB"/>
          </a:solidFill>
          <a:ln w="12700">
            <a:solidFill>
              <a:srgbClr val="709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2"/>
          </a:solidFill>
          <a:ln w="12700">
            <a:solidFill>
              <a:srgbClr val="8547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ذِدِ</a:t>
            </a:r>
            <a:endParaRPr lang="ar-SA" sz="95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923361" cy="12344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3724" y="4297680"/>
            <a:ext cx="558836" cy="777240"/>
          </a:xfrm>
          <a:prstGeom prst="rect">
            <a:avLst/>
          </a:prstGeom>
        </p:spPr>
      </p:pic>
      <p:pic>
        <p:nvPicPr>
          <p:cNvPr id="27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408" y="45720"/>
            <a:ext cx="852952" cy="7315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8D8"/>
          </a:solidFill>
          <a:ln w="12700">
            <a:solidFill>
              <a:srgbClr val="64A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FD1"/>
          </a:solidFill>
          <a:ln w="12700">
            <a:solidFill>
              <a:srgbClr val="47A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إِذِبِ</a:t>
            </a:r>
            <a:endParaRPr lang="ar-SA" sz="6200" dirty="0"/>
          </a:p>
        </p:txBody>
      </p:sp>
      <p:pic>
        <p:nvPicPr>
          <p:cNvPr id="24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87538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7560"/>
            <a:ext cx="1245687" cy="1737360"/>
          </a:xfrm>
          <a:prstGeom prst="rect">
            <a:avLst/>
          </a:prstGeom>
        </p:spPr>
      </p:pic>
      <p:pic>
        <p:nvPicPr>
          <p:cNvPr id="26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بِذِتِ</a:t>
            </a:r>
            <a:endParaRPr lang="ar-SA" sz="6800" dirty="0"/>
          </a:p>
        </p:txBody>
      </p:sp>
      <p:pic>
        <p:nvPicPr>
          <p:cNvPr id="25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1108436" cy="1005840"/>
          </a:xfrm>
          <a:prstGeom prst="rect">
            <a:avLst/>
          </a:prstGeom>
        </p:spPr>
      </p:pic>
      <p:pic>
        <p:nvPicPr>
          <p:cNvPr id="26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1523" y="4343400"/>
            <a:ext cx="711037" cy="73152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020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C"/>
          </a:solidFill>
          <a:ln w="12700">
            <a:solidFill>
              <a:srgbClr val="34795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تِذِثِ</a:t>
            </a:r>
            <a:endParaRPr lang="ar-SA" sz="8400" dirty="0"/>
          </a:p>
        </p:txBody>
      </p:sp>
      <p:pic>
        <p:nvPicPr>
          <p:cNvPr id="26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274902" cy="1508760"/>
          </a:xfrm>
          <a:prstGeom prst="rect">
            <a:avLst/>
          </a:prstGeom>
        </p:spPr>
      </p:pic>
      <p:pic>
        <p:nvPicPr>
          <p:cNvPr id="27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7867" y="3337560"/>
            <a:ext cx="1794693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ثِذِجِ</a:t>
            </a:r>
            <a:endParaRPr lang="ar-SA" sz="54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425778" cy="1508760"/>
          </a:xfrm>
          <a:prstGeom prst="rect">
            <a:avLst/>
          </a:prstGeom>
        </p:spPr>
      </p:pic>
      <p:pic>
        <p:nvPicPr>
          <p:cNvPr id="25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623" y="3337560"/>
            <a:ext cx="1554937" cy="1737360"/>
          </a:xfrm>
          <a:prstGeom prst="rect">
            <a:avLst/>
          </a:prstGeom>
        </p:spPr>
      </p:pic>
      <p:pic>
        <p:nvPicPr>
          <p:cNvPr id="26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475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7"/>
          </a:solidFill>
          <a:ln w="12700">
            <a:solidFill>
              <a:srgbClr val="ED5E7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جِذِحِ</a:t>
            </a:r>
            <a:endParaRPr lang="ar-SA" sz="5400" dirty="0"/>
          </a:p>
        </p:txBody>
      </p:sp>
      <p:pic>
        <p:nvPicPr>
          <p:cNvPr id="32" name="Image 0" descr="butterfly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A"/>
          </a:solidFill>
          <a:ln w="12700">
            <a:solidFill>
              <a:srgbClr val="52E0D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B"/>
          </a:solidFill>
          <a:ln w="12700">
            <a:solidFill>
              <a:srgbClr val="DB70A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847"/>
          </a:solidFill>
          <a:ln w="12700">
            <a:solidFill>
              <a:srgbClr val="857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حِذِخِ</a:t>
            </a:r>
            <a:endParaRPr lang="ar-SA" sz="5400" dirty="0"/>
          </a:p>
        </p:txBody>
      </p:sp>
      <p:pic>
        <p:nvPicPr>
          <p:cNvPr id="29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9080"/>
            <a:ext cx="892180" cy="1005840"/>
          </a:xfrm>
          <a:prstGeom prst="rect">
            <a:avLst/>
          </a:prstGeom>
        </p:spPr>
      </p:pic>
      <p:pic>
        <p:nvPicPr>
          <p:cNvPr id="30" name="Image 1" descr="bird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5"/>
          </a:solidFill>
          <a:ln w="12700">
            <a:solidFill>
              <a:srgbClr val="D864C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D1"/>
          </a:solidFill>
          <a:ln w="12700">
            <a:solidFill>
              <a:srgbClr val="D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خِذِدِ</a:t>
            </a:r>
            <a:endParaRPr lang="ar-SA" sz="8400" dirty="0"/>
          </a:p>
        </p:txBody>
      </p:sp>
      <p:pic>
        <p:nvPicPr>
          <p:cNvPr id="24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6160"/>
            <a:ext cx="1546479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74" y="3337560"/>
            <a:ext cx="1259586" cy="1737360"/>
          </a:xfrm>
          <a:prstGeom prst="rect">
            <a:avLst/>
          </a:prstGeom>
        </p:spPr>
      </p:pic>
      <p:pic>
        <p:nvPicPr>
          <p:cNvPr id="26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88797" cy="685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دِذِإِ</a:t>
            </a:r>
            <a:endParaRPr lang="ar-SA" sz="6200" dirty="0"/>
          </a:p>
        </p:txBody>
      </p:sp>
      <p:pic>
        <p:nvPicPr>
          <p:cNvPr id="25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11880"/>
            <a:ext cx="1094354" cy="146304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361" y="4069080"/>
            <a:ext cx="723199" cy="1005840"/>
          </a:xfrm>
          <a:prstGeom prst="rect">
            <a:avLst/>
          </a:prstGeom>
        </p:spPr>
      </p:pic>
      <p:pic>
        <p:nvPicPr>
          <p:cNvPr id="27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3479"/>
          </a:solidFill>
          <a:ln w="12700">
            <a:solidFill>
              <a:srgbClr val="4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إِذِ</a:t>
            </a:r>
            <a:endParaRPr lang="ar-SA" sz="7000" dirty="0"/>
          </a:p>
        </p:txBody>
      </p:sp>
      <p:pic>
        <p:nvPicPr>
          <p:cNvPr id="22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761729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3520440"/>
            <a:ext cx="111456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بِذِ</a:t>
            </a:r>
            <a:endParaRPr lang="ar-SA" sz="7700" dirty="0"/>
          </a:p>
        </p:txBody>
      </p:sp>
      <p:pic>
        <p:nvPicPr>
          <p:cNvPr id="20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561887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3520440"/>
            <a:ext cx="1510955" cy="1554480"/>
          </a:xfrm>
          <a:prstGeom prst="rect">
            <a:avLst/>
          </a:prstGeom>
        </p:spPr>
      </p:pic>
      <p:pic>
        <p:nvPicPr>
          <p:cNvPr id="22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74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AED5E"/>
          </a:solidFill>
          <a:ln w="12700">
            <a:solidFill>
              <a:srgbClr val="9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تِذِ</a:t>
            </a:r>
            <a:endParaRPr lang="ar-SA" sz="9500" dirty="0"/>
          </a:p>
        </p:txBody>
      </p:sp>
      <p:pic>
        <p:nvPicPr>
          <p:cNvPr id="28" name="Image 0" descr="bird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652E0"/>
          </a:solidFill>
          <a:ln w="12700">
            <a:solidFill>
              <a:srgbClr val="B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5DB70"/>
          </a:solidFill>
          <a:ln w="12700">
            <a:solidFill>
              <a:srgbClr val="C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8"/>
          </a:solidFill>
          <a:ln w="12700">
            <a:solidFill>
              <a:srgbClr val="47856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ثِذِ</a:t>
            </a:r>
            <a:endParaRPr lang="ar-SA" sz="9500" dirty="0"/>
          </a:p>
        </p:txBody>
      </p:sp>
      <p:pic>
        <p:nvPicPr>
          <p:cNvPr id="25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4800"/>
            <a:ext cx="907313" cy="960120"/>
          </a:xfrm>
          <a:prstGeom prst="rect">
            <a:avLst/>
          </a:prstGeom>
        </p:spPr>
      </p:pic>
      <p:pic>
        <p:nvPicPr>
          <p:cNvPr id="26" name="Image 1" descr="bird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5479816" y="45720"/>
            <a:ext cx="829544" cy="6400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E64"/>
          </a:solidFill>
          <a:ln w="12700">
            <a:solidFill>
              <a:srgbClr val="D8C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E47"/>
          </a:solidFill>
          <a:ln w="12700">
            <a:solidFill>
              <a:srgbClr val="D1A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جِذِ</a:t>
            </a:r>
            <a:endParaRPr lang="ar-SA" sz="7700" dirty="0"/>
          </a:p>
        </p:txBody>
      </p:sp>
      <p:pic>
        <p:nvPicPr>
          <p:cNvPr id="20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206139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20440"/>
            <a:ext cx="1768998" cy="1554480"/>
          </a:xfrm>
          <a:prstGeom prst="rect">
            <a:avLst/>
          </a:prstGeom>
        </p:spPr>
      </p:pic>
      <p:pic>
        <p:nvPicPr>
          <p:cNvPr id="22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حِذِ</a:t>
            </a:r>
            <a:endParaRPr lang="ar-SA" sz="9500" dirty="0"/>
          </a:p>
        </p:txBody>
      </p:sp>
      <p:pic>
        <p:nvPicPr>
          <p:cNvPr id="21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40480"/>
            <a:ext cx="1094948" cy="1234440"/>
          </a:xfrm>
          <a:prstGeom prst="rect">
            <a:avLst/>
          </a:prstGeom>
        </p:spPr>
      </p:pic>
      <p:pic>
        <p:nvPicPr>
          <p:cNvPr id="22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336" y="4251960"/>
            <a:ext cx="696224" cy="822960"/>
          </a:xfrm>
          <a:prstGeom prst="rect">
            <a:avLst/>
          </a:prstGeom>
        </p:spPr>
      </p:pic>
      <p:pic>
        <p:nvPicPr>
          <p:cNvPr id="23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5333147" y="45720"/>
            <a:ext cx="976213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3"/>
          </a:solidFill>
          <a:ln w="12700">
            <a:solidFill>
              <a:srgbClr val="642B4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A34"/>
          </a:solidFill>
          <a:ln w="12700">
            <a:solidFill>
              <a:srgbClr val="793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خِذِ</a:t>
            </a:r>
            <a:endParaRPr lang="ar-SA" sz="9500" dirty="0"/>
          </a:p>
        </p:txBody>
      </p:sp>
      <p:pic>
        <p:nvPicPr>
          <p:cNvPr id="22" name="Image 0" descr="tur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452753" cy="1417320"/>
          </a:xfrm>
          <a:prstGeom prst="rect">
            <a:avLst/>
          </a:prstGeom>
        </p:spPr>
      </p:pic>
      <p:pic>
        <p:nvPicPr>
          <p:cNvPr id="23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5562" y="3520440"/>
            <a:ext cx="112699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7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دِذِ</a:t>
            </a:r>
            <a:endParaRPr lang="ar-SA" sz="95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7600"/>
            <a:ext cx="1060155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4889" y="3520440"/>
            <a:ext cx="1117671" cy="1554480"/>
          </a:xfrm>
          <a:prstGeom prst="rect">
            <a:avLst/>
          </a:prstGeom>
        </p:spPr>
      </p:pic>
      <p:pic>
        <p:nvPicPr>
          <p:cNvPr id="22" name="Image 2" descr="bird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216457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EED"/>
          </a:solidFill>
          <a:ln w="12700">
            <a:solidFill>
              <a:srgbClr val="5EB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20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25" name="Image 0" descr="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932219" cy="1554480"/>
          </a:xfrm>
          <a:prstGeom prst="rect">
            <a:avLst/>
          </a:prstGeom>
        </p:spPr>
      </p:pic>
      <p:pic>
        <p:nvPicPr>
          <p:cNvPr id="26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998" y="1783080"/>
            <a:ext cx="1114562" cy="1554480"/>
          </a:xfrm>
          <a:prstGeom prst="rect">
            <a:avLst/>
          </a:prstGeom>
        </p:spPr>
      </p:pic>
      <p:pic>
        <p:nvPicPr>
          <p:cNvPr id="27" name="Image 2" descr="bird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5720"/>
            <a:ext cx="1007303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352"/>
          </a:solidFill>
          <a:ln w="12700">
            <a:solidFill>
              <a:srgbClr val="E09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E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7"/>
          </a:solidFill>
          <a:ln w="12700">
            <a:solidFill>
              <a:srgbClr val="70DB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4785"/>
          </a:solidFill>
          <a:ln w="12700">
            <a:solidFill>
              <a:srgbClr val="59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6506" y="896112"/>
            <a:ext cx="19273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1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6506" y="896112"/>
            <a:ext cx="19273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210143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1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210143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6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505678" y="2834640"/>
            <a:ext cx="413264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505678" y="2834640"/>
            <a:ext cx="413264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حَمِدَ وَشَكَرَ</a:t>
            </a:r>
            <a:endParaRPr lang="ar-SA" sz="57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13037" cy="1554480"/>
          </a:xfrm>
          <a:prstGeom prst="rect">
            <a:avLst/>
          </a:prstGeom>
        </p:spPr>
      </p:pic>
      <p:pic>
        <p:nvPicPr>
          <p:cNvPr id="23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1605" y="1783080"/>
            <a:ext cx="1510955" cy="1554480"/>
          </a:xfrm>
          <a:prstGeom prst="rect">
            <a:avLst/>
          </a:prstGeom>
        </p:spPr>
      </p:pic>
      <p:pic>
        <p:nvPicPr>
          <p:cNvPr id="24" name="Image 2" descr="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7248" y="45720"/>
            <a:ext cx="802112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1"/>
          </a:solidFill>
          <a:ln w="12700">
            <a:solidFill>
              <a:srgbClr val="64D8B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C"/>
          </a:solidFill>
          <a:ln w="12700">
            <a:solidFill>
              <a:srgbClr val="47D18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44982" y="896112"/>
            <a:ext cx="155521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44982" y="896112"/>
            <a:ext cx="155521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43803" y="896112"/>
            <a:ext cx="19811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43803" y="896112"/>
            <a:ext cx="19811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88698" y="2834640"/>
            <a:ext cx="31666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88698" y="2834640"/>
            <a:ext cx="31666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أَذِنَ وَدَخَلَ</a:t>
            </a:r>
            <a:endParaRPr lang="ar-SA" sz="4400" dirty="0"/>
          </a:p>
        </p:txBody>
      </p:sp>
      <p:pic>
        <p:nvPicPr>
          <p:cNvPr id="17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13536" cy="1554480"/>
          </a:xfrm>
          <a:prstGeom prst="rect">
            <a:avLst/>
          </a:prstGeom>
        </p:spPr>
      </p:pic>
      <p:pic>
        <p:nvPicPr>
          <p:cNvPr id="18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782" y="1783080"/>
            <a:ext cx="1605778" cy="1554480"/>
          </a:xfrm>
          <a:prstGeom prst="rect">
            <a:avLst/>
          </a:prstGeom>
        </p:spPr>
      </p:pic>
      <p:pic>
        <p:nvPicPr>
          <p:cNvPr id="19" name="Image 2" descr="bird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918789" cy="7315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00462" y="896112"/>
            <a:ext cx="170738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00462" y="896112"/>
            <a:ext cx="17073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536158" y="896112"/>
            <a:ext cx="20442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536158" y="896112"/>
            <a:ext cx="20442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وَسَلِمَ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81286" y="2834640"/>
            <a:ext cx="33814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81286" y="2834640"/>
            <a:ext cx="33814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حَذِرَ وَسَلِمَ</a:t>
            </a:r>
            <a:endParaRPr lang="ar-SA" sz="4700" dirty="0"/>
          </a:p>
        </p:txBody>
      </p:sp>
      <p:pic>
        <p:nvPicPr>
          <p:cNvPr id="18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468984" cy="1554480"/>
          </a:xfrm>
          <a:prstGeom prst="rect">
            <a:avLst/>
          </a:prstGeom>
        </p:spPr>
      </p:pic>
      <p:pic>
        <p:nvPicPr>
          <p:cNvPr id="19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300" y="1783080"/>
            <a:ext cx="1391260" cy="1554480"/>
          </a:xfrm>
          <a:prstGeom prst="rect">
            <a:avLst/>
          </a:prstGeom>
        </p:spPr>
      </p:pic>
      <p:pic>
        <p:nvPicPr>
          <p:cNvPr id="20" name="Image 2" descr="butterfly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098" y="45720"/>
            <a:ext cx="906262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05-dal-dhal</dc:title>
  <dc:subject>PptxGenJS Presentation</dc:subject>
  <dc:creator>PptxGenJS</dc:creator>
  <cp:lastModifiedBy>PptxGenJS</cp:lastModifiedBy>
  <cp:revision>1</cp:revision>
  <dcterms:created xsi:type="dcterms:W3CDTF">2026-10-20T22:47:02Z</dcterms:created>
  <dcterms:modified xsi:type="dcterms:W3CDTF">2026-10-20T22:47:02Z</dcterms:modified>
</cp:coreProperties>
</file>