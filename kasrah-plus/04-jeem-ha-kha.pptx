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1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image" Target="../media/image-30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1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image" Target="../media/image-30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16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6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67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4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668" y="1828800"/>
            <a:ext cx="1468892" cy="146304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</a:t>
            </a:r>
            <a:endParaRPr lang="ar-SA" sz="70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7500" dirty="0"/>
          </a:p>
        </p:txBody>
      </p:sp>
      <p:pic>
        <p:nvPicPr>
          <p:cNvPr id="20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77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2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7700" dirty="0"/>
          </a:p>
        </p:txBody>
      </p:sp>
      <p:pic>
        <p:nvPicPr>
          <p:cNvPr id="22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6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6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77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26882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إِجِبِ</a:t>
            </a:r>
            <a:endParaRPr lang="ar-SA" sz="6200" dirty="0"/>
          </a:p>
        </p:txBody>
      </p:sp>
      <p:pic>
        <p:nvPicPr>
          <p:cNvPr id="24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283928" y="3332988"/>
            <a:ext cx="1768632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بِجِتِ</a:t>
            </a:r>
            <a:endParaRPr lang="ar-SA" sz="68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1075334" cy="96012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تِجِثِ</a:t>
            </a:r>
            <a:endParaRPr lang="ar-SA" sz="6800" dirty="0"/>
          </a:p>
        </p:txBody>
      </p:sp>
      <p:pic>
        <p:nvPicPr>
          <p:cNvPr id="26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6170" y="3332988"/>
            <a:ext cx="1836390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ثِجِحِ</a:t>
            </a:r>
            <a:endParaRPr lang="ar-SA" sz="5400" dirty="0"/>
          </a:p>
        </p:txBody>
      </p:sp>
      <p:pic>
        <p:nvPicPr>
          <p:cNvPr id="24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3332988"/>
            <a:ext cx="2293315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حِجِخِ</a:t>
            </a:r>
            <a:endParaRPr lang="ar-SA" sz="54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خِجِدِ</a:t>
            </a:r>
            <a:endParaRPr lang="ar-SA" sz="6800" dirty="0"/>
          </a:p>
        </p:txBody>
      </p:sp>
      <p:pic>
        <p:nvPicPr>
          <p:cNvPr id="29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18195" cy="86868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دِجِإِ</a:t>
            </a:r>
            <a:endParaRPr lang="ar-SA" sz="6200" dirty="0"/>
          </a:p>
        </p:txBody>
      </p:sp>
      <p:pic>
        <p:nvPicPr>
          <p:cNvPr id="24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15217" cy="1508760"/>
          </a:xfrm>
          <a:prstGeom prst="rect">
            <a:avLst/>
          </a:prstGeom>
        </p:spPr>
      </p:pic>
      <p:pic>
        <p:nvPicPr>
          <p:cNvPr id="25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</a:t>
            </a:r>
            <a:endParaRPr lang="ar-SA" sz="6100" dirty="0"/>
          </a:p>
        </p:txBody>
      </p:sp>
      <p:pic>
        <p:nvPicPr>
          <p:cNvPr id="21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09076" cy="1188720"/>
          </a:xfrm>
          <a:prstGeom prst="rect">
            <a:avLst/>
          </a:prstGeom>
        </p:spPr>
      </p:pic>
      <p:pic>
        <p:nvPicPr>
          <p:cNvPr id="22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6100" dirty="0"/>
          </a:p>
        </p:txBody>
      </p:sp>
      <p:pic>
        <p:nvPicPr>
          <p:cNvPr id="22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61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6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61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61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6100" dirty="0"/>
          </a:p>
        </p:txBody>
      </p:sp>
      <p:pic>
        <p:nvPicPr>
          <p:cNvPr id="21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400" dirty="0"/>
          </a:p>
        </p:txBody>
      </p:sp>
      <p:pic>
        <p:nvPicPr>
          <p:cNvPr id="1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6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496" y="1828800"/>
            <a:ext cx="1561064" cy="14630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</a:t>
            </a:r>
            <a:endParaRPr lang="ar-SA" sz="70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75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500" dirty="0"/>
          </a:p>
        </p:txBody>
      </p:sp>
      <p:pic>
        <p:nvPicPr>
          <p:cNvPr id="25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4"/>
          </a:solidFill>
          <a:ln w="12700">
            <a:solidFill>
              <a:srgbClr val="47D1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500" dirty="0"/>
          </a:p>
        </p:txBody>
      </p:sp>
      <p:pic>
        <p:nvPicPr>
          <p:cNvPr id="20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6100" dirty="0"/>
          </a:p>
        </p:txBody>
      </p:sp>
      <p:pic>
        <p:nvPicPr>
          <p:cNvPr id="21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6100" dirty="0"/>
          </a:p>
        </p:txBody>
      </p:sp>
      <p:pic>
        <p:nvPicPr>
          <p:cNvPr id="22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3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إِحِبِ</a:t>
            </a:r>
            <a:endParaRPr lang="ar-SA" sz="62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بِحِتِ</a:t>
            </a:r>
            <a:endParaRPr lang="ar-SA" sz="6800" dirty="0"/>
          </a:p>
        </p:txBody>
      </p:sp>
      <p:pic>
        <p:nvPicPr>
          <p:cNvPr id="29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تِحِثِ</a:t>
            </a:r>
            <a:endParaRPr lang="ar-SA" sz="8000" dirty="0"/>
          </a:p>
        </p:txBody>
      </p:sp>
      <p:pic>
        <p:nvPicPr>
          <p:cNvPr id="24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7391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ثِحِجِ</a:t>
            </a:r>
            <a:endParaRPr lang="ar-SA" sz="54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6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جِحِخِ</a:t>
            </a:r>
            <a:endParaRPr lang="ar-SA" sz="5400" dirty="0"/>
          </a:p>
        </p:txBody>
      </p:sp>
      <p:pic>
        <p:nvPicPr>
          <p:cNvPr id="26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خِحِدِ</a:t>
            </a:r>
            <a:endParaRPr lang="ar-SA" sz="84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دِحِإِ</a:t>
            </a:r>
            <a:endParaRPr lang="ar-SA" sz="62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</a:t>
            </a:r>
            <a:endParaRPr lang="ar-SA" sz="61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26882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6100" dirty="0"/>
          </a:p>
        </p:txBody>
      </p:sp>
      <p:pic>
        <p:nvPicPr>
          <p:cNvPr id="20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61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1075334" cy="96012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6100" dirty="0"/>
          </a:p>
        </p:txBody>
      </p:sp>
      <p:pic>
        <p:nvPicPr>
          <p:cNvPr id="22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61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C"/>
          </a:solidFill>
          <a:ln w="12700">
            <a:solidFill>
              <a:srgbClr val="5EED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6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6100" dirty="0"/>
          </a:p>
        </p:txBody>
      </p:sp>
      <p:pic>
        <p:nvPicPr>
          <p:cNvPr id="25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18195" cy="86868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4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400" dirty="0"/>
          </a:p>
        </p:txBody>
      </p:sp>
      <p:pic>
        <p:nvPicPr>
          <p:cNvPr id="13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72332" cy="1463040"/>
          </a:xfrm>
          <a:prstGeom prst="rect">
            <a:avLst/>
          </a:prstGeom>
        </p:spPr>
      </p:pic>
      <p:pic>
        <p:nvPicPr>
          <p:cNvPr id="14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15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</a:t>
            </a:r>
            <a:endParaRPr lang="ar-SA" sz="7000" dirty="0"/>
          </a:p>
        </p:txBody>
      </p:sp>
      <p:pic>
        <p:nvPicPr>
          <p:cNvPr id="21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09076" cy="1188720"/>
          </a:xfrm>
          <a:prstGeom prst="rect">
            <a:avLst/>
          </a:prstGeom>
        </p:spPr>
      </p:pic>
      <p:pic>
        <p:nvPicPr>
          <p:cNvPr id="22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7500" dirty="0"/>
          </a:p>
        </p:txBody>
      </p:sp>
      <p:pic>
        <p:nvPicPr>
          <p:cNvPr id="22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5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5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61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61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500" dirty="0"/>
          </a:p>
        </p:txBody>
      </p:sp>
      <p:pic>
        <p:nvPicPr>
          <p:cNvPr id="21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إِخِبِ</a:t>
            </a:r>
            <a:endParaRPr lang="ar-SA" sz="62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797" y="3332988"/>
            <a:ext cx="1853763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بِخِتِ</a:t>
            </a:r>
            <a:endParaRPr lang="ar-SA" sz="68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تِخِثِ</a:t>
            </a:r>
            <a:endParaRPr lang="ar-SA" sz="80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ثِخِجِ</a:t>
            </a:r>
            <a:endParaRPr lang="ar-SA" sz="5400" dirty="0"/>
          </a:p>
        </p:txBody>
      </p:sp>
      <p:pic>
        <p:nvPicPr>
          <p:cNvPr id="29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جِخِحِ</a:t>
            </a:r>
            <a:endParaRPr lang="ar-SA" sz="5400" dirty="0"/>
          </a:p>
        </p:txBody>
      </p:sp>
      <p:pic>
        <p:nvPicPr>
          <p:cNvPr id="24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2988"/>
            <a:ext cx="2103943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حِخِدِ</a:t>
            </a:r>
            <a:endParaRPr lang="ar-SA" sz="84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دِخِإِ</a:t>
            </a:r>
            <a:endParaRPr lang="ar-SA" sz="6200" dirty="0"/>
          </a:p>
        </p:txBody>
      </p:sp>
      <p:pic>
        <p:nvPicPr>
          <p:cNvPr id="26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16969" cy="1508760"/>
          </a:xfrm>
          <a:prstGeom prst="rect">
            <a:avLst/>
          </a:prstGeom>
        </p:spPr>
      </p:pic>
      <p:pic>
        <p:nvPicPr>
          <p:cNvPr id="27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</a:t>
            </a:r>
            <a:endParaRPr lang="ar-SA" sz="6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61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61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6100" dirty="0"/>
          </a:p>
        </p:txBody>
      </p:sp>
      <p:pic>
        <p:nvPicPr>
          <p:cNvPr id="20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61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2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6100" dirty="0"/>
          </a:p>
        </p:txBody>
      </p:sp>
      <p:pic>
        <p:nvPicPr>
          <p:cNvPr id="22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6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10211" y="896112"/>
            <a:ext cx="16661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10211" y="896112"/>
            <a:ext cx="16661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67622" y="896112"/>
            <a:ext cx="24225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7622" y="896112"/>
            <a:ext cx="24225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9412" y="2834640"/>
            <a:ext cx="3705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9412" y="2834640"/>
            <a:ext cx="3705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 وَضَحِكَ</a:t>
            </a:r>
            <a:endParaRPr lang="ar-SA" sz="4700" dirty="0"/>
          </a:p>
        </p:txBody>
      </p:sp>
      <p:pic>
        <p:nvPicPr>
          <p:cNvPr id="25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74520"/>
            <a:ext cx="2134210" cy="1371600"/>
          </a:xfrm>
          <a:prstGeom prst="rect">
            <a:avLst/>
          </a:prstGeom>
        </p:spPr>
      </p:pic>
      <p:pic>
        <p:nvPicPr>
          <p:cNvPr id="26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544" y="1828800"/>
            <a:ext cx="1365016" cy="146304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37444" y="896112"/>
            <a:ext cx="184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37444" y="896112"/>
            <a:ext cx="184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57138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57138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71687" y="2834640"/>
            <a:ext cx="3400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71687" y="2834640"/>
            <a:ext cx="3400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 وَفَهِمَ</a:t>
            </a:r>
            <a:endParaRPr lang="ar-SA" sz="45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1064" cy="146304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68502" y="896112"/>
            <a:ext cx="20343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F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68502" y="896112"/>
            <a:ext cx="20343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441195" y="896112"/>
            <a:ext cx="19072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1195" y="896112"/>
            <a:ext cx="19072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3300" y="2834640"/>
            <a:ext cx="35774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3300" y="2834640"/>
            <a:ext cx="35774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خَشِيَ وَرَجَعَ</a:t>
            </a:r>
            <a:endParaRPr lang="ar-SA" sz="4500" dirty="0"/>
          </a:p>
        </p:txBody>
      </p:sp>
      <p:pic>
        <p:nvPicPr>
          <p:cNvPr id="17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8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563185" y="1828800"/>
            <a:ext cx="1489375" cy="146304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0682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D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0682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93976" y="896112"/>
            <a:ext cx="1986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976" y="896112"/>
            <a:ext cx="1986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وَحَمِدَ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03184" y="2834640"/>
            <a:ext cx="373763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03184" y="2834640"/>
            <a:ext cx="373763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وَحَمِدَ</a:t>
            </a:r>
            <a:endParaRPr lang="ar-SA" sz="4700" dirty="0"/>
          </a:p>
        </p:txBody>
      </p:sp>
      <p:pic>
        <p:nvPicPr>
          <p:cNvPr id="18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19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210" y="1851660"/>
            <a:ext cx="2205350" cy="1417320"/>
          </a:xfrm>
          <a:prstGeom prst="rect">
            <a:avLst/>
          </a:prstGeom>
        </p:spPr>
      </p:pic>
      <p:pic>
        <p:nvPicPr>
          <p:cNvPr id="20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04-jeem-ha-kha</dc:title>
  <dc:subject>PptxGenJS Presentation</dc:subject>
  <dc:creator>PptxGenJS</dc:creator>
  <cp:lastModifiedBy>PptxGenJS</cp:lastModifiedBy>
  <cp:revision>1</cp:revision>
  <dcterms:created xsi:type="dcterms:W3CDTF">2026-10-20T23:11:20Z</dcterms:created>
  <dcterms:modified xsi:type="dcterms:W3CDTF">2026-10-20T23:11:20Z</dcterms:modified>
</cp:coreProperties>
</file>