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2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643" y="1783080"/>
            <a:ext cx="79991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07" y="3561588"/>
            <a:ext cx="124925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49" y="4064508"/>
            <a:ext cx="725211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3089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3927348"/>
            <a:ext cx="167335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110" y="3790188"/>
            <a:ext cx="71945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تِجِثِ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3607308"/>
            <a:ext cx="1170432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خِجِدِ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688" y="3653028"/>
            <a:ext cx="116787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41" y="3927348"/>
            <a:ext cx="723519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9093" y="3698748"/>
            <a:ext cx="1223467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838" y="3653028"/>
            <a:ext cx="138472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68680" cy="173736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1897380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495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098" y="3653028"/>
            <a:ext cx="118346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تِحِثِ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790188"/>
            <a:ext cx="725851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462" y="3790188"/>
            <a:ext cx="14260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خِحِدِ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553" y="3561588"/>
            <a:ext cx="1293007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589" y="3790188"/>
            <a:ext cx="730971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496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4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4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75989" cy="1508760"/>
          </a:xfrm>
          <a:prstGeom prst="rect">
            <a:avLst/>
          </a:prstGeom>
        </p:spPr>
      </p:pic>
      <p:pic>
        <p:nvPicPr>
          <p:cNvPr id="14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248" y="2011680"/>
            <a:ext cx="1400312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338" y="4064508"/>
            <a:ext cx="727222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973068"/>
            <a:ext cx="724205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07" y="3561588"/>
            <a:ext cx="124925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تِخِثِ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319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3927348"/>
            <a:ext cx="167335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525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012" y="3653028"/>
            <a:ext cx="1550548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018788"/>
            <a:ext cx="715061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688" y="3653028"/>
            <a:ext cx="116787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7801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68" y="1783080"/>
            <a:ext cx="1031992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8502" y="896112"/>
            <a:ext cx="20343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8502" y="896112"/>
            <a:ext cx="20343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441195" y="896112"/>
            <a:ext cx="1907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1195" y="896112"/>
            <a:ext cx="1907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3300" y="2834640"/>
            <a:ext cx="35774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3300" y="2834640"/>
            <a:ext cx="35774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 وَرَجَعَ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865376" cy="15544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869" y="1851660"/>
            <a:ext cx="1410691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68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68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93976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976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3184" y="2834640"/>
            <a:ext cx="37376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3184" y="2834640"/>
            <a:ext cx="37376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وَحَمِدَ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11347" cy="17373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499" y="1783080"/>
            <a:ext cx="762061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04-jeem-ha-kha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