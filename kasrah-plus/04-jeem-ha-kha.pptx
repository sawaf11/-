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2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422669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2643" y="1783080"/>
            <a:ext cx="799917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C"/>
          </a:solidFill>
          <a:ln w="12700">
            <a:solidFill>
              <a:srgbClr val="64D8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D147"/>
          </a:solidFill>
          <a:ln w="12700">
            <a:solidFill>
              <a:srgbClr val="5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07" y="3561588"/>
            <a:ext cx="1249253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7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49" y="4064508"/>
            <a:ext cx="725211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3089" y="2080260"/>
            <a:ext cx="519471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E052"/>
          </a:solidFill>
          <a:ln w="12700">
            <a:solidFill>
              <a:srgbClr val="8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</a:t>
            </a:r>
            <a:endParaRPr lang="ar-SA" sz="7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7D1"/>
          </a:solidFill>
          <a:ln w="12700">
            <a:solidFill>
              <a:srgbClr val="477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إِجِبِ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3927348"/>
            <a:ext cx="1673352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110" y="3790188"/>
            <a:ext cx="719450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تِجِثِ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3607308"/>
            <a:ext cx="1170432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ثِجِحِ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05E"/>
          </a:solidFill>
          <a:ln w="12700">
            <a:solidFill>
              <a:srgbClr val="ED8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حِجِخِ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DE0"/>
          </a:solidFill>
          <a:ln w="12700">
            <a:solidFill>
              <a:srgbClr val="52A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خِجِدِ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دِجِإِ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688" y="3653028"/>
            <a:ext cx="1167872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إِجِ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041" y="3927348"/>
            <a:ext cx="723519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9093" y="3698748"/>
            <a:ext cx="1223467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0ED5E"/>
          </a:solidFill>
          <a:ln w="12700">
            <a:solidFill>
              <a:srgbClr val="6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D147"/>
          </a:solidFill>
          <a:ln w="12700">
            <a:solidFill>
              <a:srgbClr val="B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838" y="3653028"/>
            <a:ext cx="1384722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607308"/>
            <a:ext cx="724205" cy="14630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400" dirty="0"/>
          </a:p>
        </p:txBody>
      </p:sp>
      <p:pic>
        <p:nvPicPr>
          <p:cNvPr id="1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68680" cy="173736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051" y="1897380"/>
            <a:ext cx="1285509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حِإِ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7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2495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D52"/>
          </a:solidFill>
          <a:ln w="12700">
            <a:solidFill>
              <a:srgbClr val="E0C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4"/>
          </a:solidFill>
          <a:ln w="12700">
            <a:solidFill>
              <a:srgbClr val="47D1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169" y="4018788"/>
            <a:ext cx="701391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098" y="3653028"/>
            <a:ext cx="1183462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إِحِبِ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بِحِتِ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تِحِثِ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ثِحِجِ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09" y="3790188"/>
            <a:ext cx="725851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جِحِخِ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462" y="3790188"/>
            <a:ext cx="1426098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خِحِدِ</a:t>
            </a:r>
            <a:endParaRPr lang="ar-SA" sz="8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174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ED5E"/>
          </a:solidFill>
          <a:ln w="12700">
            <a:solidFill>
              <a:srgbClr val="C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دِحِإِ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D70"/>
          </a:solidFill>
          <a:ln w="12700">
            <a:solidFill>
              <a:srgbClr val="DBC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إِحِ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9553" y="3561588"/>
            <a:ext cx="1293007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589" y="3790188"/>
            <a:ext cx="730971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C"/>
          </a:solidFill>
          <a:ln w="12700">
            <a:solidFill>
              <a:srgbClr val="5EED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496" y="2034540"/>
            <a:ext cx="512064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252"/>
          </a:solidFill>
          <a:ln w="12700">
            <a:solidFill>
              <a:srgbClr val="E06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D"/>
          </a:solidFill>
          <a:ln w="12700">
            <a:solidFill>
              <a:srgbClr val="47D1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4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4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51660"/>
            <a:ext cx="1375989" cy="1508760"/>
          </a:xfrm>
          <a:prstGeom prst="rect">
            <a:avLst/>
          </a:prstGeom>
        </p:spPr>
      </p:pic>
      <p:pic>
        <p:nvPicPr>
          <p:cNvPr id="14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248" y="2011680"/>
            <a:ext cx="1400312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خِإِ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338" y="4064508"/>
            <a:ext cx="727222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13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4D1"/>
          </a:solidFill>
          <a:ln w="12700">
            <a:solidFill>
              <a:srgbClr val="475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973068"/>
            <a:ext cx="724205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إِخِبِ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07" y="3561588"/>
            <a:ext cx="1249253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بِخِتِ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58063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45E"/>
          </a:solidFill>
          <a:ln w="12700">
            <a:solidFill>
              <a:srgbClr val="EDA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تِخِثِ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8E0"/>
          </a:solidFill>
          <a:ln w="12700">
            <a:solidFill>
              <a:srgbClr val="528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ثِخِجِ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5642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8"/>
          </a:solidFill>
          <a:ln w="12700">
            <a:solidFill>
              <a:srgbClr val="D864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7"/>
          </a:solidFill>
          <a:ln w="12700">
            <a:solidFill>
              <a:srgbClr val="D1477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جِخِحِ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0319" y="3698748"/>
            <a:ext cx="1012241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حِخِدِ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68202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دِخِإِ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3927348"/>
            <a:ext cx="1673352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إِخِ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1"/>
          </a:solidFill>
          <a:ln w="12700">
            <a:solidFill>
              <a:srgbClr val="5EED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DB70"/>
          </a:solidFill>
          <a:ln w="12700">
            <a:solidFill>
              <a:srgbClr val="7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5256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D864"/>
          </a:solidFill>
          <a:ln w="12700">
            <a:solidFill>
              <a:srgbClr val="9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012" y="3653028"/>
            <a:ext cx="1550548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018788"/>
            <a:ext cx="715061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688" y="3653028"/>
            <a:ext cx="1167872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FED"/>
          </a:solidFill>
          <a:ln w="12700">
            <a:solidFill>
              <a:srgbClr val="5E5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110211" y="896112"/>
            <a:ext cx="16661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10211" y="896112"/>
            <a:ext cx="16661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67622" y="896112"/>
            <a:ext cx="24225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1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67622" y="896112"/>
            <a:ext cx="24225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وَضَحِكَ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9412" y="2834640"/>
            <a:ext cx="37051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9412" y="2834640"/>
            <a:ext cx="37051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 وَضَحِكَ</a:t>
            </a:r>
            <a:endParaRPr lang="ar-SA" sz="4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967801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0568" y="1783080"/>
            <a:ext cx="1031992" cy="1645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E052"/>
          </a:solidFill>
          <a:ln w="12700">
            <a:solidFill>
              <a:srgbClr val="D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9DB"/>
          </a:solidFill>
          <a:ln w="12700">
            <a:solidFill>
              <a:srgbClr val="709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37444" y="896112"/>
            <a:ext cx="18494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37444" y="896112"/>
            <a:ext cx="18494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57138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57138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71687" y="2834640"/>
            <a:ext cx="34006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71687" y="2834640"/>
            <a:ext cx="34006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حَفِظَ وَفَهِمَ</a:t>
            </a:r>
            <a:endParaRPr lang="ar-SA" sz="4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96762" cy="16916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2080260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2D8"/>
          </a:solidFill>
          <a:ln w="12700">
            <a:solidFill>
              <a:srgbClr val="64B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BD1"/>
          </a:solidFill>
          <a:ln w="12700">
            <a:solidFill>
              <a:srgbClr val="47B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68502" y="896112"/>
            <a:ext cx="20343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F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68502" y="896112"/>
            <a:ext cx="20343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خَشِيَ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441195" y="896112"/>
            <a:ext cx="19072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41195" y="896112"/>
            <a:ext cx="19072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3300" y="2834640"/>
            <a:ext cx="357740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3300" y="2834640"/>
            <a:ext cx="357740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خَشِيَ وَرَجَعَ</a:t>
            </a:r>
            <a:endParaRPr lang="ar-SA" sz="45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865376" cy="155448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1869" y="1851660"/>
            <a:ext cx="1410691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00682" y="896112"/>
            <a:ext cx="20493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D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00682" y="896112"/>
            <a:ext cx="20493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93976" y="896112"/>
            <a:ext cx="19866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93976" y="896112"/>
            <a:ext cx="19866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وَحَمِدَ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03184" y="2834640"/>
            <a:ext cx="373763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03184" y="2834640"/>
            <a:ext cx="373763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وَحَمِدَ</a:t>
            </a:r>
            <a:endParaRPr lang="ar-SA" sz="47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11347" cy="173736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0499" y="1783080"/>
            <a:ext cx="762061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04-jeem-ha-kha</dc:title>
  <dc:subject>PptxGenJS Presentation</dc:subject>
  <dc:creator>PptxGenJS</dc:creator>
  <cp:lastModifiedBy>PptxGenJS</cp:lastModifiedBy>
  <cp:revision>1</cp:revision>
  <dcterms:created xsi:type="dcterms:W3CDTF">2026-10-21T00:09:46Z</dcterms:created>
  <dcterms:modified xsi:type="dcterms:W3CDTF">2026-10-21T00:09:46Z</dcterms:modified>
</cp:coreProperties>
</file>