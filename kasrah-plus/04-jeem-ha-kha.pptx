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164385" cy="16459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686" y="1783080"/>
            <a:ext cx="776874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55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952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6015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4883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81" y="3835908"/>
            <a:ext cx="719679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تِجِثِ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2267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706" y="3332988"/>
            <a:ext cx="1806854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خِجِدِ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632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297" y="3332988"/>
            <a:ext cx="123526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818" y="3881628"/>
            <a:ext cx="722742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897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41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4645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163" y="3515868"/>
            <a:ext cx="71039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548994" cy="1828800"/>
          </a:xfrm>
          <a:prstGeom prst="rect">
            <a:avLst/>
          </a:prstGeom>
        </p:spPr>
      </p:pic>
      <p:pic>
        <p:nvPicPr>
          <p:cNvPr id="1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2670" y="3241548"/>
            <a:ext cx="1859890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228" y="2057400"/>
            <a:ext cx="51133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1401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612" y="3927348"/>
            <a:ext cx="726948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669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تِحِثِ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57705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790" y="3332988"/>
            <a:ext cx="223077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3698748"/>
            <a:ext cx="725576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40265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231" y="3332988"/>
            <a:ext cx="181032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خِحِدِ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476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351" y="3790188"/>
            <a:ext cx="709209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495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4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4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766621" cy="1828800"/>
          </a:xfrm>
          <a:prstGeom prst="rect">
            <a:avLst/>
          </a:prstGeom>
        </p:spPr>
      </p:pic>
      <p:pic>
        <p:nvPicPr>
          <p:cNvPr id="14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3241548"/>
            <a:ext cx="1901952" cy="18288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064508"/>
            <a:ext cx="724205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593" y="2103120"/>
            <a:ext cx="510967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889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252" y="3881628"/>
            <a:ext cx="7263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953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1581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تِخِثِ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2449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0902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665" y="3332988"/>
            <a:ext cx="176689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21431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063" y="3424428"/>
            <a:ext cx="727497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73215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647" y="3332988"/>
            <a:ext cx="200491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03427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842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612" y="3927348"/>
            <a:ext cx="726948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113361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9171" y="1783080"/>
            <a:ext cx="1053389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2104" cy="18288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311" y="1783080"/>
            <a:ext cx="1170249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8502" y="896112"/>
            <a:ext cx="20343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8502" y="896112"/>
            <a:ext cx="20343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441195" y="896112"/>
            <a:ext cx="1907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1195" y="896112"/>
            <a:ext cx="1907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3300" y="2834640"/>
            <a:ext cx="35774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3300" y="2834640"/>
            <a:ext cx="35774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 وَرَجَعَ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519733" cy="1828800"/>
          </a:xfrm>
          <a:prstGeom prst="rect">
            <a:avLst/>
          </a:prstGeom>
        </p:spPr>
      </p:pic>
      <p:pic>
        <p:nvPicPr>
          <p:cNvPr id="18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950" y="3241548"/>
            <a:ext cx="1905610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68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68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93976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976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3184" y="2834640"/>
            <a:ext cx="37376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3184" y="2834640"/>
            <a:ext cx="37376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وَحَمِدَ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3194" cy="182880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9102" y="1783080"/>
            <a:ext cx="783458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04-jeem-ha-kha</dc:title>
  <dc:subject>PptxGenJS Presentation</dc:subject>
  <dc:creator>PptxGenJS</dc:creator>
  <cp:lastModifiedBy>PptxGenJS</cp:lastModifiedBy>
  <cp:revision>1</cp:revision>
  <dcterms:created xsi:type="dcterms:W3CDTF">2026-10-20T23:35:46Z</dcterms:created>
  <dcterms:modified xsi:type="dcterms:W3CDTF">2026-10-20T23:35:46Z</dcterms:modified>
</cp:coreProperties>
</file>