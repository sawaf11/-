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8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2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8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2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7"/>
          </a:solidFill>
          <a:ln w="12700">
            <a:solidFill>
              <a:srgbClr val="5EED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400" dirty="0"/>
          </a:p>
        </p:txBody>
      </p:sp>
      <p:pic>
        <p:nvPicPr>
          <p:cNvPr id="21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22862" cy="1554480"/>
          </a:xfrm>
          <a:prstGeom prst="rect">
            <a:avLst/>
          </a:prstGeom>
        </p:spPr>
      </p:pic>
      <p:pic>
        <p:nvPicPr>
          <p:cNvPr id="22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1783080"/>
            <a:ext cx="1559143" cy="155448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6"/>
          </a:solidFill>
          <a:ln w="12700">
            <a:solidFill>
              <a:srgbClr val="E052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جِإِ</a:t>
            </a:r>
            <a:endParaRPr lang="ar-SA" sz="70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C"/>
          </a:solidFill>
          <a:ln w="12700">
            <a:solidFill>
              <a:srgbClr val="64D8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5D147"/>
          </a:solidFill>
          <a:ln w="12700">
            <a:solidFill>
              <a:srgbClr val="5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جِبِ</a:t>
            </a:r>
            <a:endParaRPr lang="ar-SA" sz="75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3520440"/>
            <a:ext cx="1824960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جِتِ</a:t>
            </a:r>
            <a:endParaRPr lang="ar-SA" sz="77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جِثِ</a:t>
            </a:r>
            <a:endParaRPr lang="ar-SA" sz="77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3520440"/>
            <a:ext cx="1215603" cy="1554480"/>
          </a:xfrm>
          <a:prstGeom prst="rect">
            <a:avLst/>
          </a:prstGeom>
        </p:spPr>
      </p:pic>
      <p:pic>
        <p:nvPicPr>
          <p:cNvPr id="24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جِحِ</a:t>
            </a:r>
            <a:endParaRPr lang="ar-SA" sz="61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520440"/>
            <a:ext cx="1066373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5EED"/>
          </a:solidFill>
          <a:ln w="12700">
            <a:solidFill>
              <a:srgbClr val="A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جِخِ</a:t>
            </a:r>
            <a:endParaRPr lang="ar-SA" sz="61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E052"/>
          </a:solidFill>
          <a:ln w="12700">
            <a:solidFill>
              <a:srgbClr val="8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70DB"/>
          </a:solidFill>
          <a:ln w="12700">
            <a:solidFill>
              <a:srgbClr val="7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جِدِ</a:t>
            </a:r>
            <a:endParaRPr lang="ar-SA" sz="77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9D8"/>
          </a:solidFill>
          <a:ln w="12700">
            <a:solidFill>
              <a:srgbClr val="647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7D1"/>
          </a:solidFill>
          <a:ln w="12700">
            <a:solidFill>
              <a:srgbClr val="477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إِجِبِ</a:t>
            </a:r>
            <a:endParaRPr lang="ar-SA" sz="62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988" y="3337560"/>
            <a:ext cx="1742572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بِجِتِ</a:t>
            </a:r>
            <a:endParaRPr lang="ar-SA" sz="68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تِجِثِ</a:t>
            </a:r>
            <a:endParaRPr lang="ar-SA" sz="68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99" y="3337560"/>
            <a:ext cx="2039661" cy="1737360"/>
          </a:xfrm>
          <a:prstGeom prst="rect">
            <a:avLst/>
          </a:prstGeom>
        </p:spPr>
      </p:pic>
      <p:pic>
        <p:nvPicPr>
          <p:cNvPr id="28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ثِجِحِ</a:t>
            </a:r>
            <a:endParaRPr lang="ar-SA" sz="54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818" y="3337560"/>
            <a:ext cx="1959742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05E"/>
          </a:solidFill>
          <a:ln w="12700">
            <a:solidFill>
              <a:srgbClr val="ED8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حِجِخِ</a:t>
            </a:r>
            <a:endParaRPr lang="ar-SA" sz="5400" dirty="0"/>
          </a:p>
        </p:txBody>
      </p:sp>
      <p:pic>
        <p:nvPicPr>
          <p:cNvPr id="32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DE0"/>
          </a:solidFill>
          <a:ln w="12700">
            <a:solidFill>
              <a:srgbClr val="52A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F"/>
          </a:solidFill>
          <a:ln w="12700">
            <a:solidFill>
              <a:srgbClr val="DB70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خِجِدِ</a:t>
            </a:r>
            <a:endParaRPr lang="ar-SA" sz="6800" dirty="0"/>
          </a:p>
        </p:txBody>
      </p:sp>
      <p:pic>
        <p:nvPicPr>
          <p:cNvPr id="29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09" y="4251960"/>
            <a:ext cx="564551" cy="822960"/>
          </a:xfrm>
          <a:prstGeom prst="rect">
            <a:avLst/>
          </a:prstGeom>
        </p:spPr>
      </p:pic>
      <p:pic>
        <p:nvPicPr>
          <p:cNvPr id="31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6"/>
          </a:solidFill>
          <a:ln w="12700">
            <a:solidFill>
              <a:srgbClr val="D864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A"/>
          </a:solidFill>
          <a:ln w="12700">
            <a:solidFill>
              <a:srgbClr val="D147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دِجِإِ</a:t>
            </a:r>
            <a:endParaRPr lang="ar-SA" sz="62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855" y="3337560"/>
            <a:ext cx="1483705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إِجِ</a:t>
            </a:r>
            <a:endParaRPr lang="ar-SA" sz="61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بِجِ</a:t>
            </a:r>
            <a:endParaRPr lang="ar-SA" sz="61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4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تِجِ</a:t>
            </a:r>
            <a:endParaRPr lang="ar-SA" sz="6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60" y="3520440"/>
            <a:ext cx="1734800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0ED5E"/>
          </a:solidFill>
          <a:ln w="12700">
            <a:solidFill>
              <a:srgbClr val="6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ثِجِ</a:t>
            </a:r>
            <a:endParaRPr lang="ar-SA" sz="61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1"/>
          </a:solidFill>
          <a:ln w="12700">
            <a:solidFill>
              <a:srgbClr val="E052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DB70"/>
          </a:solidFill>
          <a:ln w="12700">
            <a:solidFill>
              <a:srgbClr val="9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حِجِ</a:t>
            </a:r>
            <a:endParaRPr lang="ar-SA" sz="61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D864"/>
          </a:solidFill>
          <a:ln w="12700">
            <a:solidFill>
              <a:srgbClr val="B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D147"/>
          </a:solidFill>
          <a:ln w="12700">
            <a:solidFill>
              <a:srgbClr val="B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خِجِ</a:t>
            </a:r>
            <a:endParaRPr lang="ar-SA" sz="61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3520440"/>
            <a:ext cx="1215603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دِجِ</a:t>
            </a:r>
            <a:endParaRPr lang="ar-SA" sz="61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90" y="4023360"/>
            <a:ext cx="721370" cy="1051560"/>
          </a:xfrm>
          <a:prstGeom prst="rect">
            <a:avLst/>
          </a:prstGeom>
        </p:spPr>
      </p:pic>
      <p:pic>
        <p:nvPicPr>
          <p:cNvPr id="23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400" dirty="0"/>
          </a:p>
        </p:txBody>
      </p:sp>
      <p:pic>
        <p:nvPicPr>
          <p:cNvPr id="1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13536" cy="1554480"/>
          </a:xfrm>
          <a:prstGeom prst="rect">
            <a:avLst/>
          </a:prstGeom>
        </p:spPr>
      </p:pic>
      <p:pic>
        <p:nvPicPr>
          <p:cNvPr id="1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1783080"/>
            <a:ext cx="1327526" cy="1554480"/>
          </a:xfrm>
          <a:prstGeom prst="rect">
            <a:avLst/>
          </a:prstGeom>
        </p:spPr>
      </p:pic>
      <p:pic>
        <p:nvPicPr>
          <p:cNvPr id="1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حِإِ</a:t>
            </a:r>
            <a:endParaRPr lang="ar-SA" sz="70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4ED"/>
          </a:solidFill>
          <a:ln w="12700">
            <a:solidFill>
              <a:srgbClr val="5E8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حِبِ</a:t>
            </a:r>
            <a:endParaRPr lang="ar-SA" sz="75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D52"/>
          </a:solidFill>
          <a:ln w="12700">
            <a:solidFill>
              <a:srgbClr val="E0C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حِتِ</a:t>
            </a:r>
            <a:endParaRPr lang="ar-SA" sz="95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0D8"/>
          </a:solidFill>
          <a:ln w="12700">
            <a:solidFill>
              <a:srgbClr val="64D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4"/>
          </a:solidFill>
          <a:ln w="12700">
            <a:solidFill>
              <a:srgbClr val="47D1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حِثِ</a:t>
            </a:r>
            <a:endParaRPr lang="ar-SA" sz="95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3520440"/>
            <a:ext cx="1824960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حِجِ</a:t>
            </a:r>
            <a:endParaRPr lang="ar-SA" sz="6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حِخِ</a:t>
            </a:r>
            <a:endParaRPr lang="ar-SA" sz="61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3520440"/>
            <a:ext cx="1215603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حِدِ</a:t>
            </a:r>
            <a:endParaRPr lang="ar-SA" sz="95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520440"/>
            <a:ext cx="1066373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إِحِبِ</a:t>
            </a:r>
            <a:endParaRPr lang="ar-SA" sz="6200" dirty="0"/>
          </a:p>
        </p:txBody>
      </p:sp>
      <p:pic>
        <p:nvPicPr>
          <p:cNvPr id="32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9"/>
          </a:solidFill>
          <a:ln w="12700">
            <a:solidFill>
              <a:srgbClr val="52E0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F"/>
          </a:solidFill>
          <a:ln w="12700">
            <a:solidFill>
              <a:srgbClr val="DB70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بِحِتِ</a:t>
            </a:r>
            <a:endParaRPr lang="ar-SA" sz="6800" dirty="0"/>
          </a:p>
        </p:txBody>
      </p:sp>
      <p:pic>
        <p:nvPicPr>
          <p:cNvPr id="29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31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47D1"/>
          </a:solidFill>
          <a:ln w="12700">
            <a:solidFill>
              <a:srgbClr val="A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تِحِثِ</a:t>
            </a:r>
            <a:endParaRPr lang="ar-SA" sz="80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988" y="3337560"/>
            <a:ext cx="1742572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ثِحِجِ</a:t>
            </a:r>
            <a:endParaRPr lang="ar-SA" sz="54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جِحِخِ</a:t>
            </a:r>
            <a:endParaRPr lang="ar-SA" sz="54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99" y="3337560"/>
            <a:ext cx="2039661" cy="1737360"/>
          </a:xfrm>
          <a:prstGeom prst="rect">
            <a:avLst/>
          </a:prstGeom>
        </p:spPr>
      </p:pic>
      <p:pic>
        <p:nvPicPr>
          <p:cNvPr id="28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خِحِدِ</a:t>
            </a:r>
            <a:endParaRPr lang="ar-SA" sz="84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818" y="3337560"/>
            <a:ext cx="1959742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ED5E"/>
          </a:solidFill>
          <a:ln w="12700">
            <a:solidFill>
              <a:srgbClr val="C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دِحِإِ</a:t>
            </a:r>
            <a:endParaRPr lang="ar-SA" sz="6200" dirty="0"/>
          </a:p>
        </p:txBody>
      </p:sp>
      <p:pic>
        <p:nvPicPr>
          <p:cNvPr id="32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D70"/>
          </a:solidFill>
          <a:ln w="12700">
            <a:solidFill>
              <a:srgbClr val="DBC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إِحِ</a:t>
            </a:r>
            <a:endParaRPr lang="ar-SA" sz="61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09" y="4251960"/>
            <a:ext cx="564551" cy="82296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664"/>
          </a:solidFill>
          <a:ln w="12700">
            <a:solidFill>
              <a:srgbClr val="D8A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بِحِ</a:t>
            </a:r>
            <a:endParaRPr lang="ar-SA" sz="61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3520440"/>
            <a:ext cx="1327526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تِحِ</a:t>
            </a:r>
            <a:endParaRPr lang="ar-SA" sz="61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ثِحِ</a:t>
            </a:r>
            <a:endParaRPr lang="ar-SA" sz="61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4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جِحِ</a:t>
            </a:r>
            <a:endParaRPr lang="ar-SA" sz="6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60" y="3520440"/>
            <a:ext cx="1734800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C"/>
          </a:solidFill>
          <a:ln w="12700">
            <a:solidFill>
              <a:srgbClr val="5EED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خِحِ</a:t>
            </a:r>
            <a:endParaRPr lang="ar-SA" sz="61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252"/>
          </a:solidFill>
          <a:ln w="12700">
            <a:solidFill>
              <a:srgbClr val="E06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2"/>
          </a:solidFill>
          <a:ln w="12700">
            <a:solidFill>
              <a:srgbClr val="70DB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دِحِ</a:t>
            </a:r>
            <a:endParaRPr lang="ar-SA" sz="61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9"/>
          </a:solidFill>
          <a:ln w="12700">
            <a:solidFill>
              <a:srgbClr val="64D8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D"/>
          </a:solidFill>
          <a:ln w="12700">
            <a:solidFill>
              <a:srgbClr val="47D1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4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400" dirty="0"/>
          </a:p>
        </p:txBody>
      </p:sp>
      <p:pic>
        <p:nvPicPr>
          <p:cNvPr id="13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932219" cy="1554480"/>
          </a:xfrm>
          <a:prstGeom prst="rect">
            <a:avLst/>
          </a:prstGeom>
        </p:spPr>
      </p:pic>
      <p:pic>
        <p:nvPicPr>
          <p:cNvPr id="14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1783080"/>
            <a:ext cx="1215603" cy="1554480"/>
          </a:xfrm>
          <a:prstGeom prst="rect">
            <a:avLst/>
          </a:prstGeom>
        </p:spPr>
      </p:pic>
      <p:pic>
        <p:nvPicPr>
          <p:cNvPr id="15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خِإِ</a:t>
            </a:r>
            <a:endParaRPr lang="ar-SA" sz="70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90" y="4023360"/>
            <a:ext cx="721370" cy="105156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خِبِ</a:t>
            </a:r>
            <a:endParaRPr lang="ar-SA" sz="75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3520440"/>
            <a:ext cx="1327526" cy="1554480"/>
          </a:xfrm>
          <a:prstGeom prst="rect">
            <a:avLst/>
          </a:prstGeom>
        </p:spPr>
      </p:pic>
      <p:pic>
        <p:nvPicPr>
          <p:cNvPr id="24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خِتِ</a:t>
            </a:r>
            <a:endParaRPr lang="ar-SA" sz="95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5EED"/>
          </a:solidFill>
          <a:ln w="12700">
            <a:solidFill>
              <a:srgbClr val="C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خِثِ</a:t>
            </a:r>
            <a:endParaRPr lang="ar-SA" sz="95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E052"/>
          </a:solidFill>
          <a:ln w="12700">
            <a:solidFill>
              <a:srgbClr val="6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70DB"/>
          </a:solidFill>
          <a:ln w="12700">
            <a:solidFill>
              <a:srgbClr val="9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خِجِ</a:t>
            </a:r>
            <a:endParaRPr lang="ar-SA" sz="61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64D8"/>
          </a:solidFill>
          <a:ln w="12700">
            <a:solidFill>
              <a:srgbClr val="6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4D1"/>
          </a:solidFill>
          <a:ln w="12700">
            <a:solidFill>
              <a:srgbClr val="475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خِحِ</a:t>
            </a:r>
            <a:endParaRPr lang="ar-SA" sz="6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3520440"/>
            <a:ext cx="1824960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خِدِ</a:t>
            </a:r>
            <a:endParaRPr lang="ar-SA" sz="95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5"/>
          </a:solidFill>
          <a:ln w="12700">
            <a:solidFill>
              <a:srgbClr val="2B64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979"/>
          </a:solidFill>
          <a:ln w="12700">
            <a:solidFill>
              <a:srgbClr val="346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إِخِبِ</a:t>
            </a:r>
            <a:endParaRPr lang="ar-SA" sz="6200" dirty="0"/>
          </a:p>
        </p:txBody>
      </p:sp>
      <p:pic>
        <p:nvPicPr>
          <p:cNvPr id="26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44" y="3337560"/>
            <a:ext cx="1358616" cy="1737360"/>
          </a:xfrm>
          <a:prstGeom prst="rect">
            <a:avLst/>
          </a:prstGeom>
        </p:spPr>
      </p:pic>
      <p:pic>
        <p:nvPicPr>
          <p:cNvPr id="28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بِخِتِ</a:t>
            </a:r>
            <a:endParaRPr lang="ar-SA" sz="68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731" y="3337560"/>
            <a:ext cx="1191829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45E"/>
          </a:solidFill>
          <a:ln w="12700">
            <a:solidFill>
              <a:srgbClr val="EDA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تِخِثِ</a:t>
            </a:r>
            <a:endParaRPr lang="ar-SA" sz="8000" dirty="0"/>
          </a:p>
        </p:txBody>
      </p:sp>
      <p:pic>
        <p:nvPicPr>
          <p:cNvPr id="32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8E0"/>
          </a:solidFill>
          <a:ln w="12700">
            <a:solidFill>
              <a:srgbClr val="528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D70"/>
          </a:solidFill>
          <a:ln w="12700">
            <a:solidFill>
              <a:srgbClr val="DB7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ثِخِجِ</a:t>
            </a:r>
            <a:endParaRPr lang="ar-SA" sz="5400" dirty="0"/>
          </a:p>
        </p:txBody>
      </p:sp>
      <p:pic>
        <p:nvPicPr>
          <p:cNvPr id="29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31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8"/>
          </a:solidFill>
          <a:ln w="12700">
            <a:solidFill>
              <a:srgbClr val="D864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7"/>
          </a:solidFill>
          <a:ln w="12700">
            <a:solidFill>
              <a:srgbClr val="D1477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جِخِحِ</a:t>
            </a:r>
            <a:endParaRPr lang="ar-SA" sz="54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988" y="3337560"/>
            <a:ext cx="1742572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حِخِدِ</a:t>
            </a:r>
            <a:endParaRPr lang="ar-SA" sz="84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دِخِإِ</a:t>
            </a:r>
            <a:endParaRPr lang="ar-SA" sz="62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99" y="3337560"/>
            <a:ext cx="2039661" cy="1737360"/>
          </a:xfrm>
          <a:prstGeom prst="rect">
            <a:avLst/>
          </a:prstGeom>
        </p:spPr>
      </p:pic>
      <p:pic>
        <p:nvPicPr>
          <p:cNvPr id="28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إِخِ</a:t>
            </a:r>
            <a:endParaRPr lang="ar-SA" sz="61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07" y="3520440"/>
            <a:ext cx="1753453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1"/>
          </a:solidFill>
          <a:ln w="12700">
            <a:solidFill>
              <a:srgbClr val="5EED8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بِخِ</a:t>
            </a:r>
            <a:endParaRPr lang="ar-SA" sz="61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C"/>
          </a:solidFill>
          <a:ln w="12700">
            <a:solidFill>
              <a:srgbClr val="E052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FDB70"/>
          </a:solidFill>
          <a:ln w="12700">
            <a:solidFill>
              <a:srgbClr val="7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تِخِ</a:t>
            </a:r>
            <a:endParaRPr lang="ar-SA" sz="61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09" y="4251960"/>
            <a:ext cx="564551" cy="82296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D864"/>
          </a:solidFill>
          <a:ln w="12700">
            <a:solidFill>
              <a:srgbClr val="9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D147"/>
          </a:solidFill>
          <a:ln w="12700">
            <a:solidFill>
              <a:srgbClr val="9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ثِخِ</a:t>
            </a:r>
            <a:endParaRPr lang="ar-SA" sz="61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3520440"/>
            <a:ext cx="1327526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جِخِ</a:t>
            </a:r>
            <a:endParaRPr lang="ar-SA" sz="61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734"/>
          </a:solidFill>
          <a:ln w="12700">
            <a:solidFill>
              <a:srgbClr val="796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حِخِ</a:t>
            </a:r>
            <a:endParaRPr lang="ar-SA" sz="61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4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دِخِ</a:t>
            </a:r>
            <a:endParaRPr lang="ar-SA" sz="6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60" y="3520440"/>
            <a:ext cx="1734800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5FED"/>
          </a:solidFill>
          <a:ln w="12700">
            <a:solidFill>
              <a:srgbClr val="5E5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110211" y="896112"/>
            <a:ext cx="16661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1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10211" y="896112"/>
            <a:ext cx="16661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فَرِحَ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67622" y="896112"/>
            <a:ext cx="24225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1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67622" y="896112"/>
            <a:ext cx="24225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وَضَحِكَ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19412" y="2834640"/>
            <a:ext cx="37051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19412" y="2834640"/>
            <a:ext cx="37051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فَرِحَ وَضَحِكَ</a:t>
            </a:r>
            <a:endParaRPr lang="ar-SA" sz="4700" dirty="0"/>
          </a:p>
        </p:txBody>
      </p:sp>
      <p:pic>
        <p:nvPicPr>
          <p:cNvPr id="25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93342" cy="1554480"/>
          </a:xfrm>
          <a:prstGeom prst="rect">
            <a:avLst/>
          </a:prstGeom>
        </p:spPr>
      </p:pic>
      <p:pic>
        <p:nvPicPr>
          <p:cNvPr id="26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1783080"/>
            <a:ext cx="1824960" cy="155448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0E052"/>
          </a:solidFill>
          <a:ln w="12700">
            <a:solidFill>
              <a:srgbClr val="D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9DB"/>
          </a:solidFill>
          <a:ln w="12700">
            <a:solidFill>
              <a:srgbClr val="709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37444" y="896112"/>
            <a:ext cx="18494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37444" y="896112"/>
            <a:ext cx="18494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557138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1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57138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71687" y="2834640"/>
            <a:ext cx="34006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71687" y="2834640"/>
            <a:ext cx="34006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 وَفَهِمَ</a:t>
            </a:r>
            <a:endParaRPr lang="ar-SA" sz="4500" dirty="0"/>
          </a:p>
        </p:txBody>
      </p:sp>
      <p:pic>
        <p:nvPicPr>
          <p:cNvPr id="22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162751" cy="155448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07" y="1783080"/>
            <a:ext cx="1753453" cy="1554480"/>
          </a:xfrm>
          <a:prstGeom prst="rect">
            <a:avLst/>
          </a:prstGeom>
        </p:spPr>
      </p:pic>
      <p:pic>
        <p:nvPicPr>
          <p:cNvPr id="24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2D8"/>
          </a:solidFill>
          <a:ln w="12700">
            <a:solidFill>
              <a:srgbClr val="64B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BD1"/>
          </a:solidFill>
          <a:ln w="12700">
            <a:solidFill>
              <a:srgbClr val="47B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68502" y="896112"/>
            <a:ext cx="20343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F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68502" y="896112"/>
            <a:ext cx="20343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خَشِيَ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441195" y="896112"/>
            <a:ext cx="19072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F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41195" y="896112"/>
            <a:ext cx="19072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83300" y="2834640"/>
            <a:ext cx="357740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83300" y="2834640"/>
            <a:ext cx="357740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خَشِيَ وَرَجَعَ</a:t>
            </a:r>
            <a:endParaRPr lang="ar-SA" sz="4500" dirty="0"/>
          </a:p>
        </p:txBody>
      </p:sp>
      <p:pic>
        <p:nvPicPr>
          <p:cNvPr id="17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932219" cy="155448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1783080"/>
            <a:ext cx="1215603" cy="1554480"/>
          </a:xfrm>
          <a:prstGeom prst="rect">
            <a:avLst/>
          </a:prstGeom>
        </p:spPr>
      </p:pic>
      <p:pic>
        <p:nvPicPr>
          <p:cNvPr id="19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00682" y="896112"/>
            <a:ext cx="20493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D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00682" y="896112"/>
            <a:ext cx="20493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393976" y="896112"/>
            <a:ext cx="19866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D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93976" y="896112"/>
            <a:ext cx="19866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وَحَمِدَ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03184" y="2834640"/>
            <a:ext cx="373763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03184" y="2834640"/>
            <a:ext cx="373763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 وَحَمِدَ</a:t>
            </a:r>
            <a:endParaRPr lang="ar-SA" sz="4700" dirty="0"/>
          </a:p>
        </p:txBody>
      </p:sp>
      <p:pic>
        <p:nvPicPr>
          <p:cNvPr id="18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713037" cy="155448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1783080"/>
            <a:ext cx="1066373" cy="1554480"/>
          </a:xfrm>
          <a:prstGeom prst="rect">
            <a:avLst/>
          </a:prstGeom>
        </p:spPr>
      </p:pic>
      <p:pic>
        <p:nvPicPr>
          <p:cNvPr id="20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04-jeem-ha-kha</dc:title>
  <dc:subject>PptxGenJS Presentation</dc:subject>
  <dc:creator>PptxGenJS</dc:creator>
  <cp:lastModifiedBy>PptxGenJS</cp:lastModifiedBy>
  <cp:revision>1</cp:revision>
  <dcterms:created xsi:type="dcterms:W3CDTF">2026-10-20T22:47:02Z</dcterms:created>
  <dcterms:modified xsi:type="dcterms:W3CDTF">2026-10-20T22:47:02Z</dcterms:modified>
</cp:coreProperties>
</file>